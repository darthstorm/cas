
<file path=[Content_Types].xml><?xml version="1.0" encoding="utf-8"?>
<Types xmlns="http://schemas.openxmlformats.org/package/2006/content-types">
  <Default Extension="jpeg" ContentType="image/jpeg"/>
  <Default Extension="mp3" ContentType="audio/m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sldIdLst>
    <p:sldId id="381" r:id="rId2"/>
    <p:sldId id="415" r:id="rId3"/>
    <p:sldId id="417" r:id="rId4"/>
    <p:sldId id="382" r:id="rId5"/>
    <p:sldId id="418" r:id="rId6"/>
    <p:sldId id="383" r:id="rId7"/>
    <p:sldId id="419" r:id="rId8"/>
    <p:sldId id="384" r:id="rId9"/>
    <p:sldId id="414" r:id="rId10"/>
    <p:sldId id="420" r:id="rId11"/>
    <p:sldId id="421" r:id="rId12"/>
    <p:sldId id="385" r:id="rId13"/>
    <p:sldId id="386" r:id="rId14"/>
    <p:sldId id="422" r:id="rId15"/>
    <p:sldId id="388" r:id="rId16"/>
    <p:sldId id="423" r:id="rId17"/>
    <p:sldId id="424" r:id="rId18"/>
    <p:sldId id="427" r:id="rId19"/>
    <p:sldId id="428" r:id="rId20"/>
    <p:sldId id="431" r:id="rId21"/>
    <p:sldId id="391" r:id="rId22"/>
    <p:sldId id="396" r:id="rId23"/>
    <p:sldId id="375" r:id="rId24"/>
    <p:sldId id="398" r:id="rId25"/>
    <p:sldId id="399" r:id="rId26"/>
    <p:sldId id="400" r:id="rId27"/>
    <p:sldId id="402" r:id="rId28"/>
    <p:sldId id="432" r:id="rId29"/>
    <p:sldId id="433" r:id="rId30"/>
    <p:sldId id="434" r:id="rId31"/>
    <p:sldId id="435" r:id="rId32"/>
    <p:sldId id="407" r:id="rId33"/>
    <p:sldId id="408" r:id="rId34"/>
    <p:sldId id="436" r:id="rId35"/>
    <p:sldId id="437" r:id="rId36"/>
    <p:sldId id="439" r:id="rId37"/>
    <p:sldId id="440" r:id="rId38"/>
    <p:sldId id="267" r:id="rId39"/>
    <p:sldId id="256" r:id="rId40"/>
    <p:sldId id="271" r:id="rId41"/>
    <p:sldId id="272" r:id="rId42"/>
    <p:sldId id="273" r:id="rId43"/>
    <p:sldId id="441" r:id="rId44"/>
    <p:sldId id="442"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199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32AD76-D6EC-4DD9-8553-045726C27D00}" v="5074" dt="2026-09-27T09:12:09.44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81"/>
  </p:normalViewPr>
  <p:slideViewPr>
    <p:cSldViewPr snapToGrid="0">
      <p:cViewPr>
        <p:scale>
          <a:sx n="100" d="100"/>
          <a:sy n="100" d="100"/>
        </p:scale>
        <p:origin x="58" y="-4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E21140-BB99-4818-BCBC-82902A31DC72}" type="datetimeFigureOut">
              <a:rPr lang="en-US" smtClean="0"/>
              <a:t>9/27/2026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C13487-9435-49AA-9A37-DEEDBB99C371}" type="slidenum">
              <a:rPr lang="en-US" smtClean="0"/>
              <a:t>‹#›</a:t>
            </a:fld>
            <a:endParaRPr lang="en-US"/>
          </a:p>
        </p:txBody>
      </p:sp>
    </p:spTree>
    <p:extLst>
      <p:ext uri="{BB962C8B-B14F-4D97-AF65-F5344CB8AC3E}">
        <p14:creationId xmlns:p14="http://schemas.microsoft.com/office/powerpoint/2010/main" val="30345077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7C13487-9435-49AA-9A37-DEEDBB99C371}" type="slidenum">
              <a:rPr lang="en-US" smtClean="0"/>
              <a:t>11</a:t>
            </a:fld>
            <a:endParaRPr lang="en-US"/>
          </a:p>
        </p:txBody>
      </p:sp>
    </p:spTree>
    <p:extLst>
      <p:ext uri="{BB962C8B-B14F-4D97-AF65-F5344CB8AC3E}">
        <p14:creationId xmlns:p14="http://schemas.microsoft.com/office/powerpoint/2010/main" val="26183572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7C13487-9435-49AA-9A37-DEEDBB99C371}" type="slidenum">
              <a:rPr lang="en-US" smtClean="0"/>
              <a:t>13</a:t>
            </a:fld>
            <a:endParaRPr lang="en-US"/>
          </a:p>
        </p:txBody>
      </p:sp>
    </p:spTree>
    <p:extLst>
      <p:ext uri="{BB962C8B-B14F-4D97-AF65-F5344CB8AC3E}">
        <p14:creationId xmlns:p14="http://schemas.microsoft.com/office/powerpoint/2010/main" val="2798649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4D92F-E66B-6B02-DAFE-A27804C692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E3AE5A-FE3B-DE0B-E4D7-CDB2CB4C22F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5621059-5E18-80BA-E216-66464468E3B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1A9178D-BC7C-11EC-936E-2B7A343C7216}"/>
              </a:ext>
            </a:extLst>
          </p:cNvPr>
          <p:cNvSpPr>
            <a:spLocks noGrp="1"/>
          </p:cNvSpPr>
          <p:nvPr>
            <p:ph type="sldNum" sz="quarter" idx="5"/>
          </p:nvPr>
        </p:nvSpPr>
        <p:spPr/>
        <p:txBody>
          <a:bodyPr/>
          <a:lstStyle/>
          <a:p>
            <a:fld id="{A7C13487-9435-49AA-9A37-DEEDBB99C371}" type="slidenum">
              <a:rPr lang="en-US" smtClean="0"/>
              <a:t>14</a:t>
            </a:fld>
            <a:endParaRPr lang="en-US"/>
          </a:p>
        </p:txBody>
      </p:sp>
    </p:spTree>
    <p:extLst>
      <p:ext uri="{BB962C8B-B14F-4D97-AF65-F5344CB8AC3E}">
        <p14:creationId xmlns:p14="http://schemas.microsoft.com/office/powerpoint/2010/main" val="23239506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79C173-139F-ED21-2A5C-587981C37B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069D20-2900-9D6D-6AA3-17D62085F61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CEB376D-5630-BBCA-7E35-C92E565536B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9464393-CD19-5300-C5F8-5BB9371CF99B}"/>
              </a:ext>
            </a:extLst>
          </p:cNvPr>
          <p:cNvSpPr>
            <a:spLocks noGrp="1"/>
          </p:cNvSpPr>
          <p:nvPr>
            <p:ph type="sldNum" sz="quarter" idx="5"/>
          </p:nvPr>
        </p:nvSpPr>
        <p:spPr/>
        <p:txBody>
          <a:bodyPr/>
          <a:lstStyle/>
          <a:p>
            <a:fld id="{A7C13487-9435-49AA-9A37-DEEDBB99C371}" type="slidenum">
              <a:rPr lang="en-US" smtClean="0"/>
              <a:t>15</a:t>
            </a:fld>
            <a:endParaRPr lang="en-US"/>
          </a:p>
        </p:txBody>
      </p:sp>
    </p:spTree>
    <p:extLst>
      <p:ext uri="{BB962C8B-B14F-4D97-AF65-F5344CB8AC3E}">
        <p14:creationId xmlns:p14="http://schemas.microsoft.com/office/powerpoint/2010/main" val="34788368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2DF44D-D31C-62F6-08C7-7535C065C6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C0FFBE-677A-4F45-4C03-9CC4B422587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C2C2D7F-A102-B145-C661-89B444E7934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307FF6A-9BA3-39F0-B58B-A116A8A2921D}"/>
              </a:ext>
            </a:extLst>
          </p:cNvPr>
          <p:cNvSpPr>
            <a:spLocks noGrp="1"/>
          </p:cNvSpPr>
          <p:nvPr>
            <p:ph type="sldNum" sz="quarter" idx="5"/>
          </p:nvPr>
        </p:nvSpPr>
        <p:spPr/>
        <p:txBody>
          <a:bodyPr/>
          <a:lstStyle/>
          <a:p>
            <a:fld id="{A7C13487-9435-49AA-9A37-DEEDBB99C371}" type="slidenum">
              <a:rPr lang="en-US" smtClean="0"/>
              <a:t>16</a:t>
            </a:fld>
            <a:endParaRPr lang="en-US"/>
          </a:p>
        </p:txBody>
      </p:sp>
    </p:spTree>
    <p:extLst>
      <p:ext uri="{BB962C8B-B14F-4D97-AF65-F5344CB8AC3E}">
        <p14:creationId xmlns:p14="http://schemas.microsoft.com/office/powerpoint/2010/main" val="31189278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64F981-BBC6-AA88-3D60-A0A37ED4FB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EA144C-8011-B782-395F-7C53D6F7379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B2D8CD3-58DB-D820-2F39-43CA2BA7FCE8}"/>
              </a:ext>
            </a:extLst>
          </p:cNvPr>
          <p:cNvSpPr>
            <a:spLocks noGrp="1"/>
          </p:cNvSpPr>
          <p:nvPr>
            <p:ph type="body" idx="1"/>
          </p:nvPr>
        </p:nvSpPr>
        <p:spPr/>
        <p:txBody>
          <a:bodyPr/>
          <a:lstStyle/>
          <a:p>
            <a:r>
              <a:rPr lang="en-US" i="1"/>
              <a:t>ahem</a:t>
            </a:r>
            <a:r>
              <a:rPr lang="en-US"/>
              <a:t> Unity…</a:t>
            </a:r>
          </a:p>
          <a:p>
            <a:endParaRPr lang="en-US"/>
          </a:p>
          <a:p>
            <a:r>
              <a:rPr lang="en-US"/>
              <a:t>On another note, this was the easiest on to gather reflections on, as I consistently logged my progress and planning throughout — it was digital, so it made stuff easier</a:t>
            </a:r>
          </a:p>
          <a:p>
            <a:endParaRPr lang="en-US"/>
          </a:p>
        </p:txBody>
      </p:sp>
      <p:sp>
        <p:nvSpPr>
          <p:cNvPr id="4" name="Slide Number Placeholder 3">
            <a:extLst>
              <a:ext uri="{FF2B5EF4-FFF2-40B4-BE49-F238E27FC236}">
                <a16:creationId xmlns:a16="http://schemas.microsoft.com/office/drawing/2014/main" id="{CC08941A-0052-5EF0-7BD1-0B571CF565CC}"/>
              </a:ext>
            </a:extLst>
          </p:cNvPr>
          <p:cNvSpPr>
            <a:spLocks noGrp="1"/>
          </p:cNvSpPr>
          <p:nvPr>
            <p:ph type="sldNum" sz="quarter" idx="5"/>
          </p:nvPr>
        </p:nvSpPr>
        <p:spPr/>
        <p:txBody>
          <a:bodyPr/>
          <a:lstStyle/>
          <a:p>
            <a:fld id="{A7C13487-9435-49AA-9A37-DEEDBB99C371}" type="slidenum">
              <a:rPr lang="en-US" smtClean="0"/>
              <a:t>17</a:t>
            </a:fld>
            <a:endParaRPr lang="en-US"/>
          </a:p>
        </p:txBody>
      </p:sp>
    </p:spTree>
    <p:extLst>
      <p:ext uri="{BB962C8B-B14F-4D97-AF65-F5344CB8AC3E}">
        <p14:creationId xmlns:p14="http://schemas.microsoft.com/office/powerpoint/2010/main" val="5285556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97EFB-4699-05F2-D913-806C2A227C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DFB364-6A9A-325B-68FD-8F13BEA6DB2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F09A141-6539-5A5E-474A-489110BFA8DA}"/>
              </a:ext>
            </a:extLst>
          </p:cNvPr>
          <p:cNvSpPr>
            <a:spLocks noGrp="1"/>
          </p:cNvSpPr>
          <p:nvPr>
            <p:ph type="body" idx="1"/>
          </p:nvPr>
        </p:nvSpPr>
        <p:spPr/>
        <p:txBody>
          <a:bodyPr/>
          <a:lstStyle/>
          <a:p>
            <a:r>
              <a:rPr lang="en-US"/>
              <a:t>Passing slide to fix shape bug</a:t>
            </a:r>
          </a:p>
        </p:txBody>
      </p:sp>
      <p:sp>
        <p:nvSpPr>
          <p:cNvPr id="4" name="Slide Number Placeholder 3">
            <a:extLst>
              <a:ext uri="{FF2B5EF4-FFF2-40B4-BE49-F238E27FC236}">
                <a16:creationId xmlns:a16="http://schemas.microsoft.com/office/drawing/2014/main" id="{F3979A1A-6E2F-9B86-988E-0DAD1DE1BBAE}"/>
              </a:ext>
            </a:extLst>
          </p:cNvPr>
          <p:cNvSpPr>
            <a:spLocks noGrp="1"/>
          </p:cNvSpPr>
          <p:nvPr>
            <p:ph type="sldNum" sz="quarter" idx="5"/>
          </p:nvPr>
        </p:nvSpPr>
        <p:spPr/>
        <p:txBody>
          <a:bodyPr/>
          <a:lstStyle/>
          <a:p>
            <a:fld id="{A7C13487-9435-49AA-9A37-DEEDBB99C371}" type="slidenum">
              <a:rPr lang="en-US" smtClean="0"/>
              <a:t>18</a:t>
            </a:fld>
            <a:endParaRPr lang="en-US"/>
          </a:p>
        </p:txBody>
      </p:sp>
    </p:spTree>
    <p:extLst>
      <p:ext uri="{BB962C8B-B14F-4D97-AF65-F5344CB8AC3E}">
        <p14:creationId xmlns:p14="http://schemas.microsoft.com/office/powerpoint/2010/main" val="18019466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0E06CD-655D-633E-4005-C1DCD33631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D41F25-F8EC-6CD5-6139-9A25ADC70EE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2E9CF3E-7A41-1609-C4F0-6E4AD98C33DB}"/>
              </a:ext>
            </a:extLst>
          </p:cNvPr>
          <p:cNvSpPr>
            <a:spLocks noGrp="1"/>
          </p:cNvSpPr>
          <p:nvPr>
            <p:ph type="body" idx="1"/>
          </p:nvPr>
        </p:nvSpPr>
        <p:spPr/>
        <p:txBody>
          <a:bodyPr/>
          <a:lstStyle/>
          <a:p>
            <a:r>
              <a:rPr lang="en-US" i="1"/>
              <a:t>ahem</a:t>
            </a:r>
            <a:r>
              <a:rPr lang="en-US"/>
              <a:t> Unity…</a:t>
            </a:r>
          </a:p>
          <a:p>
            <a:endParaRPr lang="en-US"/>
          </a:p>
          <a:p>
            <a:r>
              <a:rPr lang="en-US"/>
              <a:t>On another note, this was the easiest on to gather reflections on, as I consistently logged my progress and planning throughout — it was digital, so it made stuff easier</a:t>
            </a:r>
          </a:p>
          <a:p>
            <a:endParaRPr lang="en-US"/>
          </a:p>
          <a:p>
            <a:pPr marL="0" indent="0">
              <a:buNone/>
            </a:pPr>
            <a:r>
              <a:rPr lang="en-US"/>
              <a:t>1. Identify your own </a:t>
            </a:r>
            <a:r>
              <a:rPr lang="en-US" u="sng"/>
              <a:t>strengths</a:t>
            </a:r>
            <a:r>
              <a:rPr lang="en-US"/>
              <a:t> and develop areas for personal </a:t>
            </a:r>
            <a:r>
              <a:rPr lang="en-US" u="sng"/>
              <a:t>growth</a:t>
            </a:r>
            <a:endParaRPr lang="en-US"/>
          </a:p>
          <a:p>
            <a:pPr marL="0" indent="0">
              <a:buNone/>
            </a:pPr>
            <a:r>
              <a:rPr lang="en-US" b="1"/>
              <a:t>2. Demonstrate that </a:t>
            </a:r>
            <a:r>
              <a:rPr lang="en-US" b="1" u="sng"/>
              <a:t>challenges</a:t>
            </a:r>
            <a:r>
              <a:rPr lang="en-US" b="1"/>
              <a:t> have been undertaken, developing new </a:t>
            </a:r>
            <a:r>
              <a:rPr lang="en-US" b="1" u="sng"/>
              <a:t>skills</a:t>
            </a:r>
            <a:r>
              <a:rPr lang="en-US" b="1"/>
              <a:t> in the process</a:t>
            </a:r>
          </a:p>
          <a:p>
            <a:pPr marL="0" indent="0">
              <a:buNone/>
            </a:pPr>
            <a:r>
              <a:rPr lang="en-US" b="1"/>
              <a:t>3. Demonstrate how to </a:t>
            </a:r>
            <a:r>
              <a:rPr lang="en-US" b="1" u="sng"/>
              <a:t>initiate</a:t>
            </a:r>
            <a:r>
              <a:rPr lang="en-US" b="1"/>
              <a:t> and </a:t>
            </a:r>
            <a:r>
              <a:rPr lang="en-US" b="1" u="sng"/>
              <a:t>plan</a:t>
            </a:r>
            <a:r>
              <a:rPr lang="en-US" b="1"/>
              <a:t> a CAS experience</a:t>
            </a:r>
          </a:p>
          <a:p>
            <a:pPr marL="0" indent="0">
              <a:buNone/>
            </a:pPr>
            <a:r>
              <a:rPr lang="en-US" b="1"/>
              <a:t>4. Show </a:t>
            </a:r>
            <a:r>
              <a:rPr lang="en-US" b="1" u="sng"/>
              <a:t>commitment</a:t>
            </a:r>
            <a:r>
              <a:rPr lang="en-US" b="1"/>
              <a:t> to and </a:t>
            </a:r>
            <a:r>
              <a:rPr lang="en-US" b="1" u="sng"/>
              <a:t>perseverance</a:t>
            </a:r>
            <a:r>
              <a:rPr lang="en-US" b="1"/>
              <a:t> in CAS experiences</a:t>
            </a:r>
          </a:p>
          <a:p>
            <a:pPr marL="0" indent="0">
              <a:buNone/>
            </a:pPr>
            <a:r>
              <a:rPr lang="en-US"/>
              <a:t>5. Demonstrate the s​kills and recognize the benefits of working </a:t>
            </a:r>
            <a:r>
              <a:rPr lang="en-US" u="sng"/>
              <a:t>collaborative</a:t>
            </a:r>
            <a:r>
              <a:rPr lang="en-US"/>
              <a:t>​</a:t>
            </a:r>
            <a:r>
              <a:rPr lang="en-US" err="1"/>
              <a:t>ly</a:t>
            </a:r>
            <a:endParaRPr lang="en-US"/>
          </a:p>
          <a:p>
            <a:pPr marL="0" indent="0">
              <a:buNone/>
            </a:pPr>
            <a:r>
              <a:rPr lang="en-US"/>
              <a:t>6. Demonstrate engagement with issues of </a:t>
            </a:r>
            <a:r>
              <a:rPr lang="en-US" u="sng"/>
              <a:t>global</a:t>
            </a:r>
            <a:r>
              <a:rPr lang="en-US"/>
              <a:t> </a:t>
            </a:r>
            <a:r>
              <a:rPr lang="en-US" u="sng"/>
              <a:t>significance</a:t>
            </a:r>
            <a:endParaRPr lang="en-US"/>
          </a:p>
          <a:p>
            <a:pPr marL="0" indent="0">
              <a:buNone/>
            </a:pPr>
            <a:r>
              <a:rPr lang="en-US"/>
              <a:t>7. Recognize and consider the </a:t>
            </a:r>
            <a:r>
              <a:rPr lang="en-US" u="sng"/>
              <a:t>ethics</a:t>
            </a:r>
            <a:r>
              <a:rPr lang="en-US"/>
              <a:t> of </a:t>
            </a:r>
            <a:r>
              <a:rPr lang="en-US" u="sng"/>
              <a:t>choices</a:t>
            </a:r>
            <a:r>
              <a:rPr lang="en-US"/>
              <a:t> and actions</a:t>
            </a:r>
          </a:p>
          <a:p>
            <a:endParaRPr lang="en-US"/>
          </a:p>
        </p:txBody>
      </p:sp>
      <p:sp>
        <p:nvSpPr>
          <p:cNvPr id="4" name="Slide Number Placeholder 3">
            <a:extLst>
              <a:ext uri="{FF2B5EF4-FFF2-40B4-BE49-F238E27FC236}">
                <a16:creationId xmlns:a16="http://schemas.microsoft.com/office/drawing/2014/main" id="{8778A766-A512-E19A-5A1B-1125D34EABEF}"/>
              </a:ext>
            </a:extLst>
          </p:cNvPr>
          <p:cNvSpPr>
            <a:spLocks noGrp="1"/>
          </p:cNvSpPr>
          <p:nvPr>
            <p:ph type="sldNum" sz="quarter" idx="5"/>
          </p:nvPr>
        </p:nvSpPr>
        <p:spPr/>
        <p:txBody>
          <a:bodyPr/>
          <a:lstStyle/>
          <a:p>
            <a:fld id="{A7C13487-9435-49AA-9A37-DEEDBB99C371}" type="slidenum">
              <a:rPr lang="en-US" smtClean="0"/>
              <a:t>19</a:t>
            </a:fld>
            <a:endParaRPr lang="en-US"/>
          </a:p>
        </p:txBody>
      </p:sp>
    </p:spTree>
    <p:extLst>
      <p:ext uri="{BB962C8B-B14F-4D97-AF65-F5344CB8AC3E}">
        <p14:creationId xmlns:p14="http://schemas.microsoft.com/office/powerpoint/2010/main" val="41839282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ACAE80-640D-4F5C-A140-6867D5569A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3513C9-999C-7E83-76EF-1673297B0A5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17ED4CA-5F77-2EFA-94CA-F2FD6A1087DB}"/>
              </a:ext>
            </a:extLst>
          </p:cNvPr>
          <p:cNvSpPr>
            <a:spLocks noGrp="1"/>
          </p:cNvSpPr>
          <p:nvPr>
            <p:ph type="body" idx="1"/>
          </p:nvPr>
        </p:nvSpPr>
        <p:spPr/>
        <p:txBody>
          <a:bodyPr/>
          <a:lstStyle/>
          <a:p>
            <a:r>
              <a:rPr lang="en-US" i="1"/>
              <a:t>ahem</a:t>
            </a:r>
            <a:r>
              <a:rPr lang="en-US"/>
              <a:t> Unity…</a:t>
            </a:r>
          </a:p>
          <a:p>
            <a:endParaRPr lang="en-US"/>
          </a:p>
          <a:p>
            <a:r>
              <a:rPr lang="en-US"/>
              <a:t>On another note, this was the easiest on to gather reflections on, as I consistently logged my progress and planning throughout — it was digital, so it made stuff easier</a:t>
            </a:r>
          </a:p>
          <a:p>
            <a:endParaRPr lang="en-US"/>
          </a:p>
          <a:p>
            <a:pPr marL="0" indent="0">
              <a:buNone/>
            </a:pPr>
            <a:r>
              <a:rPr lang="en-US"/>
              <a:t>1. Identify your own </a:t>
            </a:r>
            <a:r>
              <a:rPr lang="en-US" u="sng"/>
              <a:t>strengths</a:t>
            </a:r>
            <a:r>
              <a:rPr lang="en-US"/>
              <a:t> and develop areas for personal </a:t>
            </a:r>
            <a:r>
              <a:rPr lang="en-US" u="sng"/>
              <a:t>growth</a:t>
            </a:r>
            <a:endParaRPr lang="en-US"/>
          </a:p>
          <a:p>
            <a:pPr marL="0" indent="0">
              <a:buNone/>
            </a:pPr>
            <a:r>
              <a:rPr lang="en-US" b="1"/>
              <a:t>2. Demonstrate that </a:t>
            </a:r>
            <a:r>
              <a:rPr lang="en-US" b="1" u="sng"/>
              <a:t>challenges</a:t>
            </a:r>
            <a:r>
              <a:rPr lang="en-US" b="1"/>
              <a:t> have been undertaken, developing new </a:t>
            </a:r>
            <a:r>
              <a:rPr lang="en-US" b="1" u="sng"/>
              <a:t>skills</a:t>
            </a:r>
            <a:r>
              <a:rPr lang="en-US" b="1"/>
              <a:t> in the process</a:t>
            </a:r>
          </a:p>
          <a:p>
            <a:pPr marL="0" indent="0">
              <a:buNone/>
            </a:pPr>
            <a:r>
              <a:rPr lang="en-US" b="1"/>
              <a:t>3. Demonstrate how to </a:t>
            </a:r>
            <a:r>
              <a:rPr lang="en-US" b="1" u="sng"/>
              <a:t>initiate</a:t>
            </a:r>
            <a:r>
              <a:rPr lang="en-US" b="1"/>
              <a:t> and </a:t>
            </a:r>
            <a:r>
              <a:rPr lang="en-US" b="1" u="sng"/>
              <a:t>plan</a:t>
            </a:r>
            <a:r>
              <a:rPr lang="en-US" b="1"/>
              <a:t> a CAS experience</a:t>
            </a:r>
          </a:p>
          <a:p>
            <a:pPr marL="0" indent="0">
              <a:buNone/>
            </a:pPr>
            <a:r>
              <a:rPr lang="en-US" b="1"/>
              <a:t>4. Show </a:t>
            </a:r>
            <a:r>
              <a:rPr lang="en-US" b="1" u="sng"/>
              <a:t>commitment</a:t>
            </a:r>
            <a:r>
              <a:rPr lang="en-US" b="1"/>
              <a:t> to and </a:t>
            </a:r>
            <a:r>
              <a:rPr lang="en-US" b="1" u="sng"/>
              <a:t>perseverance</a:t>
            </a:r>
            <a:r>
              <a:rPr lang="en-US" b="1"/>
              <a:t> in CAS experiences</a:t>
            </a:r>
          </a:p>
          <a:p>
            <a:pPr marL="0" indent="0">
              <a:buNone/>
            </a:pPr>
            <a:r>
              <a:rPr lang="en-US"/>
              <a:t>5. Demonstrate the s​kills and recognize the benefits of working </a:t>
            </a:r>
            <a:r>
              <a:rPr lang="en-US" u="sng"/>
              <a:t>collaborative</a:t>
            </a:r>
            <a:r>
              <a:rPr lang="en-US"/>
              <a:t>​</a:t>
            </a:r>
            <a:r>
              <a:rPr lang="en-US" err="1"/>
              <a:t>ly</a:t>
            </a:r>
            <a:endParaRPr lang="en-US"/>
          </a:p>
          <a:p>
            <a:pPr marL="0" indent="0">
              <a:buNone/>
            </a:pPr>
            <a:r>
              <a:rPr lang="en-US"/>
              <a:t>6. Demonstrate engagement with issues of </a:t>
            </a:r>
            <a:r>
              <a:rPr lang="en-US" u="sng"/>
              <a:t>global</a:t>
            </a:r>
            <a:r>
              <a:rPr lang="en-US"/>
              <a:t> </a:t>
            </a:r>
            <a:r>
              <a:rPr lang="en-US" u="sng"/>
              <a:t>significance</a:t>
            </a:r>
            <a:endParaRPr lang="en-US"/>
          </a:p>
          <a:p>
            <a:pPr marL="0" indent="0">
              <a:buNone/>
            </a:pPr>
            <a:r>
              <a:rPr lang="en-US"/>
              <a:t>7. Recognize and consider the </a:t>
            </a:r>
            <a:r>
              <a:rPr lang="en-US" u="sng"/>
              <a:t>ethics</a:t>
            </a:r>
            <a:r>
              <a:rPr lang="en-US"/>
              <a:t> of </a:t>
            </a:r>
            <a:r>
              <a:rPr lang="en-US" u="sng"/>
              <a:t>choices</a:t>
            </a:r>
            <a:r>
              <a:rPr lang="en-US"/>
              <a:t> and actions</a:t>
            </a:r>
          </a:p>
          <a:p>
            <a:endParaRPr lang="en-US"/>
          </a:p>
        </p:txBody>
      </p:sp>
      <p:sp>
        <p:nvSpPr>
          <p:cNvPr id="4" name="Slide Number Placeholder 3">
            <a:extLst>
              <a:ext uri="{FF2B5EF4-FFF2-40B4-BE49-F238E27FC236}">
                <a16:creationId xmlns:a16="http://schemas.microsoft.com/office/drawing/2014/main" id="{9F8609CE-084A-9EF0-8A23-C2DC8AF3B8F4}"/>
              </a:ext>
            </a:extLst>
          </p:cNvPr>
          <p:cNvSpPr>
            <a:spLocks noGrp="1"/>
          </p:cNvSpPr>
          <p:nvPr>
            <p:ph type="sldNum" sz="quarter" idx="5"/>
          </p:nvPr>
        </p:nvSpPr>
        <p:spPr/>
        <p:txBody>
          <a:bodyPr/>
          <a:lstStyle/>
          <a:p>
            <a:fld id="{A7C13487-9435-49AA-9A37-DEEDBB99C371}" type="slidenum">
              <a:rPr lang="en-US" smtClean="0"/>
              <a:t>20</a:t>
            </a:fld>
            <a:endParaRPr lang="en-US"/>
          </a:p>
        </p:txBody>
      </p:sp>
    </p:spTree>
    <p:extLst>
      <p:ext uri="{BB962C8B-B14F-4D97-AF65-F5344CB8AC3E}">
        <p14:creationId xmlns:p14="http://schemas.microsoft.com/office/powerpoint/2010/main" val="23308019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7C13487-9435-49AA-9A37-DEEDBB99C371}" type="slidenum">
              <a:rPr lang="en-US" smtClean="0"/>
              <a:t>23</a:t>
            </a:fld>
            <a:endParaRPr lang="en-US"/>
          </a:p>
        </p:txBody>
      </p:sp>
    </p:spTree>
    <p:extLst>
      <p:ext uri="{BB962C8B-B14F-4D97-AF65-F5344CB8AC3E}">
        <p14:creationId xmlns:p14="http://schemas.microsoft.com/office/powerpoint/2010/main" val="18970028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6D493B3-A123-D041-94F6-26902820A598}" type="slidenum">
              <a:rPr lang="en-US" smtClean="0"/>
              <a:t>24</a:t>
            </a:fld>
            <a:endParaRPr lang="en-US"/>
          </a:p>
        </p:txBody>
      </p:sp>
    </p:spTree>
    <p:extLst>
      <p:ext uri="{BB962C8B-B14F-4D97-AF65-F5344CB8AC3E}">
        <p14:creationId xmlns:p14="http://schemas.microsoft.com/office/powerpoint/2010/main" val="16709479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51BADB-F80F-88D4-5290-91739DC551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719663-BB88-E15E-A5DA-863EEC1147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809A50-54B7-75A8-F54E-59227179C88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AAD02B2-5640-C3B0-8089-BA06A4E187B3}"/>
              </a:ext>
            </a:extLst>
          </p:cNvPr>
          <p:cNvSpPr>
            <a:spLocks noGrp="1"/>
          </p:cNvSpPr>
          <p:nvPr>
            <p:ph type="sldNum" sz="quarter" idx="5"/>
          </p:nvPr>
        </p:nvSpPr>
        <p:spPr/>
        <p:txBody>
          <a:bodyPr/>
          <a:lstStyle/>
          <a:p>
            <a:fld id="{36D493B3-A123-D041-94F6-26902820A598}" type="slidenum">
              <a:rPr lang="en-US" smtClean="0"/>
              <a:t>25</a:t>
            </a:fld>
            <a:endParaRPr lang="en-US"/>
          </a:p>
        </p:txBody>
      </p:sp>
    </p:spTree>
    <p:extLst>
      <p:ext uri="{BB962C8B-B14F-4D97-AF65-F5344CB8AC3E}">
        <p14:creationId xmlns:p14="http://schemas.microsoft.com/office/powerpoint/2010/main" val="34346001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D2171-00AC-B96F-D7C9-451E237910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78AC13-A00B-8061-314A-97BF43DEDB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821F74-DBA7-B3D9-372B-64633FC2238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8CC8AC6-FC6C-6527-B709-BC27EA694C46}"/>
              </a:ext>
            </a:extLst>
          </p:cNvPr>
          <p:cNvSpPr>
            <a:spLocks noGrp="1"/>
          </p:cNvSpPr>
          <p:nvPr>
            <p:ph type="sldNum" sz="quarter" idx="5"/>
          </p:nvPr>
        </p:nvSpPr>
        <p:spPr/>
        <p:txBody>
          <a:bodyPr/>
          <a:lstStyle/>
          <a:p>
            <a:fld id="{36D493B3-A123-D041-94F6-26902820A598}" type="slidenum">
              <a:rPr lang="en-US" smtClean="0"/>
              <a:t>26</a:t>
            </a:fld>
            <a:endParaRPr lang="en-US"/>
          </a:p>
        </p:txBody>
      </p:sp>
    </p:spTree>
    <p:extLst>
      <p:ext uri="{BB962C8B-B14F-4D97-AF65-F5344CB8AC3E}">
        <p14:creationId xmlns:p14="http://schemas.microsoft.com/office/powerpoint/2010/main" val="28046325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3CD8AB-547C-4C51-FFD2-757E001913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38144A-DC30-D5CC-3BD0-295FC02A37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612BB6-2B4D-373E-E2F5-9E8A85D779C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A5F2E6C-D4DF-6A3D-F13C-325D3411875F}"/>
              </a:ext>
            </a:extLst>
          </p:cNvPr>
          <p:cNvSpPr>
            <a:spLocks noGrp="1"/>
          </p:cNvSpPr>
          <p:nvPr>
            <p:ph type="sldNum" sz="quarter" idx="5"/>
          </p:nvPr>
        </p:nvSpPr>
        <p:spPr/>
        <p:txBody>
          <a:bodyPr/>
          <a:lstStyle/>
          <a:p>
            <a:fld id="{36D493B3-A123-D041-94F6-26902820A598}" type="slidenum">
              <a:rPr lang="en-US" smtClean="0"/>
              <a:t>27</a:t>
            </a:fld>
            <a:endParaRPr lang="en-US"/>
          </a:p>
        </p:txBody>
      </p:sp>
    </p:spTree>
    <p:extLst>
      <p:ext uri="{BB962C8B-B14F-4D97-AF65-F5344CB8AC3E}">
        <p14:creationId xmlns:p14="http://schemas.microsoft.com/office/powerpoint/2010/main" val="14496306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A5D1D-0517-DAF0-155F-B2CC0C11EF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6E54E9-B2F5-FDB0-858A-42117CF7289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0887D68-65B3-37BA-C121-F0E0714E9AF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3C2CBD3-7D85-83F3-E7AE-E3AAD29D9BCE}"/>
              </a:ext>
            </a:extLst>
          </p:cNvPr>
          <p:cNvSpPr>
            <a:spLocks noGrp="1"/>
          </p:cNvSpPr>
          <p:nvPr>
            <p:ph type="sldNum" sz="quarter" idx="5"/>
          </p:nvPr>
        </p:nvSpPr>
        <p:spPr/>
        <p:txBody>
          <a:bodyPr/>
          <a:lstStyle/>
          <a:p>
            <a:fld id="{A7C13487-9435-49AA-9A37-DEEDBB99C371}" type="slidenum">
              <a:rPr lang="en-US" smtClean="0"/>
              <a:t>29</a:t>
            </a:fld>
            <a:endParaRPr lang="en-US"/>
          </a:p>
        </p:txBody>
      </p:sp>
    </p:spTree>
    <p:extLst>
      <p:ext uri="{BB962C8B-B14F-4D97-AF65-F5344CB8AC3E}">
        <p14:creationId xmlns:p14="http://schemas.microsoft.com/office/powerpoint/2010/main" val="25226535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82147-AB78-A16A-3257-90D2FC84C2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5579B9-A43D-5D40-C866-CA1BD175325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2420A06-E612-4954-8EC4-646ED68C797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8C8B2B4-5A2C-DCB1-EAA7-D5E84346CB7E}"/>
              </a:ext>
            </a:extLst>
          </p:cNvPr>
          <p:cNvSpPr>
            <a:spLocks noGrp="1"/>
          </p:cNvSpPr>
          <p:nvPr>
            <p:ph type="sldNum" sz="quarter" idx="5"/>
          </p:nvPr>
        </p:nvSpPr>
        <p:spPr/>
        <p:txBody>
          <a:bodyPr/>
          <a:lstStyle/>
          <a:p>
            <a:fld id="{A7C13487-9435-49AA-9A37-DEEDBB99C371}" type="slidenum">
              <a:rPr lang="en-US" smtClean="0"/>
              <a:t>30</a:t>
            </a:fld>
            <a:endParaRPr lang="en-US"/>
          </a:p>
        </p:txBody>
      </p:sp>
    </p:spTree>
    <p:extLst>
      <p:ext uri="{BB962C8B-B14F-4D97-AF65-F5344CB8AC3E}">
        <p14:creationId xmlns:p14="http://schemas.microsoft.com/office/powerpoint/2010/main" val="3314449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7A526-6AEE-4ADF-C40A-E52986D87A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8D066F-E0F7-517A-6230-D555BBA9790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96AF225-3702-E497-9DCD-868A3EE98A7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E06DCA4-23A9-9B84-5EEA-5D3C43DDC656}"/>
              </a:ext>
            </a:extLst>
          </p:cNvPr>
          <p:cNvSpPr>
            <a:spLocks noGrp="1"/>
          </p:cNvSpPr>
          <p:nvPr>
            <p:ph type="sldNum" sz="quarter" idx="5"/>
          </p:nvPr>
        </p:nvSpPr>
        <p:spPr/>
        <p:txBody>
          <a:bodyPr/>
          <a:lstStyle/>
          <a:p>
            <a:fld id="{A7C13487-9435-49AA-9A37-DEEDBB99C371}" type="slidenum">
              <a:rPr lang="en-US" smtClean="0"/>
              <a:t>31</a:t>
            </a:fld>
            <a:endParaRPr lang="en-US"/>
          </a:p>
        </p:txBody>
      </p:sp>
    </p:spTree>
    <p:extLst>
      <p:ext uri="{BB962C8B-B14F-4D97-AF65-F5344CB8AC3E}">
        <p14:creationId xmlns:p14="http://schemas.microsoft.com/office/powerpoint/2010/main" val="5570465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7C13487-9435-49AA-9A37-DEEDBB99C371}" type="slidenum">
              <a:rPr lang="en-US" smtClean="0"/>
              <a:t>37</a:t>
            </a:fld>
            <a:endParaRPr lang="en-US"/>
          </a:p>
        </p:txBody>
      </p:sp>
    </p:spTree>
    <p:extLst>
      <p:ext uri="{BB962C8B-B14F-4D97-AF65-F5344CB8AC3E}">
        <p14:creationId xmlns:p14="http://schemas.microsoft.com/office/powerpoint/2010/main" val="15011779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2499BA5-01D1-474B-BD1D-3707B4B66C26}" type="slidenum">
              <a:rPr lang="en-US" smtClean="0"/>
              <a:t>38</a:t>
            </a:fld>
            <a:endParaRPr lang="en-US"/>
          </a:p>
        </p:txBody>
      </p:sp>
    </p:spTree>
    <p:extLst>
      <p:ext uri="{BB962C8B-B14F-4D97-AF65-F5344CB8AC3E}">
        <p14:creationId xmlns:p14="http://schemas.microsoft.com/office/powerpoint/2010/main" val="4648925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2499BA5-01D1-474B-BD1D-3707B4B66C26}" type="slidenum">
              <a:rPr lang="en-US" smtClean="0"/>
              <a:t>39</a:t>
            </a:fld>
            <a:endParaRPr lang="en-US"/>
          </a:p>
        </p:txBody>
      </p:sp>
    </p:spTree>
    <p:extLst>
      <p:ext uri="{BB962C8B-B14F-4D97-AF65-F5344CB8AC3E}">
        <p14:creationId xmlns:p14="http://schemas.microsoft.com/office/powerpoint/2010/main" val="17160388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p:cNvSpPr>
            <a:spLocks noGrp="1"/>
          </p:cNvSpPr>
          <p:nvPr>
            <p:ph type="sldNum" sz="quarter" idx="5"/>
          </p:nvPr>
        </p:nvSpPr>
        <p:spPr/>
        <p:txBody>
          <a:bodyPr/>
          <a:lstStyle/>
          <a:p>
            <a:fld id="{82499BA5-01D1-474B-BD1D-3707B4B66C26}" type="slidenum">
              <a:rPr lang="en-US" smtClean="0"/>
              <a:t>40</a:t>
            </a:fld>
            <a:endParaRPr lang="en-US"/>
          </a:p>
        </p:txBody>
      </p:sp>
    </p:spTree>
    <p:extLst>
      <p:ext uri="{BB962C8B-B14F-4D97-AF65-F5344CB8AC3E}">
        <p14:creationId xmlns:p14="http://schemas.microsoft.com/office/powerpoint/2010/main" val="38402902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2499BA5-01D1-474B-BD1D-3707B4B66C26}" type="slidenum">
              <a:rPr lang="en-US" smtClean="0"/>
              <a:t>41</a:t>
            </a:fld>
            <a:endParaRPr lang="en-US"/>
          </a:p>
        </p:txBody>
      </p:sp>
    </p:spTree>
    <p:extLst>
      <p:ext uri="{BB962C8B-B14F-4D97-AF65-F5344CB8AC3E}">
        <p14:creationId xmlns:p14="http://schemas.microsoft.com/office/powerpoint/2010/main" val="37505098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2499BA5-01D1-474B-BD1D-3707B4B66C26}" type="slidenum">
              <a:rPr lang="en-US" smtClean="0"/>
              <a:t>42</a:t>
            </a:fld>
            <a:endParaRPr lang="en-US"/>
          </a:p>
        </p:txBody>
      </p:sp>
    </p:spTree>
    <p:extLst>
      <p:ext uri="{BB962C8B-B14F-4D97-AF65-F5344CB8AC3E}">
        <p14:creationId xmlns:p14="http://schemas.microsoft.com/office/powerpoint/2010/main" val="107488647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69845-3FD6-36F6-2F8A-9E9F461C80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CDAB56-E79B-DB47-1A29-D2BF340B52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59370D-0D06-A868-B4CE-56AB4180F72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91721F7-59A5-0045-7A98-45728DC18FF0}"/>
              </a:ext>
            </a:extLst>
          </p:cNvPr>
          <p:cNvSpPr>
            <a:spLocks noGrp="1"/>
          </p:cNvSpPr>
          <p:nvPr>
            <p:ph type="sldNum" sz="quarter" idx="5"/>
          </p:nvPr>
        </p:nvSpPr>
        <p:spPr/>
        <p:txBody>
          <a:bodyPr/>
          <a:lstStyle/>
          <a:p>
            <a:fld id="{82499BA5-01D1-474B-BD1D-3707B4B66C26}" type="slidenum">
              <a:rPr lang="en-US" smtClean="0"/>
              <a:t>43</a:t>
            </a:fld>
            <a:endParaRPr lang="en-US"/>
          </a:p>
        </p:txBody>
      </p:sp>
    </p:spTree>
    <p:extLst>
      <p:ext uri="{BB962C8B-B14F-4D97-AF65-F5344CB8AC3E}">
        <p14:creationId xmlns:p14="http://schemas.microsoft.com/office/powerpoint/2010/main" val="404309457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9B981-7771-C7C7-1C4F-406EB9C145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0E7F09-5326-7373-B8A1-E3F75C4027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0C468D-B869-0C2E-F5D2-BC7D17E97BC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C926B57-4248-74CE-3107-18630F1C5878}"/>
              </a:ext>
            </a:extLst>
          </p:cNvPr>
          <p:cNvSpPr>
            <a:spLocks noGrp="1"/>
          </p:cNvSpPr>
          <p:nvPr>
            <p:ph type="sldNum" sz="quarter" idx="5"/>
          </p:nvPr>
        </p:nvSpPr>
        <p:spPr/>
        <p:txBody>
          <a:bodyPr/>
          <a:lstStyle/>
          <a:p>
            <a:fld id="{82499BA5-01D1-474B-BD1D-3707B4B66C26}" type="slidenum">
              <a:rPr lang="en-US" smtClean="0"/>
              <a:t>44</a:t>
            </a:fld>
            <a:endParaRPr lang="en-US"/>
          </a:p>
        </p:txBody>
      </p:sp>
    </p:spTree>
    <p:extLst>
      <p:ext uri="{BB962C8B-B14F-4D97-AF65-F5344CB8AC3E}">
        <p14:creationId xmlns:p14="http://schemas.microsoft.com/office/powerpoint/2010/main" val="32727609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59186-C9B0-9BD3-2A33-5BC90BA8506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3095C78-A718-6A4B-14B8-F5A05D45B86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056B041-8596-BD98-86B0-0DFA104E17AF}"/>
              </a:ext>
            </a:extLst>
          </p:cNvPr>
          <p:cNvSpPr>
            <a:spLocks noGrp="1"/>
          </p:cNvSpPr>
          <p:nvPr>
            <p:ph type="dt" sz="half" idx="10"/>
          </p:nvPr>
        </p:nvSpPr>
        <p:spPr/>
        <p:txBody>
          <a:bodyPr/>
          <a:lstStyle/>
          <a:p>
            <a:fld id="{9984FE89-B1B7-40CD-B377-C751BC3F8481}" type="datetimeFigureOut">
              <a:rPr lang="en-US" smtClean="0"/>
              <a:t>9/27/2026</a:t>
            </a:fld>
            <a:endParaRPr lang="en-US"/>
          </a:p>
        </p:txBody>
      </p:sp>
      <p:sp>
        <p:nvSpPr>
          <p:cNvPr id="5" name="Footer Placeholder 4">
            <a:extLst>
              <a:ext uri="{FF2B5EF4-FFF2-40B4-BE49-F238E27FC236}">
                <a16:creationId xmlns:a16="http://schemas.microsoft.com/office/drawing/2014/main" id="{53F3E351-76FA-5F76-F994-88E8AFEF18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7EBE0D-5363-07BD-11F5-5008DD90DB33}"/>
              </a:ext>
            </a:extLst>
          </p:cNvPr>
          <p:cNvSpPr>
            <a:spLocks noGrp="1"/>
          </p:cNvSpPr>
          <p:nvPr>
            <p:ph type="sldNum" sz="quarter" idx="12"/>
          </p:nvPr>
        </p:nvSpPr>
        <p:spPr/>
        <p:txBody>
          <a:bodyPr/>
          <a:lstStyle/>
          <a:p>
            <a:fld id="{14C8544A-F689-4966-83DA-7F2EF81454B5}" type="slidenum">
              <a:rPr lang="en-US" smtClean="0"/>
              <a:t>‹#›</a:t>
            </a:fld>
            <a:endParaRPr lang="en-US"/>
          </a:p>
        </p:txBody>
      </p:sp>
    </p:spTree>
    <p:extLst>
      <p:ext uri="{BB962C8B-B14F-4D97-AF65-F5344CB8AC3E}">
        <p14:creationId xmlns:p14="http://schemas.microsoft.com/office/powerpoint/2010/main" val="15896224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FE887-ECCF-1DC5-3565-BAFCDA1712D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3B87188-B474-DC2D-7811-7591C8AF19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9C2E6F-BDCB-4B9F-BA05-1B1674C8D046}"/>
              </a:ext>
            </a:extLst>
          </p:cNvPr>
          <p:cNvSpPr>
            <a:spLocks noGrp="1"/>
          </p:cNvSpPr>
          <p:nvPr>
            <p:ph type="dt" sz="half" idx="10"/>
          </p:nvPr>
        </p:nvSpPr>
        <p:spPr/>
        <p:txBody>
          <a:bodyPr/>
          <a:lstStyle/>
          <a:p>
            <a:fld id="{9984FE89-B1B7-40CD-B377-C751BC3F8481}" type="datetimeFigureOut">
              <a:rPr lang="en-US" smtClean="0"/>
              <a:t>9/27/2026</a:t>
            </a:fld>
            <a:endParaRPr lang="en-US"/>
          </a:p>
        </p:txBody>
      </p:sp>
      <p:sp>
        <p:nvSpPr>
          <p:cNvPr id="5" name="Footer Placeholder 4">
            <a:extLst>
              <a:ext uri="{FF2B5EF4-FFF2-40B4-BE49-F238E27FC236}">
                <a16:creationId xmlns:a16="http://schemas.microsoft.com/office/drawing/2014/main" id="{28167503-2166-5CED-AE95-5F059D562E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BAA9B3-BEB6-B1E2-BDF9-38D5908C52EC}"/>
              </a:ext>
            </a:extLst>
          </p:cNvPr>
          <p:cNvSpPr>
            <a:spLocks noGrp="1"/>
          </p:cNvSpPr>
          <p:nvPr>
            <p:ph type="sldNum" sz="quarter" idx="12"/>
          </p:nvPr>
        </p:nvSpPr>
        <p:spPr/>
        <p:txBody>
          <a:bodyPr/>
          <a:lstStyle/>
          <a:p>
            <a:fld id="{14C8544A-F689-4966-83DA-7F2EF81454B5}" type="slidenum">
              <a:rPr lang="en-US" smtClean="0"/>
              <a:t>‹#›</a:t>
            </a:fld>
            <a:endParaRPr lang="en-US"/>
          </a:p>
        </p:txBody>
      </p:sp>
    </p:spTree>
    <p:extLst>
      <p:ext uri="{BB962C8B-B14F-4D97-AF65-F5344CB8AC3E}">
        <p14:creationId xmlns:p14="http://schemas.microsoft.com/office/powerpoint/2010/main" val="7093589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FB6F52-2DEF-B30A-7894-63F177B0A77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4F1F19B-6F0D-4BC9-F953-42A9A53F812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D39C19E-531F-812D-96F5-08A7189367E0}"/>
              </a:ext>
            </a:extLst>
          </p:cNvPr>
          <p:cNvSpPr>
            <a:spLocks noGrp="1"/>
          </p:cNvSpPr>
          <p:nvPr>
            <p:ph type="dt" sz="half" idx="10"/>
          </p:nvPr>
        </p:nvSpPr>
        <p:spPr/>
        <p:txBody>
          <a:bodyPr/>
          <a:lstStyle/>
          <a:p>
            <a:fld id="{9984FE89-B1B7-40CD-B377-C751BC3F8481}" type="datetimeFigureOut">
              <a:rPr lang="en-US" smtClean="0"/>
              <a:t>9/27/2026</a:t>
            </a:fld>
            <a:endParaRPr lang="en-US"/>
          </a:p>
        </p:txBody>
      </p:sp>
      <p:sp>
        <p:nvSpPr>
          <p:cNvPr id="5" name="Footer Placeholder 4">
            <a:extLst>
              <a:ext uri="{FF2B5EF4-FFF2-40B4-BE49-F238E27FC236}">
                <a16:creationId xmlns:a16="http://schemas.microsoft.com/office/drawing/2014/main" id="{56BD7270-08AD-5C0A-F161-033E73F3FE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873866-D37C-E903-F3D1-0BC4176E547C}"/>
              </a:ext>
            </a:extLst>
          </p:cNvPr>
          <p:cNvSpPr>
            <a:spLocks noGrp="1"/>
          </p:cNvSpPr>
          <p:nvPr>
            <p:ph type="sldNum" sz="quarter" idx="12"/>
          </p:nvPr>
        </p:nvSpPr>
        <p:spPr/>
        <p:txBody>
          <a:bodyPr/>
          <a:lstStyle/>
          <a:p>
            <a:fld id="{14C8544A-F689-4966-83DA-7F2EF81454B5}" type="slidenum">
              <a:rPr lang="en-US" smtClean="0"/>
              <a:t>‹#›</a:t>
            </a:fld>
            <a:endParaRPr lang="en-US"/>
          </a:p>
        </p:txBody>
      </p:sp>
    </p:spTree>
    <p:extLst>
      <p:ext uri="{BB962C8B-B14F-4D97-AF65-F5344CB8AC3E}">
        <p14:creationId xmlns:p14="http://schemas.microsoft.com/office/powerpoint/2010/main" val="25285901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75015B-2132-F416-0C65-8B5833C6175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8A34965-9683-23DC-D6FE-49E90310308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85E8151-9875-60DF-8CC2-94EC070B9F0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2B6FB70-A976-7B6E-33A6-753ED98C6C6F}"/>
              </a:ext>
            </a:extLst>
          </p:cNvPr>
          <p:cNvSpPr>
            <a:spLocks noGrp="1"/>
          </p:cNvSpPr>
          <p:nvPr>
            <p:ph type="dt" sz="half" idx="10"/>
          </p:nvPr>
        </p:nvSpPr>
        <p:spPr/>
        <p:txBody>
          <a:bodyPr/>
          <a:lstStyle/>
          <a:p>
            <a:fld id="{9984FE89-B1B7-40CD-B377-C751BC3F8481}" type="datetimeFigureOut">
              <a:rPr lang="en-US" smtClean="0"/>
              <a:t>9/27/2026</a:t>
            </a:fld>
            <a:endParaRPr lang="en-US"/>
          </a:p>
        </p:txBody>
      </p:sp>
      <p:sp>
        <p:nvSpPr>
          <p:cNvPr id="6" name="Footer Placeholder 5">
            <a:extLst>
              <a:ext uri="{FF2B5EF4-FFF2-40B4-BE49-F238E27FC236}">
                <a16:creationId xmlns:a16="http://schemas.microsoft.com/office/drawing/2014/main" id="{E823BBBD-CD3A-7366-BF33-015437004D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CE63652-E075-C709-49BE-0C7BC87812D0}"/>
              </a:ext>
            </a:extLst>
          </p:cNvPr>
          <p:cNvSpPr>
            <a:spLocks noGrp="1"/>
          </p:cNvSpPr>
          <p:nvPr>
            <p:ph type="sldNum" sz="quarter" idx="12"/>
          </p:nvPr>
        </p:nvSpPr>
        <p:spPr/>
        <p:txBody>
          <a:bodyPr/>
          <a:lstStyle/>
          <a:p>
            <a:fld id="{14C8544A-F689-4966-83DA-7F2EF81454B5}" type="slidenum">
              <a:rPr lang="en-US" smtClean="0"/>
              <a:t>‹#›</a:t>
            </a:fld>
            <a:endParaRPr lang="en-US"/>
          </a:p>
        </p:txBody>
      </p:sp>
    </p:spTree>
    <p:extLst>
      <p:ext uri="{BB962C8B-B14F-4D97-AF65-F5344CB8AC3E}">
        <p14:creationId xmlns:p14="http://schemas.microsoft.com/office/powerpoint/2010/main" val="42071062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E7CFB4-46D8-F2DE-F91D-60FD7130826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89D8CC2-7C04-8E5A-43CB-05B86C08A03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F21D854-6517-B41E-D24E-BCC41E1015B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44CB2D7-31F5-4648-A7C6-F0805605EF1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8CC977C-9EA1-1AB3-59A7-E4185D2D7A6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8E463A0-EFDA-53EC-E952-D3CC7529551E}"/>
              </a:ext>
            </a:extLst>
          </p:cNvPr>
          <p:cNvSpPr>
            <a:spLocks noGrp="1"/>
          </p:cNvSpPr>
          <p:nvPr>
            <p:ph type="dt" sz="half" idx="10"/>
          </p:nvPr>
        </p:nvSpPr>
        <p:spPr/>
        <p:txBody>
          <a:bodyPr/>
          <a:lstStyle/>
          <a:p>
            <a:fld id="{9984FE89-B1B7-40CD-B377-C751BC3F8481}" type="datetimeFigureOut">
              <a:rPr lang="en-US" smtClean="0"/>
              <a:t>9/27/2026</a:t>
            </a:fld>
            <a:endParaRPr lang="en-US"/>
          </a:p>
        </p:txBody>
      </p:sp>
      <p:sp>
        <p:nvSpPr>
          <p:cNvPr id="8" name="Footer Placeholder 7">
            <a:extLst>
              <a:ext uri="{FF2B5EF4-FFF2-40B4-BE49-F238E27FC236}">
                <a16:creationId xmlns:a16="http://schemas.microsoft.com/office/drawing/2014/main" id="{DCF5B903-9175-0B59-67B7-3D5481AB997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262889E-5E30-20E2-CD73-C3D4B711F5A0}"/>
              </a:ext>
            </a:extLst>
          </p:cNvPr>
          <p:cNvSpPr>
            <a:spLocks noGrp="1"/>
          </p:cNvSpPr>
          <p:nvPr>
            <p:ph type="sldNum" sz="quarter" idx="12"/>
          </p:nvPr>
        </p:nvSpPr>
        <p:spPr/>
        <p:txBody>
          <a:bodyPr/>
          <a:lstStyle/>
          <a:p>
            <a:fld id="{14C8544A-F689-4966-83DA-7F2EF81454B5}" type="slidenum">
              <a:rPr lang="en-US" smtClean="0"/>
              <a:t>‹#›</a:t>
            </a:fld>
            <a:endParaRPr lang="en-US"/>
          </a:p>
        </p:txBody>
      </p:sp>
    </p:spTree>
    <p:extLst>
      <p:ext uri="{BB962C8B-B14F-4D97-AF65-F5344CB8AC3E}">
        <p14:creationId xmlns:p14="http://schemas.microsoft.com/office/powerpoint/2010/main" val="40206927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C2B66-CC59-6C5F-C275-94AB52C5F17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6387359-234D-5301-9464-A0DAF452A44F}"/>
              </a:ext>
            </a:extLst>
          </p:cNvPr>
          <p:cNvSpPr>
            <a:spLocks noGrp="1"/>
          </p:cNvSpPr>
          <p:nvPr>
            <p:ph type="dt" sz="half" idx="10"/>
          </p:nvPr>
        </p:nvSpPr>
        <p:spPr/>
        <p:txBody>
          <a:bodyPr/>
          <a:lstStyle/>
          <a:p>
            <a:fld id="{9984FE89-B1B7-40CD-B377-C751BC3F8481}" type="datetimeFigureOut">
              <a:rPr lang="en-US" smtClean="0"/>
              <a:t>9/27/2026</a:t>
            </a:fld>
            <a:endParaRPr lang="en-US"/>
          </a:p>
        </p:txBody>
      </p:sp>
      <p:sp>
        <p:nvSpPr>
          <p:cNvPr id="4" name="Footer Placeholder 3">
            <a:extLst>
              <a:ext uri="{FF2B5EF4-FFF2-40B4-BE49-F238E27FC236}">
                <a16:creationId xmlns:a16="http://schemas.microsoft.com/office/drawing/2014/main" id="{AD5D1AA0-7C3D-BEB1-BD5C-313D9EF55C3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2F617FD-ECCD-66F7-1791-98223FF808EE}"/>
              </a:ext>
            </a:extLst>
          </p:cNvPr>
          <p:cNvSpPr>
            <a:spLocks noGrp="1"/>
          </p:cNvSpPr>
          <p:nvPr>
            <p:ph type="sldNum" sz="quarter" idx="12"/>
          </p:nvPr>
        </p:nvSpPr>
        <p:spPr/>
        <p:txBody>
          <a:bodyPr/>
          <a:lstStyle/>
          <a:p>
            <a:fld id="{14C8544A-F689-4966-83DA-7F2EF81454B5}" type="slidenum">
              <a:rPr lang="en-US" smtClean="0"/>
              <a:t>‹#›</a:t>
            </a:fld>
            <a:endParaRPr lang="en-US"/>
          </a:p>
        </p:txBody>
      </p:sp>
    </p:spTree>
    <p:extLst>
      <p:ext uri="{BB962C8B-B14F-4D97-AF65-F5344CB8AC3E}">
        <p14:creationId xmlns:p14="http://schemas.microsoft.com/office/powerpoint/2010/main" val="22024923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1EA7105-554C-627C-0EFA-1F25A4558259}"/>
              </a:ext>
            </a:extLst>
          </p:cNvPr>
          <p:cNvSpPr>
            <a:spLocks noGrp="1"/>
          </p:cNvSpPr>
          <p:nvPr>
            <p:ph type="dt" sz="half" idx="10"/>
          </p:nvPr>
        </p:nvSpPr>
        <p:spPr/>
        <p:txBody>
          <a:bodyPr/>
          <a:lstStyle/>
          <a:p>
            <a:fld id="{9984FE89-B1B7-40CD-B377-C751BC3F8481}" type="datetimeFigureOut">
              <a:rPr lang="en-US" smtClean="0"/>
              <a:t>9/27/2026</a:t>
            </a:fld>
            <a:endParaRPr lang="en-US"/>
          </a:p>
        </p:txBody>
      </p:sp>
      <p:sp>
        <p:nvSpPr>
          <p:cNvPr id="3" name="Footer Placeholder 2">
            <a:extLst>
              <a:ext uri="{FF2B5EF4-FFF2-40B4-BE49-F238E27FC236}">
                <a16:creationId xmlns:a16="http://schemas.microsoft.com/office/drawing/2014/main" id="{88224325-6660-3CDE-1743-CE01048B8D1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854AD04-C3A0-9C99-1C91-D76C5F075300}"/>
              </a:ext>
            </a:extLst>
          </p:cNvPr>
          <p:cNvSpPr>
            <a:spLocks noGrp="1"/>
          </p:cNvSpPr>
          <p:nvPr>
            <p:ph type="sldNum" sz="quarter" idx="12"/>
          </p:nvPr>
        </p:nvSpPr>
        <p:spPr/>
        <p:txBody>
          <a:bodyPr/>
          <a:lstStyle/>
          <a:p>
            <a:fld id="{14C8544A-F689-4966-83DA-7F2EF81454B5}" type="slidenum">
              <a:rPr lang="en-US" smtClean="0"/>
              <a:t>‹#›</a:t>
            </a:fld>
            <a:endParaRPr lang="en-US"/>
          </a:p>
        </p:txBody>
      </p:sp>
    </p:spTree>
    <p:extLst>
      <p:ext uri="{BB962C8B-B14F-4D97-AF65-F5344CB8AC3E}">
        <p14:creationId xmlns:p14="http://schemas.microsoft.com/office/powerpoint/2010/main" val="16124797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620E3-69B8-1F3C-5057-61CF7CB6622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84DD1F5-14CA-FDDC-D07C-D074CEEFBE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B114260-81CC-3C18-E7DB-EEB075F5FE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776A0CC-0853-3EC2-7571-296681B0DBE4}"/>
              </a:ext>
            </a:extLst>
          </p:cNvPr>
          <p:cNvSpPr>
            <a:spLocks noGrp="1"/>
          </p:cNvSpPr>
          <p:nvPr>
            <p:ph type="dt" sz="half" idx="10"/>
          </p:nvPr>
        </p:nvSpPr>
        <p:spPr/>
        <p:txBody>
          <a:bodyPr/>
          <a:lstStyle/>
          <a:p>
            <a:fld id="{9984FE89-B1B7-40CD-B377-C751BC3F8481}" type="datetimeFigureOut">
              <a:rPr lang="en-US" smtClean="0"/>
              <a:t>9/27/2026</a:t>
            </a:fld>
            <a:endParaRPr lang="en-US"/>
          </a:p>
        </p:txBody>
      </p:sp>
      <p:sp>
        <p:nvSpPr>
          <p:cNvPr id="6" name="Footer Placeholder 5">
            <a:extLst>
              <a:ext uri="{FF2B5EF4-FFF2-40B4-BE49-F238E27FC236}">
                <a16:creationId xmlns:a16="http://schemas.microsoft.com/office/drawing/2014/main" id="{B451BE28-3D49-D8AC-90F7-F8F1BC5F6C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C96FE5B-7B44-0B9A-11FC-905F33188EB6}"/>
              </a:ext>
            </a:extLst>
          </p:cNvPr>
          <p:cNvSpPr>
            <a:spLocks noGrp="1"/>
          </p:cNvSpPr>
          <p:nvPr>
            <p:ph type="sldNum" sz="quarter" idx="12"/>
          </p:nvPr>
        </p:nvSpPr>
        <p:spPr/>
        <p:txBody>
          <a:bodyPr/>
          <a:lstStyle/>
          <a:p>
            <a:fld id="{14C8544A-F689-4966-83DA-7F2EF81454B5}" type="slidenum">
              <a:rPr lang="en-US" smtClean="0"/>
              <a:t>‹#›</a:t>
            </a:fld>
            <a:endParaRPr lang="en-US"/>
          </a:p>
        </p:txBody>
      </p:sp>
    </p:spTree>
    <p:extLst>
      <p:ext uri="{BB962C8B-B14F-4D97-AF65-F5344CB8AC3E}">
        <p14:creationId xmlns:p14="http://schemas.microsoft.com/office/powerpoint/2010/main" val="1982733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78A6E9-8D83-BD06-B822-9BDBEAAC0C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65A91E1-D89B-F7BF-5A4B-FDC35E8118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80B5768-835E-F4D1-63A1-352376F0AE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C7358A-7620-5B4F-A83D-81C4A91B467F}"/>
              </a:ext>
            </a:extLst>
          </p:cNvPr>
          <p:cNvSpPr>
            <a:spLocks noGrp="1"/>
          </p:cNvSpPr>
          <p:nvPr>
            <p:ph type="dt" sz="half" idx="10"/>
          </p:nvPr>
        </p:nvSpPr>
        <p:spPr/>
        <p:txBody>
          <a:bodyPr/>
          <a:lstStyle/>
          <a:p>
            <a:fld id="{9984FE89-B1B7-40CD-B377-C751BC3F8481}" type="datetimeFigureOut">
              <a:rPr lang="en-US" smtClean="0"/>
              <a:t>9/27/2026</a:t>
            </a:fld>
            <a:endParaRPr lang="en-US"/>
          </a:p>
        </p:txBody>
      </p:sp>
      <p:sp>
        <p:nvSpPr>
          <p:cNvPr id="6" name="Footer Placeholder 5">
            <a:extLst>
              <a:ext uri="{FF2B5EF4-FFF2-40B4-BE49-F238E27FC236}">
                <a16:creationId xmlns:a16="http://schemas.microsoft.com/office/drawing/2014/main" id="{FC52CB4E-A7CF-4E52-4B25-12761E1AF41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97B6B4B-CFCC-BC18-3070-0715E6EF425A}"/>
              </a:ext>
            </a:extLst>
          </p:cNvPr>
          <p:cNvSpPr>
            <a:spLocks noGrp="1"/>
          </p:cNvSpPr>
          <p:nvPr>
            <p:ph type="sldNum" sz="quarter" idx="12"/>
          </p:nvPr>
        </p:nvSpPr>
        <p:spPr/>
        <p:txBody>
          <a:bodyPr/>
          <a:lstStyle/>
          <a:p>
            <a:fld id="{14C8544A-F689-4966-83DA-7F2EF81454B5}" type="slidenum">
              <a:rPr lang="en-US" smtClean="0"/>
              <a:t>‹#›</a:t>
            </a:fld>
            <a:endParaRPr lang="en-US"/>
          </a:p>
        </p:txBody>
      </p:sp>
    </p:spTree>
    <p:extLst>
      <p:ext uri="{BB962C8B-B14F-4D97-AF65-F5344CB8AC3E}">
        <p14:creationId xmlns:p14="http://schemas.microsoft.com/office/powerpoint/2010/main" val="18964368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698FA-C909-4145-354D-ED7B97766DD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DF2C468-6C9D-52E4-6BF6-DFAF38A11A2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DE7774-5A53-BECA-4833-BE2D802BDA0E}"/>
              </a:ext>
            </a:extLst>
          </p:cNvPr>
          <p:cNvSpPr>
            <a:spLocks noGrp="1"/>
          </p:cNvSpPr>
          <p:nvPr>
            <p:ph type="dt" sz="half" idx="10"/>
          </p:nvPr>
        </p:nvSpPr>
        <p:spPr/>
        <p:txBody>
          <a:bodyPr/>
          <a:lstStyle/>
          <a:p>
            <a:fld id="{9984FE89-B1B7-40CD-B377-C751BC3F8481}" type="datetimeFigureOut">
              <a:rPr lang="en-US" smtClean="0"/>
              <a:t>9/27/2026</a:t>
            </a:fld>
            <a:endParaRPr lang="en-US"/>
          </a:p>
        </p:txBody>
      </p:sp>
      <p:sp>
        <p:nvSpPr>
          <p:cNvPr id="5" name="Footer Placeholder 4">
            <a:extLst>
              <a:ext uri="{FF2B5EF4-FFF2-40B4-BE49-F238E27FC236}">
                <a16:creationId xmlns:a16="http://schemas.microsoft.com/office/drawing/2014/main" id="{E3F0B9C1-7D30-3A2D-6159-D4AAEA9985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191FFE-B890-1C78-B3E3-9F0F20A45BF3}"/>
              </a:ext>
            </a:extLst>
          </p:cNvPr>
          <p:cNvSpPr>
            <a:spLocks noGrp="1"/>
          </p:cNvSpPr>
          <p:nvPr>
            <p:ph type="sldNum" sz="quarter" idx="12"/>
          </p:nvPr>
        </p:nvSpPr>
        <p:spPr/>
        <p:txBody>
          <a:bodyPr/>
          <a:lstStyle/>
          <a:p>
            <a:fld id="{14C8544A-F689-4966-83DA-7F2EF81454B5}" type="slidenum">
              <a:rPr lang="en-US" smtClean="0"/>
              <a:t>‹#›</a:t>
            </a:fld>
            <a:endParaRPr lang="en-US"/>
          </a:p>
        </p:txBody>
      </p:sp>
    </p:spTree>
    <p:extLst>
      <p:ext uri="{BB962C8B-B14F-4D97-AF65-F5344CB8AC3E}">
        <p14:creationId xmlns:p14="http://schemas.microsoft.com/office/powerpoint/2010/main" val="33787266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FC55C85-7BC6-FEC5-1E4C-0C37AA390E3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97E5CB0-A03F-E1B4-C404-515085AA238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D7E802-826D-37CB-50BB-D77057CC61CD}"/>
              </a:ext>
            </a:extLst>
          </p:cNvPr>
          <p:cNvSpPr>
            <a:spLocks noGrp="1"/>
          </p:cNvSpPr>
          <p:nvPr>
            <p:ph type="dt" sz="half" idx="10"/>
          </p:nvPr>
        </p:nvSpPr>
        <p:spPr/>
        <p:txBody>
          <a:bodyPr/>
          <a:lstStyle/>
          <a:p>
            <a:fld id="{9984FE89-B1B7-40CD-B377-C751BC3F8481}" type="datetimeFigureOut">
              <a:rPr lang="en-US" smtClean="0"/>
              <a:t>9/27/2026</a:t>
            </a:fld>
            <a:endParaRPr lang="en-US"/>
          </a:p>
        </p:txBody>
      </p:sp>
      <p:sp>
        <p:nvSpPr>
          <p:cNvPr id="5" name="Footer Placeholder 4">
            <a:extLst>
              <a:ext uri="{FF2B5EF4-FFF2-40B4-BE49-F238E27FC236}">
                <a16:creationId xmlns:a16="http://schemas.microsoft.com/office/drawing/2014/main" id="{F389F779-D0CA-530F-7189-AB9633625D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241D37-29CC-1803-EC43-14A22F89D410}"/>
              </a:ext>
            </a:extLst>
          </p:cNvPr>
          <p:cNvSpPr>
            <a:spLocks noGrp="1"/>
          </p:cNvSpPr>
          <p:nvPr>
            <p:ph type="sldNum" sz="quarter" idx="12"/>
          </p:nvPr>
        </p:nvSpPr>
        <p:spPr/>
        <p:txBody>
          <a:bodyPr/>
          <a:lstStyle/>
          <a:p>
            <a:fld id="{14C8544A-F689-4966-83DA-7F2EF81454B5}" type="slidenum">
              <a:rPr lang="en-US" smtClean="0"/>
              <a:t>‹#›</a:t>
            </a:fld>
            <a:endParaRPr lang="en-US"/>
          </a:p>
        </p:txBody>
      </p:sp>
    </p:spTree>
    <p:extLst>
      <p:ext uri="{BB962C8B-B14F-4D97-AF65-F5344CB8AC3E}">
        <p14:creationId xmlns:p14="http://schemas.microsoft.com/office/powerpoint/2010/main" val="41393911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5090083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53A2CD1-CAFA-740E-A8E6-15BB0C931A9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932959E-6F3D-23AA-D639-56B74D76C10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AB9722-5232-16A5-6E0A-BBB1183471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984FE89-B1B7-40CD-B377-C751BC3F8481}" type="datetimeFigureOut">
              <a:rPr lang="en-US" smtClean="0"/>
              <a:t>9/27/2026</a:t>
            </a:fld>
            <a:endParaRPr lang="en-US"/>
          </a:p>
        </p:txBody>
      </p:sp>
      <p:sp>
        <p:nvSpPr>
          <p:cNvPr id="5" name="Footer Placeholder 4">
            <a:extLst>
              <a:ext uri="{FF2B5EF4-FFF2-40B4-BE49-F238E27FC236}">
                <a16:creationId xmlns:a16="http://schemas.microsoft.com/office/drawing/2014/main" id="{9F87EE35-633C-AABC-FDC0-46D4B30162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4D5689E-F516-6663-7487-C01FF47395A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4C8544A-F689-4966-83DA-7F2EF81454B5}" type="slidenum">
              <a:rPr lang="en-US" smtClean="0"/>
              <a:t>‹#›</a:t>
            </a:fld>
            <a:endParaRPr lang="en-US"/>
          </a:p>
        </p:txBody>
      </p:sp>
    </p:spTree>
    <p:extLst>
      <p:ext uri="{BB962C8B-B14F-4D97-AF65-F5344CB8AC3E}">
        <p14:creationId xmlns:p14="http://schemas.microsoft.com/office/powerpoint/2010/main" val="33851664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jpeg"/></Relationships>
</file>

<file path=ppt/slides/_rels/slide2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0.jpeg"/><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18.png"/><Relationship Id="rId5" Type="http://schemas.openxmlformats.org/officeDocument/2006/relationships/image" Target="../media/image24.png"/><Relationship Id="rId4" Type="http://schemas.openxmlformats.org/officeDocument/2006/relationships/image" Target="../media/image23.png"/></Relationships>
</file>

<file path=ppt/slides/_rels/slide2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28.png"/><Relationship Id="rId4" Type="http://schemas.openxmlformats.org/officeDocument/2006/relationships/notesSlide" Target="../notesSlides/notesSlide20.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E2DD837-6290-16EC-76A7-4740C186F5A4}"/>
              </a:ext>
            </a:extLst>
          </p:cNvPr>
          <p:cNvSpPr/>
          <p:nvPr/>
        </p:nvSpPr>
        <p:spPr>
          <a:xfrm>
            <a:off x="0" y="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 name="Rectangle 2">
            <a:extLst>
              <a:ext uri="{FF2B5EF4-FFF2-40B4-BE49-F238E27FC236}">
                <a16:creationId xmlns:a16="http://schemas.microsoft.com/office/drawing/2014/main" id="{5AA456AA-D853-7F76-433F-FB503B8A34AF}"/>
              </a:ext>
            </a:extLst>
          </p:cNvPr>
          <p:cNvSpPr/>
          <p:nvPr/>
        </p:nvSpPr>
        <p:spPr>
          <a:xfrm>
            <a:off x="0" y="762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 name="Rectangle 3">
            <a:extLst>
              <a:ext uri="{FF2B5EF4-FFF2-40B4-BE49-F238E27FC236}">
                <a16:creationId xmlns:a16="http://schemas.microsoft.com/office/drawing/2014/main" id="{DE096F00-899D-544F-BD83-A299AFE7DE7A}"/>
              </a:ext>
            </a:extLst>
          </p:cNvPr>
          <p:cNvSpPr/>
          <p:nvPr/>
        </p:nvSpPr>
        <p:spPr>
          <a:xfrm>
            <a:off x="0" y="1524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 name="Rectangle 4">
            <a:extLst>
              <a:ext uri="{FF2B5EF4-FFF2-40B4-BE49-F238E27FC236}">
                <a16:creationId xmlns:a16="http://schemas.microsoft.com/office/drawing/2014/main" id="{85E260DD-CBCA-D5AC-E142-99CCB9584A7A}"/>
              </a:ext>
            </a:extLst>
          </p:cNvPr>
          <p:cNvSpPr/>
          <p:nvPr/>
        </p:nvSpPr>
        <p:spPr>
          <a:xfrm>
            <a:off x="0" y="2286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Rectangle 5">
            <a:extLst>
              <a:ext uri="{FF2B5EF4-FFF2-40B4-BE49-F238E27FC236}">
                <a16:creationId xmlns:a16="http://schemas.microsoft.com/office/drawing/2014/main" id="{4E472EDC-1723-1457-9FA0-EFD13E8B4816}"/>
              </a:ext>
            </a:extLst>
          </p:cNvPr>
          <p:cNvSpPr/>
          <p:nvPr/>
        </p:nvSpPr>
        <p:spPr>
          <a:xfrm>
            <a:off x="0" y="3048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 name="Rectangle 6">
            <a:extLst>
              <a:ext uri="{FF2B5EF4-FFF2-40B4-BE49-F238E27FC236}">
                <a16:creationId xmlns:a16="http://schemas.microsoft.com/office/drawing/2014/main" id="{BB2597D5-8481-AE50-437A-53944023E4A6}"/>
              </a:ext>
            </a:extLst>
          </p:cNvPr>
          <p:cNvSpPr/>
          <p:nvPr/>
        </p:nvSpPr>
        <p:spPr>
          <a:xfrm>
            <a:off x="0" y="3810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 name="Rectangle 7">
            <a:extLst>
              <a:ext uri="{FF2B5EF4-FFF2-40B4-BE49-F238E27FC236}">
                <a16:creationId xmlns:a16="http://schemas.microsoft.com/office/drawing/2014/main" id="{B247B31C-A873-FEB7-E6D5-78F8D139DD3E}"/>
              </a:ext>
            </a:extLst>
          </p:cNvPr>
          <p:cNvSpPr/>
          <p:nvPr/>
        </p:nvSpPr>
        <p:spPr>
          <a:xfrm>
            <a:off x="0" y="4572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 name="Rectangle 8">
            <a:extLst>
              <a:ext uri="{FF2B5EF4-FFF2-40B4-BE49-F238E27FC236}">
                <a16:creationId xmlns:a16="http://schemas.microsoft.com/office/drawing/2014/main" id="{21641655-E0AB-59BB-2D13-B532F00F1B26}"/>
              </a:ext>
            </a:extLst>
          </p:cNvPr>
          <p:cNvSpPr/>
          <p:nvPr/>
        </p:nvSpPr>
        <p:spPr>
          <a:xfrm>
            <a:off x="0" y="5334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 name="Rectangle 9">
            <a:extLst>
              <a:ext uri="{FF2B5EF4-FFF2-40B4-BE49-F238E27FC236}">
                <a16:creationId xmlns:a16="http://schemas.microsoft.com/office/drawing/2014/main" id="{2EA93B1A-83DE-E526-ABDA-0E625903C4A3}"/>
              </a:ext>
            </a:extLst>
          </p:cNvPr>
          <p:cNvSpPr/>
          <p:nvPr/>
        </p:nvSpPr>
        <p:spPr>
          <a:xfrm>
            <a:off x="0" y="6096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 name="Rectangle 10">
            <a:extLst>
              <a:ext uri="{FF2B5EF4-FFF2-40B4-BE49-F238E27FC236}">
                <a16:creationId xmlns:a16="http://schemas.microsoft.com/office/drawing/2014/main" id="{B774B609-AAF1-3410-BD09-C7FE4073A00E}"/>
              </a:ext>
            </a:extLst>
          </p:cNvPr>
          <p:cNvSpPr/>
          <p:nvPr/>
        </p:nvSpPr>
        <p:spPr>
          <a:xfrm>
            <a:off x="762000" y="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 name="Rectangle 11">
            <a:extLst>
              <a:ext uri="{FF2B5EF4-FFF2-40B4-BE49-F238E27FC236}">
                <a16:creationId xmlns:a16="http://schemas.microsoft.com/office/drawing/2014/main" id="{75526B31-4665-0B17-AD1F-BE4E827D4104}"/>
              </a:ext>
            </a:extLst>
          </p:cNvPr>
          <p:cNvSpPr/>
          <p:nvPr/>
        </p:nvSpPr>
        <p:spPr>
          <a:xfrm>
            <a:off x="762000" y="762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 name="Rectangle 12">
            <a:extLst>
              <a:ext uri="{FF2B5EF4-FFF2-40B4-BE49-F238E27FC236}">
                <a16:creationId xmlns:a16="http://schemas.microsoft.com/office/drawing/2014/main" id="{559E8BA0-A4B8-266A-E5AA-D1DD53502B02}"/>
              </a:ext>
            </a:extLst>
          </p:cNvPr>
          <p:cNvSpPr/>
          <p:nvPr/>
        </p:nvSpPr>
        <p:spPr>
          <a:xfrm>
            <a:off x="762000" y="1524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 name="Rectangle 13">
            <a:extLst>
              <a:ext uri="{FF2B5EF4-FFF2-40B4-BE49-F238E27FC236}">
                <a16:creationId xmlns:a16="http://schemas.microsoft.com/office/drawing/2014/main" id="{5AFC10AD-7A6D-89E4-8771-89FF94F66EB1}"/>
              </a:ext>
            </a:extLst>
          </p:cNvPr>
          <p:cNvSpPr/>
          <p:nvPr/>
        </p:nvSpPr>
        <p:spPr>
          <a:xfrm>
            <a:off x="762000" y="2286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 name="Rectangle 14">
            <a:extLst>
              <a:ext uri="{FF2B5EF4-FFF2-40B4-BE49-F238E27FC236}">
                <a16:creationId xmlns:a16="http://schemas.microsoft.com/office/drawing/2014/main" id="{20EF07F8-8D91-1545-CDE9-126ED8E5D9B9}"/>
              </a:ext>
            </a:extLst>
          </p:cNvPr>
          <p:cNvSpPr/>
          <p:nvPr/>
        </p:nvSpPr>
        <p:spPr>
          <a:xfrm>
            <a:off x="762000" y="3048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 name="Rectangle 15">
            <a:extLst>
              <a:ext uri="{FF2B5EF4-FFF2-40B4-BE49-F238E27FC236}">
                <a16:creationId xmlns:a16="http://schemas.microsoft.com/office/drawing/2014/main" id="{CB700737-F5A5-6955-78BF-695E04D99B10}"/>
              </a:ext>
            </a:extLst>
          </p:cNvPr>
          <p:cNvSpPr/>
          <p:nvPr/>
        </p:nvSpPr>
        <p:spPr>
          <a:xfrm>
            <a:off x="762000" y="3810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 name="Rectangle 16">
            <a:extLst>
              <a:ext uri="{FF2B5EF4-FFF2-40B4-BE49-F238E27FC236}">
                <a16:creationId xmlns:a16="http://schemas.microsoft.com/office/drawing/2014/main" id="{759E2BDC-3629-7AB4-2022-0D7F5D23DA1F}"/>
              </a:ext>
            </a:extLst>
          </p:cNvPr>
          <p:cNvSpPr/>
          <p:nvPr/>
        </p:nvSpPr>
        <p:spPr>
          <a:xfrm>
            <a:off x="762000" y="4572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8" name="Rectangle 17">
            <a:extLst>
              <a:ext uri="{FF2B5EF4-FFF2-40B4-BE49-F238E27FC236}">
                <a16:creationId xmlns:a16="http://schemas.microsoft.com/office/drawing/2014/main" id="{2D360421-8CC0-0BC4-8764-A10F4909719D}"/>
              </a:ext>
            </a:extLst>
          </p:cNvPr>
          <p:cNvSpPr/>
          <p:nvPr/>
        </p:nvSpPr>
        <p:spPr>
          <a:xfrm>
            <a:off x="762000" y="5334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9" name="Rectangle 18">
            <a:extLst>
              <a:ext uri="{FF2B5EF4-FFF2-40B4-BE49-F238E27FC236}">
                <a16:creationId xmlns:a16="http://schemas.microsoft.com/office/drawing/2014/main" id="{03F3A524-10F1-7CA2-A049-B100A9AE4DA8}"/>
              </a:ext>
            </a:extLst>
          </p:cNvPr>
          <p:cNvSpPr/>
          <p:nvPr/>
        </p:nvSpPr>
        <p:spPr>
          <a:xfrm>
            <a:off x="762000" y="6096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0" name="Rectangle 19">
            <a:extLst>
              <a:ext uri="{FF2B5EF4-FFF2-40B4-BE49-F238E27FC236}">
                <a16:creationId xmlns:a16="http://schemas.microsoft.com/office/drawing/2014/main" id="{AAEE73BC-CA99-0926-3F2E-EC264A4F3131}"/>
              </a:ext>
            </a:extLst>
          </p:cNvPr>
          <p:cNvSpPr/>
          <p:nvPr/>
        </p:nvSpPr>
        <p:spPr>
          <a:xfrm>
            <a:off x="1524000" y="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1" name="Rectangle 20">
            <a:extLst>
              <a:ext uri="{FF2B5EF4-FFF2-40B4-BE49-F238E27FC236}">
                <a16:creationId xmlns:a16="http://schemas.microsoft.com/office/drawing/2014/main" id="{E2ED74C0-6E4A-01AF-5787-BEEE05760DED}"/>
              </a:ext>
            </a:extLst>
          </p:cNvPr>
          <p:cNvSpPr/>
          <p:nvPr/>
        </p:nvSpPr>
        <p:spPr>
          <a:xfrm>
            <a:off x="1524000" y="762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2" name="Rectangle 21">
            <a:extLst>
              <a:ext uri="{FF2B5EF4-FFF2-40B4-BE49-F238E27FC236}">
                <a16:creationId xmlns:a16="http://schemas.microsoft.com/office/drawing/2014/main" id="{3AE220B4-FDBC-FEBB-AB25-728508EE4E14}"/>
              </a:ext>
            </a:extLst>
          </p:cNvPr>
          <p:cNvSpPr/>
          <p:nvPr/>
        </p:nvSpPr>
        <p:spPr>
          <a:xfrm>
            <a:off x="1524000" y="1524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3" name="Rectangle 22">
            <a:extLst>
              <a:ext uri="{FF2B5EF4-FFF2-40B4-BE49-F238E27FC236}">
                <a16:creationId xmlns:a16="http://schemas.microsoft.com/office/drawing/2014/main" id="{F47FDB11-6CF9-0211-516A-833FD075D66E}"/>
              </a:ext>
            </a:extLst>
          </p:cNvPr>
          <p:cNvSpPr/>
          <p:nvPr/>
        </p:nvSpPr>
        <p:spPr>
          <a:xfrm>
            <a:off x="1524000" y="2286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4" name="Rectangle 23">
            <a:extLst>
              <a:ext uri="{FF2B5EF4-FFF2-40B4-BE49-F238E27FC236}">
                <a16:creationId xmlns:a16="http://schemas.microsoft.com/office/drawing/2014/main" id="{7303CCCA-6F99-6712-3E71-C3D6CC37100A}"/>
              </a:ext>
            </a:extLst>
          </p:cNvPr>
          <p:cNvSpPr/>
          <p:nvPr/>
        </p:nvSpPr>
        <p:spPr>
          <a:xfrm>
            <a:off x="1524000" y="3048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5" name="Rectangle 24">
            <a:extLst>
              <a:ext uri="{FF2B5EF4-FFF2-40B4-BE49-F238E27FC236}">
                <a16:creationId xmlns:a16="http://schemas.microsoft.com/office/drawing/2014/main" id="{C6BA6D6A-B7AC-C14B-F9ED-79E22507C370}"/>
              </a:ext>
            </a:extLst>
          </p:cNvPr>
          <p:cNvSpPr/>
          <p:nvPr/>
        </p:nvSpPr>
        <p:spPr>
          <a:xfrm>
            <a:off x="1524000" y="3810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6" name="Rectangle 25">
            <a:extLst>
              <a:ext uri="{FF2B5EF4-FFF2-40B4-BE49-F238E27FC236}">
                <a16:creationId xmlns:a16="http://schemas.microsoft.com/office/drawing/2014/main" id="{A38A4C7D-288C-205D-2E01-DDE7677CBEC4}"/>
              </a:ext>
            </a:extLst>
          </p:cNvPr>
          <p:cNvSpPr/>
          <p:nvPr/>
        </p:nvSpPr>
        <p:spPr>
          <a:xfrm>
            <a:off x="1524000" y="4572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7" name="Rectangle 26">
            <a:extLst>
              <a:ext uri="{FF2B5EF4-FFF2-40B4-BE49-F238E27FC236}">
                <a16:creationId xmlns:a16="http://schemas.microsoft.com/office/drawing/2014/main" id="{9E09D5DB-1BB3-00DA-B16B-BB3F8DA39EBA}"/>
              </a:ext>
            </a:extLst>
          </p:cNvPr>
          <p:cNvSpPr/>
          <p:nvPr/>
        </p:nvSpPr>
        <p:spPr>
          <a:xfrm>
            <a:off x="1524000" y="5334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8" name="Rectangle 27">
            <a:extLst>
              <a:ext uri="{FF2B5EF4-FFF2-40B4-BE49-F238E27FC236}">
                <a16:creationId xmlns:a16="http://schemas.microsoft.com/office/drawing/2014/main" id="{0A9BB2A5-F9BC-6846-FAF9-E36F5BFD0BB5}"/>
              </a:ext>
            </a:extLst>
          </p:cNvPr>
          <p:cNvSpPr/>
          <p:nvPr/>
        </p:nvSpPr>
        <p:spPr>
          <a:xfrm>
            <a:off x="1524000" y="6096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9" name="Rectangle 28">
            <a:extLst>
              <a:ext uri="{FF2B5EF4-FFF2-40B4-BE49-F238E27FC236}">
                <a16:creationId xmlns:a16="http://schemas.microsoft.com/office/drawing/2014/main" id="{A2C804C4-26FC-7BC0-9492-5B22A0796B20}"/>
              </a:ext>
            </a:extLst>
          </p:cNvPr>
          <p:cNvSpPr/>
          <p:nvPr/>
        </p:nvSpPr>
        <p:spPr>
          <a:xfrm>
            <a:off x="2286000" y="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0" name="Rectangle 29">
            <a:extLst>
              <a:ext uri="{FF2B5EF4-FFF2-40B4-BE49-F238E27FC236}">
                <a16:creationId xmlns:a16="http://schemas.microsoft.com/office/drawing/2014/main" id="{FBF55052-E152-7174-9C30-718DDD327FEB}"/>
              </a:ext>
            </a:extLst>
          </p:cNvPr>
          <p:cNvSpPr/>
          <p:nvPr/>
        </p:nvSpPr>
        <p:spPr>
          <a:xfrm>
            <a:off x="2286000" y="762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1" name="Rectangle 30">
            <a:extLst>
              <a:ext uri="{FF2B5EF4-FFF2-40B4-BE49-F238E27FC236}">
                <a16:creationId xmlns:a16="http://schemas.microsoft.com/office/drawing/2014/main" id="{9A413EF1-9989-A34C-7E33-ECF52AD05135}"/>
              </a:ext>
            </a:extLst>
          </p:cNvPr>
          <p:cNvSpPr/>
          <p:nvPr/>
        </p:nvSpPr>
        <p:spPr>
          <a:xfrm>
            <a:off x="2286000" y="1524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 name="Rectangle 31">
            <a:extLst>
              <a:ext uri="{FF2B5EF4-FFF2-40B4-BE49-F238E27FC236}">
                <a16:creationId xmlns:a16="http://schemas.microsoft.com/office/drawing/2014/main" id="{CE4693A9-FBE4-4325-4D14-EF95E0DABB16}"/>
              </a:ext>
            </a:extLst>
          </p:cNvPr>
          <p:cNvSpPr/>
          <p:nvPr/>
        </p:nvSpPr>
        <p:spPr>
          <a:xfrm>
            <a:off x="2286000" y="2286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 name="Rectangle 32">
            <a:extLst>
              <a:ext uri="{FF2B5EF4-FFF2-40B4-BE49-F238E27FC236}">
                <a16:creationId xmlns:a16="http://schemas.microsoft.com/office/drawing/2014/main" id="{DC825A86-3877-2A31-E2AC-4635FE6362A8}"/>
              </a:ext>
            </a:extLst>
          </p:cNvPr>
          <p:cNvSpPr/>
          <p:nvPr/>
        </p:nvSpPr>
        <p:spPr>
          <a:xfrm>
            <a:off x="2286000" y="3048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 name="Rectangle 33">
            <a:extLst>
              <a:ext uri="{FF2B5EF4-FFF2-40B4-BE49-F238E27FC236}">
                <a16:creationId xmlns:a16="http://schemas.microsoft.com/office/drawing/2014/main" id="{FB5D1791-87B0-81C2-242A-7DD4FEF8025D}"/>
              </a:ext>
            </a:extLst>
          </p:cNvPr>
          <p:cNvSpPr/>
          <p:nvPr/>
        </p:nvSpPr>
        <p:spPr>
          <a:xfrm>
            <a:off x="2286000" y="3810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 name="Rectangle 34">
            <a:extLst>
              <a:ext uri="{FF2B5EF4-FFF2-40B4-BE49-F238E27FC236}">
                <a16:creationId xmlns:a16="http://schemas.microsoft.com/office/drawing/2014/main" id="{11C59713-7B31-EFF9-A614-837049C863CE}"/>
              </a:ext>
            </a:extLst>
          </p:cNvPr>
          <p:cNvSpPr/>
          <p:nvPr/>
        </p:nvSpPr>
        <p:spPr>
          <a:xfrm>
            <a:off x="2286000" y="4572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 name="Rectangle 35">
            <a:extLst>
              <a:ext uri="{FF2B5EF4-FFF2-40B4-BE49-F238E27FC236}">
                <a16:creationId xmlns:a16="http://schemas.microsoft.com/office/drawing/2014/main" id="{56BD2422-E2AE-E65F-1CB4-6AFBB37EAA9D}"/>
              </a:ext>
            </a:extLst>
          </p:cNvPr>
          <p:cNvSpPr/>
          <p:nvPr/>
        </p:nvSpPr>
        <p:spPr>
          <a:xfrm>
            <a:off x="2286000" y="5334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 name="Rectangle 36">
            <a:extLst>
              <a:ext uri="{FF2B5EF4-FFF2-40B4-BE49-F238E27FC236}">
                <a16:creationId xmlns:a16="http://schemas.microsoft.com/office/drawing/2014/main" id="{4D5B85EF-0493-0BC6-E21F-83E6AFA7918D}"/>
              </a:ext>
            </a:extLst>
          </p:cNvPr>
          <p:cNvSpPr/>
          <p:nvPr/>
        </p:nvSpPr>
        <p:spPr>
          <a:xfrm>
            <a:off x="2286000" y="6096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8" name="Rectangle 37">
            <a:extLst>
              <a:ext uri="{FF2B5EF4-FFF2-40B4-BE49-F238E27FC236}">
                <a16:creationId xmlns:a16="http://schemas.microsoft.com/office/drawing/2014/main" id="{2A1FC1E6-EB87-9F95-32E1-D938532B915F}"/>
              </a:ext>
            </a:extLst>
          </p:cNvPr>
          <p:cNvSpPr/>
          <p:nvPr/>
        </p:nvSpPr>
        <p:spPr>
          <a:xfrm>
            <a:off x="3048000" y="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9" name="Rectangle 38">
            <a:extLst>
              <a:ext uri="{FF2B5EF4-FFF2-40B4-BE49-F238E27FC236}">
                <a16:creationId xmlns:a16="http://schemas.microsoft.com/office/drawing/2014/main" id="{E9B9C8E7-5A76-A695-B780-532D90C4BCC7}"/>
              </a:ext>
            </a:extLst>
          </p:cNvPr>
          <p:cNvSpPr/>
          <p:nvPr/>
        </p:nvSpPr>
        <p:spPr>
          <a:xfrm>
            <a:off x="3048000" y="762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0" name="Rectangle 39">
            <a:extLst>
              <a:ext uri="{FF2B5EF4-FFF2-40B4-BE49-F238E27FC236}">
                <a16:creationId xmlns:a16="http://schemas.microsoft.com/office/drawing/2014/main" id="{85DB5830-9D11-7A26-1CF9-7A1A60D2816A}"/>
              </a:ext>
            </a:extLst>
          </p:cNvPr>
          <p:cNvSpPr/>
          <p:nvPr/>
        </p:nvSpPr>
        <p:spPr>
          <a:xfrm>
            <a:off x="3048000" y="1524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1" name="Rectangle 40">
            <a:extLst>
              <a:ext uri="{FF2B5EF4-FFF2-40B4-BE49-F238E27FC236}">
                <a16:creationId xmlns:a16="http://schemas.microsoft.com/office/drawing/2014/main" id="{5012E8FF-2FE9-8542-6A36-A2EFDFAD50A3}"/>
              </a:ext>
            </a:extLst>
          </p:cNvPr>
          <p:cNvSpPr/>
          <p:nvPr/>
        </p:nvSpPr>
        <p:spPr>
          <a:xfrm>
            <a:off x="3048000" y="2286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2" name="Rectangle 41">
            <a:extLst>
              <a:ext uri="{FF2B5EF4-FFF2-40B4-BE49-F238E27FC236}">
                <a16:creationId xmlns:a16="http://schemas.microsoft.com/office/drawing/2014/main" id="{847E3EA1-D241-B06D-6657-2F72E52C1101}"/>
              </a:ext>
            </a:extLst>
          </p:cNvPr>
          <p:cNvSpPr/>
          <p:nvPr/>
        </p:nvSpPr>
        <p:spPr>
          <a:xfrm>
            <a:off x="3048000" y="3048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3" name="Rectangle 42">
            <a:extLst>
              <a:ext uri="{FF2B5EF4-FFF2-40B4-BE49-F238E27FC236}">
                <a16:creationId xmlns:a16="http://schemas.microsoft.com/office/drawing/2014/main" id="{79995858-77C4-645F-FCAA-27C149052748}"/>
              </a:ext>
            </a:extLst>
          </p:cNvPr>
          <p:cNvSpPr/>
          <p:nvPr/>
        </p:nvSpPr>
        <p:spPr>
          <a:xfrm>
            <a:off x="3048000" y="3810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4" name="Rectangle 43">
            <a:extLst>
              <a:ext uri="{FF2B5EF4-FFF2-40B4-BE49-F238E27FC236}">
                <a16:creationId xmlns:a16="http://schemas.microsoft.com/office/drawing/2014/main" id="{B326DC5D-AF0A-E751-7D39-0BC62D5DA5A6}"/>
              </a:ext>
            </a:extLst>
          </p:cNvPr>
          <p:cNvSpPr/>
          <p:nvPr/>
        </p:nvSpPr>
        <p:spPr>
          <a:xfrm>
            <a:off x="3048000" y="4572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5" name="Rectangle 44">
            <a:extLst>
              <a:ext uri="{FF2B5EF4-FFF2-40B4-BE49-F238E27FC236}">
                <a16:creationId xmlns:a16="http://schemas.microsoft.com/office/drawing/2014/main" id="{E6C9ADAA-FE0D-ED56-B897-73CE397B47B7}"/>
              </a:ext>
            </a:extLst>
          </p:cNvPr>
          <p:cNvSpPr/>
          <p:nvPr/>
        </p:nvSpPr>
        <p:spPr>
          <a:xfrm>
            <a:off x="3048000" y="5334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6" name="Rectangle 45">
            <a:extLst>
              <a:ext uri="{FF2B5EF4-FFF2-40B4-BE49-F238E27FC236}">
                <a16:creationId xmlns:a16="http://schemas.microsoft.com/office/drawing/2014/main" id="{1079BDD6-0B7D-006A-DD93-6B50BB459EF8}"/>
              </a:ext>
            </a:extLst>
          </p:cNvPr>
          <p:cNvSpPr/>
          <p:nvPr/>
        </p:nvSpPr>
        <p:spPr>
          <a:xfrm>
            <a:off x="3048000" y="6096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7" name="Rectangle 46">
            <a:extLst>
              <a:ext uri="{FF2B5EF4-FFF2-40B4-BE49-F238E27FC236}">
                <a16:creationId xmlns:a16="http://schemas.microsoft.com/office/drawing/2014/main" id="{44C4345A-99BA-B65B-8CDB-69D4A977D148}"/>
              </a:ext>
            </a:extLst>
          </p:cNvPr>
          <p:cNvSpPr/>
          <p:nvPr/>
        </p:nvSpPr>
        <p:spPr>
          <a:xfrm>
            <a:off x="3810000" y="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8" name="Rectangle 47">
            <a:extLst>
              <a:ext uri="{FF2B5EF4-FFF2-40B4-BE49-F238E27FC236}">
                <a16:creationId xmlns:a16="http://schemas.microsoft.com/office/drawing/2014/main" id="{F1A52E4A-91F6-F570-8174-33C1809483E7}"/>
              </a:ext>
            </a:extLst>
          </p:cNvPr>
          <p:cNvSpPr/>
          <p:nvPr/>
        </p:nvSpPr>
        <p:spPr>
          <a:xfrm>
            <a:off x="3810000" y="762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9" name="Rectangle 48">
            <a:extLst>
              <a:ext uri="{FF2B5EF4-FFF2-40B4-BE49-F238E27FC236}">
                <a16:creationId xmlns:a16="http://schemas.microsoft.com/office/drawing/2014/main" id="{8C1E7CDC-1903-24B1-6032-C370D5C4913F}"/>
              </a:ext>
            </a:extLst>
          </p:cNvPr>
          <p:cNvSpPr/>
          <p:nvPr/>
        </p:nvSpPr>
        <p:spPr>
          <a:xfrm>
            <a:off x="3810000" y="1524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0" name="Rectangle 49">
            <a:extLst>
              <a:ext uri="{FF2B5EF4-FFF2-40B4-BE49-F238E27FC236}">
                <a16:creationId xmlns:a16="http://schemas.microsoft.com/office/drawing/2014/main" id="{8CD060C7-4E50-9D00-16E4-AA0DAC0759DC}"/>
              </a:ext>
            </a:extLst>
          </p:cNvPr>
          <p:cNvSpPr/>
          <p:nvPr/>
        </p:nvSpPr>
        <p:spPr>
          <a:xfrm>
            <a:off x="3810000" y="2286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1" name="Rectangle 50">
            <a:extLst>
              <a:ext uri="{FF2B5EF4-FFF2-40B4-BE49-F238E27FC236}">
                <a16:creationId xmlns:a16="http://schemas.microsoft.com/office/drawing/2014/main" id="{C7BC4FEE-9143-0918-158C-940C57A60A99}"/>
              </a:ext>
            </a:extLst>
          </p:cNvPr>
          <p:cNvSpPr/>
          <p:nvPr/>
        </p:nvSpPr>
        <p:spPr>
          <a:xfrm>
            <a:off x="3810000" y="3048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2" name="Rectangle 51">
            <a:extLst>
              <a:ext uri="{FF2B5EF4-FFF2-40B4-BE49-F238E27FC236}">
                <a16:creationId xmlns:a16="http://schemas.microsoft.com/office/drawing/2014/main" id="{9B4E4AA9-D806-03C9-146E-B723B8BCC32A}"/>
              </a:ext>
            </a:extLst>
          </p:cNvPr>
          <p:cNvSpPr/>
          <p:nvPr/>
        </p:nvSpPr>
        <p:spPr>
          <a:xfrm>
            <a:off x="3810000" y="3810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3" name="Rectangle 52">
            <a:extLst>
              <a:ext uri="{FF2B5EF4-FFF2-40B4-BE49-F238E27FC236}">
                <a16:creationId xmlns:a16="http://schemas.microsoft.com/office/drawing/2014/main" id="{C8151A97-79E6-0B5D-D9EA-AC73A212C616}"/>
              </a:ext>
            </a:extLst>
          </p:cNvPr>
          <p:cNvSpPr/>
          <p:nvPr/>
        </p:nvSpPr>
        <p:spPr>
          <a:xfrm>
            <a:off x="3810000" y="4572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4" name="Rectangle 53">
            <a:extLst>
              <a:ext uri="{FF2B5EF4-FFF2-40B4-BE49-F238E27FC236}">
                <a16:creationId xmlns:a16="http://schemas.microsoft.com/office/drawing/2014/main" id="{811CA013-A0CA-19AB-57E9-7905B1C802FA}"/>
              </a:ext>
            </a:extLst>
          </p:cNvPr>
          <p:cNvSpPr/>
          <p:nvPr/>
        </p:nvSpPr>
        <p:spPr>
          <a:xfrm>
            <a:off x="3810000" y="5334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5" name="Rectangle 54">
            <a:extLst>
              <a:ext uri="{FF2B5EF4-FFF2-40B4-BE49-F238E27FC236}">
                <a16:creationId xmlns:a16="http://schemas.microsoft.com/office/drawing/2014/main" id="{619E7601-7324-A11D-2F30-56CACC4D4173}"/>
              </a:ext>
            </a:extLst>
          </p:cNvPr>
          <p:cNvSpPr/>
          <p:nvPr/>
        </p:nvSpPr>
        <p:spPr>
          <a:xfrm>
            <a:off x="3810000" y="6096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6" name="Rectangle 55">
            <a:extLst>
              <a:ext uri="{FF2B5EF4-FFF2-40B4-BE49-F238E27FC236}">
                <a16:creationId xmlns:a16="http://schemas.microsoft.com/office/drawing/2014/main" id="{BB3013AF-32A3-7F4A-ED60-B1EE5BCADEAD}"/>
              </a:ext>
            </a:extLst>
          </p:cNvPr>
          <p:cNvSpPr/>
          <p:nvPr/>
        </p:nvSpPr>
        <p:spPr>
          <a:xfrm>
            <a:off x="4572000" y="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7" name="Rectangle 56">
            <a:extLst>
              <a:ext uri="{FF2B5EF4-FFF2-40B4-BE49-F238E27FC236}">
                <a16:creationId xmlns:a16="http://schemas.microsoft.com/office/drawing/2014/main" id="{D2B21FA6-8B02-1BC1-F0D1-874A59479118}"/>
              </a:ext>
            </a:extLst>
          </p:cNvPr>
          <p:cNvSpPr/>
          <p:nvPr/>
        </p:nvSpPr>
        <p:spPr>
          <a:xfrm>
            <a:off x="4572000" y="762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8" name="Rectangle 57">
            <a:extLst>
              <a:ext uri="{FF2B5EF4-FFF2-40B4-BE49-F238E27FC236}">
                <a16:creationId xmlns:a16="http://schemas.microsoft.com/office/drawing/2014/main" id="{D4392B78-302A-FA77-7BFF-985B81F1E9F8}"/>
              </a:ext>
            </a:extLst>
          </p:cNvPr>
          <p:cNvSpPr/>
          <p:nvPr/>
        </p:nvSpPr>
        <p:spPr>
          <a:xfrm>
            <a:off x="4572000" y="1524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9" name="Rectangle 58">
            <a:extLst>
              <a:ext uri="{FF2B5EF4-FFF2-40B4-BE49-F238E27FC236}">
                <a16:creationId xmlns:a16="http://schemas.microsoft.com/office/drawing/2014/main" id="{3426881B-97F1-2120-408E-1D6B2704E877}"/>
              </a:ext>
            </a:extLst>
          </p:cNvPr>
          <p:cNvSpPr/>
          <p:nvPr/>
        </p:nvSpPr>
        <p:spPr>
          <a:xfrm>
            <a:off x="4572000" y="2286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0" name="Rectangle 59">
            <a:extLst>
              <a:ext uri="{FF2B5EF4-FFF2-40B4-BE49-F238E27FC236}">
                <a16:creationId xmlns:a16="http://schemas.microsoft.com/office/drawing/2014/main" id="{A11F2640-087F-4C94-3D12-18A9C5FA48BB}"/>
              </a:ext>
            </a:extLst>
          </p:cNvPr>
          <p:cNvSpPr/>
          <p:nvPr/>
        </p:nvSpPr>
        <p:spPr>
          <a:xfrm>
            <a:off x="4572000" y="3048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1" name="Rectangle 60">
            <a:extLst>
              <a:ext uri="{FF2B5EF4-FFF2-40B4-BE49-F238E27FC236}">
                <a16:creationId xmlns:a16="http://schemas.microsoft.com/office/drawing/2014/main" id="{6F42DCFB-F878-178C-8581-2B039010BF83}"/>
              </a:ext>
            </a:extLst>
          </p:cNvPr>
          <p:cNvSpPr/>
          <p:nvPr/>
        </p:nvSpPr>
        <p:spPr>
          <a:xfrm>
            <a:off x="4572000" y="3810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2" name="Rectangle 61">
            <a:extLst>
              <a:ext uri="{FF2B5EF4-FFF2-40B4-BE49-F238E27FC236}">
                <a16:creationId xmlns:a16="http://schemas.microsoft.com/office/drawing/2014/main" id="{40D5688F-D0BA-15AA-2141-DC2DF09668D5}"/>
              </a:ext>
            </a:extLst>
          </p:cNvPr>
          <p:cNvSpPr/>
          <p:nvPr/>
        </p:nvSpPr>
        <p:spPr>
          <a:xfrm>
            <a:off x="4572000" y="4572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3" name="Rectangle 62">
            <a:extLst>
              <a:ext uri="{FF2B5EF4-FFF2-40B4-BE49-F238E27FC236}">
                <a16:creationId xmlns:a16="http://schemas.microsoft.com/office/drawing/2014/main" id="{9B99EC0E-07FA-745D-27E1-A9F248C67FCF}"/>
              </a:ext>
            </a:extLst>
          </p:cNvPr>
          <p:cNvSpPr/>
          <p:nvPr/>
        </p:nvSpPr>
        <p:spPr>
          <a:xfrm>
            <a:off x="4572000" y="5334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4" name="Rectangle 63">
            <a:extLst>
              <a:ext uri="{FF2B5EF4-FFF2-40B4-BE49-F238E27FC236}">
                <a16:creationId xmlns:a16="http://schemas.microsoft.com/office/drawing/2014/main" id="{9C34C0A4-AC0D-A17D-8CE1-DBF8EF041D18}"/>
              </a:ext>
            </a:extLst>
          </p:cNvPr>
          <p:cNvSpPr/>
          <p:nvPr/>
        </p:nvSpPr>
        <p:spPr>
          <a:xfrm>
            <a:off x="4572000" y="6096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5" name="Rectangle 64">
            <a:extLst>
              <a:ext uri="{FF2B5EF4-FFF2-40B4-BE49-F238E27FC236}">
                <a16:creationId xmlns:a16="http://schemas.microsoft.com/office/drawing/2014/main" id="{C6F074DA-6B41-E43F-1F6F-3E4B5C495AA4}"/>
              </a:ext>
            </a:extLst>
          </p:cNvPr>
          <p:cNvSpPr/>
          <p:nvPr/>
        </p:nvSpPr>
        <p:spPr>
          <a:xfrm>
            <a:off x="5334000" y="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6" name="Rectangle 65">
            <a:extLst>
              <a:ext uri="{FF2B5EF4-FFF2-40B4-BE49-F238E27FC236}">
                <a16:creationId xmlns:a16="http://schemas.microsoft.com/office/drawing/2014/main" id="{231A0E7A-06C4-E538-9457-10C7A19951A3}"/>
              </a:ext>
            </a:extLst>
          </p:cNvPr>
          <p:cNvSpPr/>
          <p:nvPr/>
        </p:nvSpPr>
        <p:spPr>
          <a:xfrm>
            <a:off x="5334000" y="762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7" name="Rectangle 66">
            <a:extLst>
              <a:ext uri="{FF2B5EF4-FFF2-40B4-BE49-F238E27FC236}">
                <a16:creationId xmlns:a16="http://schemas.microsoft.com/office/drawing/2014/main" id="{8F65E89C-E7E2-DCF5-80E9-C89DAE26C9F7}"/>
              </a:ext>
            </a:extLst>
          </p:cNvPr>
          <p:cNvSpPr/>
          <p:nvPr/>
        </p:nvSpPr>
        <p:spPr>
          <a:xfrm>
            <a:off x="5334000" y="1524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8" name="Rectangle 67">
            <a:extLst>
              <a:ext uri="{FF2B5EF4-FFF2-40B4-BE49-F238E27FC236}">
                <a16:creationId xmlns:a16="http://schemas.microsoft.com/office/drawing/2014/main" id="{9445C8B2-AC52-AFEB-A110-A23DB10A29D6}"/>
              </a:ext>
            </a:extLst>
          </p:cNvPr>
          <p:cNvSpPr/>
          <p:nvPr/>
        </p:nvSpPr>
        <p:spPr>
          <a:xfrm>
            <a:off x="5334000" y="2286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9" name="Rectangle 68">
            <a:extLst>
              <a:ext uri="{FF2B5EF4-FFF2-40B4-BE49-F238E27FC236}">
                <a16:creationId xmlns:a16="http://schemas.microsoft.com/office/drawing/2014/main" id="{CBBBF5F4-FE80-F294-2136-84D134D05072}"/>
              </a:ext>
            </a:extLst>
          </p:cNvPr>
          <p:cNvSpPr/>
          <p:nvPr/>
        </p:nvSpPr>
        <p:spPr>
          <a:xfrm>
            <a:off x="5334000" y="3048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0" name="Rectangle 69">
            <a:extLst>
              <a:ext uri="{FF2B5EF4-FFF2-40B4-BE49-F238E27FC236}">
                <a16:creationId xmlns:a16="http://schemas.microsoft.com/office/drawing/2014/main" id="{6A6DC88F-C30E-C6C5-D5EC-DC5BFE606CBD}"/>
              </a:ext>
            </a:extLst>
          </p:cNvPr>
          <p:cNvSpPr/>
          <p:nvPr/>
        </p:nvSpPr>
        <p:spPr>
          <a:xfrm>
            <a:off x="5334000" y="3810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1" name="Rectangle 70">
            <a:extLst>
              <a:ext uri="{FF2B5EF4-FFF2-40B4-BE49-F238E27FC236}">
                <a16:creationId xmlns:a16="http://schemas.microsoft.com/office/drawing/2014/main" id="{9CB8DA26-5704-8E92-25B6-2F7DDD74CC52}"/>
              </a:ext>
            </a:extLst>
          </p:cNvPr>
          <p:cNvSpPr/>
          <p:nvPr/>
        </p:nvSpPr>
        <p:spPr>
          <a:xfrm>
            <a:off x="5334000" y="4572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2" name="Rectangle 71">
            <a:extLst>
              <a:ext uri="{FF2B5EF4-FFF2-40B4-BE49-F238E27FC236}">
                <a16:creationId xmlns:a16="http://schemas.microsoft.com/office/drawing/2014/main" id="{DF2DAAD0-9146-8A4A-07E2-BC84416CD6E7}"/>
              </a:ext>
            </a:extLst>
          </p:cNvPr>
          <p:cNvSpPr/>
          <p:nvPr/>
        </p:nvSpPr>
        <p:spPr>
          <a:xfrm>
            <a:off x="5334000" y="5334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3" name="Rectangle 72">
            <a:extLst>
              <a:ext uri="{FF2B5EF4-FFF2-40B4-BE49-F238E27FC236}">
                <a16:creationId xmlns:a16="http://schemas.microsoft.com/office/drawing/2014/main" id="{A65A68E6-B955-5CCC-2AD0-E337EBC3096A}"/>
              </a:ext>
            </a:extLst>
          </p:cNvPr>
          <p:cNvSpPr/>
          <p:nvPr/>
        </p:nvSpPr>
        <p:spPr>
          <a:xfrm>
            <a:off x="5334000" y="6096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4" name="Rectangle 73">
            <a:extLst>
              <a:ext uri="{FF2B5EF4-FFF2-40B4-BE49-F238E27FC236}">
                <a16:creationId xmlns:a16="http://schemas.microsoft.com/office/drawing/2014/main" id="{8078AD71-60CE-BCC5-7A47-945A8135CB1A}"/>
              </a:ext>
            </a:extLst>
          </p:cNvPr>
          <p:cNvSpPr/>
          <p:nvPr/>
        </p:nvSpPr>
        <p:spPr>
          <a:xfrm>
            <a:off x="6096000" y="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5" name="Rectangle 74">
            <a:extLst>
              <a:ext uri="{FF2B5EF4-FFF2-40B4-BE49-F238E27FC236}">
                <a16:creationId xmlns:a16="http://schemas.microsoft.com/office/drawing/2014/main" id="{9BB7FC30-39EB-5A09-F1B8-A8ABBEA41A71}"/>
              </a:ext>
            </a:extLst>
          </p:cNvPr>
          <p:cNvSpPr/>
          <p:nvPr/>
        </p:nvSpPr>
        <p:spPr>
          <a:xfrm>
            <a:off x="6096000" y="762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6" name="Rectangle 75">
            <a:extLst>
              <a:ext uri="{FF2B5EF4-FFF2-40B4-BE49-F238E27FC236}">
                <a16:creationId xmlns:a16="http://schemas.microsoft.com/office/drawing/2014/main" id="{83F09ACA-8409-0B29-0DEE-0F4C1948E1F8}"/>
              </a:ext>
            </a:extLst>
          </p:cNvPr>
          <p:cNvSpPr/>
          <p:nvPr/>
        </p:nvSpPr>
        <p:spPr>
          <a:xfrm>
            <a:off x="6096000" y="1524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7" name="Rectangle 76">
            <a:extLst>
              <a:ext uri="{FF2B5EF4-FFF2-40B4-BE49-F238E27FC236}">
                <a16:creationId xmlns:a16="http://schemas.microsoft.com/office/drawing/2014/main" id="{A56850CE-7CC7-A32F-A47D-52EA71ADB4BE}"/>
              </a:ext>
            </a:extLst>
          </p:cNvPr>
          <p:cNvSpPr/>
          <p:nvPr/>
        </p:nvSpPr>
        <p:spPr>
          <a:xfrm>
            <a:off x="6096000" y="2286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8" name="Rectangle 77">
            <a:extLst>
              <a:ext uri="{FF2B5EF4-FFF2-40B4-BE49-F238E27FC236}">
                <a16:creationId xmlns:a16="http://schemas.microsoft.com/office/drawing/2014/main" id="{85EC81FE-87AF-2840-9AD3-8F8ED7707032}"/>
              </a:ext>
            </a:extLst>
          </p:cNvPr>
          <p:cNvSpPr/>
          <p:nvPr/>
        </p:nvSpPr>
        <p:spPr>
          <a:xfrm>
            <a:off x="6096000" y="3048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9" name="Rectangle 78">
            <a:extLst>
              <a:ext uri="{FF2B5EF4-FFF2-40B4-BE49-F238E27FC236}">
                <a16:creationId xmlns:a16="http://schemas.microsoft.com/office/drawing/2014/main" id="{FC991B4A-11B1-87FA-5D40-8BAAD24A8A1C}"/>
              </a:ext>
            </a:extLst>
          </p:cNvPr>
          <p:cNvSpPr/>
          <p:nvPr/>
        </p:nvSpPr>
        <p:spPr>
          <a:xfrm>
            <a:off x="6096000" y="3810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0" name="Rectangle 79">
            <a:extLst>
              <a:ext uri="{FF2B5EF4-FFF2-40B4-BE49-F238E27FC236}">
                <a16:creationId xmlns:a16="http://schemas.microsoft.com/office/drawing/2014/main" id="{67901054-7612-E4BE-90C1-896E3EB58A63}"/>
              </a:ext>
            </a:extLst>
          </p:cNvPr>
          <p:cNvSpPr/>
          <p:nvPr/>
        </p:nvSpPr>
        <p:spPr>
          <a:xfrm>
            <a:off x="6096000" y="4572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1" name="Rectangle 80">
            <a:extLst>
              <a:ext uri="{FF2B5EF4-FFF2-40B4-BE49-F238E27FC236}">
                <a16:creationId xmlns:a16="http://schemas.microsoft.com/office/drawing/2014/main" id="{830F8950-2896-B8F3-B380-56D4BACC2EC1}"/>
              </a:ext>
            </a:extLst>
          </p:cNvPr>
          <p:cNvSpPr/>
          <p:nvPr/>
        </p:nvSpPr>
        <p:spPr>
          <a:xfrm>
            <a:off x="6096000" y="5334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2" name="Rectangle 81">
            <a:extLst>
              <a:ext uri="{FF2B5EF4-FFF2-40B4-BE49-F238E27FC236}">
                <a16:creationId xmlns:a16="http://schemas.microsoft.com/office/drawing/2014/main" id="{C147538C-866E-DCF9-888E-14C16B1C3824}"/>
              </a:ext>
            </a:extLst>
          </p:cNvPr>
          <p:cNvSpPr/>
          <p:nvPr/>
        </p:nvSpPr>
        <p:spPr>
          <a:xfrm>
            <a:off x="6096000" y="6096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3" name="Rectangle 82">
            <a:extLst>
              <a:ext uri="{FF2B5EF4-FFF2-40B4-BE49-F238E27FC236}">
                <a16:creationId xmlns:a16="http://schemas.microsoft.com/office/drawing/2014/main" id="{149318DC-74FF-1348-02C2-FA2DBBD4B697}"/>
              </a:ext>
            </a:extLst>
          </p:cNvPr>
          <p:cNvSpPr/>
          <p:nvPr/>
        </p:nvSpPr>
        <p:spPr>
          <a:xfrm>
            <a:off x="6858000" y="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4" name="Rectangle 83">
            <a:extLst>
              <a:ext uri="{FF2B5EF4-FFF2-40B4-BE49-F238E27FC236}">
                <a16:creationId xmlns:a16="http://schemas.microsoft.com/office/drawing/2014/main" id="{C789C7E0-A356-ECE5-7847-38B4416456A7}"/>
              </a:ext>
            </a:extLst>
          </p:cNvPr>
          <p:cNvSpPr/>
          <p:nvPr/>
        </p:nvSpPr>
        <p:spPr>
          <a:xfrm>
            <a:off x="6858000" y="762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5" name="Rectangle 84">
            <a:extLst>
              <a:ext uri="{FF2B5EF4-FFF2-40B4-BE49-F238E27FC236}">
                <a16:creationId xmlns:a16="http://schemas.microsoft.com/office/drawing/2014/main" id="{251CBC68-05C2-989A-FA53-E47497D142CC}"/>
              </a:ext>
            </a:extLst>
          </p:cNvPr>
          <p:cNvSpPr/>
          <p:nvPr/>
        </p:nvSpPr>
        <p:spPr>
          <a:xfrm>
            <a:off x="6858000" y="1524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6" name="Rectangle 85">
            <a:extLst>
              <a:ext uri="{FF2B5EF4-FFF2-40B4-BE49-F238E27FC236}">
                <a16:creationId xmlns:a16="http://schemas.microsoft.com/office/drawing/2014/main" id="{260D39F2-290E-CD7B-68EF-38F7B2C612F6}"/>
              </a:ext>
            </a:extLst>
          </p:cNvPr>
          <p:cNvSpPr/>
          <p:nvPr/>
        </p:nvSpPr>
        <p:spPr>
          <a:xfrm>
            <a:off x="6858000" y="2286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7" name="Rectangle 86">
            <a:extLst>
              <a:ext uri="{FF2B5EF4-FFF2-40B4-BE49-F238E27FC236}">
                <a16:creationId xmlns:a16="http://schemas.microsoft.com/office/drawing/2014/main" id="{42F09894-E892-2103-4AF8-BAE5A9905CB5}"/>
              </a:ext>
            </a:extLst>
          </p:cNvPr>
          <p:cNvSpPr/>
          <p:nvPr/>
        </p:nvSpPr>
        <p:spPr>
          <a:xfrm>
            <a:off x="6858000" y="3048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8" name="Rectangle 87">
            <a:extLst>
              <a:ext uri="{FF2B5EF4-FFF2-40B4-BE49-F238E27FC236}">
                <a16:creationId xmlns:a16="http://schemas.microsoft.com/office/drawing/2014/main" id="{C97E85FC-8AD4-B966-D894-CD232C43FB41}"/>
              </a:ext>
            </a:extLst>
          </p:cNvPr>
          <p:cNvSpPr/>
          <p:nvPr/>
        </p:nvSpPr>
        <p:spPr>
          <a:xfrm>
            <a:off x="6858000" y="3810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9" name="Rectangle 88">
            <a:extLst>
              <a:ext uri="{FF2B5EF4-FFF2-40B4-BE49-F238E27FC236}">
                <a16:creationId xmlns:a16="http://schemas.microsoft.com/office/drawing/2014/main" id="{A28CD64F-64DE-C591-014C-A8691779B51A}"/>
              </a:ext>
            </a:extLst>
          </p:cNvPr>
          <p:cNvSpPr/>
          <p:nvPr/>
        </p:nvSpPr>
        <p:spPr>
          <a:xfrm>
            <a:off x="6858000" y="4572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0" name="Rectangle 89">
            <a:extLst>
              <a:ext uri="{FF2B5EF4-FFF2-40B4-BE49-F238E27FC236}">
                <a16:creationId xmlns:a16="http://schemas.microsoft.com/office/drawing/2014/main" id="{25CE55DA-6F1E-D243-F803-EA04C960C18F}"/>
              </a:ext>
            </a:extLst>
          </p:cNvPr>
          <p:cNvSpPr/>
          <p:nvPr/>
        </p:nvSpPr>
        <p:spPr>
          <a:xfrm>
            <a:off x="6858000" y="5334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1" name="Rectangle 90">
            <a:extLst>
              <a:ext uri="{FF2B5EF4-FFF2-40B4-BE49-F238E27FC236}">
                <a16:creationId xmlns:a16="http://schemas.microsoft.com/office/drawing/2014/main" id="{E472E531-F203-7519-0263-C47CCD80D3AF}"/>
              </a:ext>
            </a:extLst>
          </p:cNvPr>
          <p:cNvSpPr/>
          <p:nvPr/>
        </p:nvSpPr>
        <p:spPr>
          <a:xfrm>
            <a:off x="6858000" y="6096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2" name="Rectangle 91">
            <a:extLst>
              <a:ext uri="{FF2B5EF4-FFF2-40B4-BE49-F238E27FC236}">
                <a16:creationId xmlns:a16="http://schemas.microsoft.com/office/drawing/2014/main" id="{86FD6970-D6DF-2949-3A80-5E0F4747F509}"/>
              </a:ext>
            </a:extLst>
          </p:cNvPr>
          <p:cNvSpPr/>
          <p:nvPr/>
        </p:nvSpPr>
        <p:spPr>
          <a:xfrm>
            <a:off x="7620000" y="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3" name="Rectangle 92">
            <a:extLst>
              <a:ext uri="{FF2B5EF4-FFF2-40B4-BE49-F238E27FC236}">
                <a16:creationId xmlns:a16="http://schemas.microsoft.com/office/drawing/2014/main" id="{6B8E0B46-7AD1-CEA9-B98B-F02C17A2C302}"/>
              </a:ext>
            </a:extLst>
          </p:cNvPr>
          <p:cNvSpPr/>
          <p:nvPr/>
        </p:nvSpPr>
        <p:spPr>
          <a:xfrm>
            <a:off x="7620000" y="762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4" name="Rectangle 93">
            <a:extLst>
              <a:ext uri="{FF2B5EF4-FFF2-40B4-BE49-F238E27FC236}">
                <a16:creationId xmlns:a16="http://schemas.microsoft.com/office/drawing/2014/main" id="{A08BD59B-C380-F484-8E50-C9EE7BB1977D}"/>
              </a:ext>
            </a:extLst>
          </p:cNvPr>
          <p:cNvSpPr/>
          <p:nvPr/>
        </p:nvSpPr>
        <p:spPr>
          <a:xfrm>
            <a:off x="7620000" y="1524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5" name="Rectangle 94">
            <a:extLst>
              <a:ext uri="{FF2B5EF4-FFF2-40B4-BE49-F238E27FC236}">
                <a16:creationId xmlns:a16="http://schemas.microsoft.com/office/drawing/2014/main" id="{DF0674EF-5AFB-D049-B5FA-EB971CCE1CCD}"/>
              </a:ext>
            </a:extLst>
          </p:cNvPr>
          <p:cNvSpPr/>
          <p:nvPr/>
        </p:nvSpPr>
        <p:spPr>
          <a:xfrm>
            <a:off x="7620000" y="2286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6" name="Rectangle 95">
            <a:extLst>
              <a:ext uri="{FF2B5EF4-FFF2-40B4-BE49-F238E27FC236}">
                <a16:creationId xmlns:a16="http://schemas.microsoft.com/office/drawing/2014/main" id="{404B76C9-0775-69D0-C635-938A353A3DCB}"/>
              </a:ext>
            </a:extLst>
          </p:cNvPr>
          <p:cNvSpPr/>
          <p:nvPr/>
        </p:nvSpPr>
        <p:spPr>
          <a:xfrm>
            <a:off x="7620000" y="3048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7" name="Rectangle 96">
            <a:extLst>
              <a:ext uri="{FF2B5EF4-FFF2-40B4-BE49-F238E27FC236}">
                <a16:creationId xmlns:a16="http://schemas.microsoft.com/office/drawing/2014/main" id="{8946608F-6EFC-3A26-E599-4188293059BB}"/>
              </a:ext>
            </a:extLst>
          </p:cNvPr>
          <p:cNvSpPr/>
          <p:nvPr/>
        </p:nvSpPr>
        <p:spPr>
          <a:xfrm>
            <a:off x="7620000" y="3810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8" name="Rectangle 97">
            <a:extLst>
              <a:ext uri="{FF2B5EF4-FFF2-40B4-BE49-F238E27FC236}">
                <a16:creationId xmlns:a16="http://schemas.microsoft.com/office/drawing/2014/main" id="{168268F3-F337-2172-6BF2-863380DA222F}"/>
              </a:ext>
            </a:extLst>
          </p:cNvPr>
          <p:cNvSpPr/>
          <p:nvPr/>
        </p:nvSpPr>
        <p:spPr>
          <a:xfrm>
            <a:off x="7620000" y="4572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9" name="Rectangle 98">
            <a:extLst>
              <a:ext uri="{FF2B5EF4-FFF2-40B4-BE49-F238E27FC236}">
                <a16:creationId xmlns:a16="http://schemas.microsoft.com/office/drawing/2014/main" id="{7B117659-E150-0C9E-5056-ECD1861C24B5}"/>
              </a:ext>
            </a:extLst>
          </p:cNvPr>
          <p:cNvSpPr/>
          <p:nvPr/>
        </p:nvSpPr>
        <p:spPr>
          <a:xfrm>
            <a:off x="7620000" y="5334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0" name="Rectangle 99">
            <a:extLst>
              <a:ext uri="{FF2B5EF4-FFF2-40B4-BE49-F238E27FC236}">
                <a16:creationId xmlns:a16="http://schemas.microsoft.com/office/drawing/2014/main" id="{6C5DF803-36F0-6F6E-B903-954E47895FFC}"/>
              </a:ext>
            </a:extLst>
          </p:cNvPr>
          <p:cNvSpPr/>
          <p:nvPr/>
        </p:nvSpPr>
        <p:spPr>
          <a:xfrm>
            <a:off x="7620000" y="6096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1" name="Rectangle 100">
            <a:extLst>
              <a:ext uri="{FF2B5EF4-FFF2-40B4-BE49-F238E27FC236}">
                <a16:creationId xmlns:a16="http://schemas.microsoft.com/office/drawing/2014/main" id="{2BAC7EC5-B2D8-4E57-2E7D-2307DD280712}"/>
              </a:ext>
            </a:extLst>
          </p:cNvPr>
          <p:cNvSpPr/>
          <p:nvPr/>
        </p:nvSpPr>
        <p:spPr>
          <a:xfrm>
            <a:off x="8382000" y="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2" name="Rectangle 101">
            <a:extLst>
              <a:ext uri="{FF2B5EF4-FFF2-40B4-BE49-F238E27FC236}">
                <a16:creationId xmlns:a16="http://schemas.microsoft.com/office/drawing/2014/main" id="{459FCDC7-E164-4552-77C1-CEE4DC614FE8}"/>
              </a:ext>
            </a:extLst>
          </p:cNvPr>
          <p:cNvSpPr/>
          <p:nvPr/>
        </p:nvSpPr>
        <p:spPr>
          <a:xfrm>
            <a:off x="8382000" y="762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3" name="Rectangle 102">
            <a:extLst>
              <a:ext uri="{FF2B5EF4-FFF2-40B4-BE49-F238E27FC236}">
                <a16:creationId xmlns:a16="http://schemas.microsoft.com/office/drawing/2014/main" id="{0DDF9DAB-4538-3F2D-8418-E9F2E84889D1}"/>
              </a:ext>
            </a:extLst>
          </p:cNvPr>
          <p:cNvSpPr/>
          <p:nvPr/>
        </p:nvSpPr>
        <p:spPr>
          <a:xfrm>
            <a:off x="8382000" y="1524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 name="Rectangle 103">
            <a:extLst>
              <a:ext uri="{FF2B5EF4-FFF2-40B4-BE49-F238E27FC236}">
                <a16:creationId xmlns:a16="http://schemas.microsoft.com/office/drawing/2014/main" id="{5986F820-0F60-EBCD-309D-6E4362D350C7}"/>
              </a:ext>
            </a:extLst>
          </p:cNvPr>
          <p:cNvSpPr/>
          <p:nvPr/>
        </p:nvSpPr>
        <p:spPr>
          <a:xfrm>
            <a:off x="8382000" y="2286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 name="Rectangle 104">
            <a:extLst>
              <a:ext uri="{FF2B5EF4-FFF2-40B4-BE49-F238E27FC236}">
                <a16:creationId xmlns:a16="http://schemas.microsoft.com/office/drawing/2014/main" id="{8815B58D-6454-7C9E-8BC1-82AE88C6D95C}"/>
              </a:ext>
            </a:extLst>
          </p:cNvPr>
          <p:cNvSpPr/>
          <p:nvPr/>
        </p:nvSpPr>
        <p:spPr>
          <a:xfrm>
            <a:off x="8382000" y="3048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 name="Rectangle 105">
            <a:extLst>
              <a:ext uri="{FF2B5EF4-FFF2-40B4-BE49-F238E27FC236}">
                <a16:creationId xmlns:a16="http://schemas.microsoft.com/office/drawing/2014/main" id="{A6C31C26-F509-4C82-4BD9-865828A1195B}"/>
              </a:ext>
            </a:extLst>
          </p:cNvPr>
          <p:cNvSpPr/>
          <p:nvPr/>
        </p:nvSpPr>
        <p:spPr>
          <a:xfrm>
            <a:off x="8382000" y="3810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 name="Rectangle 106">
            <a:extLst>
              <a:ext uri="{FF2B5EF4-FFF2-40B4-BE49-F238E27FC236}">
                <a16:creationId xmlns:a16="http://schemas.microsoft.com/office/drawing/2014/main" id="{5996AF31-9B12-6649-326A-DF9C6E602D46}"/>
              </a:ext>
            </a:extLst>
          </p:cNvPr>
          <p:cNvSpPr/>
          <p:nvPr/>
        </p:nvSpPr>
        <p:spPr>
          <a:xfrm>
            <a:off x="8382000" y="4572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 name="Rectangle 107">
            <a:extLst>
              <a:ext uri="{FF2B5EF4-FFF2-40B4-BE49-F238E27FC236}">
                <a16:creationId xmlns:a16="http://schemas.microsoft.com/office/drawing/2014/main" id="{C0711F36-3A85-84B3-C27F-C88DA97FD8C7}"/>
              </a:ext>
            </a:extLst>
          </p:cNvPr>
          <p:cNvSpPr/>
          <p:nvPr/>
        </p:nvSpPr>
        <p:spPr>
          <a:xfrm>
            <a:off x="8382000" y="5334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 name="Rectangle 108">
            <a:extLst>
              <a:ext uri="{FF2B5EF4-FFF2-40B4-BE49-F238E27FC236}">
                <a16:creationId xmlns:a16="http://schemas.microsoft.com/office/drawing/2014/main" id="{C682C008-6E46-BFBD-92BD-D6B94533C6F1}"/>
              </a:ext>
            </a:extLst>
          </p:cNvPr>
          <p:cNvSpPr/>
          <p:nvPr/>
        </p:nvSpPr>
        <p:spPr>
          <a:xfrm>
            <a:off x="8382000" y="6096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 name="Rectangle 109">
            <a:extLst>
              <a:ext uri="{FF2B5EF4-FFF2-40B4-BE49-F238E27FC236}">
                <a16:creationId xmlns:a16="http://schemas.microsoft.com/office/drawing/2014/main" id="{7C139C39-6246-FEDE-E0E0-9A91D0F97DE7}"/>
              </a:ext>
            </a:extLst>
          </p:cNvPr>
          <p:cNvSpPr/>
          <p:nvPr/>
        </p:nvSpPr>
        <p:spPr>
          <a:xfrm>
            <a:off x="9144000" y="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 name="Rectangle 110">
            <a:extLst>
              <a:ext uri="{FF2B5EF4-FFF2-40B4-BE49-F238E27FC236}">
                <a16:creationId xmlns:a16="http://schemas.microsoft.com/office/drawing/2014/main" id="{209B0FB3-BE53-E478-95CD-312CFF801F39}"/>
              </a:ext>
            </a:extLst>
          </p:cNvPr>
          <p:cNvSpPr/>
          <p:nvPr/>
        </p:nvSpPr>
        <p:spPr>
          <a:xfrm>
            <a:off x="9144000" y="762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 name="Rectangle 111">
            <a:extLst>
              <a:ext uri="{FF2B5EF4-FFF2-40B4-BE49-F238E27FC236}">
                <a16:creationId xmlns:a16="http://schemas.microsoft.com/office/drawing/2014/main" id="{607BAA28-4725-9AB2-D565-7782D7C86099}"/>
              </a:ext>
            </a:extLst>
          </p:cNvPr>
          <p:cNvSpPr/>
          <p:nvPr/>
        </p:nvSpPr>
        <p:spPr>
          <a:xfrm>
            <a:off x="9144000" y="1524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 name="Rectangle 112">
            <a:extLst>
              <a:ext uri="{FF2B5EF4-FFF2-40B4-BE49-F238E27FC236}">
                <a16:creationId xmlns:a16="http://schemas.microsoft.com/office/drawing/2014/main" id="{314367B0-9A64-0A07-70DA-07A87EF22633}"/>
              </a:ext>
            </a:extLst>
          </p:cNvPr>
          <p:cNvSpPr/>
          <p:nvPr/>
        </p:nvSpPr>
        <p:spPr>
          <a:xfrm>
            <a:off x="9144000" y="2286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 name="Rectangle 113">
            <a:extLst>
              <a:ext uri="{FF2B5EF4-FFF2-40B4-BE49-F238E27FC236}">
                <a16:creationId xmlns:a16="http://schemas.microsoft.com/office/drawing/2014/main" id="{6D9EB8E2-B010-938C-75C3-B74312D7B5F0}"/>
              </a:ext>
            </a:extLst>
          </p:cNvPr>
          <p:cNvSpPr/>
          <p:nvPr/>
        </p:nvSpPr>
        <p:spPr>
          <a:xfrm>
            <a:off x="9144000" y="3048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 name="Rectangle 114">
            <a:extLst>
              <a:ext uri="{FF2B5EF4-FFF2-40B4-BE49-F238E27FC236}">
                <a16:creationId xmlns:a16="http://schemas.microsoft.com/office/drawing/2014/main" id="{24320143-DF58-8B9A-A24C-66820CDA7BC1}"/>
              </a:ext>
            </a:extLst>
          </p:cNvPr>
          <p:cNvSpPr/>
          <p:nvPr/>
        </p:nvSpPr>
        <p:spPr>
          <a:xfrm>
            <a:off x="9144000" y="3810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6" name="Rectangle 115">
            <a:extLst>
              <a:ext uri="{FF2B5EF4-FFF2-40B4-BE49-F238E27FC236}">
                <a16:creationId xmlns:a16="http://schemas.microsoft.com/office/drawing/2014/main" id="{47998446-240F-92FC-F6A1-02B4E8CC2E28}"/>
              </a:ext>
            </a:extLst>
          </p:cNvPr>
          <p:cNvSpPr/>
          <p:nvPr/>
        </p:nvSpPr>
        <p:spPr>
          <a:xfrm>
            <a:off x="9144000" y="4572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 name="Rectangle 116">
            <a:extLst>
              <a:ext uri="{FF2B5EF4-FFF2-40B4-BE49-F238E27FC236}">
                <a16:creationId xmlns:a16="http://schemas.microsoft.com/office/drawing/2014/main" id="{5537674A-FDBF-B83C-A46E-466D26421441}"/>
              </a:ext>
            </a:extLst>
          </p:cNvPr>
          <p:cNvSpPr/>
          <p:nvPr/>
        </p:nvSpPr>
        <p:spPr>
          <a:xfrm>
            <a:off x="9144000" y="5334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 name="Rectangle 117">
            <a:extLst>
              <a:ext uri="{FF2B5EF4-FFF2-40B4-BE49-F238E27FC236}">
                <a16:creationId xmlns:a16="http://schemas.microsoft.com/office/drawing/2014/main" id="{031689D9-14CB-EDB1-840D-A3EC15C42189}"/>
              </a:ext>
            </a:extLst>
          </p:cNvPr>
          <p:cNvSpPr/>
          <p:nvPr/>
        </p:nvSpPr>
        <p:spPr>
          <a:xfrm>
            <a:off x="9144000" y="6096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 name="Rectangle 118">
            <a:extLst>
              <a:ext uri="{FF2B5EF4-FFF2-40B4-BE49-F238E27FC236}">
                <a16:creationId xmlns:a16="http://schemas.microsoft.com/office/drawing/2014/main" id="{65808EF2-3EB1-177A-6710-C5E6BF65D2DF}"/>
              </a:ext>
            </a:extLst>
          </p:cNvPr>
          <p:cNvSpPr/>
          <p:nvPr/>
        </p:nvSpPr>
        <p:spPr>
          <a:xfrm>
            <a:off x="9906000" y="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 name="Rectangle 119">
            <a:extLst>
              <a:ext uri="{FF2B5EF4-FFF2-40B4-BE49-F238E27FC236}">
                <a16:creationId xmlns:a16="http://schemas.microsoft.com/office/drawing/2014/main" id="{30B5590F-1362-7C6E-9AEB-198065D34095}"/>
              </a:ext>
            </a:extLst>
          </p:cNvPr>
          <p:cNvSpPr/>
          <p:nvPr/>
        </p:nvSpPr>
        <p:spPr>
          <a:xfrm>
            <a:off x="9906000" y="762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 name="Rectangle 120">
            <a:extLst>
              <a:ext uri="{FF2B5EF4-FFF2-40B4-BE49-F238E27FC236}">
                <a16:creationId xmlns:a16="http://schemas.microsoft.com/office/drawing/2014/main" id="{AFAECB93-0961-FA2A-2C31-0105F15B6CCA}"/>
              </a:ext>
            </a:extLst>
          </p:cNvPr>
          <p:cNvSpPr/>
          <p:nvPr/>
        </p:nvSpPr>
        <p:spPr>
          <a:xfrm>
            <a:off x="9906000" y="1524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 name="Rectangle 121">
            <a:extLst>
              <a:ext uri="{FF2B5EF4-FFF2-40B4-BE49-F238E27FC236}">
                <a16:creationId xmlns:a16="http://schemas.microsoft.com/office/drawing/2014/main" id="{C94F3148-BEEE-3EC4-D59D-1A4C72D63B5E}"/>
              </a:ext>
            </a:extLst>
          </p:cNvPr>
          <p:cNvSpPr/>
          <p:nvPr/>
        </p:nvSpPr>
        <p:spPr>
          <a:xfrm>
            <a:off x="9906000" y="2286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 name="Rectangle 122">
            <a:extLst>
              <a:ext uri="{FF2B5EF4-FFF2-40B4-BE49-F238E27FC236}">
                <a16:creationId xmlns:a16="http://schemas.microsoft.com/office/drawing/2014/main" id="{EEF8E83D-B81C-37B6-AA11-C0CCBB2F6224}"/>
              </a:ext>
            </a:extLst>
          </p:cNvPr>
          <p:cNvSpPr/>
          <p:nvPr/>
        </p:nvSpPr>
        <p:spPr>
          <a:xfrm>
            <a:off x="9906000" y="3048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 name="Rectangle 123">
            <a:extLst>
              <a:ext uri="{FF2B5EF4-FFF2-40B4-BE49-F238E27FC236}">
                <a16:creationId xmlns:a16="http://schemas.microsoft.com/office/drawing/2014/main" id="{BF3484D3-C1FD-9607-FB14-EA739CA599B3}"/>
              </a:ext>
            </a:extLst>
          </p:cNvPr>
          <p:cNvSpPr/>
          <p:nvPr/>
        </p:nvSpPr>
        <p:spPr>
          <a:xfrm>
            <a:off x="9906000" y="3810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5" name="Rectangle 124">
            <a:extLst>
              <a:ext uri="{FF2B5EF4-FFF2-40B4-BE49-F238E27FC236}">
                <a16:creationId xmlns:a16="http://schemas.microsoft.com/office/drawing/2014/main" id="{E8D08AE0-010E-CF57-646A-82255D9B8512}"/>
              </a:ext>
            </a:extLst>
          </p:cNvPr>
          <p:cNvSpPr/>
          <p:nvPr/>
        </p:nvSpPr>
        <p:spPr>
          <a:xfrm>
            <a:off x="9906000" y="4572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6" name="Rectangle 125">
            <a:extLst>
              <a:ext uri="{FF2B5EF4-FFF2-40B4-BE49-F238E27FC236}">
                <a16:creationId xmlns:a16="http://schemas.microsoft.com/office/drawing/2014/main" id="{3D4FE8D7-4C06-472A-35B1-B00F5FDE38AB}"/>
              </a:ext>
            </a:extLst>
          </p:cNvPr>
          <p:cNvSpPr/>
          <p:nvPr/>
        </p:nvSpPr>
        <p:spPr>
          <a:xfrm>
            <a:off x="9906000" y="5334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7" name="Rectangle 126">
            <a:extLst>
              <a:ext uri="{FF2B5EF4-FFF2-40B4-BE49-F238E27FC236}">
                <a16:creationId xmlns:a16="http://schemas.microsoft.com/office/drawing/2014/main" id="{53D31C85-C086-DF33-1E7D-62390C6E7A89}"/>
              </a:ext>
            </a:extLst>
          </p:cNvPr>
          <p:cNvSpPr/>
          <p:nvPr/>
        </p:nvSpPr>
        <p:spPr>
          <a:xfrm>
            <a:off x="9906000" y="6096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8" name="Rectangle 127">
            <a:extLst>
              <a:ext uri="{FF2B5EF4-FFF2-40B4-BE49-F238E27FC236}">
                <a16:creationId xmlns:a16="http://schemas.microsoft.com/office/drawing/2014/main" id="{C2E861C2-E66E-7D34-1CBB-661D21FB2910}"/>
              </a:ext>
            </a:extLst>
          </p:cNvPr>
          <p:cNvSpPr/>
          <p:nvPr/>
        </p:nvSpPr>
        <p:spPr>
          <a:xfrm>
            <a:off x="10668000" y="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9" name="Rectangle 128">
            <a:extLst>
              <a:ext uri="{FF2B5EF4-FFF2-40B4-BE49-F238E27FC236}">
                <a16:creationId xmlns:a16="http://schemas.microsoft.com/office/drawing/2014/main" id="{D9C5718B-A211-8EB2-9D7D-97C2DD113F78}"/>
              </a:ext>
            </a:extLst>
          </p:cNvPr>
          <p:cNvSpPr/>
          <p:nvPr/>
        </p:nvSpPr>
        <p:spPr>
          <a:xfrm>
            <a:off x="10668000" y="762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0" name="Rectangle 129">
            <a:extLst>
              <a:ext uri="{FF2B5EF4-FFF2-40B4-BE49-F238E27FC236}">
                <a16:creationId xmlns:a16="http://schemas.microsoft.com/office/drawing/2014/main" id="{0EE771A9-0EE3-A2DF-2A91-F6FC7399908F}"/>
              </a:ext>
            </a:extLst>
          </p:cNvPr>
          <p:cNvSpPr/>
          <p:nvPr/>
        </p:nvSpPr>
        <p:spPr>
          <a:xfrm>
            <a:off x="10668000" y="1524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1" name="Rectangle 130">
            <a:extLst>
              <a:ext uri="{FF2B5EF4-FFF2-40B4-BE49-F238E27FC236}">
                <a16:creationId xmlns:a16="http://schemas.microsoft.com/office/drawing/2014/main" id="{4D198E42-495D-7451-08AB-D3FAF43FE036}"/>
              </a:ext>
            </a:extLst>
          </p:cNvPr>
          <p:cNvSpPr/>
          <p:nvPr/>
        </p:nvSpPr>
        <p:spPr>
          <a:xfrm>
            <a:off x="10668000" y="2286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2" name="Rectangle 131">
            <a:extLst>
              <a:ext uri="{FF2B5EF4-FFF2-40B4-BE49-F238E27FC236}">
                <a16:creationId xmlns:a16="http://schemas.microsoft.com/office/drawing/2014/main" id="{4B1C484F-F235-3896-13DB-21E3900DEA9C}"/>
              </a:ext>
            </a:extLst>
          </p:cNvPr>
          <p:cNvSpPr/>
          <p:nvPr/>
        </p:nvSpPr>
        <p:spPr>
          <a:xfrm>
            <a:off x="10668000" y="3048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3" name="Rectangle 132">
            <a:extLst>
              <a:ext uri="{FF2B5EF4-FFF2-40B4-BE49-F238E27FC236}">
                <a16:creationId xmlns:a16="http://schemas.microsoft.com/office/drawing/2014/main" id="{FDD1E9E8-C793-A28F-BDA5-8B09C1ADDB8D}"/>
              </a:ext>
            </a:extLst>
          </p:cNvPr>
          <p:cNvSpPr/>
          <p:nvPr/>
        </p:nvSpPr>
        <p:spPr>
          <a:xfrm>
            <a:off x="10668000" y="3810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4" name="Rectangle 133">
            <a:extLst>
              <a:ext uri="{FF2B5EF4-FFF2-40B4-BE49-F238E27FC236}">
                <a16:creationId xmlns:a16="http://schemas.microsoft.com/office/drawing/2014/main" id="{1D940499-25DF-4483-493B-79BEFA8F99AC}"/>
              </a:ext>
            </a:extLst>
          </p:cNvPr>
          <p:cNvSpPr/>
          <p:nvPr/>
        </p:nvSpPr>
        <p:spPr>
          <a:xfrm>
            <a:off x="10668000" y="4572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5" name="Rectangle 134">
            <a:extLst>
              <a:ext uri="{FF2B5EF4-FFF2-40B4-BE49-F238E27FC236}">
                <a16:creationId xmlns:a16="http://schemas.microsoft.com/office/drawing/2014/main" id="{53209707-D5DA-7853-86B0-9E8385E0BC4D}"/>
              </a:ext>
            </a:extLst>
          </p:cNvPr>
          <p:cNvSpPr/>
          <p:nvPr/>
        </p:nvSpPr>
        <p:spPr>
          <a:xfrm>
            <a:off x="10668000" y="5334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6" name="Rectangle 135">
            <a:extLst>
              <a:ext uri="{FF2B5EF4-FFF2-40B4-BE49-F238E27FC236}">
                <a16:creationId xmlns:a16="http://schemas.microsoft.com/office/drawing/2014/main" id="{677EC2D6-81F8-1ED2-D31B-419565528E67}"/>
              </a:ext>
            </a:extLst>
          </p:cNvPr>
          <p:cNvSpPr/>
          <p:nvPr/>
        </p:nvSpPr>
        <p:spPr>
          <a:xfrm>
            <a:off x="10668000" y="6096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7" name="Rectangle 136">
            <a:extLst>
              <a:ext uri="{FF2B5EF4-FFF2-40B4-BE49-F238E27FC236}">
                <a16:creationId xmlns:a16="http://schemas.microsoft.com/office/drawing/2014/main" id="{237A4A71-9C74-FDF6-89EB-AE665D7F64F2}"/>
              </a:ext>
            </a:extLst>
          </p:cNvPr>
          <p:cNvSpPr/>
          <p:nvPr/>
        </p:nvSpPr>
        <p:spPr>
          <a:xfrm>
            <a:off x="11430000" y="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8" name="Rectangle 137">
            <a:extLst>
              <a:ext uri="{FF2B5EF4-FFF2-40B4-BE49-F238E27FC236}">
                <a16:creationId xmlns:a16="http://schemas.microsoft.com/office/drawing/2014/main" id="{B24ABF8E-7266-1BB9-C7CF-EE927F80EEDE}"/>
              </a:ext>
            </a:extLst>
          </p:cNvPr>
          <p:cNvSpPr/>
          <p:nvPr/>
        </p:nvSpPr>
        <p:spPr>
          <a:xfrm>
            <a:off x="11430000" y="762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9" name="Rectangle 138">
            <a:extLst>
              <a:ext uri="{FF2B5EF4-FFF2-40B4-BE49-F238E27FC236}">
                <a16:creationId xmlns:a16="http://schemas.microsoft.com/office/drawing/2014/main" id="{86101E52-C436-703F-9286-F994D5328411}"/>
              </a:ext>
            </a:extLst>
          </p:cNvPr>
          <p:cNvSpPr/>
          <p:nvPr/>
        </p:nvSpPr>
        <p:spPr>
          <a:xfrm>
            <a:off x="11430000" y="1524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0" name="Rectangle 139">
            <a:extLst>
              <a:ext uri="{FF2B5EF4-FFF2-40B4-BE49-F238E27FC236}">
                <a16:creationId xmlns:a16="http://schemas.microsoft.com/office/drawing/2014/main" id="{FE7D833A-31EF-38C6-8C80-05B53D937073}"/>
              </a:ext>
            </a:extLst>
          </p:cNvPr>
          <p:cNvSpPr/>
          <p:nvPr/>
        </p:nvSpPr>
        <p:spPr>
          <a:xfrm>
            <a:off x="11430000" y="2286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1" name="Rectangle 140">
            <a:extLst>
              <a:ext uri="{FF2B5EF4-FFF2-40B4-BE49-F238E27FC236}">
                <a16:creationId xmlns:a16="http://schemas.microsoft.com/office/drawing/2014/main" id="{F91256C5-C642-54E9-AA7A-F0F33B9D16E7}"/>
              </a:ext>
            </a:extLst>
          </p:cNvPr>
          <p:cNvSpPr/>
          <p:nvPr/>
        </p:nvSpPr>
        <p:spPr>
          <a:xfrm>
            <a:off x="11430000" y="3048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2" name="Rectangle 141">
            <a:extLst>
              <a:ext uri="{FF2B5EF4-FFF2-40B4-BE49-F238E27FC236}">
                <a16:creationId xmlns:a16="http://schemas.microsoft.com/office/drawing/2014/main" id="{AE1C382B-98DC-119D-B84C-907BFDA1AC1B}"/>
              </a:ext>
            </a:extLst>
          </p:cNvPr>
          <p:cNvSpPr/>
          <p:nvPr/>
        </p:nvSpPr>
        <p:spPr>
          <a:xfrm>
            <a:off x="11430000" y="3810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3" name="Rectangle 142">
            <a:extLst>
              <a:ext uri="{FF2B5EF4-FFF2-40B4-BE49-F238E27FC236}">
                <a16:creationId xmlns:a16="http://schemas.microsoft.com/office/drawing/2014/main" id="{4913211B-18E0-28B3-6A5E-F55CAC3D4EED}"/>
              </a:ext>
            </a:extLst>
          </p:cNvPr>
          <p:cNvSpPr/>
          <p:nvPr/>
        </p:nvSpPr>
        <p:spPr>
          <a:xfrm>
            <a:off x="11430000" y="4572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4" name="Rectangle 143">
            <a:extLst>
              <a:ext uri="{FF2B5EF4-FFF2-40B4-BE49-F238E27FC236}">
                <a16:creationId xmlns:a16="http://schemas.microsoft.com/office/drawing/2014/main" id="{6B2D7EA2-5B1D-CB52-C319-57D82502C32B}"/>
              </a:ext>
            </a:extLst>
          </p:cNvPr>
          <p:cNvSpPr/>
          <p:nvPr/>
        </p:nvSpPr>
        <p:spPr>
          <a:xfrm>
            <a:off x="11430000" y="5334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5" name="Rectangle 144">
            <a:extLst>
              <a:ext uri="{FF2B5EF4-FFF2-40B4-BE49-F238E27FC236}">
                <a16:creationId xmlns:a16="http://schemas.microsoft.com/office/drawing/2014/main" id="{0020D118-EA0B-5589-ECFD-02F15BA382F2}"/>
              </a:ext>
            </a:extLst>
          </p:cNvPr>
          <p:cNvSpPr/>
          <p:nvPr/>
        </p:nvSpPr>
        <p:spPr>
          <a:xfrm>
            <a:off x="11430000" y="6096000"/>
            <a:ext cx="762000" cy="76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23876292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xit" presetSubtype="32" fill="hold" grpId="0" nodeType="clickEffect">
                                  <p:stCondLst>
                                    <p:cond delay="0"/>
                                  </p:stCondLst>
                                  <p:childTnLst>
                                    <p:anim calcmode="lin" valueType="num">
                                      <p:cBhvr>
                                        <p:cTn id="6" dur="500"/>
                                        <p:tgtEl>
                                          <p:spTgt spid="2"/>
                                        </p:tgtEl>
                                        <p:attrNameLst>
                                          <p:attrName>ppt_w</p:attrName>
                                        </p:attrNameLst>
                                      </p:cBhvr>
                                      <p:tavLst>
                                        <p:tav tm="0">
                                          <p:val>
                                            <p:strVal val="ppt_w"/>
                                          </p:val>
                                        </p:tav>
                                        <p:tav tm="100000">
                                          <p:val>
                                            <p:fltVal val="0"/>
                                          </p:val>
                                        </p:tav>
                                      </p:tavLst>
                                    </p:anim>
                                    <p:anim calcmode="lin" valueType="num">
                                      <p:cBhvr>
                                        <p:cTn id="7" dur="500"/>
                                        <p:tgtEl>
                                          <p:spTgt spid="2"/>
                                        </p:tgtEl>
                                        <p:attrNameLst>
                                          <p:attrName>ppt_h</p:attrName>
                                        </p:attrNameLst>
                                      </p:cBhvr>
                                      <p:tavLst>
                                        <p:tav tm="0">
                                          <p:val>
                                            <p:strVal val="ppt_h"/>
                                          </p:val>
                                        </p:tav>
                                        <p:tav tm="100000">
                                          <p:val>
                                            <p:fltVal val="0"/>
                                          </p:val>
                                        </p:tav>
                                      </p:tavLst>
                                    </p:anim>
                                    <p:set>
                                      <p:cBhvr>
                                        <p:cTn id="8" dur="1" fill="hold">
                                          <p:stCondLst>
                                            <p:cond delay="499"/>
                                          </p:stCondLst>
                                        </p:cTn>
                                        <p:tgtEl>
                                          <p:spTgt spid="2"/>
                                        </p:tgtEl>
                                        <p:attrNameLst>
                                          <p:attrName>style.visibility</p:attrName>
                                        </p:attrNameLst>
                                      </p:cBhvr>
                                      <p:to>
                                        <p:strVal val="hidden"/>
                                      </p:to>
                                    </p:set>
                                  </p:childTnLst>
                                </p:cTn>
                              </p:par>
                              <p:par>
                                <p:cTn id="9" presetID="23" presetClass="exit" presetSubtype="32" fill="hold" grpId="0" nodeType="withEffect">
                                  <p:stCondLst>
                                    <p:cond delay="10"/>
                                  </p:stCondLst>
                                  <p:childTnLst>
                                    <p:anim calcmode="lin" valueType="num">
                                      <p:cBhvr>
                                        <p:cTn id="10" dur="500"/>
                                        <p:tgtEl>
                                          <p:spTgt spid="3"/>
                                        </p:tgtEl>
                                        <p:attrNameLst>
                                          <p:attrName>ppt_w</p:attrName>
                                        </p:attrNameLst>
                                      </p:cBhvr>
                                      <p:tavLst>
                                        <p:tav tm="0">
                                          <p:val>
                                            <p:strVal val="ppt_w"/>
                                          </p:val>
                                        </p:tav>
                                        <p:tav tm="100000">
                                          <p:val>
                                            <p:fltVal val="0"/>
                                          </p:val>
                                        </p:tav>
                                      </p:tavLst>
                                    </p:anim>
                                    <p:anim calcmode="lin" valueType="num">
                                      <p:cBhvr>
                                        <p:cTn id="11" dur="500"/>
                                        <p:tgtEl>
                                          <p:spTgt spid="3"/>
                                        </p:tgtEl>
                                        <p:attrNameLst>
                                          <p:attrName>ppt_h</p:attrName>
                                        </p:attrNameLst>
                                      </p:cBhvr>
                                      <p:tavLst>
                                        <p:tav tm="0">
                                          <p:val>
                                            <p:strVal val="ppt_h"/>
                                          </p:val>
                                        </p:tav>
                                        <p:tav tm="100000">
                                          <p:val>
                                            <p:fltVal val="0"/>
                                          </p:val>
                                        </p:tav>
                                      </p:tavLst>
                                    </p:anim>
                                    <p:set>
                                      <p:cBhvr>
                                        <p:cTn id="12" dur="1" fill="hold">
                                          <p:stCondLst>
                                            <p:cond delay="499"/>
                                          </p:stCondLst>
                                        </p:cTn>
                                        <p:tgtEl>
                                          <p:spTgt spid="3"/>
                                        </p:tgtEl>
                                        <p:attrNameLst>
                                          <p:attrName>style.visibility</p:attrName>
                                        </p:attrNameLst>
                                      </p:cBhvr>
                                      <p:to>
                                        <p:strVal val="hidden"/>
                                      </p:to>
                                    </p:set>
                                  </p:childTnLst>
                                </p:cTn>
                              </p:par>
                              <p:par>
                                <p:cTn id="13" presetID="23" presetClass="exit" presetSubtype="32" fill="hold" grpId="0" nodeType="withEffect">
                                  <p:stCondLst>
                                    <p:cond delay="20"/>
                                  </p:stCondLst>
                                  <p:childTnLst>
                                    <p:anim calcmode="lin" valueType="num">
                                      <p:cBhvr>
                                        <p:cTn id="14" dur="500"/>
                                        <p:tgtEl>
                                          <p:spTgt spid="4"/>
                                        </p:tgtEl>
                                        <p:attrNameLst>
                                          <p:attrName>ppt_w</p:attrName>
                                        </p:attrNameLst>
                                      </p:cBhvr>
                                      <p:tavLst>
                                        <p:tav tm="0">
                                          <p:val>
                                            <p:strVal val="ppt_w"/>
                                          </p:val>
                                        </p:tav>
                                        <p:tav tm="100000">
                                          <p:val>
                                            <p:fltVal val="0"/>
                                          </p:val>
                                        </p:tav>
                                      </p:tavLst>
                                    </p:anim>
                                    <p:anim calcmode="lin" valueType="num">
                                      <p:cBhvr>
                                        <p:cTn id="15" dur="500"/>
                                        <p:tgtEl>
                                          <p:spTgt spid="4"/>
                                        </p:tgtEl>
                                        <p:attrNameLst>
                                          <p:attrName>ppt_h</p:attrName>
                                        </p:attrNameLst>
                                      </p:cBhvr>
                                      <p:tavLst>
                                        <p:tav tm="0">
                                          <p:val>
                                            <p:strVal val="ppt_h"/>
                                          </p:val>
                                        </p:tav>
                                        <p:tav tm="100000">
                                          <p:val>
                                            <p:fltVal val="0"/>
                                          </p:val>
                                        </p:tav>
                                      </p:tavLst>
                                    </p:anim>
                                    <p:set>
                                      <p:cBhvr>
                                        <p:cTn id="16" dur="1" fill="hold">
                                          <p:stCondLst>
                                            <p:cond delay="499"/>
                                          </p:stCondLst>
                                        </p:cTn>
                                        <p:tgtEl>
                                          <p:spTgt spid="4"/>
                                        </p:tgtEl>
                                        <p:attrNameLst>
                                          <p:attrName>style.visibility</p:attrName>
                                        </p:attrNameLst>
                                      </p:cBhvr>
                                      <p:to>
                                        <p:strVal val="hidden"/>
                                      </p:to>
                                    </p:set>
                                  </p:childTnLst>
                                </p:cTn>
                              </p:par>
                              <p:par>
                                <p:cTn id="17" presetID="23" presetClass="exit" presetSubtype="32" fill="hold" grpId="0" nodeType="withEffect">
                                  <p:stCondLst>
                                    <p:cond delay="30"/>
                                  </p:stCondLst>
                                  <p:childTnLst>
                                    <p:anim calcmode="lin" valueType="num">
                                      <p:cBhvr>
                                        <p:cTn id="18" dur="500"/>
                                        <p:tgtEl>
                                          <p:spTgt spid="5"/>
                                        </p:tgtEl>
                                        <p:attrNameLst>
                                          <p:attrName>ppt_w</p:attrName>
                                        </p:attrNameLst>
                                      </p:cBhvr>
                                      <p:tavLst>
                                        <p:tav tm="0">
                                          <p:val>
                                            <p:strVal val="ppt_w"/>
                                          </p:val>
                                        </p:tav>
                                        <p:tav tm="100000">
                                          <p:val>
                                            <p:fltVal val="0"/>
                                          </p:val>
                                        </p:tav>
                                      </p:tavLst>
                                    </p:anim>
                                    <p:anim calcmode="lin" valueType="num">
                                      <p:cBhvr>
                                        <p:cTn id="19" dur="500"/>
                                        <p:tgtEl>
                                          <p:spTgt spid="5"/>
                                        </p:tgtEl>
                                        <p:attrNameLst>
                                          <p:attrName>ppt_h</p:attrName>
                                        </p:attrNameLst>
                                      </p:cBhvr>
                                      <p:tavLst>
                                        <p:tav tm="0">
                                          <p:val>
                                            <p:strVal val="ppt_h"/>
                                          </p:val>
                                        </p:tav>
                                        <p:tav tm="100000">
                                          <p:val>
                                            <p:fltVal val="0"/>
                                          </p:val>
                                        </p:tav>
                                      </p:tavLst>
                                    </p:anim>
                                    <p:set>
                                      <p:cBhvr>
                                        <p:cTn id="20" dur="1" fill="hold">
                                          <p:stCondLst>
                                            <p:cond delay="499"/>
                                          </p:stCondLst>
                                        </p:cTn>
                                        <p:tgtEl>
                                          <p:spTgt spid="5"/>
                                        </p:tgtEl>
                                        <p:attrNameLst>
                                          <p:attrName>style.visibility</p:attrName>
                                        </p:attrNameLst>
                                      </p:cBhvr>
                                      <p:to>
                                        <p:strVal val="hidden"/>
                                      </p:to>
                                    </p:set>
                                  </p:childTnLst>
                                </p:cTn>
                              </p:par>
                              <p:par>
                                <p:cTn id="21" presetID="23" presetClass="exit" presetSubtype="32" fill="hold" grpId="0" nodeType="withEffect">
                                  <p:stCondLst>
                                    <p:cond delay="40"/>
                                  </p:stCondLst>
                                  <p:childTnLst>
                                    <p:anim calcmode="lin" valueType="num">
                                      <p:cBhvr>
                                        <p:cTn id="22" dur="500"/>
                                        <p:tgtEl>
                                          <p:spTgt spid="6"/>
                                        </p:tgtEl>
                                        <p:attrNameLst>
                                          <p:attrName>ppt_w</p:attrName>
                                        </p:attrNameLst>
                                      </p:cBhvr>
                                      <p:tavLst>
                                        <p:tav tm="0">
                                          <p:val>
                                            <p:strVal val="ppt_w"/>
                                          </p:val>
                                        </p:tav>
                                        <p:tav tm="100000">
                                          <p:val>
                                            <p:fltVal val="0"/>
                                          </p:val>
                                        </p:tav>
                                      </p:tavLst>
                                    </p:anim>
                                    <p:anim calcmode="lin" valueType="num">
                                      <p:cBhvr>
                                        <p:cTn id="23" dur="500"/>
                                        <p:tgtEl>
                                          <p:spTgt spid="6"/>
                                        </p:tgtEl>
                                        <p:attrNameLst>
                                          <p:attrName>ppt_h</p:attrName>
                                        </p:attrNameLst>
                                      </p:cBhvr>
                                      <p:tavLst>
                                        <p:tav tm="0">
                                          <p:val>
                                            <p:strVal val="ppt_h"/>
                                          </p:val>
                                        </p:tav>
                                        <p:tav tm="100000">
                                          <p:val>
                                            <p:fltVal val="0"/>
                                          </p:val>
                                        </p:tav>
                                      </p:tavLst>
                                    </p:anim>
                                    <p:set>
                                      <p:cBhvr>
                                        <p:cTn id="24" dur="1" fill="hold">
                                          <p:stCondLst>
                                            <p:cond delay="499"/>
                                          </p:stCondLst>
                                        </p:cTn>
                                        <p:tgtEl>
                                          <p:spTgt spid="6"/>
                                        </p:tgtEl>
                                        <p:attrNameLst>
                                          <p:attrName>style.visibility</p:attrName>
                                        </p:attrNameLst>
                                      </p:cBhvr>
                                      <p:to>
                                        <p:strVal val="hidden"/>
                                      </p:to>
                                    </p:set>
                                  </p:childTnLst>
                                </p:cTn>
                              </p:par>
                              <p:par>
                                <p:cTn id="25" presetID="23" presetClass="exit" presetSubtype="32" fill="hold" grpId="0" nodeType="withEffect">
                                  <p:stCondLst>
                                    <p:cond delay="50"/>
                                  </p:stCondLst>
                                  <p:childTnLst>
                                    <p:anim calcmode="lin" valueType="num">
                                      <p:cBhvr>
                                        <p:cTn id="26" dur="500"/>
                                        <p:tgtEl>
                                          <p:spTgt spid="7"/>
                                        </p:tgtEl>
                                        <p:attrNameLst>
                                          <p:attrName>ppt_w</p:attrName>
                                        </p:attrNameLst>
                                      </p:cBhvr>
                                      <p:tavLst>
                                        <p:tav tm="0">
                                          <p:val>
                                            <p:strVal val="ppt_w"/>
                                          </p:val>
                                        </p:tav>
                                        <p:tav tm="100000">
                                          <p:val>
                                            <p:fltVal val="0"/>
                                          </p:val>
                                        </p:tav>
                                      </p:tavLst>
                                    </p:anim>
                                    <p:anim calcmode="lin" valueType="num">
                                      <p:cBhvr>
                                        <p:cTn id="27" dur="500"/>
                                        <p:tgtEl>
                                          <p:spTgt spid="7"/>
                                        </p:tgtEl>
                                        <p:attrNameLst>
                                          <p:attrName>ppt_h</p:attrName>
                                        </p:attrNameLst>
                                      </p:cBhvr>
                                      <p:tavLst>
                                        <p:tav tm="0">
                                          <p:val>
                                            <p:strVal val="ppt_h"/>
                                          </p:val>
                                        </p:tav>
                                        <p:tav tm="100000">
                                          <p:val>
                                            <p:fltVal val="0"/>
                                          </p:val>
                                        </p:tav>
                                      </p:tavLst>
                                    </p:anim>
                                    <p:set>
                                      <p:cBhvr>
                                        <p:cTn id="28" dur="1" fill="hold">
                                          <p:stCondLst>
                                            <p:cond delay="499"/>
                                          </p:stCondLst>
                                        </p:cTn>
                                        <p:tgtEl>
                                          <p:spTgt spid="7"/>
                                        </p:tgtEl>
                                        <p:attrNameLst>
                                          <p:attrName>style.visibility</p:attrName>
                                        </p:attrNameLst>
                                      </p:cBhvr>
                                      <p:to>
                                        <p:strVal val="hidden"/>
                                      </p:to>
                                    </p:set>
                                  </p:childTnLst>
                                </p:cTn>
                              </p:par>
                              <p:par>
                                <p:cTn id="29" presetID="23" presetClass="exit" presetSubtype="32" fill="hold" grpId="0" nodeType="withEffect">
                                  <p:stCondLst>
                                    <p:cond delay="60"/>
                                  </p:stCondLst>
                                  <p:childTnLst>
                                    <p:anim calcmode="lin" valueType="num">
                                      <p:cBhvr>
                                        <p:cTn id="30" dur="500"/>
                                        <p:tgtEl>
                                          <p:spTgt spid="8"/>
                                        </p:tgtEl>
                                        <p:attrNameLst>
                                          <p:attrName>ppt_w</p:attrName>
                                        </p:attrNameLst>
                                      </p:cBhvr>
                                      <p:tavLst>
                                        <p:tav tm="0">
                                          <p:val>
                                            <p:strVal val="ppt_w"/>
                                          </p:val>
                                        </p:tav>
                                        <p:tav tm="100000">
                                          <p:val>
                                            <p:fltVal val="0"/>
                                          </p:val>
                                        </p:tav>
                                      </p:tavLst>
                                    </p:anim>
                                    <p:anim calcmode="lin" valueType="num">
                                      <p:cBhvr>
                                        <p:cTn id="31" dur="500"/>
                                        <p:tgtEl>
                                          <p:spTgt spid="8"/>
                                        </p:tgtEl>
                                        <p:attrNameLst>
                                          <p:attrName>ppt_h</p:attrName>
                                        </p:attrNameLst>
                                      </p:cBhvr>
                                      <p:tavLst>
                                        <p:tav tm="0">
                                          <p:val>
                                            <p:strVal val="ppt_h"/>
                                          </p:val>
                                        </p:tav>
                                        <p:tav tm="100000">
                                          <p:val>
                                            <p:fltVal val="0"/>
                                          </p:val>
                                        </p:tav>
                                      </p:tavLst>
                                    </p:anim>
                                    <p:set>
                                      <p:cBhvr>
                                        <p:cTn id="32" dur="1" fill="hold">
                                          <p:stCondLst>
                                            <p:cond delay="499"/>
                                          </p:stCondLst>
                                        </p:cTn>
                                        <p:tgtEl>
                                          <p:spTgt spid="8"/>
                                        </p:tgtEl>
                                        <p:attrNameLst>
                                          <p:attrName>style.visibility</p:attrName>
                                        </p:attrNameLst>
                                      </p:cBhvr>
                                      <p:to>
                                        <p:strVal val="hidden"/>
                                      </p:to>
                                    </p:set>
                                  </p:childTnLst>
                                </p:cTn>
                              </p:par>
                              <p:par>
                                <p:cTn id="33" presetID="23" presetClass="exit" presetSubtype="32" fill="hold" grpId="0" nodeType="withEffect">
                                  <p:stCondLst>
                                    <p:cond delay="70"/>
                                  </p:stCondLst>
                                  <p:childTnLst>
                                    <p:anim calcmode="lin" valueType="num">
                                      <p:cBhvr>
                                        <p:cTn id="34" dur="500"/>
                                        <p:tgtEl>
                                          <p:spTgt spid="9"/>
                                        </p:tgtEl>
                                        <p:attrNameLst>
                                          <p:attrName>ppt_w</p:attrName>
                                        </p:attrNameLst>
                                      </p:cBhvr>
                                      <p:tavLst>
                                        <p:tav tm="0">
                                          <p:val>
                                            <p:strVal val="ppt_w"/>
                                          </p:val>
                                        </p:tav>
                                        <p:tav tm="100000">
                                          <p:val>
                                            <p:fltVal val="0"/>
                                          </p:val>
                                        </p:tav>
                                      </p:tavLst>
                                    </p:anim>
                                    <p:anim calcmode="lin" valueType="num">
                                      <p:cBhvr>
                                        <p:cTn id="35" dur="500"/>
                                        <p:tgtEl>
                                          <p:spTgt spid="9"/>
                                        </p:tgtEl>
                                        <p:attrNameLst>
                                          <p:attrName>ppt_h</p:attrName>
                                        </p:attrNameLst>
                                      </p:cBhvr>
                                      <p:tavLst>
                                        <p:tav tm="0">
                                          <p:val>
                                            <p:strVal val="ppt_h"/>
                                          </p:val>
                                        </p:tav>
                                        <p:tav tm="100000">
                                          <p:val>
                                            <p:fltVal val="0"/>
                                          </p:val>
                                        </p:tav>
                                      </p:tavLst>
                                    </p:anim>
                                    <p:set>
                                      <p:cBhvr>
                                        <p:cTn id="36" dur="1" fill="hold">
                                          <p:stCondLst>
                                            <p:cond delay="499"/>
                                          </p:stCondLst>
                                        </p:cTn>
                                        <p:tgtEl>
                                          <p:spTgt spid="9"/>
                                        </p:tgtEl>
                                        <p:attrNameLst>
                                          <p:attrName>style.visibility</p:attrName>
                                        </p:attrNameLst>
                                      </p:cBhvr>
                                      <p:to>
                                        <p:strVal val="hidden"/>
                                      </p:to>
                                    </p:set>
                                  </p:childTnLst>
                                </p:cTn>
                              </p:par>
                              <p:par>
                                <p:cTn id="37" presetID="23" presetClass="exit" presetSubtype="32" fill="hold" grpId="0" nodeType="withEffect">
                                  <p:stCondLst>
                                    <p:cond delay="80"/>
                                  </p:stCondLst>
                                  <p:childTnLst>
                                    <p:anim calcmode="lin" valueType="num">
                                      <p:cBhvr>
                                        <p:cTn id="38" dur="500"/>
                                        <p:tgtEl>
                                          <p:spTgt spid="10"/>
                                        </p:tgtEl>
                                        <p:attrNameLst>
                                          <p:attrName>ppt_w</p:attrName>
                                        </p:attrNameLst>
                                      </p:cBhvr>
                                      <p:tavLst>
                                        <p:tav tm="0">
                                          <p:val>
                                            <p:strVal val="ppt_w"/>
                                          </p:val>
                                        </p:tav>
                                        <p:tav tm="100000">
                                          <p:val>
                                            <p:fltVal val="0"/>
                                          </p:val>
                                        </p:tav>
                                      </p:tavLst>
                                    </p:anim>
                                    <p:anim calcmode="lin" valueType="num">
                                      <p:cBhvr>
                                        <p:cTn id="39" dur="500"/>
                                        <p:tgtEl>
                                          <p:spTgt spid="10"/>
                                        </p:tgtEl>
                                        <p:attrNameLst>
                                          <p:attrName>ppt_h</p:attrName>
                                        </p:attrNameLst>
                                      </p:cBhvr>
                                      <p:tavLst>
                                        <p:tav tm="0">
                                          <p:val>
                                            <p:strVal val="ppt_h"/>
                                          </p:val>
                                        </p:tav>
                                        <p:tav tm="100000">
                                          <p:val>
                                            <p:fltVal val="0"/>
                                          </p:val>
                                        </p:tav>
                                      </p:tavLst>
                                    </p:anim>
                                    <p:set>
                                      <p:cBhvr>
                                        <p:cTn id="40" dur="1" fill="hold">
                                          <p:stCondLst>
                                            <p:cond delay="499"/>
                                          </p:stCondLst>
                                        </p:cTn>
                                        <p:tgtEl>
                                          <p:spTgt spid="10"/>
                                        </p:tgtEl>
                                        <p:attrNameLst>
                                          <p:attrName>style.visibility</p:attrName>
                                        </p:attrNameLst>
                                      </p:cBhvr>
                                      <p:to>
                                        <p:strVal val="hidden"/>
                                      </p:to>
                                    </p:set>
                                  </p:childTnLst>
                                </p:cTn>
                              </p:par>
                              <p:par>
                                <p:cTn id="41" presetID="23" presetClass="exit" presetSubtype="32" fill="hold" grpId="0" nodeType="withEffect">
                                  <p:stCondLst>
                                    <p:cond delay="10"/>
                                  </p:stCondLst>
                                  <p:childTnLst>
                                    <p:anim calcmode="lin" valueType="num">
                                      <p:cBhvr>
                                        <p:cTn id="42" dur="500"/>
                                        <p:tgtEl>
                                          <p:spTgt spid="11"/>
                                        </p:tgtEl>
                                        <p:attrNameLst>
                                          <p:attrName>ppt_w</p:attrName>
                                        </p:attrNameLst>
                                      </p:cBhvr>
                                      <p:tavLst>
                                        <p:tav tm="0">
                                          <p:val>
                                            <p:strVal val="ppt_w"/>
                                          </p:val>
                                        </p:tav>
                                        <p:tav tm="100000">
                                          <p:val>
                                            <p:fltVal val="0"/>
                                          </p:val>
                                        </p:tav>
                                      </p:tavLst>
                                    </p:anim>
                                    <p:anim calcmode="lin" valueType="num">
                                      <p:cBhvr>
                                        <p:cTn id="43" dur="500"/>
                                        <p:tgtEl>
                                          <p:spTgt spid="11"/>
                                        </p:tgtEl>
                                        <p:attrNameLst>
                                          <p:attrName>ppt_h</p:attrName>
                                        </p:attrNameLst>
                                      </p:cBhvr>
                                      <p:tavLst>
                                        <p:tav tm="0">
                                          <p:val>
                                            <p:strVal val="ppt_h"/>
                                          </p:val>
                                        </p:tav>
                                        <p:tav tm="100000">
                                          <p:val>
                                            <p:fltVal val="0"/>
                                          </p:val>
                                        </p:tav>
                                      </p:tavLst>
                                    </p:anim>
                                    <p:set>
                                      <p:cBhvr>
                                        <p:cTn id="44" dur="1" fill="hold">
                                          <p:stCondLst>
                                            <p:cond delay="499"/>
                                          </p:stCondLst>
                                        </p:cTn>
                                        <p:tgtEl>
                                          <p:spTgt spid="11"/>
                                        </p:tgtEl>
                                        <p:attrNameLst>
                                          <p:attrName>style.visibility</p:attrName>
                                        </p:attrNameLst>
                                      </p:cBhvr>
                                      <p:to>
                                        <p:strVal val="hidden"/>
                                      </p:to>
                                    </p:set>
                                  </p:childTnLst>
                                </p:cTn>
                              </p:par>
                              <p:par>
                                <p:cTn id="45" presetID="23" presetClass="exit" presetSubtype="32" fill="hold" grpId="0" nodeType="withEffect">
                                  <p:stCondLst>
                                    <p:cond delay="20"/>
                                  </p:stCondLst>
                                  <p:childTnLst>
                                    <p:anim calcmode="lin" valueType="num">
                                      <p:cBhvr>
                                        <p:cTn id="46" dur="500"/>
                                        <p:tgtEl>
                                          <p:spTgt spid="12"/>
                                        </p:tgtEl>
                                        <p:attrNameLst>
                                          <p:attrName>ppt_w</p:attrName>
                                        </p:attrNameLst>
                                      </p:cBhvr>
                                      <p:tavLst>
                                        <p:tav tm="0">
                                          <p:val>
                                            <p:strVal val="ppt_w"/>
                                          </p:val>
                                        </p:tav>
                                        <p:tav tm="100000">
                                          <p:val>
                                            <p:fltVal val="0"/>
                                          </p:val>
                                        </p:tav>
                                      </p:tavLst>
                                    </p:anim>
                                    <p:anim calcmode="lin" valueType="num">
                                      <p:cBhvr>
                                        <p:cTn id="47" dur="500"/>
                                        <p:tgtEl>
                                          <p:spTgt spid="12"/>
                                        </p:tgtEl>
                                        <p:attrNameLst>
                                          <p:attrName>ppt_h</p:attrName>
                                        </p:attrNameLst>
                                      </p:cBhvr>
                                      <p:tavLst>
                                        <p:tav tm="0">
                                          <p:val>
                                            <p:strVal val="ppt_h"/>
                                          </p:val>
                                        </p:tav>
                                        <p:tav tm="100000">
                                          <p:val>
                                            <p:fltVal val="0"/>
                                          </p:val>
                                        </p:tav>
                                      </p:tavLst>
                                    </p:anim>
                                    <p:set>
                                      <p:cBhvr>
                                        <p:cTn id="48" dur="1" fill="hold">
                                          <p:stCondLst>
                                            <p:cond delay="499"/>
                                          </p:stCondLst>
                                        </p:cTn>
                                        <p:tgtEl>
                                          <p:spTgt spid="12"/>
                                        </p:tgtEl>
                                        <p:attrNameLst>
                                          <p:attrName>style.visibility</p:attrName>
                                        </p:attrNameLst>
                                      </p:cBhvr>
                                      <p:to>
                                        <p:strVal val="hidden"/>
                                      </p:to>
                                    </p:set>
                                  </p:childTnLst>
                                </p:cTn>
                              </p:par>
                              <p:par>
                                <p:cTn id="49" presetID="23" presetClass="exit" presetSubtype="32" fill="hold" grpId="0" nodeType="withEffect">
                                  <p:stCondLst>
                                    <p:cond delay="30"/>
                                  </p:stCondLst>
                                  <p:childTnLst>
                                    <p:anim calcmode="lin" valueType="num">
                                      <p:cBhvr>
                                        <p:cTn id="50" dur="500"/>
                                        <p:tgtEl>
                                          <p:spTgt spid="13"/>
                                        </p:tgtEl>
                                        <p:attrNameLst>
                                          <p:attrName>ppt_w</p:attrName>
                                        </p:attrNameLst>
                                      </p:cBhvr>
                                      <p:tavLst>
                                        <p:tav tm="0">
                                          <p:val>
                                            <p:strVal val="ppt_w"/>
                                          </p:val>
                                        </p:tav>
                                        <p:tav tm="100000">
                                          <p:val>
                                            <p:fltVal val="0"/>
                                          </p:val>
                                        </p:tav>
                                      </p:tavLst>
                                    </p:anim>
                                    <p:anim calcmode="lin" valueType="num">
                                      <p:cBhvr>
                                        <p:cTn id="51" dur="500"/>
                                        <p:tgtEl>
                                          <p:spTgt spid="13"/>
                                        </p:tgtEl>
                                        <p:attrNameLst>
                                          <p:attrName>ppt_h</p:attrName>
                                        </p:attrNameLst>
                                      </p:cBhvr>
                                      <p:tavLst>
                                        <p:tav tm="0">
                                          <p:val>
                                            <p:strVal val="ppt_h"/>
                                          </p:val>
                                        </p:tav>
                                        <p:tav tm="100000">
                                          <p:val>
                                            <p:fltVal val="0"/>
                                          </p:val>
                                        </p:tav>
                                      </p:tavLst>
                                    </p:anim>
                                    <p:set>
                                      <p:cBhvr>
                                        <p:cTn id="52" dur="1" fill="hold">
                                          <p:stCondLst>
                                            <p:cond delay="499"/>
                                          </p:stCondLst>
                                        </p:cTn>
                                        <p:tgtEl>
                                          <p:spTgt spid="13"/>
                                        </p:tgtEl>
                                        <p:attrNameLst>
                                          <p:attrName>style.visibility</p:attrName>
                                        </p:attrNameLst>
                                      </p:cBhvr>
                                      <p:to>
                                        <p:strVal val="hidden"/>
                                      </p:to>
                                    </p:set>
                                  </p:childTnLst>
                                </p:cTn>
                              </p:par>
                              <p:par>
                                <p:cTn id="53" presetID="23" presetClass="exit" presetSubtype="32" fill="hold" grpId="0" nodeType="withEffect">
                                  <p:stCondLst>
                                    <p:cond delay="40"/>
                                  </p:stCondLst>
                                  <p:childTnLst>
                                    <p:anim calcmode="lin" valueType="num">
                                      <p:cBhvr>
                                        <p:cTn id="54" dur="500"/>
                                        <p:tgtEl>
                                          <p:spTgt spid="14"/>
                                        </p:tgtEl>
                                        <p:attrNameLst>
                                          <p:attrName>ppt_w</p:attrName>
                                        </p:attrNameLst>
                                      </p:cBhvr>
                                      <p:tavLst>
                                        <p:tav tm="0">
                                          <p:val>
                                            <p:strVal val="ppt_w"/>
                                          </p:val>
                                        </p:tav>
                                        <p:tav tm="100000">
                                          <p:val>
                                            <p:fltVal val="0"/>
                                          </p:val>
                                        </p:tav>
                                      </p:tavLst>
                                    </p:anim>
                                    <p:anim calcmode="lin" valueType="num">
                                      <p:cBhvr>
                                        <p:cTn id="55" dur="500"/>
                                        <p:tgtEl>
                                          <p:spTgt spid="14"/>
                                        </p:tgtEl>
                                        <p:attrNameLst>
                                          <p:attrName>ppt_h</p:attrName>
                                        </p:attrNameLst>
                                      </p:cBhvr>
                                      <p:tavLst>
                                        <p:tav tm="0">
                                          <p:val>
                                            <p:strVal val="ppt_h"/>
                                          </p:val>
                                        </p:tav>
                                        <p:tav tm="100000">
                                          <p:val>
                                            <p:fltVal val="0"/>
                                          </p:val>
                                        </p:tav>
                                      </p:tavLst>
                                    </p:anim>
                                    <p:set>
                                      <p:cBhvr>
                                        <p:cTn id="56" dur="1" fill="hold">
                                          <p:stCondLst>
                                            <p:cond delay="499"/>
                                          </p:stCondLst>
                                        </p:cTn>
                                        <p:tgtEl>
                                          <p:spTgt spid="14"/>
                                        </p:tgtEl>
                                        <p:attrNameLst>
                                          <p:attrName>style.visibility</p:attrName>
                                        </p:attrNameLst>
                                      </p:cBhvr>
                                      <p:to>
                                        <p:strVal val="hidden"/>
                                      </p:to>
                                    </p:set>
                                  </p:childTnLst>
                                </p:cTn>
                              </p:par>
                              <p:par>
                                <p:cTn id="57" presetID="23" presetClass="exit" presetSubtype="32" fill="hold" grpId="0" nodeType="withEffect">
                                  <p:stCondLst>
                                    <p:cond delay="50"/>
                                  </p:stCondLst>
                                  <p:childTnLst>
                                    <p:anim calcmode="lin" valueType="num">
                                      <p:cBhvr>
                                        <p:cTn id="58" dur="500"/>
                                        <p:tgtEl>
                                          <p:spTgt spid="15"/>
                                        </p:tgtEl>
                                        <p:attrNameLst>
                                          <p:attrName>ppt_w</p:attrName>
                                        </p:attrNameLst>
                                      </p:cBhvr>
                                      <p:tavLst>
                                        <p:tav tm="0">
                                          <p:val>
                                            <p:strVal val="ppt_w"/>
                                          </p:val>
                                        </p:tav>
                                        <p:tav tm="100000">
                                          <p:val>
                                            <p:fltVal val="0"/>
                                          </p:val>
                                        </p:tav>
                                      </p:tavLst>
                                    </p:anim>
                                    <p:anim calcmode="lin" valueType="num">
                                      <p:cBhvr>
                                        <p:cTn id="59" dur="500"/>
                                        <p:tgtEl>
                                          <p:spTgt spid="15"/>
                                        </p:tgtEl>
                                        <p:attrNameLst>
                                          <p:attrName>ppt_h</p:attrName>
                                        </p:attrNameLst>
                                      </p:cBhvr>
                                      <p:tavLst>
                                        <p:tav tm="0">
                                          <p:val>
                                            <p:strVal val="ppt_h"/>
                                          </p:val>
                                        </p:tav>
                                        <p:tav tm="100000">
                                          <p:val>
                                            <p:fltVal val="0"/>
                                          </p:val>
                                        </p:tav>
                                      </p:tavLst>
                                    </p:anim>
                                    <p:set>
                                      <p:cBhvr>
                                        <p:cTn id="60" dur="1" fill="hold">
                                          <p:stCondLst>
                                            <p:cond delay="499"/>
                                          </p:stCondLst>
                                        </p:cTn>
                                        <p:tgtEl>
                                          <p:spTgt spid="15"/>
                                        </p:tgtEl>
                                        <p:attrNameLst>
                                          <p:attrName>style.visibility</p:attrName>
                                        </p:attrNameLst>
                                      </p:cBhvr>
                                      <p:to>
                                        <p:strVal val="hidden"/>
                                      </p:to>
                                    </p:set>
                                  </p:childTnLst>
                                </p:cTn>
                              </p:par>
                              <p:par>
                                <p:cTn id="61" presetID="23" presetClass="exit" presetSubtype="32" fill="hold" grpId="0" nodeType="withEffect">
                                  <p:stCondLst>
                                    <p:cond delay="60"/>
                                  </p:stCondLst>
                                  <p:childTnLst>
                                    <p:anim calcmode="lin" valueType="num">
                                      <p:cBhvr>
                                        <p:cTn id="62" dur="500"/>
                                        <p:tgtEl>
                                          <p:spTgt spid="16"/>
                                        </p:tgtEl>
                                        <p:attrNameLst>
                                          <p:attrName>ppt_w</p:attrName>
                                        </p:attrNameLst>
                                      </p:cBhvr>
                                      <p:tavLst>
                                        <p:tav tm="0">
                                          <p:val>
                                            <p:strVal val="ppt_w"/>
                                          </p:val>
                                        </p:tav>
                                        <p:tav tm="100000">
                                          <p:val>
                                            <p:fltVal val="0"/>
                                          </p:val>
                                        </p:tav>
                                      </p:tavLst>
                                    </p:anim>
                                    <p:anim calcmode="lin" valueType="num">
                                      <p:cBhvr>
                                        <p:cTn id="63" dur="500"/>
                                        <p:tgtEl>
                                          <p:spTgt spid="16"/>
                                        </p:tgtEl>
                                        <p:attrNameLst>
                                          <p:attrName>ppt_h</p:attrName>
                                        </p:attrNameLst>
                                      </p:cBhvr>
                                      <p:tavLst>
                                        <p:tav tm="0">
                                          <p:val>
                                            <p:strVal val="ppt_h"/>
                                          </p:val>
                                        </p:tav>
                                        <p:tav tm="100000">
                                          <p:val>
                                            <p:fltVal val="0"/>
                                          </p:val>
                                        </p:tav>
                                      </p:tavLst>
                                    </p:anim>
                                    <p:set>
                                      <p:cBhvr>
                                        <p:cTn id="64" dur="1" fill="hold">
                                          <p:stCondLst>
                                            <p:cond delay="499"/>
                                          </p:stCondLst>
                                        </p:cTn>
                                        <p:tgtEl>
                                          <p:spTgt spid="16"/>
                                        </p:tgtEl>
                                        <p:attrNameLst>
                                          <p:attrName>style.visibility</p:attrName>
                                        </p:attrNameLst>
                                      </p:cBhvr>
                                      <p:to>
                                        <p:strVal val="hidden"/>
                                      </p:to>
                                    </p:set>
                                  </p:childTnLst>
                                </p:cTn>
                              </p:par>
                              <p:par>
                                <p:cTn id="65" presetID="23" presetClass="exit" presetSubtype="32" fill="hold" grpId="0" nodeType="withEffect">
                                  <p:stCondLst>
                                    <p:cond delay="70"/>
                                  </p:stCondLst>
                                  <p:childTnLst>
                                    <p:anim calcmode="lin" valueType="num">
                                      <p:cBhvr>
                                        <p:cTn id="66" dur="500"/>
                                        <p:tgtEl>
                                          <p:spTgt spid="17"/>
                                        </p:tgtEl>
                                        <p:attrNameLst>
                                          <p:attrName>ppt_w</p:attrName>
                                        </p:attrNameLst>
                                      </p:cBhvr>
                                      <p:tavLst>
                                        <p:tav tm="0">
                                          <p:val>
                                            <p:strVal val="ppt_w"/>
                                          </p:val>
                                        </p:tav>
                                        <p:tav tm="100000">
                                          <p:val>
                                            <p:fltVal val="0"/>
                                          </p:val>
                                        </p:tav>
                                      </p:tavLst>
                                    </p:anim>
                                    <p:anim calcmode="lin" valueType="num">
                                      <p:cBhvr>
                                        <p:cTn id="67" dur="500"/>
                                        <p:tgtEl>
                                          <p:spTgt spid="17"/>
                                        </p:tgtEl>
                                        <p:attrNameLst>
                                          <p:attrName>ppt_h</p:attrName>
                                        </p:attrNameLst>
                                      </p:cBhvr>
                                      <p:tavLst>
                                        <p:tav tm="0">
                                          <p:val>
                                            <p:strVal val="ppt_h"/>
                                          </p:val>
                                        </p:tav>
                                        <p:tav tm="100000">
                                          <p:val>
                                            <p:fltVal val="0"/>
                                          </p:val>
                                        </p:tav>
                                      </p:tavLst>
                                    </p:anim>
                                    <p:set>
                                      <p:cBhvr>
                                        <p:cTn id="68" dur="1" fill="hold">
                                          <p:stCondLst>
                                            <p:cond delay="499"/>
                                          </p:stCondLst>
                                        </p:cTn>
                                        <p:tgtEl>
                                          <p:spTgt spid="17"/>
                                        </p:tgtEl>
                                        <p:attrNameLst>
                                          <p:attrName>style.visibility</p:attrName>
                                        </p:attrNameLst>
                                      </p:cBhvr>
                                      <p:to>
                                        <p:strVal val="hidden"/>
                                      </p:to>
                                    </p:set>
                                  </p:childTnLst>
                                </p:cTn>
                              </p:par>
                              <p:par>
                                <p:cTn id="69" presetID="23" presetClass="exit" presetSubtype="32" fill="hold" grpId="0" nodeType="withEffect">
                                  <p:stCondLst>
                                    <p:cond delay="80"/>
                                  </p:stCondLst>
                                  <p:childTnLst>
                                    <p:anim calcmode="lin" valueType="num">
                                      <p:cBhvr>
                                        <p:cTn id="70" dur="500"/>
                                        <p:tgtEl>
                                          <p:spTgt spid="18"/>
                                        </p:tgtEl>
                                        <p:attrNameLst>
                                          <p:attrName>ppt_w</p:attrName>
                                        </p:attrNameLst>
                                      </p:cBhvr>
                                      <p:tavLst>
                                        <p:tav tm="0">
                                          <p:val>
                                            <p:strVal val="ppt_w"/>
                                          </p:val>
                                        </p:tav>
                                        <p:tav tm="100000">
                                          <p:val>
                                            <p:fltVal val="0"/>
                                          </p:val>
                                        </p:tav>
                                      </p:tavLst>
                                    </p:anim>
                                    <p:anim calcmode="lin" valueType="num">
                                      <p:cBhvr>
                                        <p:cTn id="71" dur="500"/>
                                        <p:tgtEl>
                                          <p:spTgt spid="18"/>
                                        </p:tgtEl>
                                        <p:attrNameLst>
                                          <p:attrName>ppt_h</p:attrName>
                                        </p:attrNameLst>
                                      </p:cBhvr>
                                      <p:tavLst>
                                        <p:tav tm="0">
                                          <p:val>
                                            <p:strVal val="ppt_h"/>
                                          </p:val>
                                        </p:tav>
                                        <p:tav tm="100000">
                                          <p:val>
                                            <p:fltVal val="0"/>
                                          </p:val>
                                        </p:tav>
                                      </p:tavLst>
                                    </p:anim>
                                    <p:set>
                                      <p:cBhvr>
                                        <p:cTn id="72" dur="1" fill="hold">
                                          <p:stCondLst>
                                            <p:cond delay="499"/>
                                          </p:stCondLst>
                                        </p:cTn>
                                        <p:tgtEl>
                                          <p:spTgt spid="18"/>
                                        </p:tgtEl>
                                        <p:attrNameLst>
                                          <p:attrName>style.visibility</p:attrName>
                                        </p:attrNameLst>
                                      </p:cBhvr>
                                      <p:to>
                                        <p:strVal val="hidden"/>
                                      </p:to>
                                    </p:set>
                                  </p:childTnLst>
                                </p:cTn>
                              </p:par>
                              <p:par>
                                <p:cTn id="73" presetID="23" presetClass="exit" presetSubtype="32" fill="hold" grpId="0" nodeType="withEffect">
                                  <p:stCondLst>
                                    <p:cond delay="90"/>
                                  </p:stCondLst>
                                  <p:childTnLst>
                                    <p:anim calcmode="lin" valueType="num">
                                      <p:cBhvr>
                                        <p:cTn id="74" dur="500"/>
                                        <p:tgtEl>
                                          <p:spTgt spid="19"/>
                                        </p:tgtEl>
                                        <p:attrNameLst>
                                          <p:attrName>ppt_w</p:attrName>
                                        </p:attrNameLst>
                                      </p:cBhvr>
                                      <p:tavLst>
                                        <p:tav tm="0">
                                          <p:val>
                                            <p:strVal val="ppt_w"/>
                                          </p:val>
                                        </p:tav>
                                        <p:tav tm="100000">
                                          <p:val>
                                            <p:fltVal val="0"/>
                                          </p:val>
                                        </p:tav>
                                      </p:tavLst>
                                    </p:anim>
                                    <p:anim calcmode="lin" valueType="num">
                                      <p:cBhvr>
                                        <p:cTn id="75" dur="500"/>
                                        <p:tgtEl>
                                          <p:spTgt spid="19"/>
                                        </p:tgtEl>
                                        <p:attrNameLst>
                                          <p:attrName>ppt_h</p:attrName>
                                        </p:attrNameLst>
                                      </p:cBhvr>
                                      <p:tavLst>
                                        <p:tav tm="0">
                                          <p:val>
                                            <p:strVal val="ppt_h"/>
                                          </p:val>
                                        </p:tav>
                                        <p:tav tm="100000">
                                          <p:val>
                                            <p:fltVal val="0"/>
                                          </p:val>
                                        </p:tav>
                                      </p:tavLst>
                                    </p:anim>
                                    <p:set>
                                      <p:cBhvr>
                                        <p:cTn id="76" dur="1" fill="hold">
                                          <p:stCondLst>
                                            <p:cond delay="499"/>
                                          </p:stCondLst>
                                        </p:cTn>
                                        <p:tgtEl>
                                          <p:spTgt spid="19"/>
                                        </p:tgtEl>
                                        <p:attrNameLst>
                                          <p:attrName>style.visibility</p:attrName>
                                        </p:attrNameLst>
                                      </p:cBhvr>
                                      <p:to>
                                        <p:strVal val="hidden"/>
                                      </p:to>
                                    </p:set>
                                  </p:childTnLst>
                                </p:cTn>
                              </p:par>
                              <p:par>
                                <p:cTn id="77" presetID="23" presetClass="exit" presetSubtype="32" fill="hold" grpId="0" nodeType="withEffect">
                                  <p:stCondLst>
                                    <p:cond delay="20"/>
                                  </p:stCondLst>
                                  <p:childTnLst>
                                    <p:anim calcmode="lin" valueType="num">
                                      <p:cBhvr>
                                        <p:cTn id="78" dur="500"/>
                                        <p:tgtEl>
                                          <p:spTgt spid="20"/>
                                        </p:tgtEl>
                                        <p:attrNameLst>
                                          <p:attrName>ppt_w</p:attrName>
                                        </p:attrNameLst>
                                      </p:cBhvr>
                                      <p:tavLst>
                                        <p:tav tm="0">
                                          <p:val>
                                            <p:strVal val="ppt_w"/>
                                          </p:val>
                                        </p:tav>
                                        <p:tav tm="100000">
                                          <p:val>
                                            <p:fltVal val="0"/>
                                          </p:val>
                                        </p:tav>
                                      </p:tavLst>
                                    </p:anim>
                                    <p:anim calcmode="lin" valueType="num">
                                      <p:cBhvr>
                                        <p:cTn id="79" dur="500"/>
                                        <p:tgtEl>
                                          <p:spTgt spid="20"/>
                                        </p:tgtEl>
                                        <p:attrNameLst>
                                          <p:attrName>ppt_h</p:attrName>
                                        </p:attrNameLst>
                                      </p:cBhvr>
                                      <p:tavLst>
                                        <p:tav tm="0">
                                          <p:val>
                                            <p:strVal val="ppt_h"/>
                                          </p:val>
                                        </p:tav>
                                        <p:tav tm="100000">
                                          <p:val>
                                            <p:fltVal val="0"/>
                                          </p:val>
                                        </p:tav>
                                      </p:tavLst>
                                    </p:anim>
                                    <p:set>
                                      <p:cBhvr>
                                        <p:cTn id="80" dur="1" fill="hold">
                                          <p:stCondLst>
                                            <p:cond delay="499"/>
                                          </p:stCondLst>
                                        </p:cTn>
                                        <p:tgtEl>
                                          <p:spTgt spid="20"/>
                                        </p:tgtEl>
                                        <p:attrNameLst>
                                          <p:attrName>style.visibility</p:attrName>
                                        </p:attrNameLst>
                                      </p:cBhvr>
                                      <p:to>
                                        <p:strVal val="hidden"/>
                                      </p:to>
                                    </p:set>
                                  </p:childTnLst>
                                </p:cTn>
                              </p:par>
                              <p:par>
                                <p:cTn id="81" presetID="23" presetClass="exit" presetSubtype="32" fill="hold" grpId="0" nodeType="withEffect">
                                  <p:stCondLst>
                                    <p:cond delay="30"/>
                                  </p:stCondLst>
                                  <p:childTnLst>
                                    <p:anim calcmode="lin" valueType="num">
                                      <p:cBhvr>
                                        <p:cTn id="82" dur="500"/>
                                        <p:tgtEl>
                                          <p:spTgt spid="21"/>
                                        </p:tgtEl>
                                        <p:attrNameLst>
                                          <p:attrName>ppt_w</p:attrName>
                                        </p:attrNameLst>
                                      </p:cBhvr>
                                      <p:tavLst>
                                        <p:tav tm="0">
                                          <p:val>
                                            <p:strVal val="ppt_w"/>
                                          </p:val>
                                        </p:tav>
                                        <p:tav tm="100000">
                                          <p:val>
                                            <p:fltVal val="0"/>
                                          </p:val>
                                        </p:tav>
                                      </p:tavLst>
                                    </p:anim>
                                    <p:anim calcmode="lin" valueType="num">
                                      <p:cBhvr>
                                        <p:cTn id="83" dur="500"/>
                                        <p:tgtEl>
                                          <p:spTgt spid="21"/>
                                        </p:tgtEl>
                                        <p:attrNameLst>
                                          <p:attrName>ppt_h</p:attrName>
                                        </p:attrNameLst>
                                      </p:cBhvr>
                                      <p:tavLst>
                                        <p:tav tm="0">
                                          <p:val>
                                            <p:strVal val="ppt_h"/>
                                          </p:val>
                                        </p:tav>
                                        <p:tav tm="100000">
                                          <p:val>
                                            <p:fltVal val="0"/>
                                          </p:val>
                                        </p:tav>
                                      </p:tavLst>
                                    </p:anim>
                                    <p:set>
                                      <p:cBhvr>
                                        <p:cTn id="84" dur="1" fill="hold">
                                          <p:stCondLst>
                                            <p:cond delay="499"/>
                                          </p:stCondLst>
                                        </p:cTn>
                                        <p:tgtEl>
                                          <p:spTgt spid="21"/>
                                        </p:tgtEl>
                                        <p:attrNameLst>
                                          <p:attrName>style.visibility</p:attrName>
                                        </p:attrNameLst>
                                      </p:cBhvr>
                                      <p:to>
                                        <p:strVal val="hidden"/>
                                      </p:to>
                                    </p:set>
                                  </p:childTnLst>
                                </p:cTn>
                              </p:par>
                              <p:par>
                                <p:cTn id="85" presetID="23" presetClass="exit" presetSubtype="32" fill="hold" grpId="0" nodeType="withEffect">
                                  <p:stCondLst>
                                    <p:cond delay="40"/>
                                  </p:stCondLst>
                                  <p:childTnLst>
                                    <p:anim calcmode="lin" valueType="num">
                                      <p:cBhvr>
                                        <p:cTn id="86" dur="500"/>
                                        <p:tgtEl>
                                          <p:spTgt spid="22"/>
                                        </p:tgtEl>
                                        <p:attrNameLst>
                                          <p:attrName>ppt_w</p:attrName>
                                        </p:attrNameLst>
                                      </p:cBhvr>
                                      <p:tavLst>
                                        <p:tav tm="0">
                                          <p:val>
                                            <p:strVal val="ppt_w"/>
                                          </p:val>
                                        </p:tav>
                                        <p:tav tm="100000">
                                          <p:val>
                                            <p:fltVal val="0"/>
                                          </p:val>
                                        </p:tav>
                                      </p:tavLst>
                                    </p:anim>
                                    <p:anim calcmode="lin" valueType="num">
                                      <p:cBhvr>
                                        <p:cTn id="87" dur="500"/>
                                        <p:tgtEl>
                                          <p:spTgt spid="22"/>
                                        </p:tgtEl>
                                        <p:attrNameLst>
                                          <p:attrName>ppt_h</p:attrName>
                                        </p:attrNameLst>
                                      </p:cBhvr>
                                      <p:tavLst>
                                        <p:tav tm="0">
                                          <p:val>
                                            <p:strVal val="ppt_h"/>
                                          </p:val>
                                        </p:tav>
                                        <p:tav tm="100000">
                                          <p:val>
                                            <p:fltVal val="0"/>
                                          </p:val>
                                        </p:tav>
                                      </p:tavLst>
                                    </p:anim>
                                    <p:set>
                                      <p:cBhvr>
                                        <p:cTn id="88" dur="1" fill="hold">
                                          <p:stCondLst>
                                            <p:cond delay="499"/>
                                          </p:stCondLst>
                                        </p:cTn>
                                        <p:tgtEl>
                                          <p:spTgt spid="22"/>
                                        </p:tgtEl>
                                        <p:attrNameLst>
                                          <p:attrName>style.visibility</p:attrName>
                                        </p:attrNameLst>
                                      </p:cBhvr>
                                      <p:to>
                                        <p:strVal val="hidden"/>
                                      </p:to>
                                    </p:set>
                                  </p:childTnLst>
                                </p:cTn>
                              </p:par>
                              <p:par>
                                <p:cTn id="89" presetID="23" presetClass="exit" presetSubtype="32" fill="hold" grpId="0" nodeType="withEffect">
                                  <p:stCondLst>
                                    <p:cond delay="50"/>
                                  </p:stCondLst>
                                  <p:childTnLst>
                                    <p:anim calcmode="lin" valueType="num">
                                      <p:cBhvr>
                                        <p:cTn id="90" dur="500"/>
                                        <p:tgtEl>
                                          <p:spTgt spid="23"/>
                                        </p:tgtEl>
                                        <p:attrNameLst>
                                          <p:attrName>ppt_w</p:attrName>
                                        </p:attrNameLst>
                                      </p:cBhvr>
                                      <p:tavLst>
                                        <p:tav tm="0">
                                          <p:val>
                                            <p:strVal val="ppt_w"/>
                                          </p:val>
                                        </p:tav>
                                        <p:tav tm="100000">
                                          <p:val>
                                            <p:fltVal val="0"/>
                                          </p:val>
                                        </p:tav>
                                      </p:tavLst>
                                    </p:anim>
                                    <p:anim calcmode="lin" valueType="num">
                                      <p:cBhvr>
                                        <p:cTn id="91" dur="500"/>
                                        <p:tgtEl>
                                          <p:spTgt spid="23"/>
                                        </p:tgtEl>
                                        <p:attrNameLst>
                                          <p:attrName>ppt_h</p:attrName>
                                        </p:attrNameLst>
                                      </p:cBhvr>
                                      <p:tavLst>
                                        <p:tav tm="0">
                                          <p:val>
                                            <p:strVal val="ppt_h"/>
                                          </p:val>
                                        </p:tav>
                                        <p:tav tm="100000">
                                          <p:val>
                                            <p:fltVal val="0"/>
                                          </p:val>
                                        </p:tav>
                                      </p:tavLst>
                                    </p:anim>
                                    <p:set>
                                      <p:cBhvr>
                                        <p:cTn id="92" dur="1" fill="hold">
                                          <p:stCondLst>
                                            <p:cond delay="499"/>
                                          </p:stCondLst>
                                        </p:cTn>
                                        <p:tgtEl>
                                          <p:spTgt spid="23"/>
                                        </p:tgtEl>
                                        <p:attrNameLst>
                                          <p:attrName>style.visibility</p:attrName>
                                        </p:attrNameLst>
                                      </p:cBhvr>
                                      <p:to>
                                        <p:strVal val="hidden"/>
                                      </p:to>
                                    </p:set>
                                  </p:childTnLst>
                                </p:cTn>
                              </p:par>
                              <p:par>
                                <p:cTn id="93" presetID="23" presetClass="exit" presetSubtype="32" fill="hold" grpId="0" nodeType="withEffect">
                                  <p:stCondLst>
                                    <p:cond delay="60"/>
                                  </p:stCondLst>
                                  <p:childTnLst>
                                    <p:anim calcmode="lin" valueType="num">
                                      <p:cBhvr>
                                        <p:cTn id="94" dur="500"/>
                                        <p:tgtEl>
                                          <p:spTgt spid="24"/>
                                        </p:tgtEl>
                                        <p:attrNameLst>
                                          <p:attrName>ppt_w</p:attrName>
                                        </p:attrNameLst>
                                      </p:cBhvr>
                                      <p:tavLst>
                                        <p:tav tm="0">
                                          <p:val>
                                            <p:strVal val="ppt_w"/>
                                          </p:val>
                                        </p:tav>
                                        <p:tav tm="100000">
                                          <p:val>
                                            <p:fltVal val="0"/>
                                          </p:val>
                                        </p:tav>
                                      </p:tavLst>
                                    </p:anim>
                                    <p:anim calcmode="lin" valueType="num">
                                      <p:cBhvr>
                                        <p:cTn id="95" dur="500"/>
                                        <p:tgtEl>
                                          <p:spTgt spid="24"/>
                                        </p:tgtEl>
                                        <p:attrNameLst>
                                          <p:attrName>ppt_h</p:attrName>
                                        </p:attrNameLst>
                                      </p:cBhvr>
                                      <p:tavLst>
                                        <p:tav tm="0">
                                          <p:val>
                                            <p:strVal val="ppt_h"/>
                                          </p:val>
                                        </p:tav>
                                        <p:tav tm="100000">
                                          <p:val>
                                            <p:fltVal val="0"/>
                                          </p:val>
                                        </p:tav>
                                      </p:tavLst>
                                    </p:anim>
                                    <p:set>
                                      <p:cBhvr>
                                        <p:cTn id="96" dur="1" fill="hold">
                                          <p:stCondLst>
                                            <p:cond delay="499"/>
                                          </p:stCondLst>
                                        </p:cTn>
                                        <p:tgtEl>
                                          <p:spTgt spid="24"/>
                                        </p:tgtEl>
                                        <p:attrNameLst>
                                          <p:attrName>style.visibility</p:attrName>
                                        </p:attrNameLst>
                                      </p:cBhvr>
                                      <p:to>
                                        <p:strVal val="hidden"/>
                                      </p:to>
                                    </p:set>
                                  </p:childTnLst>
                                </p:cTn>
                              </p:par>
                              <p:par>
                                <p:cTn id="97" presetID="23" presetClass="exit" presetSubtype="32" fill="hold" grpId="0" nodeType="withEffect">
                                  <p:stCondLst>
                                    <p:cond delay="70"/>
                                  </p:stCondLst>
                                  <p:childTnLst>
                                    <p:anim calcmode="lin" valueType="num">
                                      <p:cBhvr>
                                        <p:cTn id="98" dur="500"/>
                                        <p:tgtEl>
                                          <p:spTgt spid="25"/>
                                        </p:tgtEl>
                                        <p:attrNameLst>
                                          <p:attrName>ppt_w</p:attrName>
                                        </p:attrNameLst>
                                      </p:cBhvr>
                                      <p:tavLst>
                                        <p:tav tm="0">
                                          <p:val>
                                            <p:strVal val="ppt_w"/>
                                          </p:val>
                                        </p:tav>
                                        <p:tav tm="100000">
                                          <p:val>
                                            <p:fltVal val="0"/>
                                          </p:val>
                                        </p:tav>
                                      </p:tavLst>
                                    </p:anim>
                                    <p:anim calcmode="lin" valueType="num">
                                      <p:cBhvr>
                                        <p:cTn id="99" dur="500"/>
                                        <p:tgtEl>
                                          <p:spTgt spid="25"/>
                                        </p:tgtEl>
                                        <p:attrNameLst>
                                          <p:attrName>ppt_h</p:attrName>
                                        </p:attrNameLst>
                                      </p:cBhvr>
                                      <p:tavLst>
                                        <p:tav tm="0">
                                          <p:val>
                                            <p:strVal val="ppt_h"/>
                                          </p:val>
                                        </p:tav>
                                        <p:tav tm="100000">
                                          <p:val>
                                            <p:fltVal val="0"/>
                                          </p:val>
                                        </p:tav>
                                      </p:tavLst>
                                    </p:anim>
                                    <p:set>
                                      <p:cBhvr>
                                        <p:cTn id="100" dur="1" fill="hold">
                                          <p:stCondLst>
                                            <p:cond delay="499"/>
                                          </p:stCondLst>
                                        </p:cTn>
                                        <p:tgtEl>
                                          <p:spTgt spid="25"/>
                                        </p:tgtEl>
                                        <p:attrNameLst>
                                          <p:attrName>style.visibility</p:attrName>
                                        </p:attrNameLst>
                                      </p:cBhvr>
                                      <p:to>
                                        <p:strVal val="hidden"/>
                                      </p:to>
                                    </p:set>
                                  </p:childTnLst>
                                </p:cTn>
                              </p:par>
                              <p:par>
                                <p:cTn id="101" presetID="23" presetClass="exit" presetSubtype="32" fill="hold" grpId="0" nodeType="withEffect">
                                  <p:stCondLst>
                                    <p:cond delay="80"/>
                                  </p:stCondLst>
                                  <p:childTnLst>
                                    <p:anim calcmode="lin" valueType="num">
                                      <p:cBhvr>
                                        <p:cTn id="102" dur="500"/>
                                        <p:tgtEl>
                                          <p:spTgt spid="26"/>
                                        </p:tgtEl>
                                        <p:attrNameLst>
                                          <p:attrName>ppt_w</p:attrName>
                                        </p:attrNameLst>
                                      </p:cBhvr>
                                      <p:tavLst>
                                        <p:tav tm="0">
                                          <p:val>
                                            <p:strVal val="ppt_w"/>
                                          </p:val>
                                        </p:tav>
                                        <p:tav tm="100000">
                                          <p:val>
                                            <p:fltVal val="0"/>
                                          </p:val>
                                        </p:tav>
                                      </p:tavLst>
                                    </p:anim>
                                    <p:anim calcmode="lin" valueType="num">
                                      <p:cBhvr>
                                        <p:cTn id="103" dur="500"/>
                                        <p:tgtEl>
                                          <p:spTgt spid="26"/>
                                        </p:tgtEl>
                                        <p:attrNameLst>
                                          <p:attrName>ppt_h</p:attrName>
                                        </p:attrNameLst>
                                      </p:cBhvr>
                                      <p:tavLst>
                                        <p:tav tm="0">
                                          <p:val>
                                            <p:strVal val="ppt_h"/>
                                          </p:val>
                                        </p:tav>
                                        <p:tav tm="100000">
                                          <p:val>
                                            <p:fltVal val="0"/>
                                          </p:val>
                                        </p:tav>
                                      </p:tavLst>
                                    </p:anim>
                                    <p:set>
                                      <p:cBhvr>
                                        <p:cTn id="104" dur="1" fill="hold">
                                          <p:stCondLst>
                                            <p:cond delay="499"/>
                                          </p:stCondLst>
                                        </p:cTn>
                                        <p:tgtEl>
                                          <p:spTgt spid="26"/>
                                        </p:tgtEl>
                                        <p:attrNameLst>
                                          <p:attrName>style.visibility</p:attrName>
                                        </p:attrNameLst>
                                      </p:cBhvr>
                                      <p:to>
                                        <p:strVal val="hidden"/>
                                      </p:to>
                                    </p:set>
                                  </p:childTnLst>
                                </p:cTn>
                              </p:par>
                              <p:par>
                                <p:cTn id="105" presetID="23" presetClass="exit" presetSubtype="32" fill="hold" grpId="0" nodeType="withEffect">
                                  <p:stCondLst>
                                    <p:cond delay="90"/>
                                  </p:stCondLst>
                                  <p:childTnLst>
                                    <p:anim calcmode="lin" valueType="num">
                                      <p:cBhvr>
                                        <p:cTn id="106" dur="500"/>
                                        <p:tgtEl>
                                          <p:spTgt spid="27"/>
                                        </p:tgtEl>
                                        <p:attrNameLst>
                                          <p:attrName>ppt_w</p:attrName>
                                        </p:attrNameLst>
                                      </p:cBhvr>
                                      <p:tavLst>
                                        <p:tav tm="0">
                                          <p:val>
                                            <p:strVal val="ppt_w"/>
                                          </p:val>
                                        </p:tav>
                                        <p:tav tm="100000">
                                          <p:val>
                                            <p:fltVal val="0"/>
                                          </p:val>
                                        </p:tav>
                                      </p:tavLst>
                                    </p:anim>
                                    <p:anim calcmode="lin" valueType="num">
                                      <p:cBhvr>
                                        <p:cTn id="107" dur="500"/>
                                        <p:tgtEl>
                                          <p:spTgt spid="27"/>
                                        </p:tgtEl>
                                        <p:attrNameLst>
                                          <p:attrName>ppt_h</p:attrName>
                                        </p:attrNameLst>
                                      </p:cBhvr>
                                      <p:tavLst>
                                        <p:tav tm="0">
                                          <p:val>
                                            <p:strVal val="ppt_h"/>
                                          </p:val>
                                        </p:tav>
                                        <p:tav tm="100000">
                                          <p:val>
                                            <p:fltVal val="0"/>
                                          </p:val>
                                        </p:tav>
                                      </p:tavLst>
                                    </p:anim>
                                    <p:set>
                                      <p:cBhvr>
                                        <p:cTn id="108" dur="1" fill="hold">
                                          <p:stCondLst>
                                            <p:cond delay="499"/>
                                          </p:stCondLst>
                                        </p:cTn>
                                        <p:tgtEl>
                                          <p:spTgt spid="27"/>
                                        </p:tgtEl>
                                        <p:attrNameLst>
                                          <p:attrName>style.visibility</p:attrName>
                                        </p:attrNameLst>
                                      </p:cBhvr>
                                      <p:to>
                                        <p:strVal val="hidden"/>
                                      </p:to>
                                    </p:set>
                                  </p:childTnLst>
                                </p:cTn>
                              </p:par>
                              <p:par>
                                <p:cTn id="109" presetID="23" presetClass="exit" presetSubtype="32" fill="hold" grpId="0" nodeType="withEffect">
                                  <p:stCondLst>
                                    <p:cond delay="100"/>
                                  </p:stCondLst>
                                  <p:childTnLst>
                                    <p:anim calcmode="lin" valueType="num">
                                      <p:cBhvr>
                                        <p:cTn id="110" dur="500"/>
                                        <p:tgtEl>
                                          <p:spTgt spid="28"/>
                                        </p:tgtEl>
                                        <p:attrNameLst>
                                          <p:attrName>ppt_w</p:attrName>
                                        </p:attrNameLst>
                                      </p:cBhvr>
                                      <p:tavLst>
                                        <p:tav tm="0">
                                          <p:val>
                                            <p:strVal val="ppt_w"/>
                                          </p:val>
                                        </p:tav>
                                        <p:tav tm="100000">
                                          <p:val>
                                            <p:fltVal val="0"/>
                                          </p:val>
                                        </p:tav>
                                      </p:tavLst>
                                    </p:anim>
                                    <p:anim calcmode="lin" valueType="num">
                                      <p:cBhvr>
                                        <p:cTn id="111" dur="500"/>
                                        <p:tgtEl>
                                          <p:spTgt spid="28"/>
                                        </p:tgtEl>
                                        <p:attrNameLst>
                                          <p:attrName>ppt_h</p:attrName>
                                        </p:attrNameLst>
                                      </p:cBhvr>
                                      <p:tavLst>
                                        <p:tav tm="0">
                                          <p:val>
                                            <p:strVal val="ppt_h"/>
                                          </p:val>
                                        </p:tav>
                                        <p:tav tm="100000">
                                          <p:val>
                                            <p:fltVal val="0"/>
                                          </p:val>
                                        </p:tav>
                                      </p:tavLst>
                                    </p:anim>
                                    <p:set>
                                      <p:cBhvr>
                                        <p:cTn id="112" dur="1" fill="hold">
                                          <p:stCondLst>
                                            <p:cond delay="499"/>
                                          </p:stCondLst>
                                        </p:cTn>
                                        <p:tgtEl>
                                          <p:spTgt spid="28"/>
                                        </p:tgtEl>
                                        <p:attrNameLst>
                                          <p:attrName>style.visibility</p:attrName>
                                        </p:attrNameLst>
                                      </p:cBhvr>
                                      <p:to>
                                        <p:strVal val="hidden"/>
                                      </p:to>
                                    </p:set>
                                  </p:childTnLst>
                                </p:cTn>
                              </p:par>
                              <p:par>
                                <p:cTn id="113" presetID="23" presetClass="exit" presetSubtype="32" fill="hold" grpId="0" nodeType="withEffect">
                                  <p:stCondLst>
                                    <p:cond delay="30"/>
                                  </p:stCondLst>
                                  <p:childTnLst>
                                    <p:anim calcmode="lin" valueType="num">
                                      <p:cBhvr>
                                        <p:cTn id="114" dur="500"/>
                                        <p:tgtEl>
                                          <p:spTgt spid="29"/>
                                        </p:tgtEl>
                                        <p:attrNameLst>
                                          <p:attrName>ppt_w</p:attrName>
                                        </p:attrNameLst>
                                      </p:cBhvr>
                                      <p:tavLst>
                                        <p:tav tm="0">
                                          <p:val>
                                            <p:strVal val="ppt_w"/>
                                          </p:val>
                                        </p:tav>
                                        <p:tav tm="100000">
                                          <p:val>
                                            <p:fltVal val="0"/>
                                          </p:val>
                                        </p:tav>
                                      </p:tavLst>
                                    </p:anim>
                                    <p:anim calcmode="lin" valueType="num">
                                      <p:cBhvr>
                                        <p:cTn id="115" dur="500"/>
                                        <p:tgtEl>
                                          <p:spTgt spid="29"/>
                                        </p:tgtEl>
                                        <p:attrNameLst>
                                          <p:attrName>ppt_h</p:attrName>
                                        </p:attrNameLst>
                                      </p:cBhvr>
                                      <p:tavLst>
                                        <p:tav tm="0">
                                          <p:val>
                                            <p:strVal val="ppt_h"/>
                                          </p:val>
                                        </p:tav>
                                        <p:tav tm="100000">
                                          <p:val>
                                            <p:fltVal val="0"/>
                                          </p:val>
                                        </p:tav>
                                      </p:tavLst>
                                    </p:anim>
                                    <p:set>
                                      <p:cBhvr>
                                        <p:cTn id="116" dur="1" fill="hold">
                                          <p:stCondLst>
                                            <p:cond delay="499"/>
                                          </p:stCondLst>
                                        </p:cTn>
                                        <p:tgtEl>
                                          <p:spTgt spid="29"/>
                                        </p:tgtEl>
                                        <p:attrNameLst>
                                          <p:attrName>style.visibility</p:attrName>
                                        </p:attrNameLst>
                                      </p:cBhvr>
                                      <p:to>
                                        <p:strVal val="hidden"/>
                                      </p:to>
                                    </p:set>
                                  </p:childTnLst>
                                </p:cTn>
                              </p:par>
                              <p:par>
                                <p:cTn id="117" presetID="23" presetClass="exit" presetSubtype="32" fill="hold" grpId="0" nodeType="withEffect">
                                  <p:stCondLst>
                                    <p:cond delay="40"/>
                                  </p:stCondLst>
                                  <p:childTnLst>
                                    <p:anim calcmode="lin" valueType="num">
                                      <p:cBhvr>
                                        <p:cTn id="118" dur="500"/>
                                        <p:tgtEl>
                                          <p:spTgt spid="30"/>
                                        </p:tgtEl>
                                        <p:attrNameLst>
                                          <p:attrName>ppt_w</p:attrName>
                                        </p:attrNameLst>
                                      </p:cBhvr>
                                      <p:tavLst>
                                        <p:tav tm="0">
                                          <p:val>
                                            <p:strVal val="ppt_w"/>
                                          </p:val>
                                        </p:tav>
                                        <p:tav tm="100000">
                                          <p:val>
                                            <p:fltVal val="0"/>
                                          </p:val>
                                        </p:tav>
                                      </p:tavLst>
                                    </p:anim>
                                    <p:anim calcmode="lin" valueType="num">
                                      <p:cBhvr>
                                        <p:cTn id="119" dur="500"/>
                                        <p:tgtEl>
                                          <p:spTgt spid="30"/>
                                        </p:tgtEl>
                                        <p:attrNameLst>
                                          <p:attrName>ppt_h</p:attrName>
                                        </p:attrNameLst>
                                      </p:cBhvr>
                                      <p:tavLst>
                                        <p:tav tm="0">
                                          <p:val>
                                            <p:strVal val="ppt_h"/>
                                          </p:val>
                                        </p:tav>
                                        <p:tav tm="100000">
                                          <p:val>
                                            <p:fltVal val="0"/>
                                          </p:val>
                                        </p:tav>
                                      </p:tavLst>
                                    </p:anim>
                                    <p:set>
                                      <p:cBhvr>
                                        <p:cTn id="120" dur="1" fill="hold">
                                          <p:stCondLst>
                                            <p:cond delay="499"/>
                                          </p:stCondLst>
                                        </p:cTn>
                                        <p:tgtEl>
                                          <p:spTgt spid="30"/>
                                        </p:tgtEl>
                                        <p:attrNameLst>
                                          <p:attrName>style.visibility</p:attrName>
                                        </p:attrNameLst>
                                      </p:cBhvr>
                                      <p:to>
                                        <p:strVal val="hidden"/>
                                      </p:to>
                                    </p:set>
                                  </p:childTnLst>
                                </p:cTn>
                              </p:par>
                              <p:par>
                                <p:cTn id="121" presetID="23" presetClass="exit" presetSubtype="32" fill="hold" grpId="0" nodeType="withEffect">
                                  <p:stCondLst>
                                    <p:cond delay="50"/>
                                  </p:stCondLst>
                                  <p:childTnLst>
                                    <p:anim calcmode="lin" valueType="num">
                                      <p:cBhvr>
                                        <p:cTn id="122" dur="500"/>
                                        <p:tgtEl>
                                          <p:spTgt spid="31"/>
                                        </p:tgtEl>
                                        <p:attrNameLst>
                                          <p:attrName>ppt_w</p:attrName>
                                        </p:attrNameLst>
                                      </p:cBhvr>
                                      <p:tavLst>
                                        <p:tav tm="0">
                                          <p:val>
                                            <p:strVal val="ppt_w"/>
                                          </p:val>
                                        </p:tav>
                                        <p:tav tm="100000">
                                          <p:val>
                                            <p:fltVal val="0"/>
                                          </p:val>
                                        </p:tav>
                                      </p:tavLst>
                                    </p:anim>
                                    <p:anim calcmode="lin" valueType="num">
                                      <p:cBhvr>
                                        <p:cTn id="123" dur="500"/>
                                        <p:tgtEl>
                                          <p:spTgt spid="31"/>
                                        </p:tgtEl>
                                        <p:attrNameLst>
                                          <p:attrName>ppt_h</p:attrName>
                                        </p:attrNameLst>
                                      </p:cBhvr>
                                      <p:tavLst>
                                        <p:tav tm="0">
                                          <p:val>
                                            <p:strVal val="ppt_h"/>
                                          </p:val>
                                        </p:tav>
                                        <p:tav tm="100000">
                                          <p:val>
                                            <p:fltVal val="0"/>
                                          </p:val>
                                        </p:tav>
                                      </p:tavLst>
                                    </p:anim>
                                    <p:set>
                                      <p:cBhvr>
                                        <p:cTn id="124" dur="1" fill="hold">
                                          <p:stCondLst>
                                            <p:cond delay="499"/>
                                          </p:stCondLst>
                                        </p:cTn>
                                        <p:tgtEl>
                                          <p:spTgt spid="31"/>
                                        </p:tgtEl>
                                        <p:attrNameLst>
                                          <p:attrName>style.visibility</p:attrName>
                                        </p:attrNameLst>
                                      </p:cBhvr>
                                      <p:to>
                                        <p:strVal val="hidden"/>
                                      </p:to>
                                    </p:set>
                                  </p:childTnLst>
                                </p:cTn>
                              </p:par>
                              <p:par>
                                <p:cTn id="125" presetID="23" presetClass="exit" presetSubtype="32" fill="hold" grpId="0" nodeType="withEffect">
                                  <p:stCondLst>
                                    <p:cond delay="60"/>
                                  </p:stCondLst>
                                  <p:childTnLst>
                                    <p:anim calcmode="lin" valueType="num">
                                      <p:cBhvr>
                                        <p:cTn id="126" dur="500"/>
                                        <p:tgtEl>
                                          <p:spTgt spid="32"/>
                                        </p:tgtEl>
                                        <p:attrNameLst>
                                          <p:attrName>ppt_w</p:attrName>
                                        </p:attrNameLst>
                                      </p:cBhvr>
                                      <p:tavLst>
                                        <p:tav tm="0">
                                          <p:val>
                                            <p:strVal val="ppt_w"/>
                                          </p:val>
                                        </p:tav>
                                        <p:tav tm="100000">
                                          <p:val>
                                            <p:fltVal val="0"/>
                                          </p:val>
                                        </p:tav>
                                      </p:tavLst>
                                    </p:anim>
                                    <p:anim calcmode="lin" valueType="num">
                                      <p:cBhvr>
                                        <p:cTn id="127" dur="500"/>
                                        <p:tgtEl>
                                          <p:spTgt spid="32"/>
                                        </p:tgtEl>
                                        <p:attrNameLst>
                                          <p:attrName>ppt_h</p:attrName>
                                        </p:attrNameLst>
                                      </p:cBhvr>
                                      <p:tavLst>
                                        <p:tav tm="0">
                                          <p:val>
                                            <p:strVal val="ppt_h"/>
                                          </p:val>
                                        </p:tav>
                                        <p:tav tm="100000">
                                          <p:val>
                                            <p:fltVal val="0"/>
                                          </p:val>
                                        </p:tav>
                                      </p:tavLst>
                                    </p:anim>
                                    <p:set>
                                      <p:cBhvr>
                                        <p:cTn id="128" dur="1" fill="hold">
                                          <p:stCondLst>
                                            <p:cond delay="499"/>
                                          </p:stCondLst>
                                        </p:cTn>
                                        <p:tgtEl>
                                          <p:spTgt spid="32"/>
                                        </p:tgtEl>
                                        <p:attrNameLst>
                                          <p:attrName>style.visibility</p:attrName>
                                        </p:attrNameLst>
                                      </p:cBhvr>
                                      <p:to>
                                        <p:strVal val="hidden"/>
                                      </p:to>
                                    </p:set>
                                  </p:childTnLst>
                                </p:cTn>
                              </p:par>
                              <p:par>
                                <p:cTn id="129" presetID="23" presetClass="exit" presetSubtype="32" fill="hold" grpId="0" nodeType="withEffect">
                                  <p:stCondLst>
                                    <p:cond delay="70"/>
                                  </p:stCondLst>
                                  <p:childTnLst>
                                    <p:anim calcmode="lin" valueType="num">
                                      <p:cBhvr>
                                        <p:cTn id="130" dur="500"/>
                                        <p:tgtEl>
                                          <p:spTgt spid="33"/>
                                        </p:tgtEl>
                                        <p:attrNameLst>
                                          <p:attrName>ppt_w</p:attrName>
                                        </p:attrNameLst>
                                      </p:cBhvr>
                                      <p:tavLst>
                                        <p:tav tm="0">
                                          <p:val>
                                            <p:strVal val="ppt_w"/>
                                          </p:val>
                                        </p:tav>
                                        <p:tav tm="100000">
                                          <p:val>
                                            <p:fltVal val="0"/>
                                          </p:val>
                                        </p:tav>
                                      </p:tavLst>
                                    </p:anim>
                                    <p:anim calcmode="lin" valueType="num">
                                      <p:cBhvr>
                                        <p:cTn id="131" dur="500"/>
                                        <p:tgtEl>
                                          <p:spTgt spid="33"/>
                                        </p:tgtEl>
                                        <p:attrNameLst>
                                          <p:attrName>ppt_h</p:attrName>
                                        </p:attrNameLst>
                                      </p:cBhvr>
                                      <p:tavLst>
                                        <p:tav tm="0">
                                          <p:val>
                                            <p:strVal val="ppt_h"/>
                                          </p:val>
                                        </p:tav>
                                        <p:tav tm="100000">
                                          <p:val>
                                            <p:fltVal val="0"/>
                                          </p:val>
                                        </p:tav>
                                      </p:tavLst>
                                    </p:anim>
                                    <p:set>
                                      <p:cBhvr>
                                        <p:cTn id="132" dur="1" fill="hold">
                                          <p:stCondLst>
                                            <p:cond delay="499"/>
                                          </p:stCondLst>
                                        </p:cTn>
                                        <p:tgtEl>
                                          <p:spTgt spid="33"/>
                                        </p:tgtEl>
                                        <p:attrNameLst>
                                          <p:attrName>style.visibility</p:attrName>
                                        </p:attrNameLst>
                                      </p:cBhvr>
                                      <p:to>
                                        <p:strVal val="hidden"/>
                                      </p:to>
                                    </p:set>
                                  </p:childTnLst>
                                </p:cTn>
                              </p:par>
                              <p:par>
                                <p:cTn id="133" presetID="23" presetClass="exit" presetSubtype="32" fill="hold" grpId="0" nodeType="withEffect">
                                  <p:stCondLst>
                                    <p:cond delay="80"/>
                                  </p:stCondLst>
                                  <p:childTnLst>
                                    <p:anim calcmode="lin" valueType="num">
                                      <p:cBhvr>
                                        <p:cTn id="134" dur="500"/>
                                        <p:tgtEl>
                                          <p:spTgt spid="34"/>
                                        </p:tgtEl>
                                        <p:attrNameLst>
                                          <p:attrName>ppt_w</p:attrName>
                                        </p:attrNameLst>
                                      </p:cBhvr>
                                      <p:tavLst>
                                        <p:tav tm="0">
                                          <p:val>
                                            <p:strVal val="ppt_w"/>
                                          </p:val>
                                        </p:tav>
                                        <p:tav tm="100000">
                                          <p:val>
                                            <p:fltVal val="0"/>
                                          </p:val>
                                        </p:tav>
                                      </p:tavLst>
                                    </p:anim>
                                    <p:anim calcmode="lin" valueType="num">
                                      <p:cBhvr>
                                        <p:cTn id="135" dur="500"/>
                                        <p:tgtEl>
                                          <p:spTgt spid="34"/>
                                        </p:tgtEl>
                                        <p:attrNameLst>
                                          <p:attrName>ppt_h</p:attrName>
                                        </p:attrNameLst>
                                      </p:cBhvr>
                                      <p:tavLst>
                                        <p:tav tm="0">
                                          <p:val>
                                            <p:strVal val="ppt_h"/>
                                          </p:val>
                                        </p:tav>
                                        <p:tav tm="100000">
                                          <p:val>
                                            <p:fltVal val="0"/>
                                          </p:val>
                                        </p:tav>
                                      </p:tavLst>
                                    </p:anim>
                                    <p:set>
                                      <p:cBhvr>
                                        <p:cTn id="136" dur="1" fill="hold">
                                          <p:stCondLst>
                                            <p:cond delay="499"/>
                                          </p:stCondLst>
                                        </p:cTn>
                                        <p:tgtEl>
                                          <p:spTgt spid="34"/>
                                        </p:tgtEl>
                                        <p:attrNameLst>
                                          <p:attrName>style.visibility</p:attrName>
                                        </p:attrNameLst>
                                      </p:cBhvr>
                                      <p:to>
                                        <p:strVal val="hidden"/>
                                      </p:to>
                                    </p:set>
                                  </p:childTnLst>
                                </p:cTn>
                              </p:par>
                              <p:par>
                                <p:cTn id="137" presetID="23" presetClass="exit" presetSubtype="32" fill="hold" grpId="0" nodeType="withEffect">
                                  <p:stCondLst>
                                    <p:cond delay="90"/>
                                  </p:stCondLst>
                                  <p:childTnLst>
                                    <p:anim calcmode="lin" valueType="num">
                                      <p:cBhvr>
                                        <p:cTn id="138" dur="500"/>
                                        <p:tgtEl>
                                          <p:spTgt spid="35"/>
                                        </p:tgtEl>
                                        <p:attrNameLst>
                                          <p:attrName>ppt_w</p:attrName>
                                        </p:attrNameLst>
                                      </p:cBhvr>
                                      <p:tavLst>
                                        <p:tav tm="0">
                                          <p:val>
                                            <p:strVal val="ppt_w"/>
                                          </p:val>
                                        </p:tav>
                                        <p:tav tm="100000">
                                          <p:val>
                                            <p:fltVal val="0"/>
                                          </p:val>
                                        </p:tav>
                                      </p:tavLst>
                                    </p:anim>
                                    <p:anim calcmode="lin" valueType="num">
                                      <p:cBhvr>
                                        <p:cTn id="139" dur="500"/>
                                        <p:tgtEl>
                                          <p:spTgt spid="35"/>
                                        </p:tgtEl>
                                        <p:attrNameLst>
                                          <p:attrName>ppt_h</p:attrName>
                                        </p:attrNameLst>
                                      </p:cBhvr>
                                      <p:tavLst>
                                        <p:tav tm="0">
                                          <p:val>
                                            <p:strVal val="ppt_h"/>
                                          </p:val>
                                        </p:tav>
                                        <p:tav tm="100000">
                                          <p:val>
                                            <p:fltVal val="0"/>
                                          </p:val>
                                        </p:tav>
                                      </p:tavLst>
                                    </p:anim>
                                    <p:set>
                                      <p:cBhvr>
                                        <p:cTn id="140" dur="1" fill="hold">
                                          <p:stCondLst>
                                            <p:cond delay="499"/>
                                          </p:stCondLst>
                                        </p:cTn>
                                        <p:tgtEl>
                                          <p:spTgt spid="35"/>
                                        </p:tgtEl>
                                        <p:attrNameLst>
                                          <p:attrName>style.visibility</p:attrName>
                                        </p:attrNameLst>
                                      </p:cBhvr>
                                      <p:to>
                                        <p:strVal val="hidden"/>
                                      </p:to>
                                    </p:set>
                                  </p:childTnLst>
                                </p:cTn>
                              </p:par>
                              <p:par>
                                <p:cTn id="141" presetID="23" presetClass="exit" presetSubtype="32" fill="hold" grpId="0" nodeType="withEffect">
                                  <p:stCondLst>
                                    <p:cond delay="100"/>
                                  </p:stCondLst>
                                  <p:childTnLst>
                                    <p:anim calcmode="lin" valueType="num">
                                      <p:cBhvr>
                                        <p:cTn id="142" dur="500"/>
                                        <p:tgtEl>
                                          <p:spTgt spid="36"/>
                                        </p:tgtEl>
                                        <p:attrNameLst>
                                          <p:attrName>ppt_w</p:attrName>
                                        </p:attrNameLst>
                                      </p:cBhvr>
                                      <p:tavLst>
                                        <p:tav tm="0">
                                          <p:val>
                                            <p:strVal val="ppt_w"/>
                                          </p:val>
                                        </p:tav>
                                        <p:tav tm="100000">
                                          <p:val>
                                            <p:fltVal val="0"/>
                                          </p:val>
                                        </p:tav>
                                      </p:tavLst>
                                    </p:anim>
                                    <p:anim calcmode="lin" valueType="num">
                                      <p:cBhvr>
                                        <p:cTn id="143" dur="500"/>
                                        <p:tgtEl>
                                          <p:spTgt spid="36"/>
                                        </p:tgtEl>
                                        <p:attrNameLst>
                                          <p:attrName>ppt_h</p:attrName>
                                        </p:attrNameLst>
                                      </p:cBhvr>
                                      <p:tavLst>
                                        <p:tav tm="0">
                                          <p:val>
                                            <p:strVal val="ppt_h"/>
                                          </p:val>
                                        </p:tav>
                                        <p:tav tm="100000">
                                          <p:val>
                                            <p:fltVal val="0"/>
                                          </p:val>
                                        </p:tav>
                                      </p:tavLst>
                                    </p:anim>
                                    <p:set>
                                      <p:cBhvr>
                                        <p:cTn id="144" dur="1" fill="hold">
                                          <p:stCondLst>
                                            <p:cond delay="499"/>
                                          </p:stCondLst>
                                        </p:cTn>
                                        <p:tgtEl>
                                          <p:spTgt spid="36"/>
                                        </p:tgtEl>
                                        <p:attrNameLst>
                                          <p:attrName>style.visibility</p:attrName>
                                        </p:attrNameLst>
                                      </p:cBhvr>
                                      <p:to>
                                        <p:strVal val="hidden"/>
                                      </p:to>
                                    </p:set>
                                  </p:childTnLst>
                                </p:cTn>
                              </p:par>
                              <p:par>
                                <p:cTn id="145" presetID="23" presetClass="exit" presetSubtype="32" fill="hold" grpId="0" nodeType="withEffect">
                                  <p:stCondLst>
                                    <p:cond delay="110"/>
                                  </p:stCondLst>
                                  <p:childTnLst>
                                    <p:anim calcmode="lin" valueType="num">
                                      <p:cBhvr>
                                        <p:cTn id="146" dur="500"/>
                                        <p:tgtEl>
                                          <p:spTgt spid="37"/>
                                        </p:tgtEl>
                                        <p:attrNameLst>
                                          <p:attrName>ppt_w</p:attrName>
                                        </p:attrNameLst>
                                      </p:cBhvr>
                                      <p:tavLst>
                                        <p:tav tm="0">
                                          <p:val>
                                            <p:strVal val="ppt_w"/>
                                          </p:val>
                                        </p:tav>
                                        <p:tav tm="100000">
                                          <p:val>
                                            <p:fltVal val="0"/>
                                          </p:val>
                                        </p:tav>
                                      </p:tavLst>
                                    </p:anim>
                                    <p:anim calcmode="lin" valueType="num">
                                      <p:cBhvr>
                                        <p:cTn id="147" dur="500"/>
                                        <p:tgtEl>
                                          <p:spTgt spid="37"/>
                                        </p:tgtEl>
                                        <p:attrNameLst>
                                          <p:attrName>ppt_h</p:attrName>
                                        </p:attrNameLst>
                                      </p:cBhvr>
                                      <p:tavLst>
                                        <p:tav tm="0">
                                          <p:val>
                                            <p:strVal val="ppt_h"/>
                                          </p:val>
                                        </p:tav>
                                        <p:tav tm="100000">
                                          <p:val>
                                            <p:fltVal val="0"/>
                                          </p:val>
                                        </p:tav>
                                      </p:tavLst>
                                    </p:anim>
                                    <p:set>
                                      <p:cBhvr>
                                        <p:cTn id="148" dur="1" fill="hold">
                                          <p:stCondLst>
                                            <p:cond delay="499"/>
                                          </p:stCondLst>
                                        </p:cTn>
                                        <p:tgtEl>
                                          <p:spTgt spid="37"/>
                                        </p:tgtEl>
                                        <p:attrNameLst>
                                          <p:attrName>style.visibility</p:attrName>
                                        </p:attrNameLst>
                                      </p:cBhvr>
                                      <p:to>
                                        <p:strVal val="hidden"/>
                                      </p:to>
                                    </p:set>
                                  </p:childTnLst>
                                </p:cTn>
                              </p:par>
                              <p:par>
                                <p:cTn id="149" presetID="23" presetClass="exit" presetSubtype="32" fill="hold" grpId="0" nodeType="withEffect">
                                  <p:stCondLst>
                                    <p:cond delay="40"/>
                                  </p:stCondLst>
                                  <p:childTnLst>
                                    <p:anim calcmode="lin" valueType="num">
                                      <p:cBhvr>
                                        <p:cTn id="150" dur="500"/>
                                        <p:tgtEl>
                                          <p:spTgt spid="38"/>
                                        </p:tgtEl>
                                        <p:attrNameLst>
                                          <p:attrName>ppt_w</p:attrName>
                                        </p:attrNameLst>
                                      </p:cBhvr>
                                      <p:tavLst>
                                        <p:tav tm="0">
                                          <p:val>
                                            <p:strVal val="ppt_w"/>
                                          </p:val>
                                        </p:tav>
                                        <p:tav tm="100000">
                                          <p:val>
                                            <p:fltVal val="0"/>
                                          </p:val>
                                        </p:tav>
                                      </p:tavLst>
                                    </p:anim>
                                    <p:anim calcmode="lin" valueType="num">
                                      <p:cBhvr>
                                        <p:cTn id="151" dur="500"/>
                                        <p:tgtEl>
                                          <p:spTgt spid="38"/>
                                        </p:tgtEl>
                                        <p:attrNameLst>
                                          <p:attrName>ppt_h</p:attrName>
                                        </p:attrNameLst>
                                      </p:cBhvr>
                                      <p:tavLst>
                                        <p:tav tm="0">
                                          <p:val>
                                            <p:strVal val="ppt_h"/>
                                          </p:val>
                                        </p:tav>
                                        <p:tav tm="100000">
                                          <p:val>
                                            <p:fltVal val="0"/>
                                          </p:val>
                                        </p:tav>
                                      </p:tavLst>
                                    </p:anim>
                                    <p:set>
                                      <p:cBhvr>
                                        <p:cTn id="152" dur="1" fill="hold">
                                          <p:stCondLst>
                                            <p:cond delay="499"/>
                                          </p:stCondLst>
                                        </p:cTn>
                                        <p:tgtEl>
                                          <p:spTgt spid="38"/>
                                        </p:tgtEl>
                                        <p:attrNameLst>
                                          <p:attrName>style.visibility</p:attrName>
                                        </p:attrNameLst>
                                      </p:cBhvr>
                                      <p:to>
                                        <p:strVal val="hidden"/>
                                      </p:to>
                                    </p:set>
                                  </p:childTnLst>
                                </p:cTn>
                              </p:par>
                              <p:par>
                                <p:cTn id="153" presetID="23" presetClass="exit" presetSubtype="32" fill="hold" grpId="0" nodeType="withEffect">
                                  <p:stCondLst>
                                    <p:cond delay="50"/>
                                  </p:stCondLst>
                                  <p:childTnLst>
                                    <p:anim calcmode="lin" valueType="num">
                                      <p:cBhvr>
                                        <p:cTn id="154" dur="500"/>
                                        <p:tgtEl>
                                          <p:spTgt spid="39"/>
                                        </p:tgtEl>
                                        <p:attrNameLst>
                                          <p:attrName>ppt_w</p:attrName>
                                        </p:attrNameLst>
                                      </p:cBhvr>
                                      <p:tavLst>
                                        <p:tav tm="0">
                                          <p:val>
                                            <p:strVal val="ppt_w"/>
                                          </p:val>
                                        </p:tav>
                                        <p:tav tm="100000">
                                          <p:val>
                                            <p:fltVal val="0"/>
                                          </p:val>
                                        </p:tav>
                                      </p:tavLst>
                                    </p:anim>
                                    <p:anim calcmode="lin" valueType="num">
                                      <p:cBhvr>
                                        <p:cTn id="155" dur="500"/>
                                        <p:tgtEl>
                                          <p:spTgt spid="39"/>
                                        </p:tgtEl>
                                        <p:attrNameLst>
                                          <p:attrName>ppt_h</p:attrName>
                                        </p:attrNameLst>
                                      </p:cBhvr>
                                      <p:tavLst>
                                        <p:tav tm="0">
                                          <p:val>
                                            <p:strVal val="ppt_h"/>
                                          </p:val>
                                        </p:tav>
                                        <p:tav tm="100000">
                                          <p:val>
                                            <p:fltVal val="0"/>
                                          </p:val>
                                        </p:tav>
                                      </p:tavLst>
                                    </p:anim>
                                    <p:set>
                                      <p:cBhvr>
                                        <p:cTn id="156" dur="1" fill="hold">
                                          <p:stCondLst>
                                            <p:cond delay="499"/>
                                          </p:stCondLst>
                                        </p:cTn>
                                        <p:tgtEl>
                                          <p:spTgt spid="39"/>
                                        </p:tgtEl>
                                        <p:attrNameLst>
                                          <p:attrName>style.visibility</p:attrName>
                                        </p:attrNameLst>
                                      </p:cBhvr>
                                      <p:to>
                                        <p:strVal val="hidden"/>
                                      </p:to>
                                    </p:set>
                                  </p:childTnLst>
                                </p:cTn>
                              </p:par>
                              <p:par>
                                <p:cTn id="157" presetID="23" presetClass="exit" presetSubtype="32" fill="hold" grpId="0" nodeType="withEffect">
                                  <p:stCondLst>
                                    <p:cond delay="60"/>
                                  </p:stCondLst>
                                  <p:childTnLst>
                                    <p:anim calcmode="lin" valueType="num">
                                      <p:cBhvr>
                                        <p:cTn id="158" dur="500"/>
                                        <p:tgtEl>
                                          <p:spTgt spid="40"/>
                                        </p:tgtEl>
                                        <p:attrNameLst>
                                          <p:attrName>ppt_w</p:attrName>
                                        </p:attrNameLst>
                                      </p:cBhvr>
                                      <p:tavLst>
                                        <p:tav tm="0">
                                          <p:val>
                                            <p:strVal val="ppt_w"/>
                                          </p:val>
                                        </p:tav>
                                        <p:tav tm="100000">
                                          <p:val>
                                            <p:fltVal val="0"/>
                                          </p:val>
                                        </p:tav>
                                      </p:tavLst>
                                    </p:anim>
                                    <p:anim calcmode="lin" valueType="num">
                                      <p:cBhvr>
                                        <p:cTn id="159" dur="500"/>
                                        <p:tgtEl>
                                          <p:spTgt spid="40"/>
                                        </p:tgtEl>
                                        <p:attrNameLst>
                                          <p:attrName>ppt_h</p:attrName>
                                        </p:attrNameLst>
                                      </p:cBhvr>
                                      <p:tavLst>
                                        <p:tav tm="0">
                                          <p:val>
                                            <p:strVal val="ppt_h"/>
                                          </p:val>
                                        </p:tav>
                                        <p:tav tm="100000">
                                          <p:val>
                                            <p:fltVal val="0"/>
                                          </p:val>
                                        </p:tav>
                                      </p:tavLst>
                                    </p:anim>
                                    <p:set>
                                      <p:cBhvr>
                                        <p:cTn id="160" dur="1" fill="hold">
                                          <p:stCondLst>
                                            <p:cond delay="499"/>
                                          </p:stCondLst>
                                        </p:cTn>
                                        <p:tgtEl>
                                          <p:spTgt spid="40"/>
                                        </p:tgtEl>
                                        <p:attrNameLst>
                                          <p:attrName>style.visibility</p:attrName>
                                        </p:attrNameLst>
                                      </p:cBhvr>
                                      <p:to>
                                        <p:strVal val="hidden"/>
                                      </p:to>
                                    </p:set>
                                  </p:childTnLst>
                                </p:cTn>
                              </p:par>
                              <p:par>
                                <p:cTn id="161" presetID="23" presetClass="exit" presetSubtype="32" fill="hold" grpId="0" nodeType="withEffect">
                                  <p:stCondLst>
                                    <p:cond delay="70"/>
                                  </p:stCondLst>
                                  <p:childTnLst>
                                    <p:anim calcmode="lin" valueType="num">
                                      <p:cBhvr>
                                        <p:cTn id="162" dur="500"/>
                                        <p:tgtEl>
                                          <p:spTgt spid="41"/>
                                        </p:tgtEl>
                                        <p:attrNameLst>
                                          <p:attrName>ppt_w</p:attrName>
                                        </p:attrNameLst>
                                      </p:cBhvr>
                                      <p:tavLst>
                                        <p:tav tm="0">
                                          <p:val>
                                            <p:strVal val="ppt_w"/>
                                          </p:val>
                                        </p:tav>
                                        <p:tav tm="100000">
                                          <p:val>
                                            <p:fltVal val="0"/>
                                          </p:val>
                                        </p:tav>
                                      </p:tavLst>
                                    </p:anim>
                                    <p:anim calcmode="lin" valueType="num">
                                      <p:cBhvr>
                                        <p:cTn id="163" dur="500"/>
                                        <p:tgtEl>
                                          <p:spTgt spid="41"/>
                                        </p:tgtEl>
                                        <p:attrNameLst>
                                          <p:attrName>ppt_h</p:attrName>
                                        </p:attrNameLst>
                                      </p:cBhvr>
                                      <p:tavLst>
                                        <p:tav tm="0">
                                          <p:val>
                                            <p:strVal val="ppt_h"/>
                                          </p:val>
                                        </p:tav>
                                        <p:tav tm="100000">
                                          <p:val>
                                            <p:fltVal val="0"/>
                                          </p:val>
                                        </p:tav>
                                      </p:tavLst>
                                    </p:anim>
                                    <p:set>
                                      <p:cBhvr>
                                        <p:cTn id="164" dur="1" fill="hold">
                                          <p:stCondLst>
                                            <p:cond delay="499"/>
                                          </p:stCondLst>
                                        </p:cTn>
                                        <p:tgtEl>
                                          <p:spTgt spid="41"/>
                                        </p:tgtEl>
                                        <p:attrNameLst>
                                          <p:attrName>style.visibility</p:attrName>
                                        </p:attrNameLst>
                                      </p:cBhvr>
                                      <p:to>
                                        <p:strVal val="hidden"/>
                                      </p:to>
                                    </p:set>
                                  </p:childTnLst>
                                </p:cTn>
                              </p:par>
                              <p:par>
                                <p:cTn id="165" presetID="23" presetClass="exit" presetSubtype="32" fill="hold" grpId="0" nodeType="withEffect">
                                  <p:stCondLst>
                                    <p:cond delay="80"/>
                                  </p:stCondLst>
                                  <p:childTnLst>
                                    <p:anim calcmode="lin" valueType="num">
                                      <p:cBhvr>
                                        <p:cTn id="166" dur="500"/>
                                        <p:tgtEl>
                                          <p:spTgt spid="42"/>
                                        </p:tgtEl>
                                        <p:attrNameLst>
                                          <p:attrName>ppt_w</p:attrName>
                                        </p:attrNameLst>
                                      </p:cBhvr>
                                      <p:tavLst>
                                        <p:tav tm="0">
                                          <p:val>
                                            <p:strVal val="ppt_w"/>
                                          </p:val>
                                        </p:tav>
                                        <p:tav tm="100000">
                                          <p:val>
                                            <p:fltVal val="0"/>
                                          </p:val>
                                        </p:tav>
                                      </p:tavLst>
                                    </p:anim>
                                    <p:anim calcmode="lin" valueType="num">
                                      <p:cBhvr>
                                        <p:cTn id="167" dur="500"/>
                                        <p:tgtEl>
                                          <p:spTgt spid="42"/>
                                        </p:tgtEl>
                                        <p:attrNameLst>
                                          <p:attrName>ppt_h</p:attrName>
                                        </p:attrNameLst>
                                      </p:cBhvr>
                                      <p:tavLst>
                                        <p:tav tm="0">
                                          <p:val>
                                            <p:strVal val="ppt_h"/>
                                          </p:val>
                                        </p:tav>
                                        <p:tav tm="100000">
                                          <p:val>
                                            <p:fltVal val="0"/>
                                          </p:val>
                                        </p:tav>
                                      </p:tavLst>
                                    </p:anim>
                                    <p:set>
                                      <p:cBhvr>
                                        <p:cTn id="168" dur="1" fill="hold">
                                          <p:stCondLst>
                                            <p:cond delay="499"/>
                                          </p:stCondLst>
                                        </p:cTn>
                                        <p:tgtEl>
                                          <p:spTgt spid="42"/>
                                        </p:tgtEl>
                                        <p:attrNameLst>
                                          <p:attrName>style.visibility</p:attrName>
                                        </p:attrNameLst>
                                      </p:cBhvr>
                                      <p:to>
                                        <p:strVal val="hidden"/>
                                      </p:to>
                                    </p:set>
                                  </p:childTnLst>
                                </p:cTn>
                              </p:par>
                              <p:par>
                                <p:cTn id="169" presetID="23" presetClass="exit" presetSubtype="32" fill="hold" grpId="0" nodeType="withEffect">
                                  <p:stCondLst>
                                    <p:cond delay="90"/>
                                  </p:stCondLst>
                                  <p:childTnLst>
                                    <p:anim calcmode="lin" valueType="num">
                                      <p:cBhvr>
                                        <p:cTn id="170" dur="500"/>
                                        <p:tgtEl>
                                          <p:spTgt spid="43"/>
                                        </p:tgtEl>
                                        <p:attrNameLst>
                                          <p:attrName>ppt_w</p:attrName>
                                        </p:attrNameLst>
                                      </p:cBhvr>
                                      <p:tavLst>
                                        <p:tav tm="0">
                                          <p:val>
                                            <p:strVal val="ppt_w"/>
                                          </p:val>
                                        </p:tav>
                                        <p:tav tm="100000">
                                          <p:val>
                                            <p:fltVal val="0"/>
                                          </p:val>
                                        </p:tav>
                                      </p:tavLst>
                                    </p:anim>
                                    <p:anim calcmode="lin" valueType="num">
                                      <p:cBhvr>
                                        <p:cTn id="171" dur="500"/>
                                        <p:tgtEl>
                                          <p:spTgt spid="43"/>
                                        </p:tgtEl>
                                        <p:attrNameLst>
                                          <p:attrName>ppt_h</p:attrName>
                                        </p:attrNameLst>
                                      </p:cBhvr>
                                      <p:tavLst>
                                        <p:tav tm="0">
                                          <p:val>
                                            <p:strVal val="ppt_h"/>
                                          </p:val>
                                        </p:tav>
                                        <p:tav tm="100000">
                                          <p:val>
                                            <p:fltVal val="0"/>
                                          </p:val>
                                        </p:tav>
                                      </p:tavLst>
                                    </p:anim>
                                    <p:set>
                                      <p:cBhvr>
                                        <p:cTn id="172" dur="1" fill="hold">
                                          <p:stCondLst>
                                            <p:cond delay="499"/>
                                          </p:stCondLst>
                                        </p:cTn>
                                        <p:tgtEl>
                                          <p:spTgt spid="43"/>
                                        </p:tgtEl>
                                        <p:attrNameLst>
                                          <p:attrName>style.visibility</p:attrName>
                                        </p:attrNameLst>
                                      </p:cBhvr>
                                      <p:to>
                                        <p:strVal val="hidden"/>
                                      </p:to>
                                    </p:set>
                                  </p:childTnLst>
                                </p:cTn>
                              </p:par>
                              <p:par>
                                <p:cTn id="173" presetID="23" presetClass="exit" presetSubtype="32" fill="hold" grpId="0" nodeType="withEffect">
                                  <p:stCondLst>
                                    <p:cond delay="100"/>
                                  </p:stCondLst>
                                  <p:childTnLst>
                                    <p:anim calcmode="lin" valueType="num">
                                      <p:cBhvr>
                                        <p:cTn id="174" dur="500"/>
                                        <p:tgtEl>
                                          <p:spTgt spid="44"/>
                                        </p:tgtEl>
                                        <p:attrNameLst>
                                          <p:attrName>ppt_w</p:attrName>
                                        </p:attrNameLst>
                                      </p:cBhvr>
                                      <p:tavLst>
                                        <p:tav tm="0">
                                          <p:val>
                                            <p:strVal val="ppt_w"/>
                                          </p:val>
                                        </p:tav>
                                        <p:tav tm="100000">
                                          <p:val>
                                            <p:fltVal val="0"/>
                                          </p:val>
                                        </p:tav>
                                      </p:tavLst>
                                    </p:anim>
                                    <p:anim calcmode="lin" valueType="num">
                                      <p:cBhvr>
                                        <p:cTn id="175" dur="500"/>
                                        <p:tgtEl>
                                          <p:spTgt spid="44"/>
                                        </p:tgtEl>
                                        <p:attrNameLst>
                                          <p:attrName>ppt_h</p:attrName>
                                        </p:attrNameLst>
                                      </p:cBhvr>
                                      <p:tavLst>
                                        <p:tav tm="0">
                                          <p:val>
                                            <p:strVal val="ppt_h"/>
                                          </p:val>
                                        </p:tav>
                                        <p:tav tm="100000">
                                          <p:val>
                                            <p:fltVal val="0"/>
                                          </p:val>
                                        </p:tav>
                                      </p:tavLst>
                                    </p:anim>
                                    <p:set>
                                      <p:cBhvr>
                                        <p:cTn id="176" dur="1" fill="hold">
                                          <p:stCondLst>
                                            <p:cond delay="499"/>
                                          </p:stCondLst>
                                        </p:cTn>
                                        <p:tgtEl>
                                          <p:spTgt spid="44"/>
                                        </p:tgtEl>
                                        <p:attrNameLst>
                                          <p:attrName>style.visibility</p:attrName>
                                        </p:attrNameLst>
                                      </p:cBhvr>
                                      <p:to>
                                        <p:strVal val="hidden"/>
                                      </p:to>
                                    </p:set>
                                  </p:childTnLst>
                                </p:cTn>
                              </p:par>
                              <p:par>
                                <p:cTn id="177" presetID="23" presetClass="exit" presetSubtype="32" fill="hold" grpId="0" nodeType="withEffect">
                                  <p:stCondLst>
                                    <p:cond delay="110"/>
                                  </p:stCondLst>
                                  <p:childTnLst>
                                    <p:anim calcmode="lin" valueType="num">
                                      <p:cBhvr>
                                        <p:cTn id="178" dur="500"/>
                                        <p:tgtEl>
                                          <p:spTgt spid="45"/>
                                        </p:tgtEl>
                                        <p:attrNameLst>
                                          <p:attrName>ppt_w</p:attrName>
                                        </p:attrNameLst>
                                      </p:cBhvr>
                                      <p:tavLst>
                                        <p:tav tm="0">
                                          <p:val>
                                            <p:strVal val="ppt_w"/>
                                          </p:val>
                                        </p:tav>
                                        <p:tav tm="100000">
                                          <p:val>
                                            <p:fltVal val="0"/>
                                          </p:val>
                                        </p:tav>
                                      </p:tavLst>
                                    </p:anim>
                                    <p:anim calcmode="lin" valueType="num">
                                      <p:cBhvr>
                                        <p:cTn id="179" dur="500"/>
                                        <p:tgtEl>
                                          <p:spTgt spid="45"/>
                                        </p:tgtEl>
                                        <p:attrNameLst>
                                          <p:attrName>ppt_h</p:attrName>
                                        </p:attrNameLst>
                                      </p:cBhvr>
                                      <p:tavLst>
                                        <p:tav tm="0">
                                          <p:val>
                                            <p:strVal val="ppt_h"/>
                                          </p:val>
                                        </p:tav>
                                        <p:tav tm="100000">
                                          <p:val>
                                            <p:fltVal val="0"/>
                                          </p:val>
                                        </p:tav>
                                      </p:tavLst>
                                    </p:anim>
                                    <p:set>
                                      <p:cBhvr>
                                        <p:cTn id="180" dur="1" fill="hold">
                                          <p:stCondLst>
                                            <p:cond delay="499"/>
                                          </p:stCondLst>
                                        </p:cTn>
                                        <p:tgtEl>
                                          <p:spTgt spid="45"/>
                                        </p:tgtEl>
                                        <p:attrNameLst>
                                          <p:attrName>style.visibility</p:attrName>
                                        </p:attrNameLst>
                                      </p:cBhvr>
                                      <p:to>
                                        <p:strVal val="hidden"/>
                                      </p:to>
                                    </p:set>
                                  </p:childTnLst>
                                </p:cTn>
                              </p:par>
                              <p:par>
                                <p:cTn id="181" presetID="23" presetClass="exit" presetSubtype="32" fill="hold" grpId="0" nodeType="withEffect">
                                  <p:stCondLst>
                                    <p:cond delay="120"/>
                                  </p:stCondLst>
                                  <p:childTnLst>
                                    <p:anim calcmode="lin" valueType="num">
                                      <p:cBhvr>
                                        <p:cTn id="182" dur="500"/>
                                        <p:tgtEl>
                                          <p:spTgt spid="46"/>
                                        </p:tgtEl>
                                        <p:attrNameLst>
                                          <p:attrName>ppt_w</p:attrName>
                                        </p:attrNameLst>
                                      </p:cBhvr>
                                      <p:tavLst>
                                        <p:tav tm="0">
                                          <p:val>
                                            <p:strVal val="ppt_w"/>
                                          </p:val>
                                        </p:tav>
                                        <p:tav tm="100000">
                                          <p:val>
                                            <p:fltVal val="0"/>
                                          </p:val>
                                        </p:tav>
                                      </p:tavLst>
                                    </p:anim>
                                    <p:anim calcmode="lin" valueType="num">
                                      <p:cBhvr>
                                        <p:cTn id="183" dur="500"/>
                                        <p:tgtEl>
                                          <p:spTgt spid="46"/>
                                        </p:tgtEl>
                                        <p:attrNameLst>
                                          <p:attrName>ppt_h</p:attrName>
                                        </p:attrNameLst>
                                      </p:cBhvr>
                                      <p:tavLst>
                                        <p:tav tm="0">
                                          <p:val>
                                            <p:strVal val="ppt_h"/>
                                          </p:val>
                                        </p:tav>
                                        <p:tav tm="100000">
                                          <p:val>
                                            <p:fltVal val="0"/>
                                          </p:val>
                                        </p:tav>
                                      </p:tavLst>
                                    </p:anim>
                                    <p:set>
                                      <p:cBhvr>
                                        <p:cTn id="184" dur="1" fill="hold">
                                          <p:stCondLst>
                                            <p:cond delay="499"/>
                                          </p:stCondLst>
                                        </p:cTn>
                                        <p:tgtEl>
                                          <p:spTgt spid="46"/>
                                        </p:tgtEl>
                                        <p:attrNameLst>
                                          <p:attrName>style.visibility</p:attrName>
                                        </p:attrNameLst>
                                      </p:cBhvr>
                                      <p:to>
                                        <p:strVal val="hidden"/>
                                      </p:to>
                                    </p:set>
                                  </p:childTnLst>
                                </p:cTn>
                              </p:par>
                              <p:par>
                                <p:cTn id="185" presetID="23" presetClass="exit" presetSubtype="32" fill="hold" grpId="0" nodeType="withEffect">
                                  <p:stCondLst>
                                    <p:cond delay="50"/>
                                  </p:stCondLst>
                                  <p:childTnLst>
                                    <p:anim calcmode="lin" valueType="num">
                                      <p:cBhvr>
                                        <p:cTn id="186" dur="500"/>
                                        <p:tgtEl>
                                          <p:spTgt spid="47"/>
                                        </p:tgtEl>
                                        <p:attrNameLst>
                                          <p:attrName>ppt_w</p:attrName>
                                        </p:attrNameLst>
                                      </p:cBhvr>
                                      <p:tavLst>
                                        <p:tav tm="0">
                                          <p:val>
                                            <p:strVal val="ppt_w"/>
                                          </p:val>
                                        </p:tav>
                                        <p:tav tm="100000">
                                          <p:val>
                                            <p:fltVal val="0"/>
                                          </p:val>
                                        </p:tav>
                                      </p:tavLst>
                                    </p:anim>
                                    <p:anim calcmode="lin" valueType="num">
                                      <p:cBhvr>
                                        <p:cTn id="187" dur="500"/>
                                        <p:tgtEl>
                                          <p:spTgt spid="47"/>
                                        </p:tgtEl>
                                        <p:attrNameLst>
                                          <p:attrName>ppt_h</p:attrName>
                                        </p:attrNameLst>
                                      </p:cBhvr>
                                      <p:tavLst>
                                        <p:tav tm="0">
                                          <p:val>
                                            <p:strVal val="ppt_h"/>
                                          </p:val>
                                        </p:tav>
                                        <p:tav tm="100000">
                                          <p:val>
                                            <p:fltVal val="0"/>
                                          </p:val>
                                        </p:tav>
                                      </p:tavLst>
                                    </p:anim>
                                    <p:set>
                                      <p:cBhvr>
                                        <p:cTn id="188" dur="1" fill="hold">
                                          <p:stCondLst>
                                            <p:cond delay="499"/>
                                          </p:stCondLst>
                                        </p:cTn>
                                        <p:tgtEl>
                                          <p:spTgt spid="47"/>
                                        </p:tgtEl>
                                        <p:attrNameLst>
                                          <p:attrName>style.visibility</p:attrName>
                                        </p:attrNameLst>
                                      </p:cBhvr>
                                      <p:to>
                                        <p:strVal val="hidden"/>
                                      </p:to>
                                    </p:set>
                                  </p:childTnLst>
                                </p:cTn>
                              </p:par>
                              <p:par>
                                <p:cTn id="189" presetID="23" presetClass="exit" presetSubtype="32" fill="hold" grpId="0" nodeType="withEffect">
                                  <p:stCondLst>
                                    <p:cond delay="60"/>
                                  </p:stCondLst>
                                  <p:childTnLst>
                                    <p:anim calcmode="lin" valueType="num">
                                      <p:cBhvr>
                                        <p:cTn id="190" dur="500"/>
                                        <p:tgtEl>
                                          <p:spTgt spid="48"/>
                                        </p:tgtEl>
                                        <p:attrNameLst>
                                          <p:attrName>ppt_w</p:attrName>
                                        </p:attrNameLst>
                                      </p:cBhvr>
                                      <p:tavLst>
                                        <p:tav tm="0">
                                          <p:val>
                                            <p:strVal val="ppt_w"/>
                                          </p:val>
                                        </p:tav>
                                        <p:tav tm="100000">
                                          <p:val>
                                            <p:fltVal val="0"/>
                                          </p:val>
                                        </p:tav>
                                      </p:tavLst>
                                    </p:anim>
                                    <p:anim calcmode="lin" valueType="num">
                                      <p:cBhvr>
                                        <p:cTn id="191" dur="500"/>
                                        <p:tgtEl>
                                          <p:spTgt spid="48"/>
                                        </p:tgtEl>
                                        <p:attrNameLst>
                                          <p:attrName>ppt_h</p:attrName>
                                        </p:attrNameLst>
                                      </p:cBhvr>
                                      <p:tavLst>
                                        <p:tav tm="0">
                                          <p:val>
                                            <p:strVal val="ppt_h"/>
                                          </p:val>
                                        </p:tav>
                                        <p:tav tm="100000">
                                          <p:val>
                                            <p:fltVal val="0"/>
                                          </p:val>
                                        </p:tav>
                                      </p:tavLst>
                                    </p:anim>
                                    <p:set>
                                      <p:cBhvr>
                                        <p:cTn id="192" dur="1" fill="hold">
                                          <p:stCondLst>
                                            <p:cond delay="499"/>
                                          </p:stCondLst>
                                        </p:cTn>
                                        <p:tgtEl>
                                          <p:spTgt spid="48"/>
                                        </p:tgtEl>
                                        <p:attrNameLst>
                                          <p:attrName>style.visibility</p:attrName>
                                        </p:attrNameLst>
                                      </p:cBhvr>
                                      <p:to>
                                        <p:strVal val="hidden"/>
                                      </p:to>
                                    </p:set>
                                  </p:childTnLst>
                                </p:cTn>
                              </p:par>
                              <p:par>
                                <p:cTn id="193" presetID="23" presetClass="exit" presetSubtype="32" fill="hold" grpId="0" nodeType="withEffect">
                                  <p:stCondLst>
                                    <p:cond delay="70"/>
                                  </p:stCondLst>
                                  <p:childTnLst>
                                    <p:anim calcmode="lin" valueType="num">
                                      <p:cBhvr>
                                        <p:cTn id="194" dur="500"/>
                                        <p:tgtEl>
                                          <p:spTgt spid="49"/>
                                        </p:tgtEl>
                                        <p:attrNameLst>
                                          <p:attrName>ppt_w</p:attrName>
                                        </p:attrNameLst>
                                      </p:cBhvr>
                                      <p:tavLst>
                                        <p:tav tm="0">
                                          <p:val>
                                            <p:strVal val="ppt_w"/>
                                          </p:val>
                                        </p:tav>
                                        <p:tav tm="100000">
                                          <p:val>
                                            <p:fltVal val="0"/>
                                          </p:val>
                                        </p:tav>
                                      </p:tavLst>
                                    </p:anim>
                                    <p:anim calcmode="lin" valueType="num">
                                      <p:cBhvr>
                                        <p:cTn id="195" dur="500"/>
                                        <p:tgtEl>
                                          <p:spTgt spid="49"/>
                                        </p:tgtEl>
                                        <p:attrNameLst>
                                          <p:attrName>ppt_h</p:attrName>
                                        </p:attrNameLst>
                                      </p:cBhvr>
                                      <p:tavLst>
                                        <p:tav tm="0">
                                          <p:val>
                                            <p:strVal val="ppt_h"/>
                                          </p:val>
                                        </p:tav>
                                        <p:tav tm="100000">
                                          <p:val>
                                            <p:fltVal val="0"/>
                                          </p:val>
                                        </p:tav>
                                      </p:tavLst>
                                    </p:anim>
                                    <p:set>
                                      <p:cBhvr>
                                        <p:cTn id="196" dur="1" fill="hold">
                                          <p:stCondLst>
                                            <p:cond delay="499"/>
                                          </p:stCondLst>
                                        </p:cTn>
                                        <p:tgtEl>
                                          <p:spTgt spid="49"/>
                                        </p:tgtEl>
                                        <p:attrNameLst>
                                          <p:attrName>style.visibility</p:attrName>
                                        </p:attrNameLst>
                                      </p:cBhvr>
                                      <p:to>
                                        <p:strVal val="hidden"/>
                                      </p:to>
                                    </p:set>
                                  </p:childTnLst>
                                </p:cTn>
                              </p:par>
                              <p:par>
                                <p:cTn id="197" presetID="23" presetClass="exit" presetSubtype="32" fill="hold" grpId="0" nodeType="withEffect">
                                  <p:stCondLst>
                                    <p:cond delay="80"/>
                                  </p:stCondLst>
                                  <p:childTnLst>
                                    <p:anim calcmode="lin" valueType="num">
                                      <p:cBhvr>
                                        <p:cTn id="198" dur="500"/>
                                        <p:tgtEl>
                                          <p:spTgt spid="50"/>
                                        </p:tgtEl>
                                        <p:attrNameLst>
                                          <p:attrName>ppt_w</p:attrName>
                                        </p:attrNameLst>
                                      </p:cBhvr>
                                      <p:tavLst>
                                        <p:tav tm="0">
                                          <p:val>
                                            <p:strVal val="ppt_w"/>
                                          </p:val>
                                        </p:tav>
                                        <p:tav tm="100000">
                                          <p:val>
                                            <p:fltVal val="0"/>
                                          </p:val>
                                        </p:tav>
                                      </p:tavLst>
                                    </p:anim>
                                    <p:anim calcmode="lin" valueType="num">
                                      <p:cBhvr>
                                        <p:cTn id="199" dur="500"/>
                                        <p:tgtEl>
                                          <p:spTgt spid="50"/>
                                        </p:tgtEl>
                                        <p:attrNameLst>
                                          <p:attrName>ppt_h</p:attrName>
                                        </p:attrNameLst>
                                      </p:cBhvr>
                                      <p:tavLst>
                                        <p:tav tm="0">
                                          <p:val>
                                            <p:strVal val="ppt_h"/>
                                          </p:val>
                                        </p:tav>
                                        <p:tav tm="100000">
                                          <p:val>
                                            <p:fltVal val="0"/>
                                          </p:val>
                                        </p:tav>
                                      </p:tavLst>
                                    </p:anim>
                                    <p:set>
                                      <p:cBhvr>
                                        <p:cTn id="200" dur="1" fill="hold">
                                          <p:stCondLst>
                                            <p:cond delay="499"/>
                                          </p:stCondLst>
                                        </p:cTn>
                                        <p:tgtEl>
                                          <p:spTgt spid="50"/>
                                        </p:tgtEl>
                                        <p:attrNameLst>
                                          <p:attrName>style.visibility</p:attrName>
                                        </p:attrNameLst>
                                      </p:cBhvr>
                                      <p:to>
                                        <p:strVal val="hidden"/>
                                      </p:to>
                                    </p:set>
                                  </p:childTnLst>
                                </p:cTn>
                              </p:par>
                              <p:par>
                                <p:cTn id="201" presetID="23" presetClass="exit" presetSubtype="32" fill="hold" grpId="0" nodeType="withEffect">
                                  <p:stCondLst>
                                    <p:cond delay="90"/>
                                  </p:stCondLst>
                                  <p:childTnLst>
                                    <p:anim calcmode="lin" valueType="num">
                                      <p:cBhvr>
                                        <p:cTn id="202" dur="500"/>
                                        <p:tgtEl>
                                          <p:spTgt spid="51"/>
                                        </p:tgtEl>
                                        <p:attrNameLst>
                                          <p:attrName>ppt_w</p:attrName>
                                        </p:attrNameLst>
                                      </p:cBhvr>
                                      <p:tavLst>
                                        <p:tav tm="0">
                                          <p:val>
                                            <p:strVal val="ppt_w"/>
                                          </p:val>
                                        </p:tav>
                                        <p:tav tm="100000">
                                          <p:val>
                                            <p:fltVal val="0"/>
                                          </p:val>
                                        </p:tav>
                                      </p:tavLst>
                                    </p:anim>
                                    <p:anim calcmode="lin" valueType="num">
                                      <p:cBhvr>
                                        <p:cTn id="203" dur="500"/>
                                        <p:tgtEl>
                                          <p:spTgt spid="51"/>
                                        </p:tgtEl>
                                        <p:attrNameLst>
                                          <p:attrName>ppt_h</p:attrName>
                                        </p:attrNameLst>
                                      </p:cBhvr>
                                      <p:tavLst>
                                        <p:tav tm="0">
                                          <p:val>
                                            <p:strVal val="ppt_h"/>
                                          </p:val>
                                        </p:tav>
                                        <p:tav tm="100000">
                                          <p:val>
                                            <p:fltVal val="0"/>
                                          </p:val>
                                        </p:tav>
                                      </p:tavLst>
                                    </p:anim>
                                    <p:set>
                                      <p:cBhvr>
                                        <p:cTn id="204" dur="1" fill="hold">
                                          <p:stCondLst>
                                            <p:cond delay="499"/>
                                          </p:stCondLst>
                                        </p:cTn>
                                        <p:tgtEl>
                                          <p:spTgt spid="51"/>
                                        </p:tgtEl>
                                        <p:attrNameLst>
                                          <p:attrName>style.visibility</p:attrName>
                                        </p:attrNameLst>
                                      </p:cBhvr>
                                      <p:to>
                                        <p:strVal val="hidden"/>
                                      </p:to>
                                    </p:set>
                                  </p:childTnLst>
                                </p:cTn>
                              </p:par>
                              <p:par>
                                <p:cTn id="205" presetID="23" presetClass="exit" presetSubtype="32" fill="hold" grpId="0" nodeType="withEffect">
                                  <p:stCondLst>
                                    <p:cond delay="100"/>
                                  </p:stCondLst>
                                  <p:childTnLst>
                                    <p:anim calcmode="lin" valueType="num">
                                      <p:cBhvr>
                                        <p:cTn id="206" dur="500"/>
                                        <p:tgtEl>
                                          <p:spTgt spid="52"/>
                                        </p:tgtEl>
                                        <p:attrNameLst>
                                          <p:attrName>ppt_w</p:attrName>
                                        </p:attrNameLst>
                                      </p:cBhvr>
                                      <p:tavLst>
                                        <p:tav tm="0">
                                          <p:val>
                                            <p:strVal val="ppt_w"/>
                                          </p:val>
                                        </p:tav>
                                        <p:tav tm="100000">
                                          <p:val>
                                            <p:fltVal val="0"/>
                                          </p:val>
                                        </p:tav>
                                      </p:tavLst>
                                    </p:anim>
                                    <p:anim calcmode="lin" valueType="num">
                                      <p:cBhvr>
                                        <p:cTn id="207" dur="500"/>
                                        <p:tgtEl>
                                          <p:spTgt spid="52"/>
                                        </p:tgtEl>
                                        <p:attrNameLst>
                                          <p:attrName>ppt_h</p:attrName>
                                        </p:attrNameLst>
                                      </p:cBhvr>
                                      <p:tavLst>
                                        <p:tav tm="0">
                                          <p:val>
                                            <p:strVal val="ppt_h"/>
                                          </p:val>
                                        </p:tav>
                                        <p:tav tm="100000">
                                          <p:val>
                                            <p:fltVal val="0"/>
                                          </p:val>
                                        </p:tav>
                                      </p:tavLst>
                                    </p:anim>
                                    <p:set>
                                      <p:cBhvr>
                                        <p:cTn id="208" dur="1" fill="hold">
                                          <p:stCondLst>
                                            <p:cond delay="499"/>
                                          </p:stCondLst>
                                        </p:cTn>
                                        <p:tgtEl>
                                          <p:spTgt spid="52"/>
                                        </p:tgtEl>
                                        <p:attrNameLst>
                                          <p:attrName>style.visibility</p:attrName>
                                        </p:attrNameLst>
                                      </p:cBhvr>
                                      <p:to>
                                        <p:strVal val="hidden"/>
                                      </p:to>
                                    </p:set>
                                  </p:childTnLst>
                                </p:cTn>
                              </p:par>
                              <p:par>
                                <p:cTn id="209" presetID="23" presetClass="exit" presetSubtype="32" fill="hold" grpId="0" nodeType="withEffect">
                                  <p:stCondLst>
                                    <p:cond delay="110"/>
                                  </p:stCondLst>
                                  <p:childTnLst>
                                    <p:anim calcmode="lin" valueType="num">
                                      <p:cBhvr>
                                        <p:cTn id="210" dur="500"/>
                                        <p:tgtEl>
                                          <p:spTgt spid="53"/>
                                        </p:tgtEl>
                                        <p:attrNameLst>
                                          <p:attrName>ppt_w</p:attrName>
                                        </p:attrNameLst>
                                      </p:cBhvr>
                                      <p:tavLst>
                                        <p:tav tm="0">
                                          <p:val>
                                            <p:strVal val="ppt_w"/>
                                          </p:val>
                                        </p:tav>
                                        <p:tav tm="100000">
                                          <p:val>
                                            <p:fltVal val="0"/>
                                          </p:val>
                                        </p:tav>
                                      </p:tavLst>
                                    </p:anim>
                                    <p:anim calcmode="lin" valueType="num">
                                      <p:cBhvr>
                                        <p:cTn id="211" dur="500"/>
                                        <p:tgtEl>
                                          <p:spTgt spid="53"/>
                                        </p:tgtEl>
                                        <p:attrNameLst>
                                          <p:attrName>ppt_h</p:attrName>
                                        </p:attrNameLst>
                                      </p:cBhvr>
                                      <p:tavLst>
                                        <p:tav tm="0">
                                          <p:val>
                                            <p:strVal val="ppt_h"/>
                                          </p:val>
                                        </p:tav>
                                        <p:tav tm="100000">
                                          <p:val>
                                            <p:fltVal val="0"/>
                                          </p:val>
                                        </p:tav>
                                      </p:tavLst>
                                    </p:anim>
                                    <p:set>
                                      <p:cBhvr>
                                        <p:cTn id="212" dur="1" fill="hold">
                                          <p:stCondLst>
                                            <p:cond delay="499"/>
                                          </p:stCondLst>
                                        </p:cTn>
                                        <p:tgtEl>
                                          <p:spTgt spid="53"/>
                                        </p:tgtEl>
                                        <p:attrNameLst>
                                          <p:attrName>style.visibility</p:attrName>
                                        </p:attrNameLst>
                                      </p:cBhvr>
                                      <p:to>
                                        <p:strVal val="hidden"/>
                                      </p:to>
                                    </p:set>
                                  </p:childTnLst>
                                </p:cTn>
                              </p:par>
                              <p:par>
                                <p:cTn id="213" presetID="23" presetClass="exit" presetSubtype="32" fill="hold" grpId="0" nodeType="withEffect">
                                  <p:stCondLst>
                                    <p:cond delay="120"/>
                                  </p:stCondLst>
                                  <p:childTnLst>
                                    <p:anim calcmode="lin" valueType="num">
                                      <p:cBhvr>
                                        <p:cTn id="214" dur="500"/>
                                        <p:tgtEl>
                                          <p:spTgt spid="54"/>
                                        </p:tgtEl>
                                        <p:attrNameLst>
                                          <p:attrName>ppt_w</p:attrName>
                                        </p:attrNameLst>
                                      </p:cBhvr>
                                      <p:tavLst>
                                        <p:tav tm="0">
                                          <p:val>
                                            <p:strVal val="ppt_w"/>
                                          </p:val>
                                        </p:tav>
                                        <p:tav tm="100000">
                                          <p:val>
                                            <p:fltVal val="0"/>
                                          </p:val>
                                        </p:tav>
                                      </p:tavLst>
                                    </p:anim>
                                    <p:anim calcmode="lin" valueType="num">
                                      <p:cBhvr>
                                        <p:cTn id="215" dur="500"/>
                                        <p:tgtEl>
                                          <p:spTgt spid="54"/>
                                        </p:tgtEl>
                                        <p:attrNameLst>
                                          <p:attrName>ppt_h</p:attrName>
                                        </p:attrNameLst>
                                      </p:cBhvr>
                                      <p:tavLst>
                                        <p:tav tm="0">
                                          <p:val>
                                            <p:strVal val="ppt_h"/>
                                          </p:val>
                                        </p:tav>
                                        <p:tav tm="100000">
                                          <p:val>
                                            <p:fltVal val="0"/>
                                          </p:val>
                                        </p:tav>
                                      </p:tavLst>
                                    </p:anim>
                                    <p:set>
                                      <p:cBhvr>
                                        <p:cTn id="216" dur="1" fill="hold">
                                          <p:stCondLst>
                                            <p:cond delay="499"/>
                                          </p:stCondLst>
                                        </p:cTn>
                                        <p:tgtEl>
                                          <p:spTgt spid="54"/>
                                        </p:tgtEl>
                                        <p:attrNameLst>
                                          <p:attrName>style.visibility</p:attrName>
                                        </p:attrNameLst>
                                      </p:cBhvr>
                                      <p:to>
                                        <p:strVal val="hidden"/>
                                      </p:to>
                                    </p:set>
                                  </p:childTnLst>
                                </p:cTn>
                              </p:par>
                              <p:par>
                                <p:cTn id="217" presetID="23" presetClass="exit" presetSubtype="32" fill="hold" grpId="0" nodeType="withEffect">
                                  <p:stCondLst>
                                    <p:cond delay="130"/>
                                  </p:stCondLst>
                                  <p:childTnLst>
                                    <p:anim calcmode="lin" valueType="num">
                                      <p:cBhvr>
                                        <p:cTn id="218" dur="500"/>
                                        <p:tgtEl>
                                          <p:spTgt spid="55"/>
                                        </p:tgtEl>
                                        <p:attrNameLst>
                                          <p:attrName>ppt_w</p:attrName>
                                        </p:attrNameLst>
                                      </p:cBhvr>
                                      <p:tavLst>
                                        <p:tav tm="0">
                                          <p:val>
                                            <p:strVal val="ppt_w"/>
                                          </p:val>
                                        </p:tav>
                                        <p:tav tm="100000">
                                          <p:val>
                                            <p:fltVal val="0"/>
                                          </p:val>
                                        </p:tav>
                                      </p:tavLst>
                                    </p:anim>
                                    <p:anim calcmode="lin" valueType="num">
                                      <p:cBhvr>
                                        <p:cTn id="219" dur="500"/>
                                        <p:tgtEl>
                                          <p:spTgt spid="55"/>
                                        </p:tgtEl>
                                        <p:attrNameLst>
                                          <p:attrName>ppt_h</p:attrName>
                                        </p:attrNameLst>
                                      </p:cBhvr>
                                      <p:tavLst>
                                        <p:tav tm="0">
                                          <p:val>
                                            <p:strVal val="ppt_h"/>
                                          </p:val>
                                        </p:tav>
                                        <p:tav tm="100000">
                                          <p:val>
                                            <p:fltVal val="0"/>
                                          </p:val>
                                        </p:tav>
                                      </p:tavLst>
                                    </p:anim>
                                    <p:set>
                                      <p:cBhvr>
                                        <p:cTn id="220" dur="1" fill="hold">
                                          <p:stCondLst>
                                            <p:cond delay="499"/>
                                          </p:stCondLst>
                                        </p:cTn>
                                        <p:tgtEl>
                                          <p:spTgt spid="55"/>
                                        </p:tgtEl>
                                        <p:attrNameLst>
                                          <p:attrName>style.visibility</p:attrName>
                                        </p:attrNameLst>
                                      </p:cBhvr>
                                      <p:to>
                                        <p:strVal val="hidden"/>
                                      </p:to>
                                    </p:set>
                                  </p:childTnLst>
                                </p:cTn>
                              </p:par>
                              <p:par>
                                <p:cTn id="221" presetID="23" presetClass="exit" presetSubtype="32" fill="hold" grpId="0" nodeType="withEffect">
                                  <p:stCondLst>
                                    <p:cond delay="60"/>
                                  </p:stCondLst>
                                  <p:childTnLst>
                                    <p:anim calcmode="lin" valueType="num">
                                      <p:cBhvr>
                                        <p:cTn id="222" dur="500"/>
                                        <p:tgtEl>
                                          <p:spTgt spid="56"/>
                                        </p:tgtEl>
                                        <p:attrNameLst>
                                          <p:attrName>ppt_w</p:attrName>
                                        </p:attrNameLst>
                                      </p:cBhvr>
                                      <p:tavLst>
                                        <p:tav tm="0">
                                          <p:val>
                                            <p:strVal val="ppt_w"/>
                                          </p:val>
                                        </p:tav>
                                        <p:tav tm="100000">
                                          <p:val>
                                            <p:fltVal val="0"/>
                                          </p:val>
                                        </p:tav>
                                      </p:tavLst>
                                    </p:anim>
                                    <p:anim calcmode="lin" valueType="num">
                                      <p:cBhvr>
                                        <p:cTn id="223" dur="500"/>
                                        <p:tgtEl>
                                          <p:spTgt spid="56"/>
                                        </p:tgtEl>
                                        <p:attrNameLst>
                                          <p:attrName>ppt_h</p:attrName>
                                        </p:attrNameLst>
                                      </p:cBhvr>
                                      <p:tavLst>
                                        <p:tav tm="0">
                                          <p:val>
                                            <p:strVal val="ppt_h"/>
                                          </p:val>
                                        </p:tav>
                                        <p:tav tm="100000">
                                          <p:val>
                                            <p:fltVal val="0"/>
                                          </p:val>
                                        </p:tav>
                                      </p:tavLst>
                                    </p:anim>
                                    <p:set>
                                      <p:cBhvr>
                                        <p:cTn id="224" dur="1" fill="hold">
                                          <p:stCondLst>
                                            <p:cond delay="499"/>
                                          </p:stCondLst>
                                        </p:cTn>
                                        <p:tgtEl>
                                          <p:spTgt spid="56"/>
                                        </p:tgtEl>
                                        <p:attrNameLst>
                                          <p:attrName>style.visibility</p:attrName>
                                        </p:attrNameLst>
                                      </p:cBhvr>
                                      <p:to>
                                        <p:strVal val="hidden"/>
                                      </p:to>
                                    </p:set>
                                  </p:childTnLst>
                                </p:cTn>
                              </p:par>
                              <p:par>
                                <p:cTn id="225" presetID="23" presetClass="exit" presetSubtype="32" fill="hold" grpId="0" nodeType="withEffect">
                                  <p:stCondLst>
                                    <p:cond delay="70"/>
                                  </p:stCondLst>
                                  <p:childTnLst>
                                    <p:anim calcmode="lin" valueType="num">
                                      <p:cBhvr>
                                        <p:cTn id="226" dur="500"/>
                                        <p:tgtEl>
                                          <p:spTgt spid="57"/>
                                        </p:tgtEl>
                                        <p:attrNameLst>
                                          <p:attrName>ppt_w</p:attrName>
                                        </p:attrNameLst>
                                      </p:cBhvr>
                                      <p:tavLst>
                                        <p:tav tm="0">
                                          <p:val>
                                            <p:strVal val="ppt_w"/>
                                          </p:val>
                                        </p:tav>
                                        <p:tav tm="100000">
                                          <p:val>
                                            <p:fltVal val="0"/>
                                          </p:val>
                                        </p:tav>
                                      </p:tavLst>
                                    </p:anim>
                                    <p:anim calcmode="lin" valueType="num">
                                      <p:cBhvr>
                                        <p:cTn id="227" dur="500"/>
                                        <p:tgtEl>
                                          <p:spTgt spid="57"/>
                                        </p:tgtEl>
                                        <p:attrNameLst>
                                          <p:attrName>ppt_h</p:attrName>
                                        </p:attrNameLst>
                                      </p:cBhvr>
                                      <p:tavLst>
                                        <p:tav tm="0">
                                          <p:val>
                                            <p:strVal val="ppt_h"/>
                                          </p:val>
                                        </p:tav>
                                        <p:tav tm="100000">
                                          <p:val>
                                            <p:fltVal val="0"/>
                                          </p:val>
                                        </p:tav>
                                      </p:tavLst>
                                    </p:anim>
                                    <p:set>
                                      <p:cBhvr>
                                        <p:cTn id="228" dur="1" fill="hold">
                                          <p:stCondLst>
                                            <p:cond delay="499"/>
                                          </p:stCondLst>
                                        </p:cTn>
                                        <p:tgtEl>
                                          <p:spTgt spid="57"/>
                                        </p:tgtEl>
                                        <p:attrNameLst>
                                          <p:attrName>style.visibility</p:attrName>
                                        </p:attrNameLst>
                                      </p:cBhvr>
                                      <p:to>
                                        <p:strVal val="hidden"/>
                                      </p:to>
                                    </p:set>
                                  </p:childTnLst>
                                </p:cTn>
                              </p:par>
                              <p:par>
                                <p:cTn id="229" presetID="23" presetClass="exit" presetSubtype="32" fill="hold" grpId="0" nodeType="withEffect">
                                  <p:stCondLst>
                                    <p:cond delay="80"/>
                                  </p:stCondLst>
                                  <p:childTnLst>
                                    <p:anim calcmode="lin" valueType="num">
                                      <p:cBhvr>
                                        <p:cTn id="230" dur="500"/>
                                        <p:tgtEl>
                                          <p:spTgt spid="58"/>
                                        </p:tgtEl>
                                        <p:attrNameLst>
                                          <p:attrName>ppt_w</p:attrName>
                                        </p:attrNameLst>
                                      </p:cBhvr>
                                      <p:tavLst>
                                        <p:tav tm="0">
                                          <p:val>
                                            <p:strVal val="ppt_w"/>
                                          </p:val>
                                        </p:tav>
                                        <p:tav tm="100000">
                                          <p:val>
                                            <p:fltVal val="0"/>
                                          </p:val>
                                        </p:tav>
                                      </p:tavLst>
                                    </p:anim>
                                    <p:anim calcmode="lin" valueType="num">
                                      <p:cBhvr>
                                        <p:cTn id="231" dur="500"/>
                                        <p:tgtEl>
                                          <p:spTgt spid="58"/>
                                        </p:tgtEl>
                                        <p:attrNameLst>
                                          <p:attrName>ppt_h</p:attrName>
                                        </p:attrNameLst>
                                      </p:cBhvr>
                                      <p:tavLst>
                                        <p:tav tm="0">
                                          <p:val>
                                            <p:strVal val="ppt_h"/>
                                          </p:val>
                                        </p:tav>
                                        <p:tav tm="100000">
                                          <p:val>
                                            <p:fltVal val="0"/>
                                          </p:val>
                                        </p:tav>
                                      </p:tavLst>
                                    </p:anim>
                                    <p:set>
                                      <p:cBhvr>
                                        <p:cTn id="232" dur="1" fill="hold">
                                          <p:stCondLst>
                                            <p:cond delay="499"/>
                                          </p:stCondLst>
                                        </p:cTn>
                                        <p:tgtEl>
                                          <p:spTgt spid="58"/>
                                        </p:tgtEl>
                                        <p:attrNameLst>
                                          <p:attrName>style.visibility</p:attrName>
                                        </p:attrNameLst>
                                      </p:cBhvr>
                                      <p:to>
                                        <p:strVal val="hidden"/>
                                      </p:to>
                                    </p:set>
                                  </p:childTnLst>
                                </p:cTn>
                              </p:par>
                              <p:par>
                                <p:cTn id="233" presetID="23" presetClass="exit" presetSubtype="32" fill="hold" grpId="0" nodeType="withEffect">
                                  <p:stCondLst>
                                    <p:cond delay="90"/>
                                  </p:stCondLst>
                                  <p:childTnLst>
                                    <p:anim calcmode="lin" valueType="num">
                                      <p:cBhvr>
                                        <p:cTn id="234" dur="500"/>
                                        <p:tgtEl>
                                          <p:spTgt spid="59"/>
                                        </p:tgtEl>
                                        <p:attrNameLst>
                                          <p:attrName>ppt_w</p:attrName>
                                        </p:attrNameLst>
                                      </p:cBhvr>
                                      <p:tavLst>
                                        <p:tav tm="0">
                                          <p:val>
                                            <p:strVal val="ppt_w"/>
                                          </p:val>
                                        </p:tav>
                                        <p:tav tm="100000">
                                          <p:val>
                                            <p:fltVal val="0"/>
                                          </p:val>
                                        </p:tav>
                                      </p:tavLst>
                                    </p:anim>
                                    <p:anim calcmode="lin" valueType="num">
                                      <p:cBhvr>
                                        <p:cTn id="235" dur="500"/>
                                        <p:tgtEl>
                                          <p:spTgt spid="59"/>
                                        </p:tgtEl>
                                        <p:attrNameLst>
                                          <p:attrName>ppt_h</p:attrName>
                                        </p:attrNameLst>
                                      </p:cBhvr>
                                      <p:tavLst>
                                        <p:tav tm="0">
                                          <p:val>
                                            <p:strVal val="ppt_h"/>
                                          </p:val>
                                        </p:tav>
                                        <p:tav tm="100000">
                                          <p:val>
                                            <p:fltVal val="0"/>
                                          </p:val>
                                        </p:tav>
                                      </p:tavLst>
                                    </p:anim>
                                    <p:set>
                                      <p:cBhvr>
                                        <p:cTn id="236" dur="1" fill="hold">
                                          <p:stCondLst>
                                            <p:cond delay="499"/>
                                          </p:stCondLst>
                                        </p:cTn>
                                        <p:tgtEl>
                                          <p:spTgt spid="59"/>
                                        </p:tgtEl>
                                        <p:attrNameLst>
                                          <p:attrName>style.visibility</p:attrName>
                                        </p:attrNameLst>
                                      </p:cBhvr>
                                      <p:to>
                                        <p:strVal val="hidden"/>
                                      </p:to>
                                    </p:set>
                                  </p:childTnLst>
                                </p:cTn>
                              </p:par>
                              <p:par>
                                <p:cTn id="237" presetID="23" presetClass="exit" presetSubtype="32" fill="hold" grpId="0" nodeType="withEffect">
                                  <p:stCondLst>
                                    <p:cond delay="100"/>
                                  </p:stCondLst>
                                  <p:childTnLst>
                                    <p:anim calcmode="lin" valueType="num">
                                      <p:cBhvr>
                                        <p:cTn id="238" dur="500"/>
                                        <p:tgtEl>
                                          <p:spTgt spid="60"/>
                                        </p:tgtEl>
                                        <p:attrNameLst>
                                          <p:attrName>ppt_w</p:attrName>
                                        </p:attrNameLst>
                                      </p:cBhvr>
                                      <p:tavLst>
                                        <p:tav tm="0">
                                          <p:val>
                                            <p:strVal val="ppt_w"/>
                                          </p:val>
                                        </p:tav>
                                        <p:tav tm="100000">
                                          <p:val>
                                            <p:fltVal val="0"/>
                                          </p:val>
                                        </p:tav>
                                      </p:tavLst>
                                    </p:anim>
                                    <p:anim calcmode="lin" valueType="num">
                                      <p:cBhvr>
                                        <p:cTn id="239" dur="500"/>
                                        <p:tgtEl>
                                          <p:spTgt spid="60"/>
                                        </p:tgtEl>
                                        <p:attrNameLst>
                                          <p:attrName>ppt_h</p:attrName>
                                        </p:attrNameLst>
                                      </p:cBhvr>
                                      <p:tavLst>
                                        <p:tav tm="0">
                                          <p:val>
                                            <p:strVal val="ppt_h"/>
                                          </p:val>
                                        </p:tav>
                                        <p:tav tm="100000">
                                          <p:val>
                                            <p:fltVal val="0"/>
                                          </p:val>
                                        </p:tav>
                                      </p:tavLst>
                                    </p:anim>
                                    <p:set>
                                      <p:cBhvr>
                                        <p:cTn id="240" dur="1" fill="hold">
                                          <p:stCondLst>
                                            <p:cond delay="499"/>
                                          </p:stCondLst>
                                        </p:cTn>
                                        <p:tgtEl>
                                          <p:spTgt spid="60"/>
                                        </p:tgtEl>
                                        <p:attrNameLst>
                                          <p:attrName>style.visibility</p:attrName>
                                        </p:attrNameLst>
                                      </p:cBhvr>
                                      <p:to>
                                        <p:strVal val="hidden"/>
                                      </p:to>
                                    </p:set>
                                  </p:childTnLst>
                                </p:cTn>
                              </p:par>
                              <p:par>
                                <p:cTn id="241" presetID="23" presetClass="exit" presetSubtype="32" fill="hold" grpId="0" nodeType="withEffect">
                                  <p:stCondLst>
                                    <p:cond delay="110"/>
                                  </p:stCondLst>
                                  <p:childTnLst>
                                    <p:anim calcmode="lin" valueType="num">
                                      <p:cBhvr>
                                        <p:cTn id="242" dur="500"/>
                                        <p:tgtEl>
                                          <p:spTgt spid="61"/>
                                        </p:tgtEl>
                                        <p:attrNameLst>
                                          <p:attrName>ppt_w</p:attrName>
                                        </p:attrNameLst>
                                      </p:cBhvr>
                                      <p:tavLst>
                                        <p:tav tm="0">
                                          <p:val>
                                            <p:strVal val="ppt_w"/>
                                          </p:val>
                                        </p:tav>
                                        <p:tav tm="100000">
                                          <p:val>
                                            <p:fltVal val="0"/>
                                          </p:val>
                                        </p:tav>
                                      </p:tavLst>
                                    </p:anim>
                                    <p:anim calcmode="lin" valueType="num">
                                      <p:cBhvr>
                                        <p:cTn id="243" dur="500"/>
                                        <p:tgtEl>
                                          <p:spTgt spid="61"/>
                                        </p:tgtEl>
                                        <p:attrNameLst>
                                          <p:attrName>ppt_h</p:attrName>
                                        </p:attrNameLst>
                                      </p:cBhvr>
                                      <p:tavLst>
                                        <p:tav tm="0">
                                          <p:val>
                                            <p:strVal val="ppt_h"/>
                                          </p:val>
                                        </p:tav>
                                        <p:tav tm="100000">
                                          <p:val>
                                            <p:fltVal val="0"/>
                                          </p:val>
                                        </p:tav>
                                      </p:tavLst>
                                    </p:anim>
                                    <p:set>
                                      <p:cBhvr>
                                        <p:cTn id="244" dur="1" fill="hold">
                                          <p:stCondLst>
                                            <p:cond delay="499"/>
                                          </p:stCondLst>
                                        </p:cTn>
                                        <p:tgtEl>
                                          <p:spTgt spid="61"/>
                                        </p:tgtEl>
                                        <p:attrNameLst>
                                          <p:attrName>style.visibility</p:attrName>
                                        </p:attrNameLst>
                                      </p:cBhvr>
                                      <p:to>
                                        <p:strVal val="hidden"/>
                                      </p:to>
                                    </p:set>
                                  </p:childTnLst>
                                </p:cTn>
                              </p:par>
                              <p:par>
                                <p:cTn id="245" presetID="23" presetClass="exit" presetSubtype="32" fill="hold" grpId="0" nodeType="withEffect">
                                  <p:stCondLst>
                                    <p:cond delay="120"/>
                                  </p:stCondLst>
                                  <p:childTnLst>
                                    <p:anim calcmode="lin" valueType="num">
                                      <p:cBhvr>
                                        <p:cTn id="246" dur="500"/>
                                        <p:tgtEl>
                                          <p:spTgt spid="62"/>
                                        </p:tgtEl>
                                        <p:attrNameLst>
                                          <p:attrName>ppt_w</p:attrName>
                                        </p:attrNameLst>
                                      </p:cBhvr>
                                      <p:tavLst>
                                        <p:tav tm="0">
                                          <p:val>
                                            <p:strVal val="ppt_w"/>
                                          </p:val>
                                        </p:tav>
                                        <p:tav tm="100000">
                                          <p:val>
                                            <p:fltVal val="0"/>
                                          </p:val>
                                        </p:tav>
                                      </p:tavLst>
                                    </p:anim>
                                    <p:anim calcmode="lin" valueType="num">
                                      <p:cBhvr>
                                        <p:cTn id="247" dur="500"/>
                                        <p:tgtEl>
                                          <p:spTgt spid="62"/>
                                        </p:tgtEl>
                                        <p:attrNameLst>
                                          <p:attrName>ppt_h</p:attrName>
                                        </p:attrNameLst>
                                      </p:cBhvr>
                                      <p:tavLst>
                                        <p:tav tm="0">
                                          <p:val>
                                            <p:strVal val="ppt_h"/>
                                          </p:val>
                                        </p:tav>
                                        <p:tav tm="100000">
                                          <p:val>
                                            <p:fltVal val="0"/>
                                          </p:val>
                                        </p:tav>
                                      </p:tavLst>
                                    </p:anim>
                                    <p:set>
                                      <p:cBhvr>
                                        <p:cTn id="248" dur="1" fill="hold">
                                          <p:stCondLst>
                                            <p:cond delay="499"/>
                                          </p:stCondLst>
                                        </p:cTn>
                                        <p:tgtEl>
                                          <p:spTgt spid="62"/>
                                        </p:tgtEl>
                                        <p:attrNameLst>
                                          <p:attrName>style.visibility</p:attrName>
                                        </p:attrNameLst>
                                      </p:cBhvr>
                                      <p:to>
                                        <p:strVal val="hidden"/>
                                      </p:to>
                                    </p:set>
                                  </p:childTnLst>
                                </p:cTn>
                              </p:par>
                              <p:par>
                                <p:cTn id="249" presetID="23" presetClass="exit" presetSubtype="32" fill="hold" grpId="0" nodeType="withEffect">
                                  <p:stCondLst>
                                    <p:cond delay="130"/>
                                  </p:stCondLst>
                                  <p:childTnLst>
                                    <p:anim calcmode="lin" valueType="num">
                                      <p:cBhvr>
                                        <p:cTn id="250" dur="500"/>
                                        <p:tgtEl>
                                          <p:spTgt spid="63"/>
                                        </p:tgtEl>
                                        <p:attrNameLst>
                                          <p:attrName>ppt_w</p:attrName>
                                        </p:attrNameLst>
                                      </p:cBhvr>
                                      <p:tavLst>
                                        <p:tav tm="0">
                                          <p:val>
                                            <p:strVal val="ppt_w"/>
                                          </p:val>
                                        </p:tav>
                                        <p:tav tm="100000">
                                          <p:val>
                                            <p:fltVal val="0"/>
                                          </p:val>
                                        </p:tav>
                                      </p:tavLst>
                                    </p:anim>
                                    <p:anim calcmode="lin" valueType="num">
                                      <p:cBhvr>
                                        <p:cTn id="251" dur="500"/>
                                        <p:tgtEl>
                                          <p:spTgt spid="63"/>
                                        </p:tgtEl>
                                        <p:attrNameLst>
                                          <p:attrName>ppt_h</p:attrName>
                                        </p:attrNameLst>
                                      </p:cBhvr>
                                      <p:tavLst>
                                        <p:tav tm="0">
                                          <p:val>
                                            <p:strVal val="ppt_h"/>
                                          </p:val>
                                        </p:tav>
                                        <p:tav tm="100000">
                                          <p:val>
                                            <p:fltVal val="0"/>
                                          </p:val>
                                        </p:tav>
                                      </p:tavLst>
                                    </p:anim>
                                    <p:set>
                                      <p:cBhvr>
                                        <p:cTn id="252" dur="1" fill="hold">
                                          <p:stCondLst>
                                            <p:cond delay="499"/>
                                          </p:stCondLst>
                                        </p:cTn>
                                        <p:tgtEl>
                                          <p:spTgt spid="63"/>
                                        </p:tgtEl>
                                        <p:attrNameLst>
                                          <p:attrName>style.visibility</p:attrName>
                                        </p:attrNameLst>
                                      </p:cBhvr>
                                      <p:to>
                                        <p:strVal val="hidden"/>
                                      </p:to>
                                    </p:set>
                                  </p:childTnLst>
                                </p:cTn>
                              </p:par>
                              <p:par>
                                <p:cTn id="253" presetID="23" presetClass="exit" presetSubtype="32" fill="hold" grpId="0" nodeType="withEffect">
                                  <p:stCondLst>
                                    <p:cond delay="140"/>
                                  </p:stCondLst>
                                  <p:childTnLst>
                                    <p:anim calcmode="lin" valueType="num">
                                      <p:cBhvr>
                                        <p:cTn id="254" dur="500"/>
                                        <p:tgtEl>
                                          <p:spTgt spid="64"/>
                                        </p:tgtEl>
                                        <p:attrNameLst>
                                          <p:attrName>ppt_w</p:attrName>
                                        </p:attrNameLst>
                                      </p:cBhvr>
                                      <p:tavLst>
                                        <p:tav tm="0">
                                          <p:val>
                                            <p:strVal val="ppt_w"/>
                                          </p:val>
                                        </p:tav>
                                        <p:tav tm="100000">
                                          <p:val>
                                            <p:fltVal val="0"/>
                                          </p:val>
                                        </p:tav>
                                      </p:tavLst>
                                    </p:anim>
                                    <p:anim calcmode="lin" valueType="num">
                                      <p:cBhvr>
                                        <p:cTn id="255" dur="500"/>
                                        <p:tgtEl>
                                          <p:spTgt spid="64"/>
                                        </p:tgtEl>
                                        <p:attrNameLst>
                                          <p:attrName>ppt_h</p:attrName>
                                        </p:attrNameLst>
                                      </p:cBhvr>
                                      <p:tavLst>
                                        <p:tav tm="0">
                                          <p:val>
                                            <p:strVal val="ppt_h"/>
                                          </p:val>
                                        </p:tav>
                                        <p:tav tm="100000">
                                          <p:val>
                                            <p:fltVal val="0"/>
                                          </p:val>
                                        </p:tav>
                                      </p:tavLst>
                                    </p:anim>
                                    <p:set>
                                      <p:cBhvr>
                                        <p:cTn id="256" dur="1" fill="hold">
                                          <p:stCondLst>
                                            <p:cond delay="499"/>
                                          </p:stCondLst>
                                        </p:cTn>
                                        <p:tgtEl>
                                          <p:spTgt spid="64"/>
                                        </p:tgtEl>
                                        <p:attrNameLst>
                                          <p:attrName>style.visibility</p:attrName>
                                        </p:attrNameLst>
                                      </p:cBhvr>
                                      <p:to>
                                        <p:strVal val="hidden"/>
                                      </p:to>
                                    </p:set>
                                  </p:childTnLst>
                                </p:cTn>
                              </p:par>
                              <p:par>
                                <p:cTn id="257" presetID="23" presetClass="exit" presetSubtype="32" fill="hold" grpId="0" nodeType="withEffect">
                                  <p:stCondLst>
                                    <p:cond delay="70"/>
                                  </p:stCondLst>
                                  <p:childTnLst>
                                    <p:anim calcmode="lin" valueType="num">
                                      <p:cBhvr>
                                        <p:cTn id="258" dur="500"/>
                                        <p:tgtEl>
                                          <p:spTgt spid="65"/>
                                        </p:tgtEl>
                                        <p:attrNameLst>
                                          <p:attrName>ppt_w</p:attrName>
                                        </p:attrNameLst>
                                      </p:cBhvr>
                                      <p:tavLst>
                                        <p:tav tm="0">
                                          <p:val>
                                            <p:strVal val="ppt_w"/>
                                          </p:val>
                                        </p:tav>
                                        <p:tav tm="100000">
                                          <p:val>
                                            <p:fltVal val="0"/>
                                          </p:val>
                                        </p:tav>
                                      </p:tavLst>
                                    </p:anim>
                                    <p:anim calcmode="lin" valueType="num">
                                      <p:cBhvr>
                                        <p:cTn id="259" dur="500"/>
                                        <p:tgtEl>
                                          <p:spTgt spid="65"/>
                                        </p:tgtEl>
                                        <p:attrNameLst>
                                          <p:attrName>ppt_h</p:attrName>
                                        </p:attrNameLst>
                                      </p:cBhvr>
                                      <p:tavLst>
                                        <p:tav tm="0">
                                          <p:val>
                                            <p:strVal val="ppt_h"/>
                                          </p:val>
                                        </p:tav>
                                        <p:tav tm="100000">
                                          <p:val>
                                            <p:fltVal val="0"/>
                                          </p:val>
                                        </p:tav>
                                      </p:tavLst>
                                    </p:anim>
                                    <p:set>
                                      <p:cBhvr>
                                        <p:cTn id="260" dur="1" fill="hold">
                                          <p:stCondLst>
                                            <p:cond delay="499"/>
                                          </p:stCondLst>
                                        </p:cTn>
                                        <p:tgtEl>
                                          <p:spTgt spid="65"/>
                                        </p:tgtEl>
                                        <p:attrNameLst>
                                          <p:attrName>style.visibility</p:attrName>
                                        </p:attrNameLst>
                                      </p:cBhvr>
                                      <p:to>
                                        <p:strVal val="hidden"/>
                                      </p:to>
                                    </p:set>
                                  </p:childTnLst>
                                </p:cTn>
                              </p:par>
                              <p:par>
                                <p:cTn id="261" presetID="23" presetClass="exit" presetSubtype="32" fill="hold" grpId="0" nodeType="withEffect">
                                  <p:stCondLst>
                                    <p:cond delay="80"/>
                                  </p:stCondLst>
                                  <p:childTnLst>
                                    <p:anim calcmode="lin" valueType="num">
                                      <p:cBhvr>
                                        <p:cTn id="262" dur="500"/>
                                        <p:tgtEl>
                                          <p:spTgt spid="66"/>
                                        </p:tgtEl>
                                        <p:attrNameLst>
                                          <p:attrName>ppt_w</p:attrName>
                                        </p:attrNameLst>
                                      </p:cBhvr>
                                      <p:tavLst>
                                        <p:tav tm="0">
                                          <p:val>
                                            <p:strVal val="ppt_w"/>
                                          </p:val>
                                        </p:tav>
                                        <p:tav tm="100000">
                                          <p:val>
                                            <p:fltVal val="0"/>
                                          </p:val>
                                        </p:tav>
                                      </p:tavLst>
                                    </p:anim>
                                    <p:anim calcmode="lin" valueType="num">
                                      <p:cBhvr>
                                        <p:cTn id="263" dur="500"/>
                                        <p:tgtEl>
                                          <p:spTgt spid="66"/>
                                        </p:tgtEl>
                                        <p:attrNameLst>
                                          <p:attrName>ppt_h</p:attrName>
                                        </p:attrNameLst>
                                      </p:cBhvr>
                                      <p:tavLst>
                                        <p:tav tm="0">
                                          <p:val>
                                            <p:strVal val="ppt_h"/>
                                          </p:val>
                                        </p:tav>
                                        <p:tav tm="100000">
                                          <p:val>
                                            <p:fltVal val="0"/>
                                          </p:val>
                                        </p:tav>
                                      </p:tavLst>
                                    </p:anim>
                                    <p:set>
                                      <p:cBhvr>
                                        <p:cTn id="264" dur="1" fill="hold">
                                          <p:stCondLst>
                                            <p:cond delay="499"/>
                                          </p:stCondLst>
                                        </p:cTn>
                                        <p:tgtEl>
                                          <p:spTgt spid="66"/>
                                        </p:tgtEl>
                                        <p:attrNameLst>
                                          <p:attrName>style.visibility</p:attrName>
                                        </p:attrNameLst>
                                      </p:cBhvr>
                                      <p:to>
                                        <p:strVal val="hidden"/>
                                      </p:to>
                                    </p:set>
                                  </p:childTnLst>
                                </p:cTn>
                              </p:par>
                              <p:par>
                                <p:cTn id="265" presetID="23" presetClass="exit" presetSubtype="32" fill="hold" grpId="0" nodeType="withEffect">
                                  <p:stCondLst>
                                    <p:cond delay="90"/>
                                  </p:stCondLst>
                                  <p:childTnLst>
                                    <p:anim calcmode="lin" valueType="num">
                                      <p:cBhvr>
                                        <p:cTn id="266" dur="500"/>
                                        <p:tgtEl>
                                          <p:spTgt spid="67"/>
                                        </p:tgtEl>
                                        <p:attrNameLst>
                                          <p:attrName>ppt_w</p:attrName>
                                        </p:attrNameLst>
                                      </p:cBhvr>
                                      <p:tavLst>
                                        <p:tav tm="0">
                                          <p:val>
                                            <p:strVal val="ppt_w"/>
                                          </p:val>
                                        </p:tav>
                                        <p:tav tm="100000">
                                          <p:val>
                                            <p:fltVal val="0"/>
                                          </p:val>
                                        </p:tav>
                                      </p:tavLst>
                                    </p:anim>
                                    <p:anim calcmode="lin" valueType="num">
                                      <p:cBhvr>
                                        <p:cTn id="267" dur="500"/>
                                        <p:tgtEl>
                                          <p:spTgt spid="67"/>
                                        </p:tgtEl>
                                        <p:attrNameLst>
                                          <p:attrName>ppt_h</p:attrName>
                                        </p:attrNameLst>
                                      </p:cBhvr>
                                      <p:tavLst>
                                        <p:tav tm="0">
                                          <p:val>
                                            <p:strVal val="ppt_h"/>
                                          </p:val>
                                        </p:tav>
                                        <p:tav tm="100000">
                                          <p:val>
                                            <p:fltVal val="0"/>
                                          </p:val>
                                        </p:tav>
                                      </p:tavLst>
                                    </p:anim>
                                    <p:set>
                                      <p:cBhvr>
                                        <p:cTn id="268" dur="1" fill="hold">
                                          <p:stCondLst>
                                            <p:cond delay="499"/>
                                          </p:stCondLst>
                                        </p:cTn>
                                        <p:tgtEl>
                                          <p:spTgt spid="67"/>
                                        </p:tgtEl>
                                        <p:attrNameLst>
                                          <p:attrName>style.visibility</p:attrName>
                                        </p:attrNameLst>
                                      </p:cBhvr>
                                      <p:to>
                                        <p:strVal val="hidden"/>
                                      </p:to>
                                    </p:set>
                                  </p:childTnLst>
                                </p:cTn>
                              </p:par>
                              <p:par>
                                <p:cTn id="269" presetID="23" presetClass="exit" presetSubtype="32" fill="hold" grpId="0" nodeType="withEffect">
                                  <p:stCondLst>
                                    <p:cond delay="100"/>
                                  </p:stCondLst>
                                  <p:childTnLst>
                                    <p:anim calcmode="lin" valueType="num">
                                      <p:cBhvr>
                                        <p:cTn id="270" dur="500"/>
                                        <p:tgtEl>
                                          <p:spTgt spid="68"/>
                                        </p:tgtEl>
                                        <p:attrNameLst>
                                          <p:attrName>ppt_w</p:attrName>
                                        </p:attrNameLst>
                                      </p:cBhvr>
                                      <p:tavLst>
                                        <p:tav tm="0">
                                          <p:val>
                                            <p:strVal val="ppt_w"/>
                                          </p:val>
                                        </p:tav>
                                        <p:tav tm="100000">
                                          <p:val>
                                            <p:fltVal val="0"/>
                                          </p:val>
                                        </p:tav>
                                      </p:tavLst>
                                    </p:anim>
                                    <p:anim calcmode="lin" valueType="num">
                                      <p:cBhvr>
                                        <p:cTn id="271" dur="500"/>
                                        <p:tgtEl>
                                          <p:spTgt spid="68"/>
                                        </p:tgtEl>
                                        <p:attrNameLst>
                                          <p:attrName>ppt_h</p:attrName>
                                        </p:attrNameLst>
                                      </p:cBhvr>
                                      <p:tavLst>
                                        <p:tav tm="0">
                                          <p:val>
                                            <p:strVal val="ppt_h"/>
                                          </p:val>
                                        </p:tav>
                                        <p:tav tm="100000">
                                          <p:val>
                                            <p:fltVal val="0"/>
                                          </p:val>
                                        </p:tav>
                                      </p:tavLst>
                                    </p:anim>
                                    <p:set>
                                      <p:cBhvr>
                                        <p:cTn id="272" dur="1" fill="hold">
                                          <p:stCondLst>
                                            <p:cond delay="499"/>
                                          </p:stCondLst>
                                        </p:cTn>
                                        <p:tgtEl>
                                          <p:spTgt spid="68"/>
                                        </p:tgtEl>
                                        <p:attrNameLst>
                                          <p:attrName>style.visibility</p:attrName>
                                        </p:attrNameLst>
                                      </p:cBhvr>
                                      <p:to>
                                        <p:strVal val="hidden"/>
                                      </p:to>
                                    </p:set>
                                  </p:childTnLst>
                                </p:cTn>
                              </p:par>
                              <p:par>
                                <p:cTn id="273" presetID="23" presetClass="exit" presetSubtype="32" fill="hold" grpId="0" nodeType="withEffect">
                                  <p:stCondLst>
                                    <p:cond delay="110"/>
                                  </p:stCondLst>
                                  <p:childTnLst>
                                    <p:anim calcmode="lin" valueType="num">
                                      <p:cBhvr>
                                        <p:cTn id="274" dur="500"/>
                                        <p:tgtEl>
                                          <p:spTgt spid="69"/>
                                        </p:tgtEl>
                                        <p:attrNameLst>
                                          <p:attrName>ppt_w</p:attrName>
                                        </p:attrNameLst>
                                      </p:cBhvr>
                                      <p:tavLst>
                                        <p:tav tm="0">
                                          <p:val>
                                            <p:strVal val="ppt_w"/>
                                          </p:val>
                                        </p:tav>
                                        <p:tav tm="100000">
                                          <p:val>
                                            <p:fltVal val="0"/>
                                          </p:val>
                                        </p:tav>
                                      </p:tavLst>
                                    </p:anim>
                                    <p:anim calcmode="lin" valueType="num">
                                      <p:cBhvr>
                                        <p:cTn id="275" dur="500"/>
                                        <p:tgtEl>
                                          <p:spTgt spid="69"/>
                                        </p:tgtEl>
                                        <p:attrNameLst>
                                          <p:attrName>ppt_h</p:attrName>
                                        </p:attrNameLst>
                                      </p:cBhvr>
                                      <p:tavLst>
                                        <p:tav tm="0">
                                          <p:val>
                                            <p:strVal val="ppt_h"/>
                                          </p:val>
                                        </p:tav>
                                        <p:tav tm="100000">
                                          <p:val>
                                            <p:fltVal val="0"/>
                                          </p:val>
                                        </p:tav>
                                      </p:tavLst>
                                    </p:anim>
                                    <p:set>
                                      <p:cBhvr>
                                        <p:cTn id="276" dur="1" fill="hold">
                                          <p:stCondLst>
                                            <p:cond delay="499"/>
                                          </p:stCondLst>
                                        </p:cTn>
                                        <p:tgtEl>
                                          <p:spTgt spid="69"/>
                                        </p:tgtEl>
                                        <p:attrNameLst>
                                          <p:attrName>style.visibility</p:attrName>
                                        </p:attrNameLst>
                                      </p:cBhvr>
                                      <p:to>
                                        <p:strVal val="hidden"/>
                                      </p:to>
                                    </p:set>
                                  </p:childTnLst>
                                </p:cTn>
                              </p:par>
                              <p:par>
                                <p:cTn id="277" presetID="23" presetClass="exit" presetSubtype="32" fill="hold" grpId="0" nodeType="withEffect">
                                  <p:stCondLst>
                                    <p:cond delay="120"/>
                                  </p:stCondLst>
                                  <p:childTnLst>
                                    <p:anim calcmode="lin" valueType="num">
                                      <p:cBhvr>
                                        <p:cTn id="278" dur="500"/>
                                        <p:tgtEl>
                                          <p:spTgt spid="70"/>
                                        </p:tgtEl>
                                        <p:attrNameLst>
                                          <p:attrName>ppt_w</p:attrName>
                                        </p:attrNameLst>
                                      </p:cBhvr>
                                      <p:tavLst>
                                        <p:tav tm="0">
                                          <p:val>
                                            <p:strVal val="ppt_w"/>
                                          </p:val>
                                        </p:tav>
                                        <p:tav tm="100000">
                                          <p:val>
                                            <p:fltVal val="0"/>
                                          </p:val>
                                        </p:tav>
                                      </p:tavLst>
                                    </p:anim>
                                    <p:anim calcmode="lin" valueType="num">
                                      <p:cBhvr>
                                        <p:cTn id="279" dur="500"/>
                                        <p:tgtEl>
                                          <p:spTgt spid="70"/>
                                        </p:tgtEl>
                                        <p:attrNameLst>
                                          <p:attrName>ppt_h</p:attrName>
                                        </p:attrNameLst>
                                      </p:cBhvr>
                                      <p:tavLst>
                                        <p:tav tm="0">
                                          <p:val>
                                            <p:strVal val="ppt_h"/>
                                          </p:val>
                                        </p:tav>
                                        <p:tav tm="100000">
                                          <p:val>
                                            <p:fltVal val="0"/>
                                          </p:val>
                                        </p:tav>
                                      </p:tavLst>
                                    </p:anim>
                                    <p:set>
                                      <p:cBhvr>
                                        <p:cTn id="280" dur="1" fill="hold">
                                          <p:stCondLst>
                                            <p:cond delay="499"/>
                                          </p:stCondLst>
                                        </p:cTn>
                                        <p:tgtEl>
                                          <p:spTgt spid="70"/>
                                        </p:tgtEl>
                                        <p:attrNameLst>
                                          <p:attrName>style.visibility</p:attrName>
                                        </p:attrNameLst>
                                      </p:cBhvr>
                                      <p:to>
                                        <p:strVal val="hidden"/>
                                      </p:to>
                                    </p:set>
                                  </p:childTnLst>
                                </p:cTn>
                              </p:par>
                              <p:par>
                                <p:cTn id="281" presetID="23" presetClass="exit" presetSubtype="32" fill="hold" grpId="0" nodeType="withEffect">
                                  <p:stCondLst>
                                    <p:cond delay="130"/>
                                  </p:stCondLst>
                                  <p:childTnLst>
                                    <p:anim calcmode="lin" valueType="num">
                                      <p:cBhvr>
                                        <p:cTn id="282" dur="500"/>
                                        <p:tgtEl>
                                          <p:spTgt spid="71"/>
                                        </p:tgtEl>
                                        <p:attrNameLst>
                                          <p:attrName>ppt_w</p:attrName>
                                        </p:attrNameLst>
                                      </p:cBhvr>
                                      <p:tavLst>
                                        <p:tav tm="0">
                                          <p:val>
                                            <p:strVal val="ppt_w"/>
                                          </p:val>
                                        </p:tav>
                                        <p:tav tm="100000">
                                          <p:val>
                                            <p:fltVal val="0"/>
                                          </p:val>
                                        </p:tav>
                                      </p:tavLst>
                                    </p:anim>
                                    <p:anim calcmode="lin" valueType="num">
                                      <p:cBhvr>
                                        <p:cTn id="283" dur="500"/>
                                        <p:tgtEl>
                                          <p:spTgt spid="71"/>
                                        </p:tgtEl>
                                        <p:attrNameLst>
                                          <p:attrName>ppt_h</p:attrName>
                                        </p:attrNameLst>
                                      </p:cBhvr>
                                      <p:tavLst>
                                        <p:tav tm="0">
                                          <p:val>
                                            <p:strVal val="ppt_h"/>
                                          </p:val>
                                        </p:tav>
                                        <p:tav tm="100000">
                                          <p:val>
                                            <p:fltVal val="0"/>
                                          </p:val>
                                        </p:tav>
                                      </p:tavLst>
                                    </p:anim>
                                    <p:set>
                                      <p:cBhvr>
                                        <p:cTn id="284" dur="1" fill="hold">
                                          <p:stCondLst>
                                            <p:cond delay="499"/>
                                          </p:stCondLst>
                                        </p:cTn>
                                        <p:tgtEl>
                                          <p:spTgt spid="71"/>
                                        </p:tgtEl>
                                        <p:attrNameLst>
                                          <p:attrName>style.visibility</p:attrName>
                                        </p:attrNameLst>
                                      </p:cBhvr>
                                      <p:to>
                                        <p:strVal val="hidden"/>
                                      </p:to>
                                    </p:set>
                                  </p:childTnLst>
                                </p:cTn>
                              </p:par>
                              <p:par>
                                <p:cTn id="285" presetID="23" presetClass="exit" presetSubtype="32" fill="hold" grpId="0" nodeType="withEffect">
                                  <p:stCondLst>
                                    <p:cond delay="140"/>
                                  </p:stCondLst>
                                  <p:childTnLst>
                                    <p:anim calcmode="lin" valueType="num">
                                      <p:cBhvr>
                                        <p:cTn id="286" dur="500"/>
                                        <p:tgtEl>
                                          <p:spTgt spid="72"/>
                                        </p:tgtEl>
                                        <p:attrNameLst>
                                          <p:attrName>ppt_w</p:attrName>
                                        </p:attrNameLst>
                                      </p:cBhvr>
                                      <p:tavLst>
                                        <p:tav tm="0">
                                          <p:val>
                                            <p:strVal val="ppt_w"/>
                                          </p:val>
                                        </p:tav>
                                        <p:tav tm="100000">
                                          <p:val>
                                            <p:fltVal val="0"/>
                                          </p:val>
                                        </p:tav>
                                      </p:tavLst>
                                    </p:anim>
                                    <p:anim calcmode="lin" valueType="num">
                                      <p:cBhvr>
                                        <p:cTn id="287" dur="500"/>
                                        <p:tgtEl>
                                          <p:spTgt spid="72"/>
                                        </p:tgtEl>
                                        <p:attrNameLst>
                                          <p:attrName>ppt_h</p:attrName>
                                        </p:attrNameLst>
                                      </p:cBhvr>
                                      <p:tavLst>
                                        <p:tav tm="0">
                                          <p:val>
                                            <p:strVal val="ppt_h"/>
                                          </p:val>
                                        </p:tav>
                                        <p:tav tm="100000">
                                          <p:val>
                                            <p:fltVal val="0"/>
                                          </p:val>
                                        </p:tav>
                                      </p:tavLst>
                                    </p:anim>
                                    <p:set>
                                      <p:cBhvr>
                                        <p:cTn id="288" dur="1" fill="hold">
                                          <p:stCondLst>
                                            <p:cond delay="499"/>
                                          </p:stCondLst>
                                        </p:cTn>
                                        <p:tgtEl>
                                          <p:spTgt spid="72"/>
                                        </p:tgtEl>
                                        <p:attrNameLst>
                                          <p:attrName>style.visibility</p:attrName>
                                        </p:attrNameLst>
                                      </p:cBhvr>
                                      <p:to>
                                        <p:strVal val="hidden"/>
                                      </p:to>
                                    </p:set>
                                  </p:childTnLst>
                                </p:cTn>
                              </p:par>
                              <p:par>
                                <p:cTn id="289" presetID="23" presetClass="exit" presetSubtype="32" fill="hold" grpId="0" nodeType="withEffect">
                                  <p:stCondLst>
                                    <p:cond delay="150"/>
                                  </p:stCondLst>
                                  <p:childTnLst>
                                    <p:anim calcmode="lin" valueType="num">
                                      <p:cBhvr>
                                        <p:cTn id="290" dur="500"/>
                                        <p:tgtEl>
                                          <p:spTgt spid="73"/>
                                        </p:tgtEl>
                                        <p:attrNameLst>
                                          <p:attrName>ppt_w</p:attrName>
                                        </p:attrNameLst>
                                      </p:cBhvr>
                                      <p:tavLst>
                                        <p:tav tm="0">
                                          <p:val>
                                            <p:strVal val="ppt_w"/>
                                          </p:val>
                                        </p:tav>
                                        <p:tav tm="100000">
                                          <p:val>
                                            <p:fltVal val="0"/>
                                          </p:val>
                                        </p:tav>
                                      </p:tavLst>
                                    </p:anim>
                                    <p:anim calcmode="lin" valueType="num">
                                      <p:cBhvr>
                                        <p:cTn id="291" dur="500"/>
                                        <p:tgtEl>
                                          <p:spTgt spid="73"/>
                                        </p:tgtEl>
                                        <p:attrNameLst>
                                          <p:attrName>ppt_h</p:attrName>
                                        </p:attrNameLst>
                                      </p:cBhvr>
                                      <p:tavLst>
                                        <p:tav tm="0">
                                          <p:val>
                                            <p:strVal val="ppt_h"/>
                                          </p:val>
                                        </p:tav>
                                        <p:tav tm="100000">
                                          <p:val>
                                            <p:fltVal val="0"/>
                                          </p:val>
                                        </p:tav>
                                      </p:tavLst>
                                    </p:anim>
                                    <p:set>
                                      <p:cBhvr>
                                        <p:cTn id="292" dur="1" fill="hold">
                                          <p:stCondLst>
                                            <p:cond delay="499"/>
                                          </p:stCondLst>
                                        </p:cTn>
                                        <p:tgtEl>
                                          <p:spTgt spid="73"/>
                                        </p:tgtEl>
                                        <p:attrNameLst>
                                          <p:attrName>style.visibility</p:attrName>
                                        </p:attrNameLst>
                                      </p:cBhvr>
                                      <p:to>
                                        <p:strVal val="hidden"/>
                                      </p:to>
                                    </p:set>
                                  </p:childTnLst>
                                </p:cTn>
                              </p:par>
                              <p:par>
                                <p:cTn id="293" presetID="23" presetClass="exit" presetSubtype="32" fill="hold" grpId="0" nodeType="withEffect">
                                  <p:stCondLst>
                                    <p:cond delay="80"/>
                                  </p:stCondLst>
                                  <p:childTnLst>
                                    <p:anim calcmode="lin" valueType="num">
                                      <p:cBhvr>
                                        <p:cTn id="294" dur="500"/>
                                        <p:tgtEl>
                                          <p:spTgt spid="74"/>
                                        </p:tgtEl>
                                        <p:attrNameLst>
                                          <p:attrName>ppt_w</p:attrName>
                                        </p:attrNameLst>
                                      </p:cBhvr>
                                      <p:tavLst>
                                        <p:tav tm="0">
                                          <p:val>
                                            <p:strVal val="ppt_w"/>
                                          </p:val>
                                        </p:tav>
                                        <p:tav tm="100000">
                                          <p:val>
                                            <p:fltVal val="0"/>
                                          </p:val>
                                        </p:tav>
                                      </p:tavLst>
                                    </p:anim>
                                    <p:anim calcmode="lin" valueType="num">
                                      <p:cBhvr>
                                        <p:cTn id="295" dur="500"/>
                                        <p:tgtEl>
                                          <p:spTgt spid="74"/>
                                        </p:tgtEl>
                                        <p:attrNameLst>
                                          <p:attrName>ppt_h</p:attrName>
                                        </p:attrNameLst>
                                      </p:cBhvr>
                                      <p:tavLst>
                                        <p:tav tm="0">
                                          <p:val>
                                            <p:strVal val="ppt_h"/>
                                          </p:val>
                                        </p:tav>
                                        <p:tav tm="100000">
                                          <p:val>
                                            <p:fltVal val="0"/>
                                          </p:val>
                                        </p:tav>
                                      </p:tavLst>
                                    </p:anim>
                                    <p:set>
                                      <p:cBhvr>
                                        <p:cTn id="296" dur="1" fill="hold">
                                          <p:stCondLst>
                                            <p:cond delay="499"/>
                                          </p:stCondLst>
                                        </p:cTn>
                                        <p:tgtEl>
                                          <p:spTgt spid="74"/>
                                        </p:tgtEl>
                                        <p:attrNameLst>
                                          <p:attrName>style.visibility</p:attrName>
                                        </p:attrNameLst>
                                      </p:cBhvr>
                                      <p:to>
                                        <p:strVal val="hidden"/>
                                      </p:to>
                                    </p:set>
                                  </p:childTnLst>
                                </p:cTn>
                              </p:par>
                              <p:par>
                                <p:cTn id="297" presetID="23" presetClass="exit" presetSubtype="32" fill="hold" grpId="0" nodeType="withEffect">
                                  <p:stCondLst>
                                    <p:cond delay="90"/>
                                  </p:stCondLst>
                                  <p:childTnLst>
                                    <p:anim calcmode="lin" valueType="num">
                                      <p:cBhvr>
                                        <p:cTn id="298" dur="500"/>
                                        <p:tgtEl>
                                          <p:spTgt spid="75"/>
                                        </p:tgtEl>
                                        <p:attrNameLst>
                                          <p:attrName>ppt_w</p:attrName>
                                        </p:attrNameLst>
                                      </p:cBhvr>
                                      <p:tavLst>
                                        <p:tav tm="0">
                                          <p:val>
                                            <p:strVal val="ppt_w"/>
                                          </p:val>
                                        </p:tav>
                                        <p:tav tm="100000">
                                          <p:val>
                                            <p:fltVal val="0"/>
                                          </p:val>
                                        </p:tav>
                                      </p:tavLst>
                                    </p:anim>
                                    <p:anim calcmode="lin" valueType="num">
                                      <p:cBhvr>
                                        <p:cTn id="299" dur="500"/>
                                        <p:tgtEl>
                                          <p:spTgt spid="75"/>
                                        </p:tgtEl>
                                        <p:attrNameLst>
                                          <p:attrName>ppt_h</p:attrName>
                                        </p:attrNameLst>
                                      </p:cBhvr>
                                      <p:tavLst>
                                        <p:tav tm="0">
                                          <p:val>
                                            <p:strVal val="ppt_h"/>
                                          </p:val>
                                        </p:tav>
                                        <p:tav tm="100000">
                                          <p:val>
                                            <p:fltVal val="0"/>
                                          </p:val>
                                        </p:tav>
                                      </p:tavLst>
                                    </p:anim>
                                    <p:set>
                                      <p:cBhvr>
                                        <p:cTn id="300" dur="1" fill="hold">
                                          <p:stCondLst>
                                            <p:cond delay="499"/>
                                          </p:stCondLst>
                                        </p:cTn>
                                        <p:tgtEl>
                                          <p:spTgt spid="75"/>
                                        </p:tgtEl>
                                        <p:attrNameLst>
                                          <p:attrName>style.visibility</p:attrName>
                                        </p:attrNameLst>
                                      </p:cBhvr>
                                      <p:to>
                                        <p:strVal val="hidden"/>
                                      </p:to>
                                    </p:set>
                                  </p:childTnLst>
                                </p:cTn>
                              </p:par>
                              <p:par>
                                <p:cTn id="301" presetID="23" presetClass="exit" presetSubtype="32" fill="hold" grpId="0" nodeType="withEffect">
                                  <p:stCondLst>
                                    <p:cond delay="100"/>
                                  </p:stCondLst>
                                  <p:childTnLst>
                                    <p:anim calcmode="lin" valueType="num">
                                      <p:cBhvr>
                                        <p:cTn id="302" dur="500"/>
                                        <p:tgtEl>
                                          <p:spTgt spid="76"/>
                                        </p:tgtEl>
                                        <p:attrNameLst>
                                          <p:attrName>ppt_w</p:attrName>
                                        </p:attrNameLst>
                                      </p:cBhvr>
                                      <p:tavLst>
                                        <p:tav tm="0">
                                          <p:val>
                                            <p:strVal val="ppt_w"/>
                                          </p:val>
                                        </p:tav>
                                        <p:tav tm="100000">
                                          <p:val>
                                            <p:fltVal val="0"/>
                                          </p:val>
                                        </p:tav>
                                      </p:tavLst>
                                    </p:anim>
                                    <p:anim calcmode="lin" valueType="num">
                                      <p:cBhvr>
                                        <p:cTn id="303" dur="500"/>
                                        <p:tgtEl>
                                          <p:spTgt spid="76"/>
                                        </p:tgtEl>
                                        <p:attrNameLst>
                                          <p:attrName>ppt_h</p:attrName>
                                        </p:attrNameLst>
                                      </p:cBhvr>
                                      <p:tavLst>
                                        <p:tav tm="0">
                                          <p:val>
                                            <p:strVal val="ppt_h"/>
                                          </p:val>
                                        </p:tav>
                                        <p:tav tm="100000">
                                          <p:val>
                                            <p:fltVal val="0"/>
                                          </p:val>
                                        </p:tav>
                                      </p:tavLst>
                                    </p:anim>
                                    <p:set>
                                      <p:cBhvr>
                                        <p:cTn id="304" dur="1" fill="hold">
                                          <p:stCondLst>
                                            <p:cond delay="499"/>
                                          </p:stCondLst>
                                        </p:cTn>
                                        <p:tgtEl>
                                          <p:spTgt spid="76"/>
                                        </p:tgtEl>
                                        <p:attrNameLst>
                                          <p:attrName>style.visibility</p:attrName>
                                        </p:attrNameLst>
                                      </p:cBhvr>
                                      <p:to>
                                        <p:strVal val="hidden"/>
                                      </p:to>
                                    </p:set>
                                  </p:childTnLst>
                                </p:cTn>
                              </p:par>
                              <p:par>
                                <p:cTn id="305" presetID="23" presetClass="exit" presetSubtype="32" fill="hold" grpId="0" nodeType="withEffect">
                                  <p:stCondLst>
                                    <p:cond delay="110"/>
                                  </p:stCondLst>
                                  <p:childTnLst>
                                    <p:anim calcmode="lin" valueType="num">
                                      <p:cBhvr>
                                        <p:cTn id="306" dur="500"/>
                                        <p:tgtEl>
                                          <p:spTgt spid="77"/>
                                        </p:tgtEl>
                                        <p:attrNameLst>
                                          <p:attrName>ppt_w</p:attrName>
                                        </p:attrNameLst>
                                      </p:cBhvr>
                                      <p:tavLst>
                                        <p:tav tm="0">
                                          <p:val>
                                            <p:strVal val="ppt_w"/>
                                          </p:val>
                                        </p:tav>
                                        <p:tav tm="100000">
                                          <p:val>
                                            <p:fltVal val="0"/>
                                          </p:val>
                                        </p:tav>
                                      </p:tavLst>
                                    </p:anim>
                                    <p:anim calcmode="lin" valueType="num">
                                      <p:cBhvr>
                                        <p:cTn id="307" dur="500"/>
                                        <p:tgtEl>
                                          <p:spTgt spid="77"/>
                                        </p:tgtEl>
                                        <p:attrNameLst>
                                          <p:attrName>ppt_h</p:attrName>
                                        </p:attrNameLst>
                                      </p:cBhvr>
                                      <p:tavLst>
                                        <p:tav tm="0">
                                          <p:val>
                                            <p:strVal val="ppt_h"/>
                                          </p:val>
                                        </p:tav>
                                        <p:tav tm="100000">
                                          <p:val>
                                            <p:fltVal val="0"/>
                                          </p:val>
                                        </p:tav>
                                      </p:tavLst>
                                    </p:anim>
                                    <p:set>
                                      <p:cBhvr>
                                        <p:cTn id="308" dur="1" fill="hold">
                                          <p:stCondLst>
                                            <p:cond delay="499"/>
                                          </p:stCondLst>
                                        </p:cTn>
                                        <p:tgtEl>
                                          <p:spTgt spid="77"/>
                                        </p:tgtEl>
                                        <p:attrNameLst>
                                          <p:attrName>style.visibility</p:attrName>
                                        </p:attrNameLst>
                                      </p:cBhvr>
                                      <p:to>
                                        <p:strVal val="hidden"/>
                                      </p:to>
                                    </p:set>
                                  </p:childTnLst>
                                </p:cTn>
                              </p:par>
                              <p:par>
                                <p:cTn id="309" presetID="23" presetClass="exit" presetSubtype="32" fill="hold" grpId="0" nodeType="withEffect">
                                  <p:stCondLst>
                                    <p:cond delay="120"/>
                                  </p:stCondLst>
                                  <p:childTnLst>
                                    <p:anim calcmode="lin" valueType="num">
                                      <p:cBhvr>
                                        <p:cTn id="310" dur="500"/>
                                        <p:tgtEl>
                                          <p:spTgt spid="78"/>
                                        </p:tgtEl>
                                        <p:attrNameLst>
                                          <p:attrName>ppt_w</p:attrName>
                                        </p:attrNameLst>
                                      </p:cBhvr>
                                      <p:tavLst>
                                        <p:tav tm="0">
                                          <p:val>
                                            <p:strVal val="ppt_w"/>
                                          </p:val>
                                        </p:tav>
                                        <p:tav tm="100000">
                                          <p:val>
                                            <p:fltVal val="0"/>
                                          </p:val>
                                        </p:tav>
                                      </p:tavLst>
                                    </p:anim>
                                    <p:anim calcmode="lin" valueType="num">
                                      <p:cBhvr>
                                        <p:cTn id="311" dur="500"/>
                                        <p:tgtEl>
                                          <p:spTgt spid="78"/>
                                        </p:tgtEl>
                                        <p:attrNameLst>
                                          <p:attrName>ppt_h</p:attrName>
                                        </p:attrNameLst>
                                      </p:cBhvr>
                                      <p:tavLst>
                                        <p:tav tm="0">
                                          <p:val>
                                            <p:strVal val="ppt_h"/>
                                          </p:val>
                                        </p:tav>
                                        <p:tav tm="100000">
                                          <p:val>
                                            <p:fltVal val="0"/>
                                          </p:val>
                                        </p:tav>
                                      </p:tavLst>
                                    </p:anim>
                                    <p:set>
                                      <p:cBhvr>
                                        <p:cTn id="312" dur="1" fill="hold">
                                          <p:stCondLst>
                                            <p:cond delay="499"/>
                                          </p:stCondLst>
                                        </p:cTn>
                                        <p:tgtEl>
                                          <p:spTgt spid="78"/>
                                        </p:tgtEl>
                                        <p:attrNameLst>
                                          <p:attrName>style.visibility</p:attrName>
                                        </p:attrNameLst>
                                      </p:cBhvr>
                                      <p:to>
                                        <p:strVal val="hidden"/>
                                      </p:to>
                                    </p:set>
                                  </p:childTnLst>
                                </p:cTn>
                              </p:par>
                              <p:par>
                                <p:cTn id="313" presetID="23" presetClass="exit" presetSubtype="32" fill="hold" grpId="0" nodeType="withEffect">
                                  <p:stCondLst>
                                    <p:cond delay="130"/>
                                  </p:stCondLst>
                                  <p:childTnLst>
                                    <p:anim calcmode="lin" valueType="num">
                                      <p:cBhvr>
                                        <p:cTn id="314" dur="500"/>
                                        <p:tgtEl>
                                          <p:spTgt spid="79"/>
                                        </p:tgtEl>
                                        <p:attrNameLst>
                                          <p:attrName>ppt_w</p:attrName>
                                        </p:attrNameLst>
                                      </p:cBhvr>
                                      <p:tavLst>
                                        <p:tav tm="0">
                                          <p:val>
                                            <p:strVal val="ppt_w"/>
                                          </p:val>
                                        </p:tav>
                                        <p:tav tm="100000">
                                          <p:val>
                                            <p:fltVal val="0"/>
                                          </p:val>
                                        </p:tav>
                                      </p:tavLst>
                                    </p:anim>
                                    <p:anim calcmode="lin" valueType="num">
                                      <p:cBhvr>
                                        <p:cTn id="315" dur="500"/>
                                        <p:tgtEl>
                                          <p:spTgt spid="79"/>
                                        </p:tgtEl>
                                        <p:attrNameLst>
                                          <p:attrName>ppt_h</p:attrName>
                                        </p:attrNameLst>
                                      </p:cBhvr>
                                      <p:tavLst>
                                        <p:tav tm="0">
                                          <p:val>
                                            <p:strVal val="ppt_h"/>
                                          </p:val>
                                        </p:tav>
                                        <p:tav tm="100000">
                                          <p:val>
                                            <p:fltVal val="0"/>
                                          </p:val>
                                        </p:tav>
                                      </p:tavLst>
                                    </p:anim>
                                    <p:set>
                                      <p:cBhvr>
                                        <p:cTn id="316" dur="1" fill="hold">
                                          <p:stCondLst>
                                            <p:cond delay="499"/>
                                          </p:stCondLst>
                                        </p:cTn>
                                        <p:tgtEl>
                                          <p:spTgt spid="79"/>
                                        </p:tgtEl>
                                        <p:attrNameLst>
                                          <p:attrName>style.visibility</p:attrName>
                                        </p:attrNameLst>
                                      </p:cBhvr>
                                      <p:to>
                                        <p:strVal val="hidden"/>
                                      </p:to>
                                    </p:set>
                                  </p:childTnLst>
                                </p:cTn>
                              </p:par>
                              <p:par>
                                <p:cTn id="317" presetID="23" presetClass="exit" presetSubtype="32" fill="hold" grpId="0" nodeType="withEffect">
                                  <p:stCondLst>
                                    <p:cond delay="140"/>
                                  </p:stCondLst>
                                  <p:childTnLst>
                                    <p:anim calcmode="lin" valueType="num">
                                      <p:cBhvr>
                                        <p:cTn id="318" dur="500"/>
                                        <p:tgtEl>
                                          <p:spTgt spid="80"/>
                                        </p:tgtEl>
                                        <p:attrNameLst>
                                          <p:attrName>ppt_w</p:attrName>
                                        </p:attrNameLst>
                                      </p:cBhvr>
                                      <p:tavLst>
                                        <p:tav tm="0">
                                          <p:val>
                                            <p:strVal val="ppt_w"/>
                                          </p:val>
                                        </p:tav>
                                        <p:tav tm="100000">
                                          <p:val>
                                            <p:fltVal val="0"/>
                                          </p:val>
                                        </p:tav>
                                      </p:tavLst>
                                    </p:anim>
                                    <p:anim calcmode="lin" valueType="num">
                                      <p:cBhvr>
                                        <p:cTn id="319" dur="500"/>
                                        <p:tgtEl>
                                          <p:spTgt spid="80"/>
                                        </p:tgtEl>
                                        <p:attrNameLst>
                                          <p:attrName>ppt_h</p:attrName>
                                        </p:attrNameLst>
                                      </p:cBhvr>
                                      <p:tavLst>
                                        <p:tav tm="0">
                                          <p:val>
                                            <p:strVal val="ppt_h"/>
                                          </p:val>
                                        </p:tav>
                                        <p:tav tm="100000">
                                          <p:val>
                                            <p:fltVal val="0"/>
                                          </p:val>
                                        </p:tav>
                                      </p:tavLst>
                                    </p:anim>
                                    <p:set>
                                      <p:cBhvr>
                                        <p:cTn id="320" dur="1" fill="hold">
                                          <p:stCondLst>
                                            <p:cond delay="499"/>
                                          </p:stCondLst>
                                        </p:cTn>
                                        <p:tgtEl>
                                          <p:spTgt spid="80"/>
                                        </p:tgtEl>
                                        <p:attrNameLst>
                                          <p:attrName>style.visibility</p:attrName>
                                        </p:attrNameLst>
                                      </p:cBhvr>
                                      <p:to>
                                        <p:strVal val="hidden"/>
                                      </p:to>
                                    </p:set>
                                  </p:childTnLst>
                                </p:cTn>
                              </p:par>
                              <p:par>
                                <p:cTn id="321" presetID="23" presetClass="exit" presetSubtype="32" fill="hold" grpId="0" nodeType="withEffect">
                                  <p:stCondLst>
                                    <p:cond delay="150"/>
                                  </p:stCondLst>
                                  <p:childTnLst>
                                    <p:anim calcmode="lin" valueType="num">
                                      <p:cBhvr>
                                        <p:cTn id="322" dur="500"/>
                                        <p:tgtEl>
                                          <p:spTgt spid="81"/>
                                        </p:tgtEl>
                                        <p:attrNameLst>
                                          <p:attrName>ppt_w</p:attrName>
                                        </p:attrNameLst>
                                      </p:cBhvr>
                                      <p:tavLst>
                                        <p:tav tm="0">
                                          <p:val>
                                            <p:strVal val="ppt_w"/>
                                          </p:val>
                                        </p:tav>
                                        <p:tav tm="100000">
                                          <p:val>
                                            <p:fltVal val="0"/>
                                          </p:val>
                                        </p:tav>
                                      </p:tavLst>
                                    </p:anim>
                                    <p:anim calcmode="lin" valueType="num">
                                      <p:cBhvr>
                                        <p:cTn id="323" dur="500"/>
                                        <p:tgtEl>
                                          <p:spTgt spid="81"/>
                                        </p:tgtEl>
                                        <p:attrNameLst>
                                          <p:attrName>ppt_h</p:attrName>
                                        </p:attrNameLst>
                                      </p:cBhvr>
                                      <p:tavLst>
                                        <p:tav tm="0">
                                          <p:val>
                                            <p:strVal val="ppt_h"/>
                                          </p:val>
                                        </p:tav>
                                        <p:tav tm="100000">
                                          <p:val>
                                            <p:fltVal val="0"/>
                                          </p:val>
                                        </p:tav>
                                      </p:tavLst>
                                    </p:anim>
                                    <p:set>
                                      <p:cBhvr>
                                        <p:cTn id="324" dur="1" fill="hold">
                                          <p:stCondLst>
                                            <p:cond delay="499"/>
                                          </p:stCondLst>
                                        </p:cTn>
                                        <p:tgtEl>
                                          <p:spTgt spid="81"/>
                                        </p:tgtEl>
                                        <p:attrNameLst>
                                          <p:attrName>style.visibility</p:attrName>
                                        </p:attrNameLst>
                                      </p:cBhvr>
                                      <p:to>
                                        <p:strVal val="hidden"/>
                                      </p:to>
                                    </p:set>
                                  </p:childTnLst>
                                </p:cTn>
                              </p:par>
                              <p:par>
                                <p:cTn id="325" presetID="23" presetClass="exit" presetSubtype="32" fill="hold" grpId="0" nodeType="withEffect">
                                  <p:stCondLst>
                                    <p:cond delay="160"/>
                                  </p:stCondLst>
                                  <p:childTnLst>
                                    <p:anim calcmode="lin" valueType="num">
                                      <p:cBhvr>
                                        <p:cTn id="326" dur="500"/>
                                        <p:tgtEl>
                                          <p:spTgt spid="82"/>
                                        </p:tgtEl>
                                        <p:attrNameLst>
                                          <p:attrName>ppt_w</p:attrName>
                                        </p:attrNameLst>
                                      </p:cBhvr>
                                      <p:tavLst>
                                        <p:tav tm="0">
                                          <p:val>
                                            <p:strVal val="ppt_w"/>
                                          </p:val>
                                        </p:tav>
                                        <p:tav tm="100000">
                                          <p:val>
                                            <p:fltVal val="0"/>
                                          </p:val>
                                        </p:tav>
                                      </p:tavLst>
                                    </p:anim>
                                    <p:anim calcmode="lin" valueType="num">
                                      <p:cBhvr>
                                        <p:cTn id="327" dur="500"/>
                                        <p:tgtEl>
                                          <p:spTgt spid="82"/>
                                        </p:tgtEl>
                                        <p:attrNameLst>
                                          <p:attrName>ppt_h</p:attrName>
                                        </p:attrNameLst>
                                      </p:cBhvr>
                                      <p:tavLst>
                                        <p:tav tm="0">
                                          <p:val>
                                            <p:strVal val="ppt_h"/>
                                          </p:val>
                                        </p:tav>
                                        <p:tav tm="100000">
                                          <p:val>
                                            <p:fltVal val="0"/>
                                          </p:val>
                                        </p:tav>
                                      </p:tavLst>
                                    </p:anim>
                                    <p:set>
                                      <p:cBhvr>
                                        <p:cTn id="328" dur="1" fill="hold">
                                          <p:stCondLst>
                                            <p:cond delay="499"/>
                                          </p:stCondLst>
                                        </p:cTn>
                                        <p:tgtEl>
                                          <p:spTgt spid="82"/>
                                        </p:tgtEl>
                                        <p:attrNameLst>
                                          <p:attrName>style.visibility</p:attrName>
                                        </p:attrNameLst>
                                      </p:cBhvr>
                                      <p:to>
                                        <p:strVal val="hidden"/>
                                      </p:to>
                                    </p:set>
                                  </p:childTnLst>
                                </p:cTn>
                              </p:par>
                              <p:par>
                                <p:cTn id="329" presetID="23" presetClass="exit" presetSubtype="32" fill="hold" grpId="0" nodeType="withEffect">
                                  <p:stCondLst>
                                    <p:cond delay="90"/>
                                  </p:stCondLst>
                                  <p:childTnLst>
                                    <p:anim calcmode="lin" valueType="num">
                                      <p:cBhvr>
                                        <p:cTn id="330" dur="500"/>
                                        <p:tgtEl>
                                          <p:spTgt spid="83"/>
                                        </p:tgtEl>
                                        <p:attrNameLst>
                                          <p:attrName>ppt_w</p:attrName>
                                        </p:attrNameLst>
                                      </p:cBhvr>
                                      <p:tavLst>
                                        <p:tav tm="0">
                                          <p:val>
                                            <p:strVal val="ppt_w"/>
                                          </p:val>
                                        </p:tav>
                                        <p:tav tm="100000">
                                          <p:val>
                                            <p:fltVal val="0"/>
                                          </p:val>
                                        </p:tav>
                                      </p:tavLst>
                                    </p:anim>
                                    <p:anim calcmode="lin" valueType="num">
                                      <p:cBhvr>
                                        <p:cTn id="331" dur="500"/>
                                        <p:tgtEl>
                                          <p:spTgt spid="83"/>
                                        </p:tgtEl>
                                        <p:attrNameLst>
                                          <p:attrName>ppt_h</p:attrName>
                                        </p:attrNameLst>
                                      </p:cBhvr>
                                      <p:tavLst>
                                        <p:tav tm="0">
                                          <p:val>
                                            <p:strVal val="ppt_h"/>
                                          </p:val>
                                        </p:tav>
                                        <p:tav tm="100000">
                                          <p:val>
                                            <p:fltVal val="0"/>
                                          </p:val>
                                        </p:tav>
                                      </p:tavLst>
                                    </p:anim>
                                    <p:set>
                                      <p:cBhvr>
                                        <p:cTn id="332" dur="1" fill="hold">
                                          <p:stCondLst>
                                            <p:cond delay="499"/>
                                          </p:stCondLst>
                                        </p:cTn>
                                        <p:tgtEl>
                                          <p:spTgt spid="83"/>
                                        </p:tgtEl>
                                        <p:attrNameLst>
                                          <p:attrName>style.visibility</p:attrName>
                                        </p:attrNameLst>
                                      </p:cBhvr>
                                      <p:to>
                                        <p:strVal val="hidden"/>
                                      </p:to>
                                    </p:set>
                                  </p:childTnLst>
                                </p:cTn>
                              </p:par>
                              <p:par>
                                <p:cTn id="333" presetID="23" presetClass="exit" presetSubtype="32" fill="hold" grpId="0" nodeType="withEffect">
                                  <p:stCondLst>
                                    <p:cond delay="100"/>
                                  </p:stCondLst>
                                  <p:childTnLst>
                                    <p:anim calcmode="lin" valueType="num">
                                      <p:cBhvr>
                                        <p:cTn id="334" dur="500"/>
                                        <p:tgtEl>
                                          <p:spTgt spid="84"/>
                                        </p:tgtEl>
                                        <p:attrNameLst>
                                          <p:attrName>ppt_w</p:attrName>
                                        </p:attrNameLst>
                                      </p:cBhvr>
                                      <p:tavLst>
                                        <p:tav tm="0">
                                          <p:val>
                                            <p:strVal val="ppt_w"/>
                                          </p:val>
                                        </p:tav>
                                        <p:tav tm="100000">
                                          <p:val>
                                            <p:fltVal val="0"/>
                                          </p:val>
                                        </p:tav>
                                      </p:tavLst>
                                    </p:anim>
                                    <p:anim calcmode="lin" valueType="num">
                                      <p:cBhvr>
                                        <p:cTn id="335" dur="500"/>
                                        <p:tgtEl>
                                          <p:spTgt spid="84"/>
                                        </p:tgtEl>
                                        <p:attrNameLst>
                                          <p:attrName>ppt_h</p:attrName>
                                        </p:attrNameLst>
                                      </p:cBhvr>
                                      <p:tavLst>
                                        <p:tav tm="0">
                                          <p:val>
                                            <p:strVal val="ppt_h"/>
                                          </p:val>
                                        </p:tav>
                                        <p:tav tm="100000">
                                          <p:val>
                                            <p:fltVal val="0"/>
                                          </p:val>
                                        </p:tav>
                                      </p:tavLst>
                                    </p:anim>
                                    <p:set>
                                      <p:cBhvr>
                                        <p:cTn id="336" dur="1" fill="hold">
                                          <p:stCondLst>
                                            <p:cond delay="499"/>
                                          </p:stCondLst>
                                        </p:cTn>
                                        <p:tgtEl>
                                          <p:spTgt spid="84"/>
                                        </p:tgtEl>
                                        <p:attrNameLst>
                                          <p:attrName>style.visibility</p:attrName>
                                        </p:attrNameLst>
                                      </p:cBhvr>
                                      <p:to>
                                        <p:strVal val="hidden"/>
                                      </p:to>
                                    </p:set>
                                  </p:childTnLst>
                                </p:cTn>
                              </p:par>
                              <p:par>
                                <p:cTn id="337" presetID="23" presetClass="exit" presetSubtype="32" fill="hold" grpId="0" nodeType="withEffect">
                                  <p:stCondLst>
                                    <p:cond delay="110"/>
                                  </p:stCondLst>
                                  <p:childTnLst>
                                    <p:anim calcmode="lin" valueType="num">
                                      <p:cBhvr>
                                        <p:cTn id="338" dur="500"/>
                                        <p:tgtEl>
                                          <p:spTgt spid="85"/>
                                        </p:tgtEl>
                                        <p:attrNameLst>
                                          <p:attrName>ppt_w</p:attrName>
                                        </p:attrNameLst>
                                      </p:cBhvr>
                                      <p:tavLst>
                                        <p:tav tm="0">
                                          <p:val>
                                            <p:strVal val="ppt_w"/>
                                          </p:val>
                                        </p:tav>
                                        <p:tav tm="100000">
                                          <p:val>
                                            <p:fltVal val="0"/>
                                          </p:val>
                                        </p:tav>
                                      </p:tavLst>
                                    </p:anim>
                                    <p:anim calcmode="lin" valueType="num">
                                      <p:cBhvr>
                                        <p:cTn id="339" dur="500"/>
                                        <p:tgtEl>
                                          <p:spTgt spid="85"/>
                                        </p:tgtEl>
                                        <p:attrNameLst>
                                          <p:attrName>ppt_h</p:attrName>
                                        </p:attrNameLst>
                                      </p:cBhvr>
                                      <p:tavLst>
                                        <p:tav tm="0">
                                          <p:val>
                                            <p:strVal val="ppt_h"/>
                                          </p:val>
                                        </p:tav>
                                        <p:tav tm="100000">
                                          <p:val>
                                            <p:fltVal val="0"/>
                                          </p:val>
                                        </p:tav>
                                      </p:tavLst>
                                    </p:anim>
                                    <p:set>
                                      <p:cBhvr>
                                        <p:cTn id="340" dur="1" fill="hold">
                                          <p:stCondLst>
                                            <p:cond delay="499"/>
                                          </p:stCondLst>
                                        </p:cTn>
                                        <p:tgtEl>
                                          <p:spTgt spid="85"/>
                                        </p:tgtEl>
                                        <p:attrNameLst>
                                          <p:attrName>style.visibility</p:attrName>
                                        </p:attrNameLst>
                                      </p:cBhvr>
                                      <p:to>
                                        <p:strVal val="hidden"/>
                                      </p:to>
                                    </p:set>
                                  </p:childTnLst>
                                </p:cTn>
                              </p:par>
                              <p:par>
                                <p:cTn id="341" presetID="23" presetClass="exit" presetSubtype="32" fill="hold" grpId="0" nodeType="withEffect">
                                  <p:stCondLst>
                                    <p:cond delay="120"/>
                                  </p:stCondLst>
                                  <p:childTnLst>
                                    <p:anim calcmode="lin" valueType="num">
                                      <p:cBhvr>
                                        <p:cTn id="342" dur="500"/>
                                        <p:tgtEl>
                                          <p:spTgt spid="86"/>
                                        </p:tgtEl>
                                        <p:attrNameLst>
                                          <p:attrName>ppt_w</p:attrName>
                                        </p:attrNameLst>
                                      </p:cBhvr>
                                      <p:tavLst>
                                        <p:tav tm="0">
                                          <p:val>
                                            <p:strVal val="ppt_w"/>
                                          </p:val>
                                        </p:tav>
                                        <p:tav tm="100000">
                                          <p:val>
                                            <p:fltVal val="0"/>
                                          </p:val>
                                        </p:tav>
                                      </p:tavLst>
                                    </p:anim>
                                    <p:anim calcmode="lin" valueType="num">
                                      <p:cBhvr>
                                        <p:cTn id="343" dur="500"/>
                                        <p:tgtEl>
                                          <p:spTgt spid="86"/>
                                        </p:tgtEl>
                                        <p:attrNameLst>
                                          <p:attrName>ppt_h</p:attrName>
                                        </p:attrNameLst>
                                      </p:cBhvr>
                                      <p:tavLst>
                                        <p:tav tm="0">
                                          <p:val>
                                            <p:strVal val="ppt_h"/>
                                          </p:val>
                                        </p:tav>
                                        <p:tav tm="100000">
                                          <p:val>
                                            <p:fltVal val="0"/>
                                          </p:val>
                                        </p:tav>
                                      </p:tavLst>
                                    </p:anim>
                                    <p:set>
                                      <p:cBhvr>
                                        <p:cTn id="344" dur="1" fill="hold">
                                          <p:stCondLst>
                                            <p:cond delay="499"/>
                                          </p:stCondLst>
                                        </p:cTn>
                                        <p:tgtEl>
                                          <p:spTgt spid="86"/>
                                        </p:tgtEl>
                                        <p:attrNameLst>
                                          <p:attrName>style.visibility</p:attrName>
                                        </p:attrNameLst>
                                      </p:cBhvr>
                                      <p:to>
                                        <p:strVal val="hidden"/>
                                      </p:to>
                                    </p:set>
                                  </p:childTnLst>
                                </p:cTn>
                              </p:par>
                              <p:par>
                                <p:cTn id="345" presetID="23" presetClass="exit" presetSubtype="32" fill="hold" grpId="0" nodeType="withEffect">
                                  <p:stCondLst>
                                    <p:cond delay="130"/>
                                  </p:stCondLst>
                                  <p:childTnLst>
                                    <p:anim calcmode="lin" valueType="num">
                                      <p:cBhvr>
                                        <p:cTn id="346" dur="500"/>
                                        <p:tgtEl>
                                          <p:spTgt spid="87"/>
                                        </p:tgtEl>
                                        <p:attrNameLst>
                                          <p:attrName>ppt_w</p:attrName>
                                        </p:attrNameLst>
                                      </p:cBhvr>
                                      <p:tavLst>
                                        <p:tav tm="0">
                                          <p:val>
                                            <p:strVal val="ppt_w"/>
                                          </p:val>
                                        </p:tav>
                                        <p:tav tm="100000">
                                          <p:val>
                                            <p:fltVal val="0"/>
                                          </p:val>
                                        </p:tav>
                                      </p:tavLst>
                                    </p:anim>
                                    <p:anim calcmode="lin" valueType="num">
                                      <p:cBhvr>
                                        <p:cTn id="347" dur="500"/>
                                        <p:tgtEl>
                                          <p:spTgt spid="87"/>
                                        </p:tgtEl>
                                        <p:attrNameLst>
                                          <p:attrName>ppt_h</p:attrName>
                                        </p:attrNameLst>
                                      </p:cBhvr>
                                      <p:tavLst>
                                        <p:tav tm="0">
                                          <p:val>
                                            <p:strVal val="ppt_h"/>
                                          </p:val>
                                        </p:tav>
                                        <p:tav tm="100000">
                                          <p:val>
                                            <p:fltVal val="0"/>
                                          </p:val>
                                        </p:tav>
                                      </p:tavLst>
                                    </p:anim>
                                    <p:set>
                                      <p:cBhvr>
                                        <p:cTn id="348" dur="1" fill="hold">
                                          <p:stCondLst>
                                            <p:cond delay="499"/>
                                          </p:stCondLst>
                                        </p:cTn>
                                        <p:tgtEl>
                                          <p:spTgt spid="87"/>
                                        </p:tgtEl>
                                        <p:attrNameLst>
                                          <p:attrName>style.visibility</p:attrName>
                                        </p:attrNameLst>
                                      </p:cBhvr>
                                      <p:to>
                                        <p:strVal val="hidden"/>
                                      </p:to>
                                    </p:set>
                                  </p:childTnLst>
                                </p:cTn>
                              </p:par>
                              <p:par>
                                <p:cTn id="349" presetID="23" presetClass="exit" presetSubtype="32" fill="hold" grpId="0" nodeType="withEffect">
                                  <p:stCondLst>
                                    <p:cond delay="140"/>
                                  </p:stCondLst>
                                  <p:childTnLst>
                                    <p:anim calcmode="lin" valueType="num">
                                      <p:cBhvr>
                                        <p:cTn id="350" dur="500"/>
                                        <p:tgtEl>
                                          <p:spTgt spid="88"/>
                                        </p:tgtEl>
                                        <p:attrNameLst>
                                          <p:attrName>ppt_w</p:attrName>
                                        </p:attrNameLst>
                                      </p:cBhvr>
                                      <p:tavLst>
                                        <p:tav tm="0">
                                          <p:val>
                                            <p:strVal val="ppt_w"/>
                                          </p:val>
                                        </p:tav>
                                        <p:tav tm="100000">
                                          <p:val>
                                            <p:fltVal val="0"/>
                                          </p:val>
                                        </p:tav>
                                      </p:tavLst>
                                    </p:anim>
                                    <p:anim calcmode="lin" valueType="num">
                                      <p:cBhvr>
                                        <p:cTn id="351" dur="500"/>
                                        <p:tgtEl>
                                          <p:spTgt spid="88"/>
                                        </p:tgtEl>
                                        <p:attrNameLst>
                                          <p:attrName>ppt_h</p:attrName>
                                        </p:attrNameLst>
                                      </p:cBhvr>
                                      <p:tavLst>
                                        <p:tav tm="0">
                                          <p:val>
                                            <p:strVal val="ppt_h"/>
                                          </p:val>
                                        </p:tav>
                                        <p:tav tm="100000">
                                          <p:val>
                                            <p:fltVal val="0"/>
                                          </p:val>
                                        </p:tav>
                                      </p:tavLst>
                                    </p:anim>
                                    <p:set>
                                      <p:cBhvr>
                                        <p:cTn id="352" dur="1" fill="hold">
                                          <p:stCondLst>
                                            <p:cond delay="499"/>
                                          </p:stCondLst>
                                        </p:cTn>
                                        <p:tgtEl>
                                          <p:spTgt spid="88"/>
                                        </p:tgtEl>
                                        <p:attrNameLst>
                                          <p:attrName>style.visibility</p:attrName>
                                        </p:attrNameLst>
                                      </p:cBhvr>
                                      <p:to>
                                        <p:strVal val="hidden"/>
                                      </p:to>
                                    </p:set>
                                  </p:childTnLst>
                                </p:cTn>
                              </p:par>
                              <p:par>
                                <p:cTn id="353" presetID="23" presetClass="exit" presetSubtype="32" fill="hold" grpId="0" nodeType="withEffect">
                                  <p:stCondLst>
                                    <p:cond delay="150"/>
                                  </p:stCondLst>
                                  <p:childTnLst>
                                    <p:anim calcmode="lin" valueType="num">
                                      <p:cBhvr>
                                        <p:cTn id="354" dur="500"/>
                                        <p:tgtEl>
                                          <p:spTgt spid="89"/>
                                        </p:tgtEl>
                                        <p:attrNameLst>
                                          <p:attrName>ppt_w</p:attrName>
                                        </p:attrNameLst>
                                      </p:cBhvr>
                                      <p:tavLst>
                                        <p:tav tm="0">
                                          <p:val>
                                            <p:strVal val="ppt_w"/>
                                          </p:val>
                                        </p:tav>
                                        <p:tav tm="100000">
                                          <p:val>
                                            <p:fltVal val="0"/>
                                          </p:val>
                                        </p:tav>
                                      </p:tavLst>
                                    </p:anim>
                                    <p:anim calcmode="lin" valueType="num">
                                      <p:cBhvr>
                                        <p:cTn id="355" dur="500"/>
                                        <p:tgtEl>
                                          <p:spTgt spid="89"/>
                                        </p:tgtEl>
                                        <p:attrNameLst>
                                          <p:attrName>ppt_h</p:attrName>
                                        </p:attrNameLst>
                                      </p:cBhvr>
                                      <p:tavLst>
                                        <p:tav tm="0">
                                          <p:val>
                                            <p:strVal val="ppt_h"/>
                                          </p:val>
                                        </p:tav>
                                        <p:tav tm="100000">
                                          <p:val>
                                            <p:fltVal val="0"/>
                                          </p:val>
                                        </p:tav>
                                      </p:tavLst>
                                    </p:anim>
                                    <p:set>
                                      <p:cBhvr>
                                        <p:cTn id="356" dur="1" fill="hold">
                                          <p:stCondLst>
                                            <p:cond delay="499"/>
                                          </p:stCondLst>
                                        </p:cTn>
                                        <p:tgtEl>
                                          <p:spTgt spid="89"/>
                                        </p:tgtEl>
                                        <p:attrNameLst>
                                          <p:attrName>style.visibility</p:attrName>
                                        </p:attrNameLst>
                                      </p:cBhvr>
                                      <p:to>
                                        <p:strVal val="hidden"/>
                                      </p:to>
                                    </p:set>
                                  </p:childTnLst>
                                </p:cTn>
                              </p:par>
                              <p:par>
                                <p:cTn id="357" presetID="23" presetClass="exit" presetSubtype="32" fill="hold" grpId="0" nodeType="withEffect">
                                  <p:stCondLst>
                                    <p:cond delay="160"/>
                                  </p:stCondLst>
                                  <p:childTnLst>
                                    <p:anim calcmode="lin" valueType="num">
                                      <p:cBhvr>
                                        <p:cTn id="358" dur="500"/>
                                        <p:tgtEl>
                                          <p:spTgt spid="90"/>
                                        </p:tgtEl>
                                        <p:attrNameLst>
                                          <p:attrName>ppt_w</p:attrName>
                                        </p:attrNameLst>
                                      </p:cBhvr>
                                      <p:tavLst>
                                        <p:tav tm="0">
                                          <p:val>
                                            <p:strVal val="ppt_w"/>
                                          </p:val>
                                        </p:tav>
                                        <p:tav tm="100000">
                                          <p:val>
                                            <p:fltVal val="0"/>
                                          </p:val>
                                        </p:tav>
                                      </p:tavLst>
                                    </p:anim>
                                    <p:anim calcmode="lin" valueType="num">
                                      <p:cBhvr>
                                        <p:cTn id="359" dur="500"/>
                                        <p:tgtEl>
                                          <p:spTgt spid="90"/>
                                        </p:tgtEl>
                                        <p:attrNameLst>
                                          <p:attrName>ppt_h</p:attrName>
                                        </p:attrNameLst>
                                      </p:cBhvr>
                                      <p:tavLst>
                                        <p:tav tm="0">
                                          <p:val>
                                            <p:strVal val="ppt_h"/>
                                          </p:val>
                                        </p:tav>
                                        <p:tav tm="100000">
                                          <p:val>
                                            <p:fltVal val="0"/>
                                          </p:val>
                                        </p:tav>
                                      </p:tavLst>
                                    </p:anim>
                                    <p:set>
                                      <p:cBhvr>
                                        <p:cTn id="360" dur="1" fill="hold">
                                          <p:stCondLst>
                                            <p:cond delay="499"/>
                                          </p:stCondLst>
                                        </p:cTn>
                                        <p:tgtEl>
                                          <p:spTgt spid="90"/>
                                        </p:tgtEl>
                                        <p:attrNameLst>
                                          <p:attrName>style.visibility</p:attrName>
                                        </p:attrNameLst>
                                      </p:cBhvr>
                                      <p:to>
                                        <p:strVal val="hidden"/>
                                      </p:to>
                                    </p:set>
                                  </p:childTnLst>
                                </p:cTn>
                              </p:par>
                              <p:par>
                                <p:cTn id="361" presetID="23" presetClass="exit" presetSubtype="32" fill="hold" grpId="0" nodeType="withEffect">
                                  <p:stCondLst>
                                    <p:cond delay="170"/>
                                  </p:stCondLst>
                                  <p:childTnLst>
                                    <p:anim calcmode="lin" valueType="num">
                                      <p:cBhvr>
                                        <p:cTn id="362" dur="500"/>
                                        <p:tgtEl>
                                          <p:spTgt spid="91"/>
                                        </p:tgtEl>
                                        <p:attrNameLst>
                                          <p:attrName>ppt_w</p:attrName>
                                        </p:attrNameLst>
                                      </p:cBhvr>
                                      <p:tavLst>
                                        <p:tav tm="0">
                                          <p:val>
                                            <p:strVal val="ppt_w"/>
                                          </p:val>
                                        </p:tav>
                                        <p:tav tm="100000">
                                          <p:val>
                                            <p:fltVal val="0"/>
                                          </p:val>
                                        </p:tav>
                                      </p:tavLst>
                                    </p:anim>
                                    <p:anim calcmode="lin" valueType="num">
                                      <p:cBhvr>
                                        <p:cTn id="363" dur="500"/>
                                        <p:tgtEl>
                                          <p:spTgt spid="91"/>
                                        </p:tgtEl>
                                        <p:attrNameLst>
                                          <p:attrName>ppt_h</p:attrName>
                                        </p:attrNameLst>
                                      </p:cBhvr>
                                      <p:tavLst>
                                        <p:tav tm="0">
                                          <p:val>
                                            <p:strVal val="ppt_h"/>
                                          </p:val>
                                        </p:tav>
                                        <p:tav tm="100000">
                                          <p:val>
                                            <p:fltVal val="0"/>
                                          </p:val>
                                        </p:tav>
                                      </p:tavLst>
                                    </p:anim>
                                    <p:set>
                                      <p:cBhvr>
                                        <p:cTn id="364" dur="1" fill="hold">
                                          <p:stCondLst>
                                            <p:cond delay="499"/>
                                          </p:stCondLst>
                                        </p:cTn>
                                        <p:tgtEl>
                                          <p:spTgt spid="91"/>
                                        </p:tgtEl>
                                        <p:attrNameLst>
                                          <p:attrName>style.visibility</p:attrName>
                                        </p:attrNameLst>
                                      </p:cBhvr>
                                      <p:to>
                                        <p:strVal val="hidden"/>
                                      </p:to>
                                    </p:set>
                                  </p:childTnLst>
                                </p:cTn>
                              </p:par>
                              <p:par>
                                <p:cTn id="365" presetID="23" presetClass="exit" presetSubtype="32" fill="hold" grpId="0" nodeType="withEffect">
                                  <p:stCondLst>
                                    <p:cond delay="100"/>
                                  </p:stCondLst>
                                  <p:childTnLst>
                                    <p:anim calcmode="lin" valueType="num">
                                      <p:cBhvr>
                                        <p:cTn id="366" dur="500"/>
                                        <p:tgtEl>
                                          <p:spTgt spid="92"/>
                                        </p:tgtEl>
                                        <p:attrNameLst>
                                          <p:attrName>ppt_w</p:attrName>
                                        </p:attrNameLst>
                                      </p:cBhvr>
                                      <p:tavLst>
                                        <p:tav tm="0">
                                          <p:val>
                                            <p:strVal val="ppt_w"/>
                                          </p:val>
                                        </p:tav>
                                        <p:tav tm="100000">
                                          <p:val>
                                            <p:fltVal val="0"/>
                                          </p:val>
                                        </p:tav>
                                      </p:tavLst>
                                    </p:anim>
                                    <p:anim calcmode="lin" valueType="num">
                                      <p:cBhvr>
                                        <p:cTn id="367" dur="500"/>
                                        <p:tgtEl>
                                          <p:spTgt spid="92"/>
                                        </p:tgtEl>
                                        <p:attrNameLst>
                                          <p:attrName>ppt_h</p:attrName>
                                        </p:attrNameLst>
                                      </p:cBhvr>
                                      <p:tavLst>
                                        <p:tav tm="0">
                                          <p:val>
                                            <p:strVal val="ppt_h"/>
                                          </p:val>
                                        </p:tav>
                                        <p:tav tm="100000">
                                          <p:val>
                                            <p:fltVal val="0"/>
                                          </p:val>
                                        </p:tav>
                                      </p:tavLst>
                                    </p:anim>
                                    <p:set>
                                      <p:cBhvr>
                                        <p:cTn id="368" dur="1" fill="hold">
                                          <p:stCondLst>
                                            <p:cond delay="499"/>
                                          </p:stCondLst>
                                        </p:cTn>
                                        <p:tgtEl>
                                          <p:spTgt spid="92"/>
                                        </p:tgtEl>
                                        <p:attrNameLst>
                                          <p:attrName>style.visibility</p:attrName>
                                        </p:attrNameLst>
                                      </p:cBhvr>
                                      <p:to>
                                        <p:strVal val="hidden"/>
                                      </p:to>
                                    </p:set>
                                  </p:childTnLst>
                                </p:cTn>
                              </p:par>
                              <p:par>
                                <p:cTn id="369" presetID="23" presetClass="exit" presetSubtype="32" fill="hold" grpId="0" nodeType="withEffect">
                                  <p:stCondLst>
                                    <p:cond delay="110"/>
                                  </p:stCondLst>
                                  <p:childTnLst>
                                    <p:anim calcmode="lin" valueType="num">
                                      <p:cBhvr>
                                        <p:cTn id="370" dur="500"/>
                                        <p:tgtEl>
                                          <p:spTgt spid="93"/>
                                        </p:tgtEl>
                                        <p:attrNameLst>
                                          <p:attrName>ppt_w</p:attrName>
                                        </p:attrNameLst>
                                      </p:cBhvr>
                                      <p:tavLst>
                                        <p:tav tm="0">
                                          <p:val>
                                            <p:strVal val="ppt_w"/>
                                          </p:val>
                                        </p:tav>
                                        <p:tav tm="100000">
                                          <p:val>
                                            <p:fltVal val="0"/>
                                          </p:val>
                                        </p:tav>
                                      </p:tavLst>
                                    </p:anim>
                                    <p:anim calcmode="lin" valueType="num">
                                      <p:cBhvr>
                                        <p:cTn id="371" dur="500"/>
                                        <p:tgtEl>
                                          <p:spTgt spid="93"/>
                                        </p:tgtEl>
                                        <p:attrNameLst>
                                          <p:attrName>ppt_h</p:attrName>
                                        </p:attrNameLst>
                                      </p:cBhvr>
                                      <p:tavLst>
                                        <p:tav tm="0">
                                          <p:val>
                                            <p:strVal val="ppt_h"/>
                                          </p:val>
                                        </p:tav>
                                        <p:tav tm="100000">
                                          <p:val>
                                            <p:fltVal val="0"/>
                                          </p:val>
                                        </p:tav>
                                      </p:tavLst>
                                    </p:anim>
                                    <p:set>
                                      <p:cBhvr>
                                        <p:cTn id="372" dur="1" fill="hold">
                                          <p:stCondLst>
                                            <p:cond delay="499"/>
                                          </p:stCondLst>
                                        </p:cTn>
                                        <p:tgtEl>
                                          <p:spTgt spid="93"/>
                                        </p:tgtEl>
                                        <p:attrNameLst>
                                          <p:attrName>style.visibility</p:attrName>
                                        </p:attrNameLst>
                                      </p:cBhvr>
                                      <p:to>
                                        <p:strVal val="hidden"/>
                                      </p:to>
                                    </p:set>
                                  </p:childTnLst>
                                </p:cTn>
                              </p:par>
                              <p:par>
                                <p:cTn id="373" presetID="23" presetClass="exit" presetSubtype="32" fill="hold" grpId="0" nodeType="withEffect">
                                  <p:stCondLst>
                                    <p:cond delay="120"/>
                                  </p:stCondLst>
                                  <p:childTnLst>
                                    <p:anim calcmode="lin" valueType="num">
                                      <p:cBhvr>
                                        <p:cTn id="374" dur="500"/>
                                        <p:tgtEl>
                                          <p:spTgt spid="94"/>
                                        </p:tgtEl>
                                        <p:attrNameLst>
                                          <p:attrName>ppt_w</p:attrName>
                                        </p:attrNameLst>
                                      </p:cBhvr>
                                      <p:tavLst>
                                        <p:tav tm="0">
                                          <p:val>
                                            <p:strVal val="ppt_w"/>
                                          </p:val>
                                        </p:tav>
                                        <p:tav tm="100000">
                                          <p:val>
                                            <p:fltVal val="0"/>
                                          </p:val>
                                        </p:tav>
                                      </p:tavLst>
                                    </p:anim>
                                    <p:anim calcmode="lin" valueType="num">
                                      <p:cBhvr>
                                        <p:cTn id="375" dur="500"/>
                                        <p:tgtEl>
                                          <p:spTgt spid="94"/>
                                        </p:tgtEl>
                                        <p:attrNameLst>
                                          <p:attrName>ppt_h</p:attrName>
                                        </p:attrNameLst>
                                      </p:cBhvr>
                                      <p:tavLst>
                                        <p:tav tm="0">
                                          <p:val>
                                            <p:strVal val="ppt_h"/>
                                          </p:val>
                                        </p:tav>
                                        <p:tav tm="100000">
                                          <p:val>
                                            <p:fltVal val="0"/>
                                          </p:val>
                                        </p:tav>
                                      </p:tavLst>
                                    </p:anim>
                                    <p:set>
                                      <p:cBhvr>
                                        <p:cTn id="376" dur="1" fill="hold">
                                          <p:stCondLst>
                                            <p:cond delay="499"/>
                                          </p:stCondLst>
                                        </p:cTn>
                                        <p:tgtEl>
                                          <p:spTgt spid="94"/>
                                        </p:tgtEl>
                                        <p:attrNameLst>
                                          <p:attrName>style.visibility</p:attrName>
                                        </p:attrNameLst>
                                      </p:cBhvr>
                                      <p:to>
                                        <p:strVal val="hidden"/>
                                      </p:to>
                                    </p:set>
                                  </p:childTnLst>
                                </p:cTn>
                              </p:par>
                              <p:par>
                                <p:cTn id="377" presetID="23" presetClass="exit" presetSubtype="32" fill="hold" grpId="0" nodeType="withEffect">
                                  <p:stCondLst>
                                    <p:cond delay="130"/>
                                  </p:stCondLst>
                                  <p:childTnLst>
                                    <p:anim calcmode="lin" valueType="num">
                                      <p:cBhvr>
                                        <p:cTn id="378" dur="500"/>
                                        <p:tgtEl>
                                          <p:spTgt spid="95"/>
                                        </p:tgtEl>
                                        <p:attrNameLst>
                                          <p:attrName>ppt_w</p:attrName>
                                        </p:attrNameLst>
                                      </p:cBhvr>
                                      <p:tavLst>
                                        <p:tav tm="0">
                                          <p:val>
                                            <p:strVal val="ppt_w"/>
                                          </p:val>
                                        </p:tav>
                                        <p:tav tm="100000">
                                          <p:val>
                                            <p:fltVal val="0"/>
                                          </p:val>
                                        </p:tav>
                                      </p:tavLst>
                                    </p:anim>
                                    <p:anim calcmode="lin" valueType="num">
                                      <p:cBhvr>
                                        <p:cTn id="379" dur="500"/>
                                        <p:tgtEl>
                                          <p:spTgt spid="95"/>
                                        </p:tgtEl>
                                        <p:attrNameLst>
                                          <p:attrName>ppt_h</p:attrName>
                                        </p:attrNameLst>
                                      </p:cBhvr>
                                      <p:tavLst>
                                        <p:tav tm="0">
                                          <p:val>
                                            <p:strVal val="ppt_h"/>
                                          </p:val>
                                        </p:tav>
                                        <p:tav tm="100000">
                                          <p:val>
                                            <p:fltVal val="0"/>
                                          </p:val>
                                        </p:tav>
                                      </p:tavLst>
                                    </p:anim>
                                    <p:set>
                                      <p:cBhvr>
                                        <p:cTn id="380" dur="1" fill="hold">
                                          <p:stCondLst>
                                            <p:cond delay="499"/>
                                          </p:stCondLst>
                                        </p:cTn>
                                        <p:tgtEl>
                                          <p:spTgt spid="95"/>
                                        </p:tgtEl>
                                        <p:attrNameLst>
                                          <p:attrName>style.visibility</p:attrName>
                                        </p:attrNameLst>
                                      </p:cBhvr>
                                      <p:to>
                                        <p:strVal val="hidden"/>
                                      </p:to>
                                    </p:set>
                                  </p:childTnLst>
                                </p:cTn>
                              </p:par>
                              <p:par>
                                <p:cTn id="381" presetID="23" presetClass="exit" presetSubtype="32" fill="hold" grpId="0" nodeType="withEffect">
                                  <p:stCondLst>
                                    <p:cond delay="140"/>
                                  </p:stCondLst>
                                  <p:childTnLst>
                                    <p:anim calcmode="lin" valueType="num">
                                      <p:cBhvr>
                                        <p:cTn id="382" dur="500"/>
                                        <p:tgtEl>
                                          <p:spTgt spid="96"/>
                                        </p:tgtEl>
                                        <p:attrNameLst>
                                          <p:attrName>ppt_w</p:attrName>
                                        </p:attrNameLst>
                                      </p:cBhvr>
                                      <p:tavLst>
                                        <p:tav tm="0">
                                          <p:val>
                                            <p:strVal val="ppt_w"/>
                                          </p:val>
                                        </p:tav>
                                        <p:tav tm="100000">
                                          <p:val>
                                            <p:fltVal val="0"/>
                                          </p:val>
                                        </p:tav>
                                      </p:tavLst>
                                    </p:anim>
                                    <p:anim calcmode="lin" valueType="num">
                                      <p:cBhvr>
                                        <p:cTn id="383" dur="500"/>
                                        <p:tgtEl>
                                          <p:spTgt spid="96"/>
                                        </p:tgtEl>
                                        <p:attrNameLst>
                                          <p:attrName>ppt_h</p:attrName>
                                        </p:attrNameLst>
                                      </p:cBhvr>
                                      <p:tavLst>
                                        <p:tav tm="0">
                                          <p:val>
                                            <p:strVal val="ppt_h"/>
                                          </p:val>
                                        </p:tav>
                                        <p:tav tm="100000">
                                          <p:val>
                                            <p:fltVal val="0"/>
                                          </p:val>
                                        </p:tav>
                                      </p:tavLst>
                                    </p:anim>
                                    <p:set>
                                      <p:cBhvr>
                                        <p:cTn id="384" dur="1" fill="hold">
                                          <p:stCondLst>
                                            <p:cond delay="499"/>
                                          </p:stCondLst>
                                        </p:cTn>
                                        <p:tgtEl>
                                          <p:spTgt spid="96"/>
                                        </p:tgtEl>
                                        <p:attrNameLst>
                                          <p:attrName>style.visibility</p:attrName>
                                        </p:attrNameLst>
                                      </p:cBhvr>
                                      <p:to>
                                        <p:strVal val="hidden"/>
                                      </p:to>
                                    </p:set>
                                  </p:childTnLst>
                                </p:cTn>
                              </p:par>
                              <p:par>
                                <p:cTn id="385" presetID="23" presetClass="exit" presetSubtype="32" fill="hold" grpId="0" nodeType="withEffect">
                                  <p:stCondLst>
                                    <p:cond delay="150"/>
                                  </p:stCondLst>
                                  <p:childTnLst>
                                    <p:anim calcmode="lin" valueType="num">
                                      <p:cBhvr>
                                        <p:cTn id="386" dur="500"/>
                                        <p:tgtEl>
                                          <p:spTgt spid="97"/>
                                        </p:tgtEl>
                                        <p:attrNameLst>
                                          <p:attrName>ppt_w</p:attrName>
                                        </p:attrNameLst>
                                      </p:cBhvr>
                                      <p:tavLst>
                                        <p:tav tm="0">
                                          <p:val>
                                            <p:strVal val="ppt_w"/>
                                          </p:val>
                                        </p:tav>
                                        <p:tav tm="100000">
                                          <p:val>
                                            <p:fltVal val="0"/>
                                          </p:val>
                                        </p:tav>
                                      </p:tavLst>
                                    </p:anim>
                                    <p:anim calcmode="lin" valueType="num">
                                      <p:cBhvr>
                                        <p:cTn id="387" dur="500"/>
                                        <p:tgtEl>
                                          <p:spTgt spid="97"/>
                                        </p:tgtEl>
                                        <p:attrNameLst>
                                          <p:attrName>ppt_h</p:attrName>
                                        </p:attrNameLst>
                                      </p:cBhvr>
                                      <p:tavLst>
                                        <p:tav tm="0">
                                          <p:val>
                                            <p:strVal val="ppt_h"/>
                                          </p:val>
                                        </p:tav>
                                        <p:tav tm="100000">
                                          <p:val>
                                            <p:fltVal val="0"/>
                                          </p:val>
                                        </p:tav>
                                      </p:tavLst>
                                    </p:anim>
                                    <p:set>
                                      <p:cBhvr>
                                        <p:cTn id="388" dur="1" fill="hold">
                                          <p:stCondLst>
                                            <p:cond delay="499"/>
                                          </p:stCondLst>
                                        </p:cTn>
                                        <p:tgtEl>
                                          <p:spTgt spid="97"/>
                                        </p:tgtEl>
                                        <p:attrNameLst>
                                          <p:attrName>style.visibility</p:attrName>
                                        </p:attrNameLst>
                                      </p:cBhvr>
                                      <p:to>
                                        <p:strVal val="hidden"/>
                                      </p:to>
                                    </p:set>
                                  </p:childTnLst>
                                </p:cTn>
                              </p:par>
                              <p:par>
                                <p:cTn id="389" presetID="23" presetClass="exit" presetSubtype="32" fill="hold" grpId="0" nodeType="withEffect">
                                  <p:stCondLst>
                                    <p:cond delay="160"/>
                                  </p:stCondLst>
                                  <p:childTnLst>
                                    <p:anim calcmode="lin" valueType="num">
                                      <p:cBhvr>
                                        <p:cTn id="390" dur="500"/>
                                        <p:tgtEl>
                                          <p:spTgt spid="98"/>
                                        </p:tgtEl>
                                        <p:attrNameLst>
                                          <p:attrName>ppt_w</p:attrName>
                                        </p:attrNameLst>
                                      </p:cBhvr>
                                      <p:tavLst>
                                        <p:tav tm="0">
                                          <p:val>
                                            <p:strVal val="ppt_w"/>
                                          </p:val>
                                        </p:tav>
                                        <p:tav tm="100000">
                                          <p:val>
                                            <p:fltVal val="0"/>
                                          </p:val>
                                        </p:tav>
                                      </p:tavLst>
                                    </p:anim>
                                    <p:anim calcmode="lin" valueType="num">
                                      <p:cBhvr>
                                        <p:cTn id="391" dur="500"/>
                                        <p:tgtEl>
                                          <p:spTgt spid="98"/>
                                        </p:tgtEl>
                                        <p:attrNameLst>
                                          <p:attrName>ppt_h</p:attrName>
                                        </p:attrNameLst>
                                      </p:cBhvr>
                                      <p:tavLst>
                                        <p:tav tm="0">
                                          <p:val>
                                            <p:strVal val="ppt_h"/>
                                          </p:val>
                                        </p:tav>
                                        <p:tav tm="100000">
                                          <p:val>
                                            <p:fltVal val="0"/>
                                          </p:val>
                                        </p:tav>
                                      </p:tavLst>
                                    </p:anim>
                                    <p:set>
                                      <p:cBhvr>
                                        <p:cTn id="392" dur="1" fill="hold">
                                          <p:stCondLst>
                                            <p:cond delay="499"/>
                                          </p:stCondLst>
                                        </p:cTn>
                                        <p:tgtEl>
                                          <p:spTgt spid="98"/>
                                        </p:tgtEl>
                                        <p:attrNameLst>
                                          <p:attrName>style.visibility</p:attrName>
                                        </p:attrNameLst>
                                      </p:cBhvr>
                                      <p:to>
                                        <p:strVal val="hidden"/>
                                      </p:to>
                                    </p:set>
                                  </p:childTnLst>
                                </p:cTn>
                              </p:par>
                              <p:par>
                                <p:cTn id="393" presetID="23" presetClass="exit" presetSubtype="32" fill="hold" grpId="0" nodeType="withEffect">
                                  <p:stCondLst>
                                    <p:cond delay="170"/>
                                  </p:stCondLst>
                                  <p:childTnLst>
                                    <p:anim calcmode="lin" valueType="num">
                                      <p:cBhvr>
                                        <p:cTn id="394" dur="500"/>
                                        <p:tgtEl>
                                          <p:spTgt spid="99"/>
                                        </p:tgtEl>
                                        <p:attrNameLst>
                                          <p:attrName>ppt_w</p:attrName>
                                        </p:attrNameLst>
                                      </p:cBhvr>
                                      <p:tavLst>
                                        <p:tav tm="0">
                                          <p:val>
                                            <p:strVal val="ppt_w"/>
                                          </p:val>
                                        </p:tav>
                                        <p:tav tm="100000">
                                          <p:val>
                                            <p:fltVal val="0"/>
                                          </p:val>
                                        </p:tav>
                                      </p:tavLst>
                                    </p:anim>
                                    <p:anim calcmode="lin" valueType="num">
                                      <p:cBhvr>
                                        <p:cTn id="395" dur="500"/>
                                        <p:tgtEl>
                                          <p:spTgt spid="99"/>
                                        </p:tgtEl>
                                        <p:attrNameLst>
                                          <p:attrName>ppt_h</p:attrName>
                                        </p:attrNameLst>
                                      </p:cBhvr>
                                      <p:tavLst>
                                        <p:tav tm="0">
                                          <p:val>
                                            <p:strVal val="ppt_h"/>
                                          </p:val>
                                        </p:tav>
                                        <p:tav tm="100000">
                                          <p:val>
                                            <p:fltVal val="0"/>
                                          </p:val>
                                        </p:tav>
                                      </p:tavLst>
                                    </p:anim>
                                    <p:set>
                                      <p:cBhvr>
                                        <p:cTn id="396" dur="1" fill="hold">
                                          <p:stCondLst>
                                            <p:cond delay="499"/>
                                          </p:stCondLst>
                                        </p:cTn>
                                        <p:tgtEl>
                                          <p:spTgt spid="99"/>
                                        </p:tgtEl>
                                        <p:attrNameLst>
                                          <p:attrName>style.visibility</p:attrName>
                                        </p:attrNameLst>
                                      </p:cBhvr>
                                      <p:to>
                                        <p:strVal val="hidden"/>
                                      </p:to>
                                    </p:set>
                                  </p:childTnLst>
                                </p:cTn>
                              </p:par>
                              <p:par>
                                <p:cTn id="397" presetID="23" presetClass="exit" presetSubtype="32" fill="hold" grpId="0" nodeType="withEffect">
                                  <p:stCondLst>
                                    <p:cond delay="180"/>
                                  </p:stCondLst>
                                  <p:childTnLst>
                                    <p:anim calcmode="lin" valueType="num">
                                      <p:cBhvr>
                                        <p:cTn id="398" dur="500"/>
                                        <p:tgtEl>
                                          <p:spTgt spid="100"/>
                                        </p:tgtEl>
                                        <p:attrNameLst>
                                          <p:attrName>ppt_w</p:attrName>
                                        </p:attrNameLst>
                                      </p:cBhvr>
                                      <p:tavLst>
                                        <p:tav tm="0">
                                          <p:val>
                                            <p:strVal val="ppt_w"/>
                                          </p:val>
                                        </p:tav>
                                        <p:tav tm="100000">
                                          <p:val>
                                            <p:fltVal val="0"/>
                                          </p:val>
                                        </p:tav>
                                      </p:tavLst>
                                    </p:anim>
                                    <p:anim calcmode="lin" valueType="num">
                                      <p:cBhvr>
                                        <p:cTn id="399" dur="500"/>
                                        <p:tgtEl>
                                          <p:spTgt spid="100"/>
                                        </p:tgtEl>
                                        <p:attrNameLst>
                                          <p:attrName>ppt_h</p:attrName>
                                        </p:attrNameLst>
                                      </p:cBhvr>
                                      <p:tavLst>
                                        <p:tav tm="0">
                                          <p:val>
                                            <p:strVal val="ppt_h"/>
                                          </p:val>
                                        </p:tav>
                                        <p:tav tm="100000">
                                          <p:val>
                                            <p:fltVal val="0"/>
                                          </p:val>
                                        </p:tav>
                                      </p:tavLst>
                                    </p:anim>
                                    <p:set>
                                      <p:cBhvr>
                                        <p:cTn id="400" dur="1" fill="hold">
                                          <p:stCondLst>
                                            <p:cond delay="499"/>
                                          </p:stCondLst>
                                        </p:cTn>
                                        <p:tgtEl>
                                          <p:spTgt spid="100"/>
                                        </p:tgtEl>
                                        <p:attrNameLst>
                                          <p:attrName>style.visibility</p:attrName>
                                        </p:attrNameLst>
                                      </p:cBhvr>
                                      <p:to>
                                        <p:strVal val="hidden"/>
                                      </p:to>
                                    </p:set>
                                  </p:childTnLst>
                                </p:cTn>
                              </p:par>
                              <p:par>
                                <p:cTn id="401" presetID="23" presetClass="exit" presetSubtype="32" fill="hold" grpId="0" nodeType="withEffect">
                                  <p:stCondLst>
                                    <p:cond delay="110"/>
                                  </p:stCondLst>
                                  <p:childTnLst>
                                    <p:anim calcmode="lin" valueType="num">
                                      <p:cBhvr>
                                        <p:cTn id="402" dur="500"/>
                                        <p:tgtEl>
                                          <p:spTgt spid="101"/>
                                        </p:tgtEl>
                                        <p:attrNameLst>
                                          <p:attrName>ppt_w</p:attrName>
                                        </p:attrNameLst>
                                      </p:cBhvr>
                                      <p:tavLst>
                                        <p:tav tm="0">
                                          <p:val>
                                            <p:strVal val="ppt_w"/>
                                          </p:val>
                                        </p:tav>
                                        <p:tav tm="100000">
                                          <p:val>
                                            <p:fltVal val="0"/>
                                          </p:val>
                                        </p:tav>
                                      </p:tavLst>
                                    </p:anim>
                                    <p:anim calcmode="lin" valueType="num">
                                      <p:cBhvr>
                                        <p:cTn id="403" dur="500"/>
                                        <p:tgtEl>
                                          <p:spTgt spid="101"/>
                                        </p:tgtEl>
                                        <p:attrNameLst>
                                          <p:attrName>ppt_h</p:attrName>
                                        </p:attrNameLst>
                                      </p:cBhvr>
                                      <p:tavLst>
                                        <p:tav tm="0">
                                          <p:val>
                                            <p:strVal val="ppt_h"/>
                                          </p:val>
                                        </p:tav>
                                        <p:tav tm="100000">
                                          <p:val>
                                            <p:fltVal val="0"/>
                                          </p:val>
                                        </p:tav>
                                      </p:tavLst>
                                    </p:anim>
                                    <p:set>
                                      <p:cBhvr>
                                        <p:cTn id="404" dur="1" fill="hold">
                                          <p:stCondLst>
                                            <p:cond delay="499"/>
                                          </p:stCondLst>
                                        </p:cTn>
                                        <p:tgtEl>
                                          <p:spTgt spid="101"/>
                                        </p:tgtEl>
                                        <p:attrNameLst>
                                          <p:attrName>style.visibility</p:attrName>
                                        </p:attrNameLst>
                                      </p:cBhvr>
                                      <p:to>
                                        <p:strVal val="hidden"/>
                                      </p:to>
                                    </p:set>
                                  </p:childTnLst>
                                </p:cTn>
                              </p:par>
                              <p:par>
                                <p:cTn id="405" presetID="23" presetClass="exit" presetSubtype="32" fill="hold" grpId="0" nodeType="withEffect">
                                  <p:stCondLst>
                                    <p:cond delay="120"/>
                                  </p:stCondLst>
                                  <p:childTnLst>
                                    <p:anim calcmode="lin" valueType="num">
                                      <p:cBhvr>
                                        <p:cTn id="406" dur="500"/>
                                        <p:tgtEl>
                                          <p:spTgt spid="102"/>
                                        </p:tgtEl>
                                        <p:attrNameLst>
                                          <p:attrName>ppt_w</p:attrName>
                                        </p:attrNameLst>
                                      </p:cBhvr>
                                      <p:tavLst>
                                        <p:tav tm="0">
                                          <p:val>
                                            <p:strVal val="ppt_w"/>
                                          </p:val>
                                        </p:tav>
                                        <p:tav tm="100000">
                                          <p:val>
                                            <p:fltVal val="0"/>
                                          </p:val>
                                        </p:tav>
                                      </p:tavLst>
                                    </p:anim>
                                    <p:anim calcmode="lin" valueType="num">
                                      <p:cBhvr>
                                        <p:cTn id="407" dur="500"/>
                                        <p:tgtEl>
                                          <p:spTgt spid="102"/>
                                        </p:tgtEl>
                                        <p:attrNameLst>
                                          <p:attrName>ppt_h</p:attrName>
                                        </p:attrNameLst>
                                      </p:cBhvr>
                                      <p:tavLst>
                                        <p:tav tm="0">
                                          <p:val>
                                            <p:strVal val="ppt_h"/>
                                          </p:val>
                                        </p:tav>
                                        <p:tav tm="100000">
                                          <p:val>
                                            <p:fltVal val="0"/>
                                          </p:val>
                                        </p:tav>
                                      </p:tavLst>
                                    </p:anim>
                                    <p:set>
                                      <p:cBhvr>
                                        <p:cTn id="408" dur="1" fill="hold">
                                          <p:stCondLst>
                                            <p:cond delay="499"/>
                                          </p:stCondLst>
                                        </p:cTn>
                                        <p:tgtEl>
                                          <p:spTgt spid="102"/>
                                        </p:tgtEl>
                                        <p:attrNameLst>
                                          <p:attrName>style.visibility</p:attrName>
                                        </p:attrNameLst>
                                      </p:cBhvr>
                                      <p:to>
                                        <p:strVal val="hidden"/>
                                      </p:to>
                                    </p:set>
                                  </p:childTnLst>
                                </p:cTn>
                              </p:par>
                              <p:par>
                                <p:cTn id="409" presetID="23" presetClass="exit" presetSubtype="32" fill="hold" grpId="0" nodeType="withEffect">
                                  <p:stCondLst>
                                    <p:cond delay="130"/>
                                  </p:stCondLst>
                                  <p:childTnLst>
                                    <p:anim calcmode="lin" valueType="num">
                                      <p:cBhvr>
                                        <p:cTn id="410" dur="500"/>
                                        <p:tgtEl>
                                          <p:spTgt spid="103"/>
                                        </p:tgtEl>
                                        <p:attrNameLst>
                                          <p:attrName>ppt_w</p:attrName>
                                        </p:attrNameLst>
                                      </p:cBhvr>
                                      <p:tavLst>
                                        <p:tav tm="0">
                                          <p:val>
                                            <p:strVal val="ppt_w"/>
                                          </p:val>
                                        </p:tav>
                                        <p:tav tm="100000">
                                          <p:val>
                                            <p:fltVal val="0"/>
                                          </p:val>
                                        </p:tav>
                                      </p:tavLst>
                                    </p:anim>
                                    <p:anim calcmode="lin" valueType="num">
                                      <p:cBhvr>
                                        <p:cTn id="411" dur="500"/>
                                        <p:tgtEl>
                                          <p:spTgt spid="103"/>
                                        </p:tgtEl>
                                        <p:attrNameLst>
                                          <p:attrName>ppt_h</p:attrName>
                                        </p:attrNameLst>
                                      </p:cBhvr>
                                      <p:tavLst>
                                        <p:tav tm="0">
                                          <p:val>
                                            <p:strVal val="ppt_h"/>
                                          </p:val>
                                        </p:tav>
                                        <p:tav tm="100000">
                                          <p:val>
                                            <p:fltVal val="0"/>
                                          </p:val>
                                        </p:tav>
                                      </p:tavLst>
                                    </p:anim>
                                    <p:set>
                                      <p:cBhvr>
                                        <p:cTn id="412" dur="1" fill="hold">
                                          <p:stCondLst>
                                            <p:cond delay="499"/>
                                          </p:stCondLst>
                                        </p:cTn>
                                        <p:tgtEl>
                                          <p:spTgt spid="103"/>
                                        </p:tgtEl>
                                        <p:attrNameLst>
                                          <p:attrName>style.visibility</p:attrName>
                                        </p:attrNameLst>
                                      </p:cBhvr>
                                      <p:to>
                                        <p:strVal val="hidden"/>
                                      </p:to>
                                    </p:set>
                                  </p:childTnLst>
                                </p:cTn>
                              </p:par>
                              <p:par>
                                <p:cTn id="413" presetID="23" presetClass="exit" presetSubtype="32" fill="hold" grpId="0" nodeType="withEffect">
                                  <p:stCondLst>
                                    <p:cond delay="140"/>
                                  </p:stCondLst>
                                  <p:childTnLst>
                                    <p:anim calcmode="lin" valueType="num">
                                      <p:cBhvr>
                                        <p:cTn id="414" dur="500"/>
                                        <p:tgtEl>
                                          <p:spTgt spid="104"/>
                                        </p:tgtEl>
                                        <p:attrNameLst>
                                          <p:attrName>ppt_w</p:attrName>
                                        </p:attrNameLst>
                                      </p:cBhvr>
                                      <p:tavLst>
                                        <p:tav tm="0">
                                          <p:val>
                                            <p:strVal val="ppt_w"/>
                                          </p:val>
                                        </p:tav>
                                        <p:tav tm="100000">
                                          <p:val>
                                            <p:fltVal val="0"/>
                                          </p:val>
                                        </p:tav>
                                      </p:tavLst>
                                    </p:anim>
                                    <p:anim calcmode="lin" valueType="num">
                                      <p:cBhvr>
                                        <p:cTn id="415" dur="500"/>
                                        <p:tgtEl>
                                          <p:spTgt spid="104"/>
                                        </p:tgtEl>
                                        <p:attrNameLst>
                                          <p:attrName>ppt_h</p:attrName>
                                        </p:attrNameLst>
                                      </p:cBhvr>
                                      <p:tavLst>
                                        <p:tav tm="0">
                                          <p:val>
                                            <p:strVal val="ppt_h"/>
                                          </p:val>
                                        </p:tav>
                                        <p:tav tm="100000">
                                          <p:val>
                                            <p:fltVal val="0"/>
                                          </p:val>
                                        </p:tav>
                                      </p:tavLst>
                                    </p:anim>
                                    <p:set>
                                      <p:cBhvr>
                                        <p:cTn id="416" dur="1" fill="hold">
                                          <p:stCondLst>
                                            <p:cond delay="499"/>
                                          </p:stCondLst>
                                        </p:cTn>
                                        <p:tgtEl>
                                          <p:spTgt spid="104"/>
                                        </p:tgtEl>
                                        <p:attrNameLst>
                                          <p:attrName>style.visibility</p:attrName>
                                        </p:attrNameLst>
                                      </p:cBhvr>
                                      <p:to>
                                        <p:strVal val="hidden"/>
                                      </p:to>
                                    </p:set>
                                  </p:childTnLst>
                                </p:cTn>
                              </p:par>
                              <p:par>
                                <p:cTn id="417" presetID="23" presetClass="exit" presetSubtype="32" fill="hold" grpId="0" nodeType="withEffect">
                                  <p:stCondLst>
                                    <p:cond delay="150"/>
                                  </p:stCondLst>
                                  <p:childTnLst>
                                    <p:anim calcmode="lin" valueType="num">
                                      <p:cBhvr>
                                        <p:cTn id="418" dur="500"/>
                                        <p:tgtEl>
                                          <p:spTgt spid="105"/>
                                        </p:tgtEl>
                                        <p:attrNameLst>
                                          <p:attrName>ppt_w</p:attrName>
                                        </p:attrNameLst>
                                      </p:cBhvr>
                                      <p:tavLst>
                                        <p:tav tm="0">
                                          <p:val>
                                            <p:strVal val="ppt_w"/>
                                          </p:val>
                                        </p:tav>
                                        <p:tav tm="100000">
                                          <p:val>
                                            <p:fltVal val="0"/>
                                          </p:val>
                                        </p:tav>
                                      </p:tavLst>
                                    </p:anim>
                                    <p:anim calcmode="lin" valueType="num">
                                      <p:cBhvr>
                                        <p:cTn id="419" dur="500"/>
                                        <p:tgtEl>
                                          <p:spTgt spid="105"/>
                                        </p:tgtEl>
                                        <p:attrNameLst>
                                          <p:attrName>ppt_h</p:attrName>
                                        </p:attrNameLst>
                                      </p:cBhvr>
                                      <p:tavLst>
                                        <p:tav tm="0">
                                          <p:val>
                                            <p:strVal val="ppt_h"/>
                                          </p:val>
                                        </p:tav>
                                        <p:tav tm="100000">
                                          <p:val>
                                            <p:fltVal val="0"/>
                                          </p:val>
                                        </p:tav>
                                      </p:tavLst>
                                    </p:anim>
                                    <p:set>
                                      <p:cBhvr>
                                        <p:cTn id="420" dur="1" fill="hold">
                                          <p:stCondLst>
                                            <p:cond delay="499"/>
                                          </p:stCondLst>
                                        </p:cTn>
                                        <p:tgtEl>
                                          <p:spTgt spid="105"/>
                                        </p:tgtEl>
                                        <p:attrNameLst>
                                          <p:attrName>style.visibility</p:attrName>
                                        </p:attrNameLst>
                                      </p:cBhvr>
                                      <p:to>
                                        <p:strVal val="hidden"/>
                                      </p:to>
                                    </p:set>
                                  </p:childTnLst>
                                </p:cTn>
                              </p:par>
                              <p:par>
                                <p:cTn id="421" presetID="23" presetClass="exit" presetSubtype="32" fill="hold" grpId="0" nodeType="withEffect">
                                  <p:stCondLst>
                                    <p:cond delay="160"/>
                                  </p:stCondLst>
                                  <p:childTnLst>
                                    <p:anim calcmode="lin" valueType="num">
                                      <p:cBhvr>
                                        <p:cTn id="422" dur="500"/>
                                        <p:tgtEl>
                                          <p:spTgt spid="106"/>
                                        </p:tgtEl>
                                        <p:attrNameLst>
                                          <p:attrName>ppt_w</p:attrName>
                                        </p:attrNameLst>
                                      </p:cBhvr>
                                      <p:tavLst>
                                        <p:tav tm="0">
                                          <p:val>
                                            <p:strVal val="ppt_w"/>
                                          </p:val>
                                        </p:tav>
                                        <p:tav tm="100000">
                                          <p:val>
                                            <p:fltVal val="0"/>
                                          </p:val>
                                        </p:tav>
                                      </p:tavLst>
                                    </p:anim>
                                    <p:anim calcmode="lin" valueType="num">
                                      <p:cBhvr>
                                        <p:cTn id="423" dur="500"/>
                                        <p:tgtEl>
                                          <p:spTgt spid="106"/>
                                        </p:tgtEl>
                                        <p:attrNameLst>
                                          <p:attrName>ppt_h</p:attrName>
                                        </p:attrNameLst>
                                      </p:cBhvr>
                                      <p:tavLst>
                                        <p:tav tm="0">
                                          <p:val>
                                            <p:strVal val="ppt_h"/>
                                          </p:val>
                                        </p:tav>
                                        <p:tav tm="100000">
                                          <p:val>
                                            <p:fltVal val="0"/>
                                          </p:val>
                                        </p:tav>
                                      </p:tavLst>
                                    </p:anim>
                                    <p:set>
                                      <p:cBhvr>
                                        <p:cTn id="424" dur="1" fill="hold">
                                          <p:stCondLst>
                                            <p:cond delay="499"/>
                                          </p:stCondLst>
                                        </p:cTn>
                                        <p:tgtEl>
                                          <p:spTgt spid="106"/>
                                        </p:tgtEl>
                                        <p:attrNameLst>
                                          <p:attrName>style.visibility</p:attrName>
                                        </p:attrNameLst>
                                      </p:cBhvr>
                                      <p:to>
                                        <p:strVal val="hidden"/>
                                      </p:to>
                                    </p:set>
                                  </p:childTnLst>
                                </p:cTn>
                              </p:par>
                              <p:par>
                                <p:cTn id="425" presetID="23" presetClass="exit" presetSubtype="32" fill="hold" grpId="0" nodeType="withEffect">
                                  <p:stCondLst>
                                    <p:cond delay="170"/>
                                  </p:stCondLst>
                                  <p:childTnLst>
                                    <p:anim calcmode="lin" valueType="num">
                                      <p:cBhvr>
                                        <p:cTn id="426" dur="500"/>
                                        <p:tgtEl>
                                          <p:spTgt spid="107"/>
                                        </p:tgtEl>
                                        <p:attrNameLst>
                                          <p:attrName>ppt_w</p:attrName>
                                        </p:attrNameLst>
                                      </p:cBhvr>
                                      <p:tavLst>
                                        <p:tav tm="0">
                                          <p:val>
                                            <p:strVal val="ppt_w"/>
                                          </p:val>
                                        </p:tav>
                                        <p:tav tm="100000">
                                          <p:val>
                                            <p:fltVal val="0"/>
                                          </p:val>
                                        </p:tav>
                                      </p:tavLst>
                                    </p:anim>
                                    <p:anim calcmode="lin" valueType="num">
                                      <p:cBhvr>
                                        <p:cTn id="427" dur="500"/>
                                        <p:tgtEl>
                                          <p:spTgt spid="107"/>
                                        </p:tgtEl>
                                        <p:attrNameLst>
                                          <p:attrName>ppt_h</p:attrName>
                                        </p:attrNameLst>
                                      </p:cBhvr>
                                      <p:tavLst>
                                        <p:tav tm="0">
                                          <p:val>
                                            <p:strVal val="ppt_h"/>
                                          </p:val>
                                        </p:tav>
                                        <p:tav tm="100000">
                                          <p:val>
                                            <p:fltVal val="0"/>
                                          </p:val>
                                        </p:tav>
                                      </p:tavLst>
                                    </p:anim>
                                    <p:set>
                                      <p:cBhvr>
                                        <p:cTn id="428" dur="1" fill="hold">
                                          <p:stCondLst>
                                            <p:cond delay="499"/>
                                          </p:stCondLst>
                                        </p:cTn>
                                        <p:tgtEl>
                                          <p:spTgt spid="107"/>
                                        </p:tgtEl>
                                        <p:attrNameLst>
                                          <p:attrName>style.visibility</p:attrName>
                                        </p:attrNameLst>
                                      </p:cBhvr>
                                      <p:to>
                                        <p:strVal val="hidden"/>
                                      </p:to>
                                    </p:set>
                                  </p:childTnLst>
                                </p:cTn>
                              </p:par>
                              <p:par>
                                <p:cTn id="429" presetID="23" presetClass="exit" presetSubtype="32" fill="hold" grpId="0" nodeType="withEffect">
                                  <p:stCondLst>
                                    <p:cond delay="180"/>
                                  </p:stCondLst>
                                  <p:childTnLst>
                                    <p:anim calcmode="lin" valueType="num">
                                      <p:cBhvr>
                                        <p:cTn id="430" dur="500"/>
                                        <p:tgtEl>
                                          <p:spTgt spid="108"/>
                                        </p:tgtEl>
                                        <p:attrNameLst>
                                          <p:attrName>ppt_w</p:attrName>
                                        </p:attrNameLst>
                                      </p:cBhvr>
                                      <p:tavLst>
                                        <p:tav tm="0">
                                          <p:val>
                                            <p:strVal val="ppt_w"/>
                                          </p:val>
                                        </p:tav>
                                        <p:tav tm="100000">
                                          <p:val>
                                            <p:fltVal val="0"/>
                                          </p:val>
                                        </p:tav>
                                      </p:tavLst>
                                    </p:anim>
                                    <p:anim calcmode="lin" valueType="num">
                                      <p:cBhvr>
                                        <p:cTn id="431" dur="500"/>
                                        <p:tgtEl>
                                          <p:spTgt spid="108"/>
                                        </p:tgtEl>
                                        <p:attrNameLst>
                                          <p:attrName>ppt_h</p:attrName>
                                        </p:attrNameLst>
                                      </p:cBhvr>
                                      <p:tavLst>
                                        <p:tav tm="0">
                                          <p:val>
                                            <p:strVal val="ppt_h"/>
                                          </p:val>
                                        </p:tav>
                                        <p:tav tm="100000">
                                          <p:val>
                                            <p:fltVal val="0"/>
                                          </p:val>
                                        </p:tav>
                                      </p:tavLst>
                                    </p:anim>
                                    <p:set>
                                      <p:cBhvr>
                                        <p:cTn id="432" dur="1" fill="hold">
                                          <p:stCondLst>
                                            <p:cond delay="499"/>
                                          </p:stCondLst>
                                        </p:cTn>
                                        <p:tgtEl>
                                          <p:spTgt spid="108"/>
                                        </p:tgtEl>
                                        <p:attrNameLst>
                                          <p:attrName>style.visibility</p:attrName>
                                        </p:attrNameLst>
                                      </p:cBhvr>
                                      <p:to>
                                        <p:strVal val="hidden"/>
                                      </p:to>
                                    </p:set>
                                  </p:childTnLst>
                                </p:cTn>
                              </p:par>
                              <p:par>
                                <p:cTn id="433" presetID="23" presetClass="exit" presetSubtype="32" fill="hold" grpId="0" nodeType="withEffect">
                                  <p:stCondLst>
                                    <p:cond delay="190"/>
                                  </p:stCondLst>
                                  <p:childTnLst>
                                    <p:anim calcmode="lin" valueType="num">
                                      <p:cBhvr>
                                        <p:cTn id="434" dur="500"/>
                                        <p:tgtEl>
                                          <p:spTgt spid="109"/>
                                        </p:tgtEl>
                                        <p:attrNameLst>
                                          <p:attrName>ppt_w</p:attrName>
                                        </p:attrNameLst>
                                      </p:cBhvr>
                                      <p:tavLst>
                                        <p:tav tm="0">
                                          <p:val>
                                            <p:strVal val="ppt_w"/>
                                          </p:val>
                                        </p:tav>
                                        <p:tav tm="100000">
                                          <p:val>
                                            <p:fltVal val="0"/>
                                          </p:val>
                                        </p:tav>
                                      </p:tavLst>
                                    </p:anim>
                                    <p:anim calcmode="lin" valueType="num">
                                      <p:cBhvr>
                                        <p:cTn id="435" dur="500"/>
                                        <p:tgtEl>
                                          <p:spTgt spid="109"/>
                                        </p:tgtEl>
                                        <p:attrNameLst>
                                          <p:attrName>ppt_h</p:attrName>
                                        </p:attrNameLst>
                                      </p:cBhvr>
                                      <p:tavLst>
                                        <p:tav tm="0">
                                          <p:val>
                                            <p:strVal val="ppt_h"/>
                                          </p:val>
                                        </p:tav>
                                        <p:tav tm="100000">
                                          <p:val>
                                            <p:fltVal val="0"/>
                                          </p:val>
                                        </p:tav>
                                      </p:tavLst>
                                    </p:anim>
                                    <p:set>
                                      <p:cBhvr>
                                        <p:cTn id="436" dur="1" fill="hold">
                                          <p:stCondLst>
                                            <p:cond delay="499"/>
                                          </p:stCondLst>
                                        </p:cTn>
                                        <p:tgtEl>
                                          <p:spTgt spid="109"/>
                                        </p:tgtEl>
                                        <p:attrNameLst>
                                          <p:attrName>style.visibility</p:attrName>
                                        </p:attrNameLst>
                                      </p:cBhvr>
                                      <p:to>
                                        <p:strVal val="hidden"/>
                                      </p:to>
                                    </p:set>
                                  </p:childTnLst>
                                </p:cTn>
                              </p:par>
                              <p:par>
                                <p:cTn id="437" presetID="23" presetClass="exit" presetSubtype="32" fill="hold" grpId="0" nodeType="withEffect">
                                  <p:stCondLst>
                                    <p:cond delay="120"/>
                                  </p:stCondLst>
                                  <p:childTnLst>
                                    <p:anim calcmode="lin" valueType="num">
                                      <p:cBhvr>
                                        <p:cTn id="438" dur="500"/>
                                        <p:tgtEl>
                                          <p:spTgt spid="110"/>
                                        </p:tgtEl>
                                        <p:attrNameLst>
                                          <p:attrName>ppt_w</p:attrName>
                                        </p:attrNameLst>
                                      </p:cBhvr>
                                      <p:tavLst>
                                        <p:tav tm="0">
                                          <p:val>
                                            <p:strVal val="ppt_w"/>
                                          </p:val>
                                        </p:tav>
                                        <p:tav tm="100000">
                                          <p:val>
                                            <p:fltVal val="0"/>
                                          </p:val>
                                        </p:tav>
                                      </p:tavLst>
                                    </p:anim>
                                    <p:anim calcmode="lin" valueType="num">
                                      <p:cBhvr>
                                        <p:cTn id="439" dur="500"/>
                                        <p:tgtEl>
                                          <p:spTgt spid="110"/>
                                        </p:tgtEl>
                                        <p:attrNameLst>
                                          <p:attrName>ppt_h</p:attrName>
                                        </p:attrNameLst>
                                      </p:cBhvr>
                                      <p:tavLst>
                                        <p:tav tm="0">
                                          <p:val>
                                            <p:strVal val="ppt_h"/>
                                          </p:val>
                                        </p:tav>
                                        <p:tav tm="100000">
                                          <p:val>
                                            <p:fltVal val="0"/>
                                          </p:val>
                                        </p:tav>
                                      </p:tavLst>
                                    </p:anim>
                                    <p:set>
                                      <p:cBhvr>
                                        <p:cTn id="440" dur="1" fill="hold">
                                          <p:stCondLst>
                                            <p:cond delay="499"/>
                                          </p:stCondLst>
                                        </p:cTn>
                                        <p:tgtEl>
                                          <p:spTgt spid="110"/>
                                        </p:tgtEl>
                                        <p:attrNameLst>
                                          <p:attrName>style.visibility</p:attrName>
                                        </p:attrNameLst>
                                      </p:cBhvr>
                                      <p:to>
                                        <p:strVal val="hidden"/>
                                      </p:to>
                                    </p:set>
                                  </p:childTnLst>
                                </p:cTn>
                              </p:par>
                              <p:par>
                                <p:cTn id="441" presetID="23" presetClass="exit" presetSubtype="32" fill="hold" grpId="0" nodeType="withEffect">
                                  <p:stCondLst>
                                    <p:cond delay="130"/>
                                  </p:stCondLst>
                                  <p:childTnLst>
                                    <p:anim calcmode="lin" valueType="num">
                                      <p:cBhvr>
                                        <p:cTn id="442" dur="500"/>
                                        <p:tgtEl>
                                          <p:spTgt spid="111"/>
                                        </p:tgtEl>
                                        <p:attrNameLst>
                                          <p:attrName>ppt_w</p:attrName>
                                        </p:attrNameLst>
                                      </p:cBhvr>
                                      <p:tavLst>
                                        <p:tav tm="0">
                                          <p:val>
                                            <p:strVal val="ppt_w"/>
                                          </p:val>
                                        </p:tav>
                                        <p:tav tm="100000">
                                          <p:val>
                                            <p:fltVal val="0"/>
                                          </p:val>
                                        </p:tav>
                                      </p:tavLst>
                                    </p:anim>
                                    <p:anim calcmode="lin" valueType="num">
                                      <p:cBhvr>
                                        <p:cTn id="443" dur="500"/>
                                        <p:tgtEl>
                                          <p:spTgt spid="111"/>
                                        </p:tgtEl>
                                        <p:attrNameLst>
                                          <p:attrName>ppt_h</p:attrName>
                                        </p:attrNameLst>
                                      </p:cBhvr>
                                      <p:tavLst>
                                        <p:tav tm="0">
                                          <p:val>
                                            <p:strVal val="ppt_h"/>
                                          </p:val>
                                        </p:tav>
                                        <p:tav tm="100000">
                                          <p:val>
                                            <p:fltVal val="0"/>
                                          </p:val>
                                        </p:tav>
                                      </p:tavLst>
                                    </p:anim>
                                    <p:set>
                                      <p:cBhvr>
                                        <p:cTn id="444" dur="1" fill="hold">
                                          <p:stCondLst>
                                            <p:cond delay="499"/>
                                          </p:stCondLst>
                                        </p:cTn>
                                        <p:tgtEl>
                                          <p:spTgt spid="111"/>
                                        </p:tgtEl>
                                        <p:attrNameLst>
                                          <p:attrName>style.visibility</p:attrName>
                                        </p:attrNameLst>
                                      </p:cBhvr>
                                      <p:to>
                                        <p:strVal val="hidden"/>
                                      </p:to>
                                    </p:set>
                                  </p:childTnLst>
                                </p:cTn>
                              </p:par>
                              <p:par>
                                <p:cTn id="445" presetID="23" presetClass="exit" presetSubtype="32" fill="hold" grpId="0" nodeType="withEffect">
                                  <p:stCondLst>
                                    <p:cond delay="140"/>
                                  </p:stCondLst>
                                  <p:childTnLst>
                                    <p:anim calcmode="lin" valueType="num">
                                      <p:cBhvr>
                                        <p:cTn id="446" dur="500"/>
                                        <p:tgtEl>
                                          <p:spTgt spid="112"/>
                                        </p:tgtEl>
                                        <p:attrNameLst>
                                          <p:attrName>ppt_w</p:attrName>
                                        </p:attrNameLst>
                                      </p:cBhvr>
                                      <p:tavLst>
                                        <p:tav tm="0">
                                          <p:val>
                                            <p:strVal val="ppt_w"/>
                                          </p:val>
                                        </p:tav>
                                        <p:tav tm="100000">
                                          <p:val>
                                            <p:fltVal val="0"/>
                                          </p:val>
                                        </p:tav>
                                      </p:tavLst>
                                    </p:anim>
                                    <p:anim calcmode="lin" valueType="num">
                                      <p:cBhvr>
                                        <p:cTn id="447" dur="500"/>
                                        <p:tgtEl>
                                          <p:spTgt spid="112"/>
                                        </p:tgtEl>
                                        <p:attrNameLst>
                                          <p:attrName>ppt_h</p:attrName>
                                        </p:attrNameLst>
                                      </p:cBhvr>
                                      <p:tavLst>
                                        <p:tav tm="0">
                                          <p:val>
                                            <p:strVal val="ppt_h"/>
                                          </p:val>
                                        </p:tav>
                                        <p:tav tm="100000">
                                          <p:val>
                                            <p:fltVal val="0"/>
                                          </p:val>
                                        </p:tav>
                                      </p:tavLst>
                                    </p:anim>
                                    <p:set>
                                      <p:cBhvr>
                                        <p:cTn id="448" dur="1" fill="hold">
                                          <p:stCondLst>
                                            <p:cond delay="499"/>
                                          </p:stCondLst>
                                        </p:cTn>
                                        <p:tgtEl>
                                          <p:spTgt spid="112"/>
                                        </p:tgtEl>
                                        <p:attrNameLst>
                                          <p:attrName>style.visibility</p:attrName>
                                        </p:attrNameLst>
                                      </p:cBhvr>
                                      <p:to>
                                        <p:strVal val="hidden"/>
                                      </p:to>
                                    </p:set>
                                  </p:childTnLst>
                                </p:cTn>
                              </p:par>
                              <p:par>
                                <p:cTn id="449" presetID="23" presetClass="exit" presetSubtype="32" fill="hold" grpId="0" nodeType="withEffect">
                                  <p:stCondLst>
                                    <p:cond delay="150"/>
                                  </p:stCondLst>
                                  <p:childTnLst>
                                    <p:anim calcmode="lin" valueType="num">
                                      <p:cBhvr>
                                        <p:cTn id="450" dur="500"/>
                                        <p:tgtEl>
                                          <p:spTgt spid="113"/>
                                        </p:tgtEl>
                                        <p:attrNameLst>
                                          <p:attrName>ppt_w</p:attrName>
                                        </p:attrNameLst>
                                      </p:cBhvr>
                                      <p:tavLst>
                                        <p:tav tm="0">
                                          <p:val>
                                            <p:strVal val="ppt_w"/>
                                          </p:val>
                                        </p:tav>
                                        <p:tav tm="100000">
                                          <p:val>
                                            <p:fltVal val="0"/>
                                          </p:val>
                                        </p:tav>
                                      </p:tavLst>
                                    </p:anim>
                                    <p:anim calcmode="lin" valueType="num">
                                      <p:cBhvr>
                                        <p:cTn id="451" dur="500"/>
                                        <p:tgtEl>
                                          <p:spTgt spid="113"/>
                                        </p:tgtEl>
                                        <p:attrNameLst>
                                          <p:attrName>ppt_h</p:attrName>
                                        </p:attrNameLst>
                                      </p:cBhvr>
                                      <p:tavLst>
                                        <p:tav tm="0">
                                          <p:val>
                                            <p:strVal val="ppt_h"/>
                                          </p:val>
                                        </p:tav>
                                        <p:tav tm="100000">
                                          <p:val>
                                            <p:fltVal val="0"/>
                                          </p:val>
                                        </p:tav>
                                      </p:tavLst>
                                    </p:anim>
                                    <p:set>
                                      <p:cBhvr>
                                        <p:cTn id="452" dur="1" fill="hold">
                                          <p:stCondLst>
                                            <p:cond delay="499"/>
                                          </p:stCondLst>
                                        </p:cTn>
                                        <p:tgtEl>
                                          <p:spTgt spid="113"/>
                                        </p:tgtEl>
                                        <p:attrNameLst>
                                          <p:attrName>style.visibility</p:attrName>
                                        </p:attrNameLst>
                                      </p:cBhvr>
                                      <p:to>
                                        <p:strVal val="hidden"/>
                                      </p:to>
                                    </p:set>
                                  </p:childTnLst>
                                </p:cTn>
                              </p:par>
                              <p:par>
                                <p:cTn id="453" presetID="23" presetClass="exit" presetSubtype="32" fill="hold" grpId="0" nodeType="withEffect">
                                  <p:stCondLst>
                                    <p:cond delay="160"/>
                                  </p:stCondLst>
                                  <p:childTnLst>
                                    <p:anim calcmode="lin" valueType="num">
                                      <p:cBhvr>
                                        <p:cTn id="454" dur="500"/>
                                        <p:tgtEl>
                                          <p:spTgt spid="114"/>
                                        </p:tgtEl>
                                        <p:attrNameLst>
                                          <p:attrName>ppt_w</p:attrName>
                                        </p:attrNameLst>
                                      </p:cBhvr>
                                      <p:tavLst>
                                        <p:tav tm="0">
                                          <p:val>
                                            <p:strVal val="ppt_w"/>
                                          </p:val>
                                        </p:tav>
                                        <p:tav tm="100000">
                                          <p:val>
                                            <p:fltVal val="0"/>
                                          </p:val>
                                        </p:tav>
                                      </p:tavLst>
                                    </p:anim>
                                    <p:anim calcmode="lin" valueType="num">
                                      <p:cBhvr>
                                        <p:cTn id="455" dur="500"/>
                                        <p:tgtEl>
                                          <p:spTgt spid="114"/>
                                        </p:tgtEl>
                                        <p:attrNameLst>
                                          <p:attrName>ppt_h</p:attrName>
                                        </p:attrNameLst>
                                      </p:cBhvr>
                                      <p:tavLst>
                                        <p:tav tm="0">
                                          <p:val>
                                            <p:strVal val="ppt_h"/>
                                          </p:val>
                                        </p:tav>
                                        <p:tav tm="100000">
                                          <p:val>
                                            <p:fltVal val="0"/>
                                          </p:val>
                                        </p:tav>
                                      </p:tavLst>
                                    </p:anim>
                                    <p:set>
                                      <p:cBhvr>
                                        <p:cTn id="456" dur="1" fill="hold">
                                          <p:stCondLst>
                                            <p:cond delay="499"/>
                                          </p:stCondLst>
                                        </p:cTn>
                                        <p:tgtEl>
                                          <p:spTgt spid="114"/>
                                        </p:tgtEl>
                                        <p:attrNameLst>
                                          <p:attrName>style.visibility</p:attrName>
                                        </p:attrNameLst>
                                      </p:cBhvr>
                                      <p:to>
                                        <p:strVal val="hidden"/>
                                      </p:to>
                                    </p:set>
                                  </p:childTnLst>
                                </p:cTn>
                              </p:par>
                              <p:par>
                                <p:cTn id="457" presetID="23" presetClass="exit" presetSubtype="32" fill="hold" grpId="0" nodeType="withEffect">
                                  <p:stCondLst>
                                    <p:cond delay="170"/>
                                  </p:stCondLst>
                                  <p:childTnLst>
                                    <p:anim calcmode="lin" valueType="num">
                                      <p:cBhvr>
                                        <p:cTn id="458" dur="500"/>
                                        <p:tgtEl>
                                          <p:spTgt spid="115"/>
                                        </p:tgtEl>
                                        <p:attrNameLst>
                                          <p:attrName>ppt_w</p:attrName>
                                        </p:attrNameLst>
                                      </p:cBhvr>
                                      <p:tavLst>
                                        <p:tav tm="0">
                                          <p:val>
                                            <p:strVal val="ppt_w"/>
                                          </p:val>
                                        </p:tav>
                                        <p:tav tm="100000">
                                          <p:val>
                                            <p:fltVal val="0"/>
                                          </p:val>
                                        </p:tav>
                                      </p:tavLst>
                                    </p:anim>
                                    <p:anim calcmode="lin" valueType="num">
                                      <p:cBhvr>
                                        <p:cTn id="459" dur="500"/>
                                        <p:tgtEl>
                                          <p:spTgt spid="115"/>
                                        </p:tgtEl>
                                        <p:attrNameLst>
                                          <p:attrName>ppt_h</p:attrName>
                                        </p:attrNameLst>
                                      </p:cBhvr>
                                      <p:tavLst>
                                        <p:tav tm="0">
                                          <p:val>
                                            <p:strVal val="ppt_h"/>
                                          </p:val>
                                        </p:tav>
                                        <p:tav tm="100000">
                                          <p:val>
                                            <p:fltVal val="0"/>
                                          </p:val>
                                        </p:tav>
                                      </p:tavLst>
                                    </p:anim>
                                    <p:set>
                                      <p:cBhvr>
                                        <p:cTn id="460" dur="1" fill="hold">
                                          <p:stCondLst>
                                            <p:cond delay="499"/>
                                          </p:stCondLst>
                                        </p:cTn>
                                        <p:tgtEl>
                                          <p:spTgt spid="115"/>
                                        </p:tgtEl>
                                        <p:attrNameLst>
                                          <p:attrName>style.visibility</p:attrName>
                                        </p:attrNameLst>
                                      </p:cBhvr>
                                      <p:to>
                                        <p:strVal val="hidden"/>
                                      </p:to>
                                    </p:set>
                                  </p:childTnLst>
                                </p:cTn>
                              </p:par>
                              <p:par>
                                <p:cTn id="461" presetID="23" presetClass="exit" presetSubtype="32" fill="hold" grpId="0" nodeType="withEffect">
                                  <p:stCondLst>
                                    <p:cond delay="180"/>
                                  </p:stCondLst>
                                  <p:childTnLst>
                                    <p:anim calcmode="lin" valueType="num">
                                      <p:cBhvr>
                                        <p:cTn id="462" dur="500"/>
                                        <p:tgtEl>
                                          <p:spTgt spid="116"/>
                                        </p:tgtEl>
                                        <p:attrNameLst>
                                          <p:attrName>ppt_w</p:attrName>
                                        </p:attrNameLst>
                                      </p:cBhvr>
                                      <p:tavLst>
                                        <p:tav tm="0">
                                          <p:val>
                                            <p:strVal val="ppt_w"/>
                                          </p:val>
                                        </p:tav>
                                        <p:tav tm="100000">
                                          <p:val>
                                            <p:fltVal val="0"/>
                                          </p:val>
                                        </p:tav>
                                      </p:tavLst>
                                    </p:anim>
                                    <p:anim calcmode="lin" valueType="num">
                                      <p:cBhvr>
                                        <p:cTn id="463" dur="500"/>
                                        <p:tgtEl>
                                          <p:spTgt spid="116"/>
                                        </p:tgtEl>
                                        <p:attrNameLst>
                                          <p:attrName>ppt_h</p:attrName>
                                        </p:attrNameLst>
                                      </p:cBhvr>
                                      <p:tavLst>
                                        <p:tav tm="0">
                                          <p:val>
                                            <p:strVal val="ppt_h"/>
                                          </p:val>
                                        </p:tav>
                                        <p:tav tm="100000">
                                          <p:val>
                                            <p:fltVal val="0"/>
                                          </p:val>
                                        </p:tav>
                                      </p:tavLst>
                                    </p:anim>
                                    <p:set>
                                      <p:cBhvr>
                                        <p:cTn id="464" dur="1" fill="hold">
                                          <p:stCondLst>
                                            <p:cond delay="499"/>
                                          </p:stCondLst>
                                        </p:cTn>
                                        <p:tgtEl>
                                          <p:spTgt spid="116"/>
                                        </p:tgtEl>
                                        <p:attrNameLst>
                                          <p:attrName>style.visibility</p:attrName>
                                        </p:attrNameLst>
                                      </p:cBhvr>
                                      <p:to>
                                        <p:strVal val="hidden"/>
                                      </p:to>
                                    </p:set>
                                  </p:childTnLst>
                                </p:cTn>
                              </p:par>
                              <p:par>
                                <p:cTn id="465" presetID="23" presetClass="exit" presetSubtype="32" fill="hold" grpId="0" nodeType="withEffect">
                                  <p:stCondLst>
                                    <p:cond delay="190"/>
                                  </p:stCondLst>
                                  <p:childTnLst>
                                    <p:anim calcmode="lin" valueType="num">
                                      <p:cBhvr>
                                        <p:cTn id="466" dur="500"/>
                                        <p:tgtEl>
                                          <p:spTgt spid="117"/>
                                        </p:tgtEl>
                                        <p:attrNameLst>
                                          <p:attrName>ppt_w</p:attrName>
                                        </p:attrNameLst>
                                      </p:cBhvr>
                                      <p:tavLst>
                                        <p:tav tm="0">
                                          <p:val>
                                            <p:strVal val="ppt_w"/>
                                          </p:val>
                                        </p:tav>
                                        <p:tav tm="100000">
                                          <p:val>
                                            <p:fltVal val="0"/>
                                          </p:val>
                                        </p:tav>
                                      </p:tavLst>
                                    </p:anim>
                                    <p:anim calcmode="lin" valueType="num">
                                      <p:cBhvr>
                                        <p:cTn id="467" dur="500"/>
                                        <p:tgtEl>
                                          <p:spTgt spid="117"/>
                                        </p:tgtEl>
                                        <p:attrNameLst>
                                          <p:attrName>ppt_h</p:attrName>
                                        </p:attrNameLst>
                                      </p:cBhvr>
                                      <p:tavLst>
                                        <p:tav tm="0">
                                          <p:val>
                                            <p:strVal val="ppt_h"/>
                                          </p:val>
                                        </p:tav>
                                        <p:tav tm="100000">
                                          <p:val>
                                            <p:fltVal val="0"/>
                                          </p:val>
                                        </p:tav>
                                      </p:tavLst>
                                    </p:anim>
                                    <p:set>
                                      <p:cBhvr>
                                        <p:cTn id="468" dur="1" fill="hold">
                                          <p:stCondLst>
                                            <p:cond delay="499"/>
                                          </p:stCondLst>
                                        </p:cTn>
                                        <p:tgtEl>
                                          <p:spTgt spid="117"/>
                                        </p:tgtEl>
                                        <p:attrNameLst>
                                          <p:attrName>style.visibility</p:attrName>
                                        </p:attrNameLst>
                                      </p:cBhvr>
                                      <p:to>
                                        <p:strVal val="hidden"/>
                                      </p:to>
                                    </p:set>
                                  </p:childTnLst>
                                </p:cTn>
                              </p:par>
                              <p:par>
                                <p:cTn id="469" presetID="23" presetClass="exit" presetSubtype="32" fill="hold" grpId="0" nodeType="withEffect">
                                  <p:stCondLst>
                                    <p:cond delay="200"/>
                                  </p:stCondLst>
                                  <p:childTnLst>
                                    <p:anim calcmode="lin" valueType="num">
                                      <p:cBhvr>
                                        <p:cTn id="470" dur="500"/>
                                        <p:tgtEl>
                                          <p:spTgt spid="118"/>
                                        </p:tgtEl>
                                        <p:attrNameLst>
                                          <p:attrName>ppt_w</p:attrName>
                                        </p:attrNameLst>
                                      </p:cBhvr>
                                      <p:tavLst>
                                        <p:tav tm="0">
                                          <p:val>
                                            <p:strVal val="ppt_w"/>
                                          </p:val>
                                        </p:tav>
                                        <p:tav tm="100000">
                                          <p:val>
                                            <p:fltVal val="0"/>
                                          </p:val>
                                        </p:tav>
                                      </p:tavLst>
                                    </p:anim>
                                    <p:anim calcmode="lin" valueType="num">
                                      <p:cBhvr>
                                        <p:cTn id="471" dur="500"/>
                                        <p:tgtEl>
                                          <p:spTgt spid="118"/>
                                        </p:tgtEl>
                                        <p:attrNameLst>
                                          <p:attrName>ppt_h</p:attrName>
                                        </p:attrNameLst>
                                      </p:cBhvr>
                                      <p:tavLst>
                                        <p:tav tm="0">
                                          <p:val>
                                            <p:strVal val="ppt_h"/>
                                          </p:val>
                                        </p:tav>
                                        <p:tav tm="100000">
                                          <p:val>
                                            <p:fltVal val="0"/>
                                          </p:val>
                                        </p:tav>
                                      </p:tavLst>
                                    </p:anim>
                                    <p:set>
                                      <p:cBhvr>
                                        <p:cTn id="472" dur="1" fill="hold">
                                          <p:stCondLst>
                                            <p:cond delay="499"/>
                                          </p:stCondLst>
                                        </p:cTn>
                                        <p:tgtEl>
                                          <p:spTgt spid="118"/>
                                        </p:tgtEl>
                                        <p:attrNameLst>
                                          <p:attrName>style.visibility</p:attrName>
                                        </p:attrNameLst>
                                      </p:cBhvr>
                                      <p:to>
                                        <p:strVal val="hidden"/>
                                      </p:to>
                                    </p:set>
                                  </p:childTnLst>
                                </p:cTn>
                              </p:par>
                              <p:par>
                                <p:cTn id="473" presetID="23" presetClass="exit" presetSubtype="32" fill="hold" grpId="0" nodeType="withEffect">
                                  <p:stCondLst>
                                    <p:cond delay="130"/>
                                  </p:stCondLst>
                                  <p:childTnLst>
                                    <p:anim calcmode="lin" valueType="num">
                                      <p:cBhvr>
                                        <p:cTn id="474" dur="500"/>
                                        <p:tgtEl>
                                          <p:spTgt spid="119"/>
                                        </p:tgtEl>
                                        <p:attrNameLst>
                                          <p:attrName>ppt_w</p:attrName>
                                        </p:attrNameLst>
                                      </p:cBhvr>
                                      <p:tavLst>
                                        <p:tav tm="0">
                                          <p:val>
                                            <p:strVal val="ppt_w"/>
                                          </p:val>
                                        </p:tav>
                                        <p:tav tm="100000">
                                          <p:val>
                                            <p:fltVal val="0"/>
                                          </p:val>
                                        </p:tav>
                                      </p:tavLst>
                                    </p:anim>
                                    <p:anim calcmode="lin" valueType="num">
                                      <p:cBhvr>
                                        <p:cTn id="475" dur="500"/>
                                        <p:tgtEl>
                                          <p:spTgt spid="119"/>
                                        </p:tgtEl>
                                        <p:attrNameLst>
                                          <p:attrName>ppt_h</p:attrName>
                                        </p:attrNameLst>
                                      </p:cBhvr>
                                      <p:tavLst>
                                        <p:tav tm="0">
                                          <p:val>
                                            <p:strVal val="ppt_h"/>
                                          </p:val>
                                        </p:tav>
                                        <p:tav tm="100000">
                                          <p:val>
                                            <p:fltVal val="0"/>
                                          </p:val>
                                        </p:tav>
                                      </p:tavLst>
                                    </p:anim>
                                    <p:set>
                                      <p:cBhvr>
                                        <p:cTn id="476" dur="1" fill="hold">
                                          <p:stCondLst>
                                            <p:cond delay="499"/>
                                          </p:stCondLst>
                                        </p:cTn>
                                        <p:tgtEl>
                                          <p:spTgt spid="119"/>
                                        </p:tgtEl>
                                        <p:attrNameLst>
                                          <p:attrName>style.visibility</p:attrName>
                                        </p:attrNameLst>
                                      </p:cBhvr>
                                      <p:to>
                                        <p:strVal val="hidden"/>
                                      </p:to>
                                    </p:set>
                                  </p:childTnLst>
                                </p:cTn>
                              </p:par>
                              <p:par>
                                <p:cTn id="477" presetID="23" presetClass="exit" presetSubtype="32" fill="hold" grpId="0" nodeType="withEffect">
                                  <p:stCondLst>
                                    <p:cond delay="140"/>
                                  </p:stCondLst>
                                  <p:childTnLst>
                                    <p:anim calcmode="lin" valueType="num">
                                      <p:cBhvr>
                                        <p:cTn id="478" dur="500"/>
                                        <p:tgtEl>
                                          <p:spTgt spid="120"/>
                                        </p:tgtEl>
                                        <p:attrNameLst>
                                          <p:attrName>ppt_w</p:attrName>
                                        </p:attrNameLst>
                                      </p:cBhvr>
                                      <p:tavLst>
                                        <p:tav tm="0">
                                          <p:val>
                                            <p:strVal val="ppt_w"/>
                                          </p:val>
                                        </p:tav>
                                        <p:tav tm="100000">
                                          <p:val>
                                            <p:fltVal val="0"/>
                                          </p:val>
                                        </p:tav>
                                      </p:tavLst>
                                    </p:anim>
                                    <p:anim calcmode="lin" valueType="num">
                                      <p:cBhvr>
                                        <p:cTn id="479" dur="500"/>
                                        <p:tgtEl>
                                          <p:spTgt spid="120"/>
                                        </p:tgtEl>
                                        <p:attrNameLst>
                                          <p:attrName>ppt_h</p:attrName>
                                        </p:attrNameLst>
                                      </p:cBhvr>
                                      <p:tavLst>
                                        <p:tav tm="0">
                                          <p:val>
                                            <p:strVal val="ppt_h"/>
                                          </p:val>
                                        </p:tav>
                                        <p:tav tm="100000">
                                          <p:val>
                                            <p:fltVal val="0"/>
                                          </p:val>
                                        </p:tav>
                                      </p:tavLst>
                                    </p:anim>
                                    <p:set>
                                      <p:cBhvr>
                                        <p:cTn id="480" dur="1" fill="hold">
                                          <p:stCondLst>
                                            <p:cond delay="499"/>
                                          </p:stCondLst>
                                        </p:cTn>
                                        <p:tgtEl>
                                          <p:spTgt spid="120"/>
                                        </p:tgtEl>
                                        <p:attrNameLst>
                                          <p:attrName>style.visibility</p:attrName>
                                        </p:attrNameLst>
                                      </p:cBhvr>
                                      <p:to>
                                        <p:strVal val="hidden"/>
                                      </p:to>
                                    </p:set>
                                  </p:childTnLst>
                                </p:cTn>
                              </p:par>
                              <p:par>
                                <p:cTn id="481" presetID="23" presetClass="exit" presetSubtype="32" fill="hold" grpId="0" nodeType="withEffect">
                                  <p:stCondLst>
                                    <p:cond delay="150"/>
                                  </p:stCondLst>
                                  <p:childTnLst>
                                    <p:anim calcmode="lin" valueType="num">
                                      <p:cBhvr>
                                        <p:cTn id="482" dur="500"/>
                                        <p:tgtEl>
                                          <p:spTgt spid="121"/>
                                        </p:tgtEl>
                                        <p:attrNameLst>
                                          <p:attrName>ppt_w</p:attrName>
                                        </p:attrNameLst>
                                      </p:cBhvr>
                                      <p:tavLst>
                                        <p:tav tm="0">
                                          <p:val>
                                            <p:strVal val="ppt_w"/>
                                          </p:val>
                                        </p:tav>
                                        <p:tav tm="100000">
                                          <p:val>
                                            <p:fltVal val="0"/>
                                          </p:val>
                                        </p:tav>
                                      </p:tavLst>
                                    </p:anim>
                                    <p:anim calcmode="lin" valueType="num">
                                      <p:cBhvr>
                                        <p:cTn id="483" dur="500"/>
                                        <p:tgtEl>
                                          <p:spTgt spid="121"/>
                                        </p:tgtEl>
                                        <p:attrNameLst>
                                          <p:attrName>ppt_h</p:attrName>
                                        </p:attrNameLst>
                                      </p:cBhvr>
                                      <p:tavLst>
                                        <p:tav tm="0">
                                          <p:val>
                                            <p:strVal val="ppt_h"/>
                                          </p:val>
                                        </p:tav>
                                        <p:tav tm="100000">
                                          <p:val>
                                            <p:fltVal val="0"/>
                                          </p:val>
                                        </p:tav>
                                      </p:tavLst>
                                    </p:anim>
                                    <p:set>
                                      <p:cBhvr>
                                        <p:cTn id="484" dur="1" fill="hold">
                                          <p:stCondLst>
                                            <p:cond delay="499"/>
                                          </p:stCondLst>
                                        </p:cTn>
                                        <p:tgtEl>
                                          <p:spTgt spid="121"/>
                                        </p:tgtEl>
                                        <p:attrNameLst>
                                          <p:attrName>style.visibility</p:attrName>
                                        </p:attrNameLst>
                                      </p:cBhvr>
                                      <p:to>
                                        <p:strVal val="hidden"/>
                                      </p:to>
                                    </p:set>
                                  </p:childTnLst>
                                </p:cTn>
                              </p:par>
                              <p:par>
                                <p:cTn id="485" presetID="23" presetClass="exit" presetSubtype="32" fill="hold" grpId="0" nodeType="withEffect">
                                  <p:stCondLst>
                                    <p:cond delay="160"/>
                                  </p:stCondLst>
                                  <p:childTnLst>
                                    <p:anim calcmode="lin" valueType="num">
                                      <p:cBhvr>
                                        <p:cTn id="486" dur="500"/>
                                        <p:tgtEl>
                                          <p:spTgt spid="122"/>
                                        </p:tgtEl>
                                        <p:attrNameLst>
                                          <p:attrName>ppt_w</p:attrName>
                                        </p:attrNameLst>
                                      </p:cBhvr>
                                      <p:tavLst>
                                        <p:tav tm="0">
                                          <p:val>
                                            <p:strVal val="ppt_w"/>
                                          </p:val>
                                        </p:tav>
                                        <p:tav tm="100000">
                                          <p:val>
                                            <p:fltVal val="0"/>
                                          </p:val>
                                        </p:tav>
                                      </p:tavLst>
                                    </p:anim>
                                    <p:anim calcmode="lin" valueType="num">
                                      <p:cBhvr>
                                        <p:cTn id="487" dur="500"/>
                                        <p:tgtEl>
                                          <p:spTgt spid="122"/>
                                        </p:tgtEl>
                                        <p:attrNameLst>
                                          <p:attrName>ppt_h</p:attrName>
                                        </p:attrNameLst>
                                      </p:cBhvr>
                                      <p:tavLst>
                                        <p:tav tm="0">
                                          <p:val>
                                            <p:strVal val="ppt_h"/>
                                          </p:val>
                                        </p:tav>
                                        <p:tav tm="100000">
                                          <p:val>
                                            <p:fltVal val="0"/>
                                          </p:val>
                                        </p:tav>
                                      </p:tavLst>
                                    </p:anim>
                                    <p:set>
                                      <p:cBhvr>
                                        <p:cTn id="488" dur="1" fill="hold">
                                          <p:stCondLst>
                                            <p:cond delay="499"/>
                                          </p:stCondLst>
                                        </p:cTn>
                                        <p:tgtEl>
                                          <p:spTgt spid="122"/>
                                        </p:tgtEl>
                                        <p:attrNameLst>
                                          <p:attrName>style.visibility</p:attrName>
                                        </p:attrNameLst>
                                      </p:cBhvr>
                                      <p:to>
                                        <p:strVal val="hidden"/>
                                      </p:to>
                                    </p:set>
                                  </p:childTnLst>
                                </p:cTn>
                              </p:par>
                              <p:par>
                                <p:cTn id="489" presetID="23" presetClass="exit" presetSubtype="32" fill="hold" grpId="0" nodeType="withEffect">
                                  <p:stCondLst>
                                    <p:cond delay="170"/>
                                  </p:stCondLst>
                                  <p:childTnLst>
                                    <p:anim calcmode="lin" valueType="num">
                                      <p:cBhvr>
                                        <p:cTn id="490" dur="500"/>
                                        <p:tgtEl>
                                          <p:spTgt spid="123"/>
                                        </p:tgtEl>
                                        <p:attrNameLst>
                                          <p:attrName>ppt_w</p:attrName>
                                        </p:attrNameLst>
                                      </p:cBhvr>
                                      <p:tavLst>
                                        <p:tav tm="0">
                                          <p:val>
                                            <p:strVal val="ppt_w"/>
                                          </p:val>
                                        </p:tav>
                                        <p:tav tm="100000">
                                          <p:val>
                                            <p:fltVal val="0"/>
                                          </p:val>
                                        </p:tav>
                                      </p:tavLst>
                                    </p:anim>
                                    <p:anim calcmode="lin" valueType="num">
                                      <p:cBhvr>
                                        <p:cTn id="491" dur="500"/>
                                        <p:tgtEl>
                                          <p:spTgt spid="123"/>
                                        </p:tgtEl>
                                        <p:attrNameLst>
                                          <p:attrName>ppt_h</p:attrName>
                                        </p:attrNameLst>
                                      </p:cBhvr>
                                      <p:tavLst>
                                        <p:tav tm="0">
                                          <p:val>
                                            <p:strVal val="ppt_h"/>
                                          </p:val>
                                        </p:tav>
                                        <p:tav tm="100000">
                                          <p:val>
                                            <p:fltVal val="0"/>
                                          </p:val>
                                        </p:tav>
                                      </p:tavLst>
                                    </p:anim>
                                    <p:set>
                                      <p:cBhvr>
                                        <p:cTn id="492" dur="1" fill="hold">
                                          <p:stCondLst>
                                            <p:cond delay="499"/>
                                          </p:stCondLst>
                                        </p:cTn>
                                        <p:tgtEl>
                                          <p:spTgt spid="123"/>
                                        </p:tgtEl>
                                        <p:attrNameLst>
                                          <p:attrName>style.visibility</p:attrName>
                                        </p:attrNameLst>
                                      </p:cBhvr>
                                      <p:to>
                                        <p:strVal val="hidden"/>
                                      </p:to>
                                    </p:set>
                                  </p:childTnLst>
                                </p:cTn>
                              </p:par>
                              <p:par>
                                <p:cTn id="493" presetID="23" presetClass="exit" presetSubtype="32" fill="hold" grpId="0" nodeType="withEffect">
                                  <p:stCondLst>
                                    <p:cond delay="180"/>
                                  </p:stCondLst>
                                  <p:childTnLst>
                                    <p:anim calcmode="lin" valueType="num">
                                      <p:cBhvr>
                                        <p:cTn id="494" dur="500"/>
                                        <p:tgtEl>
                                          <p:spTgt spid="124"/>
                                        </p:tgtEl>
                                        <p:attrNameLst>
                                          <p:attrName>ppt_w</p:attrName>
                                        </p:attrNameLst>
                                      </p:cBhvr>
                                      <p:tavLst>
                                        <p:tav tm="0">
                                          <p:val>
                                            <p:strVal val="ppt_w"/>
                                          </p:val>
                                        </p:tav>
                                        <p:tav tm="100000">
                                          <p:val>
                                            <p:fltVal val="0"/>
                                          </p:val>
                                        </p:tav>
                                      </p:tavLst>
                                    </p:anim>
                                    <p:anim calcmode="lin" valueType="num">
                                      <p:cBhvr>
                                        <p:cTn id="495" dur="500"/>
                                        <p:tgtEl>
                                          <p:spTgt spid="124"/>
                                        </p:tgtEl>
                                        <p:attrNameLst>
                                          <p:attrName>ppt_h</p:attrName>
                                        </p:attrNameLst>
                                      </p:cBhvr>
                                      <p:tavLst>
                                        <p:tav tm="0">
                                          <p:val>
                                            <p:strVal val="ppt_h"/>
                                          </p:val>
                                        </p:tav>
                                        <p:tav tm="100000">
                                          <p:val>
                                            <p:fltVal val="0"/>
                                          </p:val>
                                        </p:tav>
                                      </p:tavLst>
                                    </p:anim>
                                    <p:set>
                                      <p:cBhvr>
                                        <p:cTn id="496" dur="1" fill="hold">
                                          <p:stCondLst>
                                            <p:cond delay="499"/>
                                          </p:stCondLst>
                                        </p:cTn>
                                        <p:tgtEl>
                                          <p:spTgt spid="124"/>
                                        </p:tgtEl>
                                        <p:attrNameLst>
                                          <p:attrName>style.visibility</p:attrName>
                                        </p:attrNameLst>
                                      </p:cBhvr>
                                      <p:to>
                                        <p:strVal val="hidden"/>
                                      </p:to>
                                    </p:set>
                                  </p:childTnLst>
                                </p:cTn>
                              </p:par>
                              <p:par>
                                <p:cTn id="497" presetID="23" presetClass="exit" presetSubtype="32" fill="hold" grpId="0" nodeType="withEffect">
                                  <p:stCondLst>
                                    <p:cond delay="190"/>
                                  </p:stCondLst>
                                  <p:childTnLst>
                                    <p:anim calcmode="lin" valueType="num">
                                      <p:cBhvr>
                                        <p:cTn id="498" dur="500"/>
                                        <p:tgtEl>
                                          <p:spTgt spid="125"/>
                                        </p:tgtEl>
                                        <p:attrNameLst>
                                          <p:attrName>ppt_w</p:attrName>
                                        </p:attrNameLst>
                                      </p:cBhvr>
                                      <p:tavLst>
                                        <p:tav tm="0">
                                          <p:val>
                                            <p:strVal val="ppt_w"/>
                                          </p:val>
                                        </p:tav>
                                        <p:tav tm="100000">
                                          <p:val>
                                            <p:fltVal val="0"/>
                                          </p:val>
                                        </p:tav>
                                      </p:tavLst>
                                    </p:anim>
                                    <p:anim calcmode="lin" valueType="num">
                                      <p:cBhvr>
                                        <p:cTn id="499" dur="500"/>
                                        <p:tgtEl>
                                          <p:spTgt spid="125"/>
                                        </p:tgtEl>
                                        <p:attrNameLst>
                                          <p:attrName>ppt_h</p:attrName>
                                        </p:attrNameLst>
                                      </p:cBhvr>
                                      <p:tavLst>
                                        <p:tav tm="0">
                                          <p:val>
                                            <p:strVal val="ppt_h"/>
                                          </p:val>
                                        </p:tav>
                                        <p:tav tm="100000">
                                          <p:val>
                                            <p:fltVal val="0"/>
                                          </p:val>
                                        </p:tav>
                                      </p:tavLst>
                                    </p:anim>
                                    <p:set>
                                      <p:cBhvr>
                                        <p:cTn id="500" dur="1" fill="hold">
                                          <p:stCondLst>
                                            <p:cond delay="499"/>
                                          </p:stCondLst>
                                        </p:cTn>
                                        <p:tgtEl>
                                          <p:spTgt spid="125"/>
                                        </p:tgtEl>
                                        <p:attrNameLst>
                                          <p:attrName>style.visibility</p:attrName>
                                        </p:attrNameLst>
                                      </p:cBhvr>
                                      <p:to>
                                        <p:strVal val="hidden"/>
                                      </p:to>
                                    </p:set>
                                  </p:childTnLst>
                                </p:cTn>
                              </p:par>
                              <p:par>
                                <p:cTn id="501" presetID="23" presetClass="exit" presetSubtype="32" fill="hold" grpId="0" nodeType="withEffect">
                                  <p:stCondLst>
                                    <p:cond delay="200"/>
                                  </p:stCondLst>
                                  <p:childTnLst>
                                    <p:anim calcmode="lin" valueType="num">
                                      <p:cBhvr>
                                        <p:cTn id="502" dur="500"/>
                                        <p:tgtEl>
                                          <p:spTgt spid="126"/>
                                        </p:tgtEl>
                                        <p:attrNameLst>
                                          <p:attrName>ppt_w</p:attrName>
                                        </p:attrNameLst>
                                      </p:cBhvr>
                                      <p:tavLst>
                                        <p:tav tm="0">
                                          <p:val>
                                            <p:strVal val="ppt_w"/>
                                          </p:val>
                                        </p:tav>
                                        <p:tav tm="100000">
                                          <p:val>
                                            <p:fltVal val="0"/>
                                          </p:val>
                                        </p:tav>
                                      </p:tavLst>
                                    </p:anim>
                                    <p:anim calcmode="lin" valueType="num">
                                      <p:cBhvr>
                                        <p:cTn id="503" dur="500"/>
                                        <p:tgtEl>
                                          <p:spTgt spid="126"/>
                                        </p:tgtEl>
                                        <p:attrNameLst>
                                          <p:attrName>ppt_h</p:attrName>
                                        </p:attrNameLst>
                                      </p:cBhvr>
                                      <p:tavLst>
                                        <p:tav tm="0">
                                          <p:val>
                                            <p:strVal val="ppt_h"/>
                                          </p:val>
                                        </p:tav>
                                        <p:tav tm="100000">
                                          <p:val>
                                            <p:fltVal val="0"/>
                                          </p:val>
                                        </p:tav>
                                      </p:tavLst>
                                    </p:anim>
                                    <p:set>
                                      <p:cBhvr>
                                        <p:cTn id="504" dur="1" fill="hold">
                                          <p:stCondLst>
                                            <p:cond delay="499"/>
                                          </p:stCondLst>
                                        </p:cTn>
                                        <p:tgtEl>
                                          <p:spTgt spid="126"/>
                                        </p:tgtEl>
                                        <p:attrNameLst>
                                          <p:attrName>style.visibility</p:attrName>
                                        </p:attrNameLst>
                                      </p:cBhvr>
                                      <p:to>
                                        <p:strVal val="hidden"/>
                                      </p:to>
                                    </p:set>
                                  </p:childTnLst>
                                </p:cTn>
                              </p:par>
                              <p:par>
                                <p:cTn id="505" presetID="23" presetClass="exit" presetSubtype="32" fill="hold" grpId="0" nodeType="withEffect">
                                  <p:stCondLst>
                                    <p:cond delay="210"/>
                                  </p:stCondLst>
                                  <p:childTnLst>
                                    <p:anim calcmode="lin" valueType="num">
                                      <p:cBhvr>
                                        <p:cTn id="506" dur="500"/>
                                        <p:tgtEl>
                                          <p:spTgt spid="127"/>
                                        </p:tgtEl>
                                        <p:attrNameLst>
                                          <p:attrName>ppt_w</p:attrName>
                                        </p:attrNameLst>
                                      </p:cBhvr>
                                      <p:tavLst>
                                        <p:tav tm="0">
                                          <p:val>
                                            <p:strVal val="ppt_w"/>
                                          </p:val>
                                        </p:tav>
                                        <p:tav tm="100000">
                                          <p:val>
                                            <p:fltVal val="0"/>
                                          </p:val>
                                        </p:tav>
                                      </p:tavLst>
                                    </p:anim>
                                    <p:anim calcmode="lin" valueType="num">
                                      <p:cBhvr>
                                        <p:cTn id="507" dur="500"/>
                                        <p:tgtEl>
                                          <p:spTgt spid="127"/>
                                        </p:tgtEl>
                                        <p:attrNameLst>
                                          <p:attrName>ppt_h</p:attrName>
                                        </p:attrNameLst>
                                      </p:cBhvr>
                                      <p:tavLst>
                                        <p:tav tm="0">
                                          <p:val>
                                            <p:strVal val="ppt_h"/>
                                          </p:val>
                                        </p:tav>
                                        <p:tav tm="100000">
                                          <p:val>
                                            <p:fltVal val="0"/>
                                          </p:val>
                                        </p:tav>
                                      </p:tavLst>
                                    </p:anim>
                                    <p:set>
                                      <p:cBhvr>
                                        <p:cTn id="508" dur="1" fill="hold">
                                          <p:stCondLst>
                                            <p:cond delay="499"/>
                                          </p:stCondLst>
                                        </p:cTn>
                                        <p:tgtEl>
                                          <p:spTgt spid="127"/>
                                        </p:tgtEl>
                                        <p:attrNameLst>
                                          <p:attrName>style.visibility</p:attrName>
                                        </p:attrNameLst>
                                      </p:cBhvr>
                                      <p:to>
                                        <p:strVal val="hidden"/>
                                      </p:to>
                                    </p:set>
                                  </p:childTnLst>
                                </p:cTn>
                              </p:par>
                              <p:par>
                                <p:cTn id="509" presetID="23" presetClass="exit" presetSubtype="32" fill="hold" grpId="0" nodeType="withEffect">
                                  <p:stCondLst>
                                    <p:cond delay="140"/>
                                  </p:stCondLst>
                                  <p:childTnLst>
                                    <p:anim calcmode="lin" valueType="num">
                                      <p:cBhvr>
                                        <p:cTn id="510" dur="500"/>
                                        <p:tgtEl>
                                          <p:spTgt spid="128"/>
                                        </p:tgtEl>
                                        <p:attrNameLst>
                                          <p:attrName>ppt_w</p:attrName>
                                        </p:attrNameLst>
                                      </p:cBhvr>
                                      <p:tavLst>
                                        <p:tav tm="0">
                                          <p:val>
                                            <p:strVal val="ppt_w"/>
                                          </p:val>
                                        </p:tav>
                                        <p:tav tm="100000">
                                          <p:val>
                                            <p:fltVal val="0"/>
                                          </p:val>
                                        </p:tav>
                                      </p:tavLst>
                                    </p:anim>
                                    <p:anim calcmode="lin" valueType="num">
                                      <p:cBhvr>
                                        <p:cTn id="511" dur="500"/>
                                        <p:tgtEl>
                                          <p:spTgt spid="128"/>
                                        </p:tgtEl>
                                        <p:attrNameLst>
                                          <p:attrName>ppt_h</p:attrName>
                                        </p:attrNameLst>
                                      </p:cBhvr>
                                      <p:tavLst>
                                        <p:tav tm="0">
                                          <p:val>
                                            <p:strVal val="ppt_h"/>
                                          </p:val>
                                        </p:tav>
                                        <p:tav tm="100000">
                                          <p:val>
                                            <p:fltVal val="0"/>
                                          </p:val>
                                        </p:tav>
                                      </p:tavLst>
                                    </p:anim>
                                    <p:set>
                                      <p:cBhvr>
                                        <p:cTn id="512" dur="1" fill="hold">
                                          <p:stCondLst>
                                            <p:cond delay="499"/>
                                          </p:stCondLst>
                                        </p:cTn>
                                        <p:tgtEl>
                                          <p:spTgt spid="128"/>
                                        </p:tgtEl>
                                        <p:attrNameLst>
                                          <p:attrName>style.visibility</p:attrName>
                                        </p:attrNameLst>
                                      </p:cBhvr>
                                      <p:to>
                                        <p:strVal val="hidden"/>
                                      </p:to>
                                    </p:set>
                                  </p:childTnLst>
                                </p:cTn>
                              </p:par>
                              <p:par>
                                <p:cTn id="513" presetID="23" presetClass="exit" presetSubtype="32" fill="hold" grpId="0" nodeType="withEffect">
                                  <p:stCondLst>
                                    <p:cond delay="150"/>
                                  </p:stCondLst>
                                  <p:childTnLst>
                                    <p:anim calcmode="lin" valueType="num">
                                      <p:cBhvr>
                                        <p:cTn id="514" dur="500"/>
                                        <p:tgtEl>
                                          <p:spTgt spid="129"/>
                                        </p:tgtEl>
                                        <p:attrNameLst>
                                          <p:attrName>ppt_w</p:attrName>
                                        </p:attrNameLst>
                                      </p:cBhvr>
                                      <p:tavLst>
                                        <p:tav tm="0">
                                          <p:val>
                                            <p:strVal val="ppt_w"/>
                                          </p:val>
                                        </p:tav>
                                        <p:tav tm="100000">
                                          <p:val>
                                            <p:fltVal val="0"/>
                                          </p:val>
                                        </p:tav>
                                      </p:tavLst>
                                    </p:anim>
                                    <p:anim calcmode="lin" valueType="num">
                                      <p:cBhvr>
                                        <p:cTn id="515" dur="500"/>
                                        <p:tgtEl>
                                          <p:spTgt spid="129"/>
                                        </p:tgtEl>
                                        <p:attrNameLst>
                                          <p:attrName>ppt_h</p:attrName>
                                        </p:attrNameLst>
                                      </p:cBhvr>
                                      <p:tavLst>
                                        <p:tav tm="0">
                                          <p:val>
                                            <p:strVal val="ppt_h"/>
                                          </p:val>
                                        </p:tav>
                                        <p:tav tm="100000">
                                          <p:val>
                                            <p:fltVal val="0"/>
                                          </p:val>
                                        </p:tav>
                                      </p:tavLst>
                                    </p:anim>
                                    <p:set>
                                      <p:cBhvr>
                                        <p:cTn id="516" dur="1" fill="hold">
                                          <p:stCondLst>
                                            <p:cond delay="499"/>
                                          </p:stCondLst>
                                        </p:cTn>
                                        <p:tgtEl>
                                          <p:spTgt spid="129"/>
                                        </p:tgtEl>
                                        <p:attrNameLst>
                                          <p:attrName>style.visibility</p:attrName>
                                        </p:attrNameLst>
                                      </p:cBhvr>
                                      <p:to>
                                        <p:strVal val="hidden"/>
                                      </p:to>
                                    </p:set>
                                  </p:childTnLst>
                                </p:cTn>
                              </p:par>
                              <p:par>
                                <p:cTn id="517" presetID="23" presetClass="exit" presetSubtype="32" fill="hold" grpId="0" nodeType="withEffect">
                                  <p:stCondLst>
                                    <p:cond delay="160"/>
                                  </p:stCondLst>
                                  <p:childTnLst>
                                    <p:anim calcmode="lin" valueType="num">
                                      <p:cBhvr>
                                        <p:cTn id="518" dur="500"/>
                                        <p:tgtEl>
                                          <p:spTgt spid="130"/>
                                        </p:tgtEl>
                                        <p:attrNameLst>
                                          <p:attrName>ppt_w</p:attrName>
                                        </p:attrNameLst>
                                      </p:cBhvr>
                                      <p:tavLst>
                                        <p:tav tm="0">
                                          <p:val>
                                            <p:strVal val="ppt_w"/>
                                          </p:val>
                                        </p:tav>
                                        <p:tav tm="100000">
                                          <p:val>
                                            <p:fltVal val="0"/>
                                          </p:val>
                                        </p:tav>
                                      </p:tavLst>
                                    </p:anim>
                                    <p:anim calcmode="lin" valueType="num">
                                      <p:cBhvr>
                                        <p:cTn id="519" dur="500"/>
                                        <p:tgtEl>
                                          <p:spTgt spid="130"/>
                                        </p:tgtEl>
                                        <p:attrNameLst>
                                          <p:attrName>ppt_h</p:attrName>
                                        </p:attrNameLst>
                                      </p:cBhvr>
                                      <p:tavLst>
                                        <p:tav tm="0">
                                          <p:val>
                                            <p:strVal val="ppt_h"/>
                                          </p:val>
                                        </p:tav>
                                        <p:tav tm="100000">
                                          <p:val>
                                            <p:fltVal val="0"/>
                                          </p:val>
                                        </p:tav>
                                      </p:tavLst>
                                    </p:anim>
                                    <p:set>
                                      <p:cBhvr>
                                        <p:cTn id="520" dur="1" fill="hold">
                                          <p:stCondLst>
                                            <p:cond delay="499"/>
                                          </p:stCondLst>
                                        </p:cTn>
                                        <p:tgtEl>
                                          <p:spTgt spid="130"/>
                                        </p:tgtEl>
                                        <p:attrNameLst>
                                          <p:attrName>style.visibility</p:attrName>
                                        </p:attrNameLst>
                                      </p:cBhvr>
                                      <p:to>
                                        <p:strVal val="hidden"/>
                                      </p:to>
                                    </p:set>
                                  </p:childTnLst>
                                </p:cTn>
                              </p:par>
                              <p:par>
                                <p:cTn id="521" presetID="23" presetClass="exit" presetSubtype="32" fill="hold" grpId="0" nodeType="withEffect">
                                  <p:stCondLst>
                                    <p:cond delay="170"/>
                                  </p:stCondLst>
                                  <p:childTnLst>
                                    <p:anim calcmode="lin" valueType="num">
                                      <p:cBhvr>
                                        <p:cTn id="522" dur="500"/>
                                        <p:tgtEl>
                                          <p:spTgt spid="131"/>
                                        </p:tgtEl>
                                        <p:attrNameLst>
                                          <p:attrName>ppt_w</p:attrName>
                                        </p:attrNameLst>
                                      </p:cBhvr>
                                      <p:tavLst>
                                        <p:tav tm="0">
                                          <p:val>
                                            <p:strVal val="ppt_w"/>
                                          </p:val>
                                        </p:tav>
                                        <p:tav tm="100000">
                                          <p:val>
                                            <p:fltVal val="0"/>
                                          </p:val>
                                        </p:tav>
                                      </p:tavLst>
                                    </p:anim>
                                    <p:anim calcmode="lin" valueType="num">
                                      <p:cBhvr>
                                        <p:cTn id="523" dur="500"/>
                                        <p:tgtEl>
                                          <p:spTgt spid="131"/>
                                        </p:tgtEl>
                                        <p:attrNameLst>
                                          <p:attrName>ppt_h</p:attrName>
                                        </p:attrNameLst>
                                      </p:cBhvr>
                                      <p:tavLst>
                                        <p:tav tm="0">
                                          <p:val>
                                            <p:strVal val="ppt_h"/>
                                          </p:val>
                                        </p:tav>
                                        <p:tav tm="100000">
                                          <p:val>
                                            <p:fltVal val="0"/>
                                          </p:val>
                                        </p:tav>
                                      </p:tavLst>
                                    </p:anim>
                                    <p:set>
                                      <p:cBhvr>
                                        <p:cTn id="524" dur="1" fill="hold">
                                          <p:stCondLst>
                                            <p:cond delay="499"/>
                                          </p:stCondLst>
                                        </p:cTn>
                                        <p:tgtEl>
                                          <p:spTgt spid="131"/>
                                        </p:tgtEl>
                                        <p:attrNameLst>
                                          <p:attrName>style.visibility</p:attrName>
                                        </p:attrNameLst>
                                      </p:cBhvr>
                                      <p:to>
                                        <p:strVal val="hidden"/>
                                      </p:to>
                                    </p:set>
                                  </p:childTnLst>
                                </p:cTn>
                              </p:par>
                              <p:par>
                                <p:cTn id="525" presetID="23" presetClass="exit" presetSubtype="32" fill="hold" grpId="0" nodeType="withEffect">
                                  <p:stCondLst>
                                    <p:cond delay="180"/>
                                  </p:stCondLst>
                                  <p:childTnLst>
                                    <p:anim calcmode="lin" valueType="num">
                                      <p:cBhvr>
                                        <p:cTn id="526" dur="500"/>
                                        <p:tgtEl>
                                          <p:spTgt spid="132"/>
                                        </p:tgtEl>
                                        <p:attrNameLst>
                                          <p:attrName>ppt_w</p:attrName>
                                        </p:attrNameLst>
                                      </p:cBhvr>
                                      <p:tavLst>
                                        <p:tav tm="0">
                                          <p:val>
                                            <p:strVal val="ppt_w"/>
                                          </p:val>
                                        </p:tav>
                                        <p:tav tm="100000">
                                          <p:val>
                                            <p:fltVal val="0"/>
                                          </p:val>
                                        </p:tav>
                                      </p:tavLst>
                                    </p:anim>
                                    <p:anim calcmode="lin" valueType="num">
                                      <p:cBhvr>
                                        <p:cTn id="527" dur="500"/>
                                        <p:tgtEl>
                                          <p:spTgt spid="132"/>
                                        </p:tgtEl>
                                        <p:attrNameLst>
                                          <p:attrName>ppt_h</p:attrName>
                                        </p:attrNameLst>
                                      </p:cBhvr>
                                      <p:tavLst>
                                        <p:tav tm="0">
                                          <p:val>
                                            <p:strVal val="ppt_h"/>
                                          </p:val>
                                        </p:tav>
                                        <p:tav tm="100000">
                                          <p:val>
                                            <p:fltVal val="0"/>
                                          </p:val>
                                        </p:tav>
                                      </p:tavLst>
                                    </p:anim>
                                    <p:set>
                                      <p:cBhvr>
                                        <p:cTn id="528" dur="1" fill="hold">
                                          <p:stCondLst>
                                            <p:cond delay="499"/>
                                          </p:stCondLst>
                                        </p:cTn>
                                        <p:tgtEl>
                                          <p:spTgt spid="132"/>
                                        </p:tgtEl>
                                        <p:attrNameLst>
                                          <p:attrName>style.visibility</p:attrName>
                                        </p:attrNameLst>
                                      </p:cBhvr>
                                      <p:to>
                                        <p:strVal val="hidden"/>
                                      </p:to>
                                    </p:set>
                                  </p:childTnLst>
                                </p:cTn>
                              </p:par>
                              <p:par>
                                <p:cTn id="529" presetID="23" presetClass="exit" presetSubtype="32" fill="hold" grpId="0" nodeType="withEffect">
                                  <p:stCondLst>
                                    <p:cond delay="190"/>
                                  </p:stCondLst>
                                  <p:childTnLst>
                                    <p:anim calcmode="lin" valueType="num">
                                      <p:cBhvr>
                                        <p:cTn id="530" dur="500"/>
                                        <p:tgtEl>
                                          <p:spTgt spid="133"/>
                                        </p:tgtEl>
                                        <p:attrNameLst>
                                          <p:attrName>ppt_w</p:attrName>
                                        </p:attrNameLst>
                                      </p:cBhvr>
                                      <p:tavLst>
                                        <p:tav tm="0">
                                          <p:val>
                                            <p:strVal val="ppt_w"/>
                                          </p:val>
                                        </p:tav>
                                        <p:tav tm="100000">
                                          <p:val>
                                            <p:fltVal val="0"/>
                                          </p:val>
                                        </p:tav>
                                      </p:tavLst>
                                    </p:anim>
                                    <p:anim calcmode="lin" valueType="num">
                                      <p:cBhvr>
                                        <p:cTn id="531" dur="500"/>
                                        <p:tgtEl>
                                          <p:spTgt spid="133"/>
                                        </p:tgtEl>
                                        <p:attrNameLst>
                                          <p:attrName>ppt_h</p:attrName>
                                        </p:attrNameLst>
                                      </p:cBhvr>
                                      <p:tavLst>
                                        <p:tav tm="0">
                                          <p:val>
                                            <p:strVal val="ppt_h"/>
                                          </p:val>
                                        </p:tav>
                                        <p:tav tm="100000">
                                          <p:val>
                                            <p:fltVal val="0"/>
                                          </p:val>
                                        </p:tav>
                                      </p:tavLst>
                                    </p:anim>
                                    <p:set>
                                      <p:cBhvr>
                                        <p:cTn id="532" dur="1" fill="hold">
                                          <p:stCondLst>
                                            <p:cond delay="499"/>
                                          </p:stCondLst>
                                        </p:cTn>
                                        <p:tgtEl>
                                          <p:spTgt spid="133"/>
                                        </p:tgtEl>
                                        <p:attrNameLst>
                                          <p:attrName>style.visibility</p:attrName>
                                        </p:attrNameLst>
                                      </p:cBhvr>
                                      <p:to>
                                        <p:strVal val="hidden"/>
                                      </p:to>
                                    </p:set>
                                  </p:childTnLst>
                                </p:cTn>
                              </p:par>
                              <p:par>
                                <p:cTn id="533" presetID="23" presetClass="exit" presetSubtype="32" fill="hold" grpId="0" nodeType="withEffect">
                                  <p:stCondLst>
                                    <p:cond delay="200"/>
                                  </p:stCondLst>
                                  <p:childTnLst>
                                    <p:anim calcmode="lin" valueType="num">
                                      <p:cBhvr>
                                        <p:cTn id="534" dur="500"/>
                                        <p:tgtEl>
                                          <p:spTgt spid="134"/>
                                        </p:tgtEl>
                                        <p:attrNameLst>
                                          <p:attrName>ppt_w</p:attrName>
                                        </p:attrNameLst>
                                      </p:cBhvr>
                                      <p:tavLst>
                                        <p:tav tm="0">
                                          <p:val>
                                            <p:strVal val="ppt_w"/>
                                          </p:val>
                                        </p:tav>
                                        <p:tav tm="100000">
                                          <p:val>
                                            <p:fltVal val="0"/>
                                          </p:val>
                                        </p:tav>
                                      </p:tavLst>
                                    </p:anim>
                                    <p:anim calcmode="lin" valueType="num">
                                      <p:cBhvr>
                                        <p:cTn id="535" dur="500"/>
                                        <p:tgtEl>
                                          <p:spTgt spid="134"/>
                                        </p:tgtEl>
                                        <p:attrNameLst>
                                          <p:attrName>ppt_h</p:attrName>
                                        </p:attrNameLst>
                                      </p:cBhvr>
                                      <p:tavLst>
                                        <p:tav tm="0">
                                          <p:val>
                                            <p:strVal val="ppt_h"/>
                                          </p:val>
                                        </p:tav>
                                        <p:tav tm="100000">
                                          <p:val>
                                            <p:fltVal val="0"/>
                                          </p:val>
                                        </p:tav>
                                      </p:tavLst>
                                    </p:anim>
                                    <p:set>
                                      <p:cBhvr>
                                        <p:cTn id="536" dur="1" fill="hold">
                                          <p:stCondLst>
                                            <p:cond delay="499"/>
                                          </p:stCondLst>
                                        </p:cTn>
                                        <p:tgtEl>
                                          <p:spTgt spid="134"/>
                                        </p:tgtEl>
                                        <p:attrNameLst>
                                          <p:attrName>style.visibility</p:attrName>
                                        </p:attrNameLst>
                                      </p:cBhvr>
                                      <p:to>
                                        <p:strVal val="hidden"/>
                                      </p:to>
                                    </p:set>
                                  </p:childTnLst>
                                </p:cTn>
                              </p:par>
                              <p:par>
                                <p:cTn id="537" presetID="23" presetClass="exit" presetSubtype="32" fill="hold" grpId="0" nodeType="withEffect">
                                  <p:stCondLst>
                                    <p:cond delay="210"/>
                                  </p:stCondLst>
                                  <p:childTnLst>
                                    <p:anim calcmode="lin" valueType="num">
                                      <p:cBhvr>
                                        <p:cTn id="538" dur="500"/>
                                        <p:tgtEl>
                                          <p:spTgt spid="135"/>
                                        </p:tgtEl>
                                        <p:attrNameLst>
                                          <p:attrName>ppt_w</p:attrName>
                                        </p:attrNameLst>
                                      </p:cBhvr>
                                      <p:tavLst>
                                        <p:tav tm="0">
                                          <p:val>
                                            <p:strVal val="ppt_w"/>
                                          </p:val>
                                        </p:tav>
                                        <p:tav tm="100000">
                                          <p:val>
                                            <p:fltVal val="0"/>
                                          </p:val>
                                        </p:tav>
                                      </p:tavLst>
                                    </p:anim>
                                    <p:anim calcmode="lin" valueType="num">
                                      <p:cBhvr>
                                        <p:cTn id="539" dur="500"/>
                                        <p:tgtEl>
                                          <p:spTgt spid="135"/>
                                        </p:tgtEl>
                                        <p:attrNameLst>
                                          <p:attrName>ppt_h</p:attrName>
                                        </p:attrNameLst>
                                      </p:cBhvr>
                                      <p:tavLst>
                                        <p:tav tm="0">
                                          <p:val>
                                            <p:strVal val="ppt_h"/>
                                          </p:val>
                                        </p:tav>
                                        <p:tav tm="100000">
                                          <p:val>
                                            <p:fltVal val="0"/>
                                          </p:val>
                                        </p:tav>
                                      </p:tavLst>
                                    </p:anim>
                                    <p:set>
                                      <p:cBhvr>
                                        <p:cTn id="540" dur="1" fill="hold">
                                          <p:stCondLst>
                                            <p:cond delay="499"/>
                                          </p:stCondLst>
                                        </p:cTn>
                                        <p:tgtEl>
                                          <p:spTgt spid="135"/>
                                        </p:tgtEl>
                                        <p:attrNameLst>
                                          <p:attrName>style.visibility</p:attrName>
                                        </p:attrNameLst>
                                      </p:cBhvr>
                                      <p:to>
                                        <p:strVal val="hidden"/>
                                      </p:to>
                                    </p:set>
                                  </p:childTnLst>
                                </p:cTn>
                              </p:par>
                              <p:par>
                                <p:cTn id="541" presetID="23" presetClass="exit" presetSubtype="32" fill="hold" grpId="0" nodeType="withEffect">
                                  <p:stCondLst>
                                    <p:cond delay="220"/>
                                  </p:stCondLst>
                                  <p:childTnLst>
                                    <p:anim calcmode="lin" valueType="num">
                                      <p:cBhvr>
                                        <p:cTn id="542" dur="500"/>
                                        <p:tgtEl>
                                          <p:spTgt spid="136"/>
                                        </p:tgtEl>
                                        <p:attrNameLst>
                                          <p:attrName>ppt_w</p:attrName>
                                        </p:attrNameLst>
                                      </p:cBhvr>
                                      <p:tavLst>
                                        <p:tav tm="0">
                                          <p:val>
                                            <p:strVal val="ppt_w"/>
                                          </p:val>
                                        </p:tav>
                                        <p:tav tm="100000">
                                          <p:val>
                                            <p:fltVal val="0"/>
                                          </p:val>
                                        </p:tav>
                                      </p:tavLst>
                                    </p:anim>
                                    <p:anim calcmode="lin" valueType="num">
                                      <p:cBhvr>
                                        <p:cTn id="543" dur="500"/>
                                        <p:tgtEl>
                                          <p:spTgt spid="136"/>
                                        </p:tgtEl>
                                        <p:attrNameLst>
                                          <p:attrName>ppt_h</p:attrName>
                                        </p:attrNameLst>
                                      </p:cBhvr>
                                      <p:tavLst>
                                        <p:tav tm="0">
                                          <p:val>
                                            <p:strVal val="ppt_h"/>
                                          </p:val>
                                        </p:tav>
                                        <p:tav tm="100000">
                                          <p:val>
                                            <p:fltVal val="0"/>
                                          </p:val>
                                        </p:tav>
                                      </p:tavLst>
                                    </p:anim>
                                    <p:set>
                                      <p:cBhvr>
                                        <p:cTn id="544" dur="1" fill="hold">
                                          <p:stCondLst>
                                            <p:cond delay="499"/>
                                          </p:stCondLst>
                                        </p:cTn>
                                        <p:tgtEl>
                                          <p:spTgt spid="136"/>
                                        </p:tgtEl>
                                        <p:attrNameLst>
                                          <p:attrName>style.visibility</p:attrName>
                                        </p:attrNameLst>
                                      </p:cBhvr>
                                      <p:to>
                                        <p:strVal val="hidden"/>
                                      </p:to>
                                    </p:set>
                                  </p:childTnLst>
                                </p:cTn>
                              </p:par>
                              <p:par>
                                <p:cTn id="545" presetID="23" presetClass="exit" presetSubtype="32" fill="hold" grpId="0" nodeType="withEffect">
                                  <p:stCondLst>
                                    <p:cond delay="150"/>
                                  </p:stCondLst>
                                  <p:childTnLst>
                                    <p:anim calcmode="lin" valueType="num">
                                      <p:cBhvr>
                                        <p:cTn id="546" dur="500"/>
                                        <p:tgtEl>
                                          <p:spTgt spid="137"/>
                                        </p:tgtEl>
                                        <p:attrNameLst>
                                          <p:attrName>ppt_w</p:attrName>
                                        </p:attrNameLst>
                                      </p:cBhvr>
                                      <p:tavLst>
                                        <p:tav tm="0">
                                          <p:val>
                                            <p:strVal val="ppt_w"/>
                                          </p:val>
                                        </p:tav>
                                        <p:tav tm="100000">
                                          <p:val>
                                            <p:fltVal val="0"/>
                                          </p:val>
                                        </p:tav>
                                      </p:tavLst>
                                    </p:anim>
                                    <p:anim calcmode="lin" valueType="num">
                                      <p:cBhvr>
                                        <p:cTn id="547" dur="500"/>
                                        <p:tgtEl>
                                          <p:spTgt spid="137"/>
                                        </p:tgtEl>
                                        <p:attrNameLst>
                                          <p:attrName>ppt_h</p:attrName>
                                        </p:attrNameLst>
                                      </p:cBhvr>
                                      <p:tavLst>
                                        <p:tav tm="0">
                                          <p:val>
                                            <p:strVal val="ppt_h"/>
                                          </p:val>
                                        </p:tav>
                                        <p:tav tm="100000">
                                          <p:val>
                                            <p:fltVal val="0"/>
                                          </p:val>
                                        </p:tav>
                                      </p:tavLst>
                                    </p:anim>
                                    <p:set>
                                      <p:cBhvr>
                                        <p:cTn id="548" dur="1" fill="hold">
                                          <p:stCondLst>
                                            <p:cond delay="499"/>
                                          </p:stCondLst>
                                        </p:cTn>
                                        <p:tgtEl>
                                          <p:spTgt spid="137"/>
                                        </p:tgtEl>
                                        <p:attrNameLst>
                                          <p:attrName>style.visibility</p:attrName>
                                        </p:attrNameLst>
                                      </p:cBhvr>
                                      <p:to>
                                        <p:strVal val="hidden"/>
                                      </p:to>
                                    </p:set>
                                  </p:childTnLst>
                                </p:cTn>
                              </p:par>
                              <p:par>
                                <p:cTn id="549" presetID="23" presetClass="exit" presetSubtype="32" fill="hold" grpId="0" nodeType="withEffect">
                                  <p:stCondLst>
                                    <p:cond delay="160"/>
                                  </p:stCondLst>
                                  <p:childTnLst>
                                    <p:anim calcmode="lin" valueType="num">
                                      <p:cBhvr>
                                        <p:cTn id="550" dur="500"/>
                                        <p:tgtEl>
                                          <p:spTgt spid="138"/>
                                        </p:tgtEl>
                                        <p:attrNameLst>
                                          <p:attrName>ppt_w</p:attrName>
                                        </p:attrNameLst>
                                      </p:cBhvr>
                                      <p:tavLst>
                                        <p:tav tm="0">
                                          <p:val>
                                            <p:strVal val="ppt_w"/>
                                          </p:val>
                                        </p:tav>
                                        <p:tav tm="100000">
                                          <p:val>
                                            <p:fltVal val="0"/>
                                          </p:val>
                                        </p:tav>
                                      </p:tavLst>
                                    </p:anim>
                                    <p:anim calcmode="lin" valueType="num">
                                      <p:cBhvr>
                                        <p:cTn id="551" dur="500"/>
                                        <p:tgtEl>
                                          <p:spTgt spid="138"/>
                                        </p:tgtEl>
                                        <p:attrNameLst>
                                          <p:attrName>ppt_h</p:attrName>
                                        </p:attrNameLst>
                                      </p:cBhvr>
                                      <p:tavLst>
                                        <p:tav tm="0">
                                          <p:val>
                                            <p:strVal val="ppt_h"/>
                                          </p:val>
                                        </p:tav>
                                        <p:tav tm="100000">
                                          <p:val>
                                            <p:fltVal val="0"/>
                                          </p:val>
                                        </p:tav>
                                      </p:tavLst>
                                    </p:anim>
                                    <p:set>
                                      <p:cBhvr>
                                        <p:cTn id="552" dur="1" fill="hold">
                                          <p:stCondLst>
                                            <p:cond delay="499"/>
                                          </p:stCondLst>
                                        </p:cTn>
                                        <p:tgtEl>
                                          <p:spTgt spid="138"/>
                                        </p:tgtEl>
                                        <p:attrNameLst>
                                          <p:attrName>style.visibility</p:attrName>
                                        </p:attrNameLst>
                                      </p:cBhvr>
                                      <p:to>
                                        <p:strVal val="hidden"/>
                                      </p:to>
                                    </p:set>
                                  </p:childTnLst>
                                </p:cTn>
                              </p:par>
                              <p:par>
                                <p:cTn id="553" presetID="23" presetClass="exit" presetSubtype="32" fill="hold" grpId="0" nodeType="withEffect">
                                  <p:stCondLst>
                                    <p:cond delay="170"/>
                                  </p:stCondLst>
                                  <p:childTnLst>
                                    <p:anim calcmode="lin" valueType="num">
                                      <p:cBhvr>
                                        <p:cTn id="554" dur="500"/>
                                        <p:tgtEl>
                                          <p:spTgt spid="139"/>
                                        </p:tgtEl>
                                        <p:attrNameLst>
                                          <p:attrName>ppt_w</p:attrName>
                                        </p:attrNameLst>
                                      </p:cBhvr>
                                      <p:tavLst>
                                        <p:tav tm="0">
                                          <p:val>
                                            <p:strVal val="ppt_w"/>
                                          </p:val>
                                        </p:tav>
                                        <p:tav tm="100000">
                                          <p:val>
                                            <p:fltVal val="0"/>
                                          </p:val>
                                        </p:tav>
                                      </p:tavLst>
                                    </p:anim>
                                    <p:anim calcmode="lin" valueType="num">
                                      <p:cBhvr>
                                        <p:cTn id="555" dur="500"/>
                                        <p:tgtEl>
                                          <p:spTgt spid="139"/>
                                        </p:tgtEl>
                                        <p:attrNameLst>
                                          <p:attrName>ppt_h</p:attrName>
                                        </p:attrNameLst>
                                      </p:cBhvr>
                                      <p:tavLst>
                                        <p:tav tm="0">
                                          <p:val>
                                            <p:strVal val="ppt_h"/>
                                          </p:val>
                                        </p:tav>
                                        <p:tav tm="100000">
                                          <p:val>
                                            <p:fltVal val="0"/>
                                          </p:val>
                                        </p:tav>
                                      </p:tavLst>
                                    </p:anim>
                                    <p:set>
                                      <p:cBhvr>
                                        <p:cTn id="556" dur="1" fill="hold">
                                          <p:stCondLst>
                                            <p:cond delay="499"/>
                                          </p:stCondLst>
                                        </p:cTn>
                                        <p:tgtEl>
                                          <p:spTgt spid="139"/>
                                        </p:tgtEl>
                                        <p:attrNameLst>
                                          <p:attrName>style.visibility</p:attrName>
                                        </p:attrNameLst>
                                      </p:cBhvr>
                                      <p:to>
                                        <p:strVal val="hidden"/>
                                      </p:to>
                                    </p:set>
                                  </p:childTnLst>
                                </p:cTn>
                              </p:par>
                              <p:par>
                                <p:cTn id="557" presetID="23" presetClass="exit" presetSubtype="32" fill="hold" grpId="0" nodeType="withEffect">
                                  <p:stCondLst>
                                    <p:cond delay="180"/>
                                  </p:stCondLst>
                                  <p:childTnLst>
                                    <p:anim calcmode="lin" valueType="num">
                                      <p:cBhvr>
                                        <p:cTn id="558" dur="500"/>
                                        <p:tgtEl>
                                          <p:spTgt spid="140"/>
                                        </p:tgtEl>
                                        <p:attrNameLst>
                                          <p:attrName>ppt_w</p:attrName>
                                        </p:attrNameLst>
                                      </p:cBhvr>
                                      <p:tavLst>
                                        <p:tav tm="0">
                                          <p:val>
                                            <p:strVal val="ppt_w"/>
                                          </p:val>
                                        </p:tav>
                                        <p:tav tm="100000">
                                          <p:val>
                                            <p:fltVal val="0"/>
                                          </p:val>
                                        </p:tav>
                                      </p:tavLst>
                                    </p:anim>
                                    <p:anim calcmode="lin" valueType="num">
                                      <p:cBhvr>
                                        <p:cTn id="559" dur="500"/>
                                        <p:tgtEl>
                                          <p:spTgt spid="140"/>
                                        </p:tgtEl>
                                        <p:attrNameLst>
                                          <p:attrName>ppt_h</p:attrName>
                                        </p:attrNameLst>
                                      </p:cBhvr>
                                      <p:tavLst>
                                        <p:tav tm="0">
                                          <p:val>
                                            <p:strVal val="ppt_h"/>
                                          </p:val>
                                        </p:tav>
                                        <p:tav tm="100000">
                                          <p:val>
                                            <p:fltVal val="0"/>
                                          </p:val>
                                        </p:tav>
                                      </p:tavLst>
                                    </p:anim>
                                    <p:set>
                                      <p:cBhvr>
                                        <p:cTn id="560" dur="1" fill="hold">
                                          <p:stCondLst>
                                            <p:cond delay="499"/>
                                          </p:stCondLst>
                                        </p:cTn>
                                        <p:tgtEl>
                                          <p:spTgt spid="140"/>
                                        </p:tgtEl>
                                        <p:attrNameLst>
                                          <p:attrName>style.visibility</p:attrName>
                                        </p:attrNameLst>
                                      </p:cBhvr>
                                      <p:to>
                                        <p:strVal val="hidden"/>
                                      </p:to>
                                    </p:set>
                                  </p:childTnLst>
                                </p:cTn>
                              </p:par>
                              <p:par>
                                <p:cTn id="561" presetID="23" presetClass="exit" presetSubtype="32" fill="hold" grpId="0" nodeType="withEffect">
                                  <p:stCondLst>
                                    <p:cond delay="190"/>
                                  </p:stCondLst>
                                  <p:childTnLst>
                                    <p:anim calcmode="lin" valueType="num">
                                      <p:cBhvr>
                                        <p:cTn id="562" dur="500"/>
                                        <p:tgtEl>
                                          <p:spTgt spid="141"/>
                                        </p:tgtEl>
                                        <p:attrNameLst>
                                          <p:attrName>ppt_w</p:attrName>
                                        </p:attrNameLst>
                                      </p:cBhvr>
                                      <p:tavLst>
                                        <p:tav tm="0">
                                          <p:val>
                                            <p:strVal val="ppt_w"/>
                                          </p:val>
                                        </p:tav>
                                        <p:tav tm="100000">
                                          <p:val>
                                            <p:fltVal val="0"/>
                                          </p:val>
                                        </p:tav>
                                      </p:tavLst>
                                    </p:anim>
                                    <p:anim calcmode="lin" valueType="num">
                                      <p:cBhvr>
                                        <p:cTn id="563" dur="500"/>
                                        <p:tgtEl>
                                          <p:spTgt spid="141"/>
                                        </p:tgtEl>
                                        <p:attrNameLst>
                                          <p:attrName>ppt_h</p:attrName>
                                        </p:attrNameLst>
                                      </p:cBhvr>
                                      <p:tavLst>
                                        <p:tav tm="0">
                                          <p:val>
                                            <p:strVal val="ppt_h"/>
                                          </p:val>
                                        </p:tav>
                                        <p:tav tm="100000">
                                          <p:val>
                                            <p:fltVal val="0"/>
                                          </p:val>
                                        </p:tav>
                                      </p:tavLst>
                                    </p:anim>
                                    <p:set>
                                      <p:cBhvr>
                                        <p:cTn id="564" dur="1" fill="hold">
                                          <p:stCondLst>
                                            <p:cond delay="499"/>
                                          </p:stCondLst>
                                        </p:cTn>
                                        <p:tgtEl>
                                          <p:spTgt spid="141"/>
                                        </p:tgtEl>
                                        <p:attrNameLst>
                                          <p:attrName>style.visibility</p:attrName>
                                        </p:attrNameLst>
                                      </p:cBhvr>
                                      <p:to>
                                        <p:strVal val="hidden"/>
                                      </p:to>
                                    </p:set>
                                  </p:childTnLst>
                                </p:cTn>
                              </p:par>
                              <p:par>
                                <p:cTn id="565" presetID="23" presetClass="exit" presetSubtype="32" fill="hold" grpId="0" nodeType="withEffect">
                                  <p:stCondLst>
                                    <p:cond delay="200"/>
                                  </p:stCondLst>
                                  <p:childTnLst>
                                    <p:anim calcmode="lin" valueType="num">
                                      <p:cBhvr>
                                        <p:cTn id="566" dur="500"/>
                                        <p:tgtEl>
                                          <p:spTgt spid="142"/>
                                        </p:tgtEl>
                                        <p:attrNameLst>
                                          <p:attrName>ppt_w</p:attrName>
                                        </p:attrNameLst>
                                      </p:cBhvr>
                                      <p:tavLst>
                                        <p:tav tm="0">
                                          <p:val>
                                            <p:strVal val="ppt_w"/>
                                          </p:val>
                                        </p:tav>
                                        <p:tav tm="100000">
                                          <p:val>
                                            <p:fltVal val="0"/>
                                          </p:val>
                                        </p:tav>
                                      </p:tavLst>
                                    </p:anim>
                                    <p:anim calcmode="lin" valueType="num">
                                      <p:cBhvr>
                                        <p:cTn id="567" dur="500"/>
                                        <p:tgtEl>
                                          <p:spTgt spid="142"/>
                                        </p:tgtEl>
                                        <p:attrNameLst>
                                          <p:attrName>ppt_h</p:attrName>
                                        </p:attrNameLst>
                                      </p:cBhvr>
                                      <p:tavLst>
                                        <p:tav tm="0">
                                          <p:val>
                                            <p:strVal val="ppt_h"/>
                                          </p:val>
                                        </p:tav>
                                        <p:tav tm="100000">
                                          <p:val>
                                            <p:fltVal val="0"/>
                                          </p:val>
                                        </p:tav>
                                      </p:tavLst>
                                    </p:anim>
                                    <p:set>
                                      <p:cBhvr>
                                        <p:cTn id="568" dur="1" fill="hold">
                                          <p:stCondLst>
                                            <p:cond delay="499"/>
                                          </p:stCondLst>
                                        </p:cTn>
                                        <p:tgtEl>
                                          <p:spTgt spid="142"/>
                                        </p:tgtEl>
                                        <p:attrNameLst>
                                          <p:attrName>style.visibility</p:attrName>
                                        </p:attrNameLst>
                                      </p:cBhvr>
                                      <p:to>
                                        <p:strVal val="hidden"/>
                                      </p:to>
                                    </p:set>
                                  </p:childTnLst>
                                </p:cTn>
                              </p:par>
                              <p:par>
                                <p:cTn id="569" presetID="23" presetClass="exit" presetSubtype="32" fill="hold" grpId="0" nodeType="withEffect">
                                  <p:stCondLst>
                                    <p:cond delay="210"/>
                                  </p:stCondLst>
                                  <p:childTnLst>
                                    <p:anim calcmode="lin" valueType="num">
                                      <p:cBhvr>
                                        <p:cTn id="570" dur="500"/>
                                        <p:tgtEl>
                                          <p:spTgt spid="143"/>
                                        </p:tgtEl>
                                        <p:attrNameLst>
                                          <p:attrName>ppt_w</p:attrName>
                                        </p:attrNameLst>
                                      </p:cBhvr>
                                      <p:tavLst>
                                        <p:tav tm="0">
                                          <p:val>
                                            <p:strVal val="ppt_w"/>
                                          </p:val>
                                        </p:tav>
                                        <p:tav tm="100000">
                                          <p:val>
                                            <p:fltVal val="0"/>
                                          </p:val>
                                        </p:tav>
                                      </p:tavLst>
                                    </p:anim>
                                    <p:anim calcmode="lin" valueType="num">
                                      <p:cBhvr>
                                        <p:cTn id="571" dur="500"/>
                                        <p:tgtEl>
                                          <p:spTgt spid="143"/>
                                        </p:tgtEl>
                                        <p:attrNameLst>
                                          <p:attrName>ppt_h</p:attrName>
                                        </p:attrNameLst>
                                      </p:cBhvr>
                                      <p:tavLst>
                                        <p:tav tm="0">
                                          <p:val>
                                            <p:strVal val="ppt_h"/>
                                          </p:val>
                                        </p:tav>
                                        <p:tav tm="100000">
                                          <p:val>
                                            <p:fltVal val="0"/>
                                          </p:val>
                                        </p:tav>
                                      </p:tavLst>
                                    </p:anim>
                                    <p:set>
                                      <p:cBhvr>
                                        <p:cTn id="572" dur="1" fill="hold">
                                          <p:stCondLst>
                                            <p:cond delay="499"/>
                                          </p:stCondLst>
                                        </p:cTn>
                                        <p:tgtEl>
                                          <p:spTgt spid="143"/>
                                        </p:tgtEl>
                                        <p:attrNameLst>
                                          <p:attrName>style.visibility</p:attrName>
                                        </p:attrNameLst>
                                      </p:cBhvr>
                                      <p:to>
                                        <p:strVal val="hidden"/>
                                      </p:to>
                                    </p:set>
                                  </p:childTnLst>
                                </p:cTn>
                              </p:par>
                              <p:par>
                                <p:cTn id="573" presetID="23" presetClass="exit" presetSubtype="32" fill="hold" grpId="0" nodeType="withEffect">
                                  <p:stCondLst>
                                    <p:cond delay="220"/>
                                  </p:stCondLst>
                                  <p:childTnLst>
                                    <p:anim calcmode="lin" valueType="num">
                                      <p:cBhvr>
                                        <p:cTn id="574" dur="500"/>
                                        <p:tgtEl>
                                          <p:spTgt spid="144"/>
                                        </p:tgtEl>
                                        <p:attrNameLst>
                                          <p:attrName>ppt_w</p:attrName>
                                        </p:attrNameLst>
                                      </p:cBhvr>
                                      <p:tavLst>
                                        <p:tav tm="0">
                                          <p:val>
                                            <p:strVal val="ppt_w"/>
                                          </p:val>
                                        </p:tav>
                                        <p:tav tm="100000">
                                          <p:val>
                                            <p:fltVal val="0"/>
                                          </p:val>
                                        </p:tav>
                                      </p:tavLst>
                                    </p:anim>
                                    <p:anim calcmode="lin" valueType="num">
                                      <p:cBhvr>
                                        <p:cTn id="575" dur="500"/>
                                        <p:tgtEl>
                                          <p:spTgt spid="144"/>
                                        </p:tgtEl>
                                        <p:attrNameLst>
                                          <p:attrName>ppt_h</p:attrName>
                                        </p:attrNameLst>
                                      </p:cBhvr>
                                      <p:tavLst>
                                        <p:tav tm="0">
                                          <p:val>
                                            <p:strVal val="ppt_h"/>
                                          </p:val>
                                        </p:tav>
                                        <p:tav tm="100000">
                                          <p:val>
                                            <p:fltVal val="0"/>
                                          </p:val>
                                        </p:tav>
                                      </p:tavLst>
                                    </p:anim>
                                    <p:set>
                                      <p:cBhvr>
                                        <p:cTn id="576" dur="1" fill="hold">
                                          <p:stCondLst>
                                            <p:cond delay="499"/>
                                          </p:stCondLst>
                                        </p:cTn>
                                        <p:tgtEl>
                                          <p:spTgt spid="144"/>
                                        </p:tgtEl>
                                        <p:attrNameLst>
                                          <p:attrName>style.visibility</p:attrName>
                                        </p:attrNameLst>
                                      </p:cBhvr>
                                      <p:to>
                                        <p:strVal val="hidden"/>
                                      </p:to>
                                    </p:set>
                                  </p:childTnLst>
                                </p:cTn>
                              </p:par>
                              <p:par>
                                <p:cTn id="577" presetID="23" presetClass="exit" presetSubtype="32" fill="hold" grpId="0" nodeType="withEffect">
                                  <p:stCondLst>
                                    <p:cond delay="230"/>
                                  </p:stCondLst>
                                  <p:childTnLst>
                                    <p:anim calcmode="lin" valueType="num">
                                      <p:cBhvr>
                                        <p:cTn id="578" dur="500"/>
                                        <p:tgtEl>
                                          <p:spTgt spid="145"/>
                                        </p:tgtEl>
                                        <p:attrNameLst>
                                          <p:attrName>ppt_w</p:attrName>
                                        </p:attrNameLst>
                                      </p:cBhvr>
                                      <p:tavLst>
                                        <p:tav tm="0">
                                          <p:val>
                                            <p:strVal val="ppt_w"/>
                                          </p:val>
                                        </p:tav>
                                        <p:tav tm="100000">
                                          <p:val>
                                            <p:fltVal val="0"/>
                                          </p:val>
                                        </p:tav>
                                      </p:tavLst>
                                    </p:anim>
                                    <p:anim calcmode="lin" valueType="num">
                                      <p:cBhvr>
                                        <p:cTn id="579" dur="500"/>
                                        <p:tgtEl>
                                          <p:spTgt spid="145"/>
                                        </p:tgtEl>
                                        <p:attrNameLst>
                                          <p:attrName>ppt_h</p:attrName>
                                        </p:attrNameLst>
                                      </p:cBhvr>
                                      <p:tavLst>
                                        <p:tav tm="0">
                                          <p:val>
                                            <p:strVal val="ppt_h"/>
                                          </p:val>
                                        </p:tav>
                                        <p:tav tm="100000">
                                          <p:val>
                                            <p:fltVal val="0"/>
                                          </p:val>
                                        </p:tav>
                                      </p:tavLst>
                                    </p:anim>
                                    <p:set>
                                      <p:cBhvr>
                                        <p:cTn id="580" dur="1" fill="hold">
                                          <p:stCondLst>
                                            <p:cond delay="499"/>
                                          </p:stCondLst>
                                        </p:cTn>
                                        <p:tgtEl>
                                          <p:spTgt spid="14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87" grpId="0" animBg="1"/>
      <p:bldP spid="88" grpId="0" animBg="1"/>
      <p:bldP spid="89" grpId="0" animBg="1"/>
      <p:bldP spid="90" grpId="0" animBg="1"/>
      <p:bldP spid="91" grpId="0" animBg="1"/>
      <p:bldP spid="92" grpId="0" animBg="1"/>
      <p:bldP spid="93" grpId="0" animBg="1"/>
      <p:bldP spid="94" grpId="0" animBg="1"/>
      <p:bldP spid="95" grpId="0" animBg="1"/>
      <p:bldP spid="96" grpId="0" animBg="1"/>
      <p:bldP spid="97" grpId="0" animBg="1"/>
      <p:bldP spid="98" grpId="0" animBg="1"/>
      <p:bldP spid="99" grpId="0" animBg="1"/>
      <p:bldP spid="100" grpId="0" animBg="1"/>
      <p:bldP spid="101" grpId="0" animBg="1"/>
      <p:bldP spid="102" grpId="0" animBg="1"/>
      <p:bldP spid="103" grpId="0" animBg="1"/>
      <p:bldP spid="104" grpId="0" animBg="1"/>
      <p:bldP spid="105" grpId="0" animBg="1"/>
      <p:bldP spid="106" grpId="0" animBg="1"/>
      <p:bldP spid="107" grpId="0" animBg="1"/>
      <p:bldP spid="108" grpId="0" animBg="1"/>
      <p:bldP spid="109" grpId="0" animBg="1"/>
      <p:bldP spid="110" grpId="0" animBg="1"/>
      <p:bldP spid="111" grpId="0" animBg="1"/>
      <p:bldP spid="112" grpId="0" animBg="1"/>
      <p:bldP spid="113" grpId="0" animBg="1"/>
      <p:bldP spid="114" grpId="0" animBg="1"/>
      <p:bldP spid="115" grpId="0" animBg="1"/>
      <p:bldP spid="116" grpId="0" animBg="1"/>
      <p:bldP spid="117" grpId="0" animBg="1"/>
      <p:bldP spid="118" grpId="0" animBg="1"/>
      <p:bldP spid="119" grpId="0" animBg="1"/>
      <p:bldP spid="120" grpId="0" animBg="1"/>
      <p:bldP spid="121" grpId="0" animBg="1"/>
      <p:bldP spid="122" grpId="0" animBg="1"/>
      <p:bldP spid="123" grpId="0" animBg="1"/>
      <p:bldP spid="124" grpId="0" animBg="1"/>
      <p:bldP spid="125" grpId="0" animBg="1"/>
      <p:bldP spid="126" grpId="0" animBg="1"/>
      <p:bldP spid="127" grpId="0" animBg="1"/>
      <p:bldP spid="128" grpId="0" animBg="1"/>
      <p:bldP spid="129" grpId="0" animBg="1"/>
      <p:bldP spid="130" grpId="0" animBg="1"/>
      <p:bldP spid="131" grpId="0" animBg="1"/>
      <p:bldP spid="132" grpId="0" animBg="1"/>
      <p:bldP spid="133" grpId="0" animBg="1"/>
      <p:bldP spid="134" grpId="0" animBg="1"/>
      <p:bldP spid="135" grpId="0" animBg="1"/>
      <p:bldP spid="136" grpId="0" animBg="1"/>
      <p:bldP spid="137" grpId="0" animBg="1"/>
      <p:bldP spid="138" grpId="0" animBg="1"/>
      <p:bldP spid="139" grpId="0" animBg="1"/>
      <p:bldP spid="140" grpId="0" animBg="1"/>
      <p:bldP spid="141" grpId="0" animBg="1"/>
      <p:bldP spid="142" grpId="0" animBg="1"/>
      <p:bldP spid="143" grpId="0" animBg="1"/>
      <p:bldP spid="144" grpId="0" animBg="1"/>
      <p:bldP spid="145"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3DFF5F17-7853-15A7-EF97-76570D4ABC2D}"/>
            </a:ext>
          </a:extLst>
        </p:cNvPr>
        <p:cNvGrpSpPr/>
        <p:nvPr/>
      </p:nvGrpSpPr>
      <p:grpSpPr>
        <a:xfrm>
          <a:off x="0" y="0"/>
          <a:ext cx="0" cy="0"/>
          <a:chOff x="0" y="0"/>
          <a:chExt cx="0" cy="0"/>
        </a:xfrm>
      </p:grpSpPr>
      <p:sp>
        <p:nvSpPr>
          <p:cNvPr id="24" name="Freeform: Shape 23">
            <a:extLst>
              <a:ext uri="{FF2B5EF4-FFF2-40B4-BE49-F238E27FC236}">
                <a16:creationId xmlns:a16="http://schemas.microsoft.com/office/drawing/2014/main" id="{48789DA7-063A-92D0-FA68-578062B4B899}"/>
              </a:ext>
            </a:extLst>
          </p:cNvPr>
          <p:cNvSpPr/>
          <p:nvPr/>
        </p:nvSpPr>
        <p:spPr>
          <a:xfrm rot="5400000">
            <a:off x="3983286" y="-3983287"/>
            <a:ext cx="4225426" cy="12192000"/>
          </a:xfrm>
          <a:custGeom>
            <a:avLst/>
            <a:gdLst>
              <a:gd name="csX0" fmla="*/ 0 w 4225426"/>
              <a:gd name="csY0" fmla="*/ 12192000 h 12192000"/>
              <a:gd name="csX1" fmla="*/ 1 w 4225426"/>
              <a:gd name="csY1" fmla="*/ 0 h 12192000"/>
              <a:gd name="csX2" fmla="*/ 4188172 w 4225426"/>
              <a:gd name="csY2" fmla="*/ 0 h 12192000"/>
              <a:gd name="csX3" fmla="*/ 4199870 w 4225426"/>
              <a:gd name="csY3" fmla="*/ 35591 h 12192000"/>
              <a:gd name="csX4" fmla="*/ 3596838 w 4225426"/>
              <a:gd name="csY4" fmla="*/ 2877967 h 12192000"/>
              <a:gd name="csX5" fmla="*/ 3149603 w 4225426"/>
              <a:gd name="csY5" fmla="*/ 5816597 h 12192000"/>
              <a:gd name="csX6" fmla="*/ 3657400 w 4225426"/>
              <a:gd name="csY6" fmla="*/ 8875697 h 12192000"/>
              <a:gd name="csX7" fmla="*/ 4002152 w 4225426"/>
              <a:gd name="csY7" fmla="*/ 12154644 h 12192000"/>
              <a:gd name="csX8" fmla="*/ 3996073 w 4225426"/>
              <a:gd name="csY8" fmla="*/ 12192000 h 12192000"/>
              <a:gd name="csX9" fmla="*/ 0 w 4225426"/>
              <a:gd name="csY9" fmla="*/ 12192000 h 12192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4225426" h="12192000">
                <a:moveTo>
                  <a:pt x="0" y="12192000"/>
                </a:moveTo>
                <a:lnTo>
                  <a:pt x="1" y="0"/>
                </a:lnTo>
                <a:lnTo>
                  <a:pt x="4188172" y="0"/>
                </a:lnTo>
                <a:lnTo>
                  <a:pt x="4199870" y="35591"/>
                </a:lnTo>
                <a:cubicBezTo>
                  <a:pt x="4373188" y="789137"/>
                  <a:pt x="3608634" y="1954008"/>
                  <a:pt x="3596838" y="2877967"/>
                </a:cubicBezTo>
                <a:cubicBezTo>
                  <a:pt x="3584254" y="3863523"/>
                  <a:pt x="3158560" y="4738659"/>
                  <a:pt x="3149603" y="5816597"/>
                </a:cubicBezTo>
                <a:cubicBezTo>
                  <a:pt x="3140647" y="6894536"/>
                  <a:pt x="3540985" y="7935582"/>
                  <a:pt x="3657400" y="8875697"/>
                </a:cubicBezTo>
                <a:cubicBezTo>
                  <a:pt x="3742730" y="9804679"/>
                  <a:pt x="4105263" y="11281444"/>
                  <a:pt x="4002152" y="12154644"/>
                </a:cubicBezTo>
                <a:lnTo>
                  <a:pt x="3996073" y="12192000"/>
                </a:lnTo>
                <a:lnTo>
                  <a:pt x="0" y="12192000"/>
                </a:lnTo>
                <a:close/>
              </a:path>
            </a:pathLst>
          </a:cu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Shape 24">
            <a:extLst>
              <a:ext uri="{FF2B5EF4-FFF2-40B4-BE49-F238E27FC236}">
                <a16:creationId xmlns:a16="http://schemas.microsoft.com/office/drawing/2014/main" id="{190B9285-54A3-D5C9-AB6C-D5EFA49E7582}"/>
              </a:ext>
            </a:extLst>
          </p:cNvPr>
          <p:cNvSpPr/>
          <p:nvPr/>
        </p:nvSpPr>
        <p:spPr>
          <a:xfrm rot="5400000">
            <a:off x="4241726" y="-1092272"/>
            <a:ext cx="3708546" cy="12192000"/>
          </a:xfrm>
          <a:custGeom>
            <a:avLst/>
            <a:gdLst>
              <a:gd name="csX0" fmla="*/ 148 w 3708546"/>
              <a:gd name="csY0" fmla="*/ 5816597 h 12192000"/>
              <a:gd name="csX1" fmla="*/ 447383 w 3708546"/>
              <a:gd name="csY1" fmla="*/ 2877967 h 12192000"/>
              <a:gd name="csX2" fmla="*/ 1050415 w 3708546"/>
              <a:gd name="csY2" fmla="*/ 35591 h 12192000"/>
              <a:gd name="csX3" fmla="*/ 1038717 w 3708546"/>
              <a:gd name="csY3" fmla="*/ 0 h 12192000"/>
              <a:gd name="csX4" fmla="*/ 3708546 w 3708546"/>
              <a:gd name="csY4" fmla="*/ 0 h 12192000"/>
              <a:gd name="csX5" fmla="*/ 3708546 w 3708546"/>
              <a:gd name="csY5" fmla="*/ 12192000 h 12192000"/>
              <a:gd name="csX6" fmla="*/ 846618 w 3708546"/>
              <a:gd name="csY6" fmla="*/ 12192000 h 12192000"/>
              <a:gd name="csX7" fmla="*/ 852697 w 3708546"/>
              <a:gd name="csY7" fmla="*/ 12154644 h 12192000"/>
              <a:gd name="csX8" fmla="*/ 507945 w 3708546"/>
              <a:gd name="csY8" fmla="*/ 8875697 h 12192000"/>
              <a:gd name="csX9" fmla="*/ 148 w 3708546"/>
              <a:gd name="csY9" fmla="*/ 5816597 h 12192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708546" h="12192000">
                <a:moveTo>
                  <a:pt x="148" y="5816597"/>
                </a:moveTo>
                <a:cubicBezTo>
                  <a:pt x="9105" y="4738659"/>
                  <a:pt x="434799" y="3863523"/>
                  <a:pt x="447383" y="2877967"/>
                </a:cubicBezTo>
                <a:cubicBezTo>
                  <a:pt x="459179" y="1954008"/>
                  <a:pt x="1223733" y="789137"/>
                  <a:pt x="1050415" y="35591"/>
                </a:cubicBezTo>
                <a:lnTo>
                  <a:pt x="1038717" y="0"/>
                </a:lnTo>
                <a:lnTo>
                  <a:pt x="3708546" y="0"/>
                </a:lnTo>
                <a:lnTo>
                  <a:pt x="3708546" y="12192000"/>
                </a:lnTo>
                <a:lnTo>
                  <a:pt x="846618" y="12192000"/>
                </a:lnTo>
                <a:lnTo>
                  <a:pt x="852697" y="12154644"/>
                </a:lnTo>
                <a:cubicBezTo>
                  <a:pt x="955808" y="11281444"/>
                  <a:pt x="593275" y="9804679"/>
                  <a:pt x="507945" y="8875697"/>
                </a:cubicBezTo>
                <a:cubicBezTo>
                  <a:pt x="391530" y="7935582"/>
                  <a:pt x="-8808" y="6894536"/>
                  <a:pt x="148" y="5816597"/>
                </a:cubicBezTo>
                <a:close/>
              </a:path>
            </a:pathLst>
          </a:cu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22DF6472-EC2C-477F-EBD6-DBA85CB91D10}"/>
              </a:ext>
            </a:extLst>
          </p:cNvPr>
          <p:cNvSpPr/>
          <p:nvPr/>
        </p:nvSpPr>
        <p:spPr>
          <a:xfrm>
            <a:off x="-1789470" y="-1006577"/>
            <a:ext cx="9234569" cy="8871154"/>
          </a:xfrm>
          <a:custGeom>
            <a:avLst/>
            <a:gdLst>
              <a:gd name="csX0" fmla="*/ 0 w 7138943"/>
              <a:gd name="csY0" fmla="*/ 0 h 6858000"/>
              <a:gd name="csX1" fmla="*/ 7138943 w 7138943"/>
              <a:gd name="csY1" fmla="*/ 0 h 6858000"/>
              <a:gd name="csX2" fmla="*/ 7138419 w 7138943"/>
              <a:gd name="csY2" fmla="*/ 32366 h 6858000"/>
              <a:gd name="csX3" fmla="*/ 6167761 w 7138943"/>
              <a:gd name="csY3" fmla="*/ 1294912 h 6858000"/>
              <a:gd name="csX4" fmla="*/ 6159500 w 7138943"/>
              <a:gd name="csY4" fmla="*/ 3263900 h 6858000"/>
              <a:gd name="csX5" fmla="*/ 5689599 w 7138943"/>
              <a:gd name="csY5" fmla="*/ 4521199 h 6858000"/>
              <a:gd name="csX6" fmla="*/ 6556557 w 7138943"/>
              <a:gd name="csY6" fmla="*/ 6818538 h 6858000"/>
              <a:gd name="csX7" fmla="*/ 6529278 w 7138943"/>
              <a:gd name="csY7" fmla="*/ 6858000 h 6858000"/>
              <a:gd name="csX8" fmla="*/ 0 w 7138943"/>
              <a:gd name="csY8" fmla="*/ 6858000 h 6858000"/>
              <a:gd name="csX9" fmla="*/ 0 w 7138943"/>
              <a:gd name="csY9" fmla="*/ 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138943" h="6858000">
                <a:moveTo>
                  <a:pt x="0" y="0"/>
                </a:moveTo>
                <a:lnTo>
                  <a:pt x="7138943" y="0"/>
                </a:lnTo>
                <a:lnTo>
                  <a:pt x="7138419" y="32366"/>
                </a:lnTo>
                <a:cubicBezTo>
                  <a:pt x="7100037" y="367094"/>
                  <a:pt x="6320450" y="871897"/>
                  <a:pt x="6167761" y="1294912"/>
                </a:cubicBezTo>
                <a:cubicBezTo>
                  <a:pt x="5955324" y="1883455"/>
                  <a:pt x="6228610" y="2855302"/>
                  <a:pt x="6159500" y="3263900"/>
                </a:cubicBezTo>
                <a:cubicBezTo>
                  <a:pt x="6090390" y="3672498"/>
                  <a:pt x="5579533" y="3890433"/>
                  <a:pt x="5689599" y="4521199"/>
                </a:cubicBezTo>
                <a:cubicBezTo>
                  <a:pt x="6010082" y="5044082"/>
                  <a:pt x="6854982" y="6293469"/>
                  <a:pt x="6556557" y="6818538"/>
                </a:cubicBezTo>
                <a:lnTo>
                  <a:pt x="6529278" y="6858000"/>
                </a:lnTo>
                <a:lnTo>
                  <a:pt x="0" y="6858000"/>
                </a:lnTo>
                <a:lnTo>
                  <a:pt x="0" y="0"/>
                </a:lnTo>
                <a:close/>
              </a:path>
            </a:pathLst>
          </a:cu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8FA2A3B2-807E-E505-9057-234063FD2AE0}"/>
              </a:ext>
            </a:extLst>
          </p:cNvPr>
          <p:cNvSpPr/>
          <p:nvPr/>
        </p:nvSpPr>
        <p:spPr>
          <a:xfrm>
            <a:off x="5550286" y="-1006577"/>
            <a:ext cx="8431186" cy="8871154"/>
          </a:xfrm>
          <a:custGeom>
            <a:avLst/>
            <a:gdLst>
              <a:gd name="csX0" fmla="*/ 1464817 w 6517874"/>
              <a:gd name="csY0" fmla="*/ 0 h 6858000"/>
              <a:gd name="csX1" fmla="*/ 6517874 w 6517874"/>
              <a:gd name="csY1" fmla="*/ 0 h 6858000"/>
              <a:gd name="csX2" fmla="*/ 6517874 w 6517874"/>
              <a:gd name="csY2" fmla="*/ 6858000 h 6858000"/>
              <a:gd name="csX3" fmla="*/ 855152 w 6517874"/>
              <a:gd name="csY3" fmla="*/ 6858000 h 6858000"/>
              <a:gd name="csX4" fmla="*/ 882431 w 6517874"/>
              <a:gd name="csY4" fmla="*/ 6818538 h 6858000"/>
              <a:gd name="csX5" fmla="*/ 15473 w 6517874"/>
              <a:gd name="csY5" fmla="*/ 4521199 h 6858000"/>
              <a:gd name="csX6" fmla="*/ 485374 w 6517874"/>
              <a:gd name="csY6" fmla="*/ 3263900 h 6858000"/>
              <a:gd name="csX7" fmla="*/ 493635 w 6517874"/>
              <a:gd name="csY7" fmla="*/ 1294912 h 6858000"/>
              <a:gd name="csX8" fmla="*/ 1464293 w 6517874"/>
              <a:gd name="csY8" fmla="*/ 32366 h 6858000"/>
              <a:gd name="csX9" fmla="*/ 1464817 w 6517874"/>
              <a:gd name="csY9" fmla="*/ 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517874" h="6858000">
                <a:moveTo>
                  <a:pt x="1464817" y="0"/>
                </a:moveTo>
                <a:lnTo>
                  <a:pt x="6517874" y="0"/>
                </a:lnTo>
                <a:lnTo>
                  <a:pt x="6517874" y="6858000"/>
                </a:lnTo>
                <a:lnTo>
                  <a:pt x="855152" y="6858000"/>
                </a:lnTo>
                <a:lnTo>
                  <a:pt x="882431" y="6818538"/>
                </a:lnTo>
                <a:cubicBezTo>
                  <a:pt x="1180856" y="6293469"/>
                  <a:pt x="335956" y="5044082"/>
                  <a:pt x="15473" y="4521199"/>
                </a:cubicBezTo>
                <a:cubicBezTo>
                  <a:pt x="-94593" y="3890433"/>
                  <a:pt x="416264" y="3672498"/>
                  <a:pt x="485374" y="3263900"/>
                </a:cubicBezTo>
                <a:cubicBezTo>
                  <a:pt x="554484" y="2855302"/>
                  <a:pt x="281198" y="1883455"/>
                  <a:pt x="493635" y="1294912"/>
                </a:cubicBezTo>
                <a:cubicBezTo>
                  <a:pt x="646324" y="871897"/>
                  <a:pt x="1425911" y="367094"/>
                  <a:pt x="1464293" y="32366"/>
                </a:cubicBezTo>
                <a:lnTo>
                  <a:pt x="1464817" y="0"/>
                </a:lnTo>
                <a:close/>
              </a:path>
            </a:pathLst>
          </a:cu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915509966"/>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50D279B5-6161-6268-8E79-D5425755DBCF}"/>
            </a:ext>
          </a:extLst>
        </p:cNvPr>
        <p:cNvGrpSpPr/>
        <p:nvPr/>
      </p:nvGrpSpPr>
      <p:grpSpPr>
        <a:xfrm>
          <a:off x="0" y="0"/>
          <a:ext cx="0" cy="0"/>
          <a:chOff x="0" y="0"/>
          <a:chExt cx="0" cy="0"/>
        </a:xfrm>
      </p:grpSpPr>
      <p:sp>
        <p:nvSpPr>
          <p:cNvPr id="17" name="Freeform: Shape 16">
            <a:extLst>
              <a:ext uri="{FF2B5EF4-FFF2-40B4-BE49-F238E27FC236}">
                <a16:creationId xmlns:a16="http://schemas.microsoft.com/office/drawing/2014/main" id="{E947390A-904B-8C6E-4397-D4625CA20761}"/>
              </a:ext>
            </a:extLst>
          </p:cNvPr>
          <p:cNvSpPr/>
          <p:nvPr/>
        </p:nvSpPr>
        <p:spPr>
          <a:xfrm>
            <a:off x="-21017270" y="-1006577"/>
            <a:ext cx="9234569" cy="8871154"/>
          </a:xfrm>
          <a:custGeom>
            <a:avLst/>
            <a:gdLst>
              <a:gd name="csX0" fmla="*/ 0 w 7138943"/>
              <a:gd name="csY0" fmla="*/ 0 h 6858000"/>
              <a:gd name="csX1" fmla="*/ 7138943 w 7138943"/>
              <a:gd name="csY1" fmla="*/ 0 h 6858000"/>
              <a:gd name="csX2" fmla="*/ 7138419 w 7138943"/>
              <a:gd name="csY2" fmla="*/ 32366 h 6858000"/>
              <a:gd name="csX3" fmla="*/ 6167761 w 7138943"/>
              <a:gd name="csY3" fmla="*/ 1294912 h 6858000"/>
              <a:gd name="csX4" fmla="*/ 6159500 w 7138943"/>
              <a:gd name="csY4" fmla="*/ 3263900 h 6858000"/>
              <a:gd name="csX5" fmla="*/ 5689599 w 7138943"/>
              <a:gd name="csY5" fmla="*/ 4521199 h 6858000"/>
              <a:gd name="csX6" fmla="*/ 6556557 w 7138943"/>
              <a:gd name="csY6" fmla="*/ 6818538 h 6858000"/>
              <a:gd name="csX7" fmla="*/ 6529278 w 7138943"/>
              <a:gd name="csY7" fmla="*/ 6858000 h 6858000"/>
              <a:gd name="csX8" fmla="*/ 0 w 7138943"/>
              <a:gd name="csY8" fmla="*/ 6858000 h 6858000"/>
              <a:gd name="csX9" fmla="*/ 0 w 7138943"/>
              <a:gd name="csY9" fmla="*/ 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138943" h="6858000">
                <a:moveTo>
                  <a:pt x="0" y="0"/>
                </a:moveTo>
                <a:lnTo>
                  <a:pt x="7138943" y="0"/>
                </a:lnTo>
                <a:lnTo>
                  <a:pt x="7138419" y="32366"/>
                </a:lnTo>
                <a:cubicBezTo>
                  <a:pt x="7100037" y="367094"/>
                  <a:pt x="6320450" y="871897"/>
                  <a:pt x="6167761" y="1294912"/>
                </a:cubicBezTo>
                <a:cubicBezTo>
                  <a:pt x="5955324" y="1883455"/>
                  <a:pt x="6228610" y="2855302"/>
                  <a:pt x="6159500" y="3263900"/>
                </a:cubicBezTo>
                <a:cubicBezTo>
                  <a:pt x="6090390" y="3672498"/>
                  <a:pt x="5579533" y="3890433"/>
                  <a:pt x="5689599" y="4521199"/>
                </a:cubicBezTo>
                <a:cubicBezTo>
                  <a:pt x="6010082" y="5044082"/>
                  <a:pt x="6854982" y="6293469"/>
                  <a:pt x="6556557" y="6818538"/>
                </a:cubicBezTo>
                <a:lnTo>
                  <a:pt x="6529278" y="6858000"/>
                </a:lnTo>
                <a:lnTo>
                  <a:pt x="0" y="6858000"/>
                </a:lnTo>
                <a:lnTo>
                  <a:pt x="0" y="0"/>
                </a:lnTo>
                <a:close/>
              </a:path>
            </a:pathLst>
          </a:cu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995A56F0-6E53-93E2-7D5E-BFB1E3449145}"/>
              </a:ext>
            </a:extLst>
          </p:cNvPr>
          <p:cNvSpPr/>
          <p:nvPr/>
        </p:nvSpPr>
        <p:spPr>
          <a:xfrm>
            <a:off x="21615786" y="-1006577"/>
            <a:ext cx="8431186" cy="8871154"/>
          </a:xfrm>
          <a:custGeom>
            <a:avLst/>
            <a:gdLst>
              <a:gd name="csX0" fmla="*/ 1464817 w 6517874"/>
              <a:gd name="csY0" fmla="*/ 0 h 6858000"/>
              <a:gd name="csX1" fmla="*/ 6517874 w 6517874"/>
              <a:gd name="csY1" fmla="*/ 0 h 6858000"/>
              <a:gd name="csX2" fmla="*/ 6517874 w 6517874"/>
              <a:gd name="csY2" fmla="*/ 6858000 h 6858000"/>
              <a:gd name="csX3" fmla="*/ 855152 w 6517874"/>
              <a:gd name="csY3" fmla="*/ 6858000 h 6858000"/>
              <a:gd name="csX4" fmla="*/ 882431 w 6517874"/>
              <a:gd name="csY4" fmla="*/ 6818538 h 6858000"/>
              <a:gd name="csX5" fmla="*/ 15473 w 6517874"/>
              <a:gd name="csY5" fmla="*/ 4521199 h 6858000"/>
              <a:gd name="csX6" fmla="*/ 485374 w 6517874"/>
              <a:gd name="csY6" fmla="*/ 3263900 h 6858000"/>
              <a:gd name="csX7" fmla="*/ 493635 w 6517874"/>
              <a:gd name="csY7" fmla="*/ 1294912 h 6858000"/>
              <a:gd name="csX8" fmla="*/ 1464293 w 6517874"/>
              <a:gd name="csY8" fmla="*/ 32366 h 6858000"/>
              <a:gd name="csX9" fmla="*/ 1464817 w 6517874"/>
              <a:gd name="csY9" fmla="*/ 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517874" h="6858000">
                <a:moveTo>
                  <a:pt x="1464817" y="0"/>
                </a:moveTo>
                <a:lnTo>
                  <a:pt x="6517874" y="0"/>
                </a:lnTo>
                <a:lnTo>
                  <a:pt x="6517874" y="6858000"/>
                </a:lnTo>
                <a:lnTo>
                  <a:pt x="855152" y="6858000"/>
                </a:lnTo>
                <a:lnTo>
                  <a:pt x="882431" y="6818538"/>
                </a:lnTo>
                <a:cubicBezTo>
                  <a:pt x="1180856" y="6293469"/>
                  <a:pt x="335956" y="5044082"/>
                  <a:pt x="15473" y="4521199"/>
                </a:cubicBezTo>
                <a:cubicBezTo>
                  <a:pt x="-94593" y="3890433"/>
                  <a:pt x="416264" y="3672498"/>
                  <a:pt x="485374" y="3263900"/>
                </a:cubicBezTo>
                <a:cubicBezTo>
                  <a:pt x="554484" y="2855302"/>
                  <a:pt x="281198" y="1883455"/>
                  <a:pt x="493635" y="1294912"/>
                </a:cubicBezTo>
                <a:cubicBezTo>
                  <a:pt x="646324" y="871897"/>
                  <a:pt x="1425911" y="367094"/>
                  <a:pt x="1464293" y="32366"/>
                </a:cubicBezTo>
                <a:lnTo>
                  <a:pt x="1464817" y="0"/>
                </a:lnTo>
                <a:close/>
              </a:path>
            </a:pathLst>
          </a:cu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Freeform: Shape 1">
            <a:extLst>
              <a:ext uri="{FF2B5EF4-FFF2-40B4-BE49-F238E27FC236}">
                <a16:creationId xmlns:a16="http://schemas.microsoft.com/office/drawing/2014/main" id="{984F3BB1-FEC5-6EFF-7D76-5270A9A42774}"/>
              </a:ext>
            </a:extLst>
          </p:cNvPr>
          <p:cNvSpPr/>
          <p:nvPr/>
        </p:nvSpPr>
        <p:spPr>
          <a:xfrm rot="5400000">
            <a:off x="3983286" y="-9215290"/>
            <a:ext cx="4225426" cy="12192000"/>
          </a:xfrm>
          <a:custGeom>
            <a:avLst/>
            <a:gdLst>
              <a:gd name="csX0" fmla="*/ 0 w 4225426"/>
              <a:gd name="csY0" fmla="*/ 12192000 h 12192000"/>
              <a:gd name="csX1" fmla="*/ 1 w 4225426"/>
              <a:gd name="csY1" fmla="*/ 0 h 12192000"/>
              <a:gd name="csX2" fmla="*/ 4188172 w 4225426"/>
              <a:gd name="csY2" fmla="*/ 0 h 12192000"/>
              <a:gd name="csX3" fmla="*/ 4199870 w 4225426"/>
              <a:gd name="csY3" fmla="*/ 35591 h 12192000"/>
              <a:gd name="csX4" fmla="*/ 3596838 w 4225426"/>
              <a:gd name="csY4" fmla="*/ 2877967 h 12192000"/>
              <a:gd name="csX5" fmla="*/ 3149603 w 4225426"/>
              <a:gd name="csY5" fmla="*/ 5816597 h 12192000"/>
              <a:gd name="csX6" fmla="*/ 3657400 w 4225426"/>
              <a:gd name="csY6" fmla="*/ 8875697 h 12192000"/>
              <a:gd name="csX7" fmla="*/ 4002152 w 4225426"/>
              <a:gd name="csY7" fmla="*/ 12154644 h 12192000"/>
              <a:gd name="csX8" fmla="*/ 3996073 w 4225426"/>
              <a:gd name="csY8" fmla="*/ 12192000 h 12192000"/>
              <a:gd name="csX9" fmla="*/ 0 w 4225426"/>
              <a:gd name="csY9" fmla="*/ 12192000 h 12192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4225426" h="12192000">
                <a:moveTo>
                  <a:pt x="0" y="12192000"/>
                </a:moveTo>
                <a:lnTo>
                  <a:pt x="1" y="0"/>
                </a:lnTo>
                <a:lnTo>
                  <a:pt x="4188172" y="0"/>
                </a:lnTo>
                <a:lnTo>
                  <a:pt x="4199870" y="35591"/>
                </a:lnTo>
                <a:cubicBezTo>
                  <a:pt x="4373188" y="789137"/>
                  <a:pt x="3608634" y="1954008"/>
                  <a:pt x="3596838" y="2877967"/>
                </a:cubicBezTo>
                <a:cubicBezTo>
                  <a:pt x="3584254" y="3863523"/>
                  <a:pt x="3158560" y="4738659"/>
                  <a:pt x="3149603" y="5816597"/>
                </a:cubicBezTo>
                <a:cubicBezTo>
                  <a:pt x="3140647" y="6894536"/>
                  <a:pt x="3540985" y="7935582"/>
                  <a:pt x="3657400" y="8875697"/>
                </a:cubicBezTo>
                <a:cubicBezTo>
                  <a:pt x="3742730" y="9804679"/>
                  <a:pt x="4105263" y="11281444"/>
                  <a:pt x="4002152" y="12154644"/>
                </a:cubicBezTo>
                <a:lnTo>
                  <a:pt x="3996073" y="12192000"/>
                </a:lnTo>
                <a:lnTo>
                  <a:pt x="0" y="12192000"/>
                </a:lnTo>
                <a:close/>
              </a:path>
            </a:pathLst>
          </a:cu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Freeform: Shape 2">
            <a:extLst>
              <a:ext uri="{FF2B5EF4-FFF2-40B4-BE49-F238E27FC236}">
                <a16:creationId xmlns:a16="http://schemas.microsoft.com/office/drawing/2014/main" id="{F14646B3-3C69-78F2-3EA7-109973618090}"/>
              </a:ext>
            </a:extLst>
          </p:cNvPr>
          <p:cNvSpPr/>
          <p:nvPr/>
        </p:nvSpPr>
        <p:spPr>
          <a:xfrm rot="5400000">
            <a:off x="4241726" y="3622850"/>
            <a:ext cx="3708546" cy="12192000"/>
          </a:xfrm>
          <a:custGeom>
            <a:avLst/>
            <a:gdLst>
              <a:gd name="csX0" fmla="*/ 148 w 3708546"/>
              <a:gd name="csY0" fmla="*/ 5816597 h 12192000"/>
              <a:gd name="csX1" fmla="*/ 447383 w 3708546"/>
              <a:gd name="csY1" fmla="*/ 2877967 h 12192000"/>
              <a:gd name="csX2" fmla="*/ 1050415 w 3708546"/>
              <a:gd name="csY2" fmla="*/ 35591 h 12192000"/>
              <a:gd name="csX3" fmla="*/ 1038717 w 3708546"/>
              <a:gd name="csY3" fmla="*/ 0 h 12192000"/>
              <a:gd name="csX4" fmla="*/ 3708546 w 3708546"/>
              <a:gd name="csY4" fmla="*/ 0 h 12192000"/>
              <a:gd name="csX5" fmla="*/ 3708546 w 3708546"/>
              <a:gd name="csY5" fmla="*/ 12192000 h 12192000"/>
              <a:gd name="csX6" fmla="*/ 846618 w 3708546"/>
              <a:gd name="csY6" fmla="*/ 12192000 h 12192000"/>
              <a:gd name="csX7" fmla="*/ 852697 w 3708546"/>
              <a:gd name="csY7" fmla="*/ 12154644 h 12192000"/>
              <a:gd name="csX8" fmla="*/ 507945 w 3708546"/>
              <a:gd name="csY8" fmla="*/ 8875697 h 12192000"/>
              <a:gd name="csX9" fmla="*/ 148 w 3708546"/>
              <a:gd name="csY9" fmla="*/ 5816597 h 12192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708546" h="12192000">
                <a:moveTo>
                  <a:pt x="148" y="5816597"/>
                </a:moveTo>
                <a:cubicBezTo>
                  <a:pt x="9105" y="4738659"/>
                  <a:pt x="434799" y="3863523"/>
                  <a:pt x="447383" y="2877967"/>
                </a:cubicBezTo>
                <a:cubicBezTo>
                  <a:pt x="459179" y="1954008"/>
                  <a:pt x="1223733" y="789137"/>
                  <a:pt x="1050415" y="35591"/>
                </a:cubicBezTo>
                <a:lnTo>
                  <a:pt x="1038717" y="0"/>
                </a:lnTo>
                <a:lnTo>
                  <a:pt x="3708546" y="0"/>
                </a:lnTo>
                <a:lnTo>
                  <a:pt x="3708546" y="12192000"/>
                </a:lnTo>
                <a:lnTo>
                  <a:pt x="846618" y="12192000"/>
                </a:lnTo>
                <a:lnTo>
                  <a:pt x="852697" y="12154644"/>
                </a:lnTo>
                <a:cubicBezTo>
                  <a:pt x="955808" y="11281444"/>
                  <a:pt x="593275" y="9804679"/>
                  <a:pt x="507945" y="8875697"/>
                </a:cubicBezTo>
                <a:cubicBezTo>
                  <a:pt x="391530" y="7935582"/>
                  <a:pt x="-8808" y="6894536"/>
                  <a:pt x="148" y="5816597"/>
                </a:cubicBezTo>
                <a:close/>
              </a:path>
            </a:pathLst>
          </a:cu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0619878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0">
        <p159:morph option="byObject"/>
      </p:transition>
    </mc:Choice>
    <mc:Fallback xmlns="">
      <p:transition spd="slow" advTm="0">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D752B-D8A7-DD3B-A353-9C47B40A1D91}"/>
              </a:ext>
            </a:extLst>
          </p:cNvPr>
          <p:cNvSpPr>
            <a:spLocks noGrp="1"/>
          </p:cNvSpPr>
          <p:nvPr>
            <p:ph type="ctrTitle"/>
          </p:nvPr>
        </p:nvSpPr>
        <p:spPr>
          <a:xfrm>
            <a:off x="1524000" y="1122363"/>
            <a:ext cx="9144000" cy="2387600"/>
          </a:xfrm>
        </p:spPr>
        <p:txBody>
          <a:bodyPr>
            <a:normAutofit/>
          </a:bodyPr>
          <a:lstStyle/>
          <a:p>
            <a:r>
              <a:rPr lang="en-US" sz="5400"/>
              <a:t>XXX XXXXX XXX XXXXXXXXXXXX</a:t>
            </a:r>
          </a:p>
        </p:txBody>
      </p:sp>
      <p:sp>
        <p:nvSpPr>
          <p:cNvPr id="5" name="Subtitle 4">
            <a:extLst>
              <a:ext uri="{FF2B5EF4-FFF2-40B4-BE49-F238E27FC236}">
                <a16:creationId xmlns:a16="http://schemas.microsoft.com/office/drawing/2014/main" id="{C1179C80-BDA2-26F6-9303-6F032863F0DD}"/>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699962915"/>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lt">
                                    <p:tmAbs val="50"/>
                                  </p:iterate>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453E3FFC-996F-0B8A-469A-DC5A3E1E7F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5AB70D-01F3-233F-B5E6-69086E5480C8}"/>
              </a:ext>
            </a:extLst>
          </p:cNvPr>
          <p:cNvSpPr>
            <a:spLocks noGrp="1"/>
          </p:cNvSpPr>
          <p:nvPr>
            <p:ph type="ctrTitle"/>
          </p:nvPr>
        </p:nvSpPr>
        <p:spPr>
          <a:xfrm>
            <a:off x="1524000" y="1122363"/>
            <a:ext cx="9144000" cy="2387600"/>
          </a:xfrm>
        </p:spPr>
        <p:txBody>
          <a:bodyPr>
            <a:normAutofit/>
          </a:bodyPr>
          <a:lstStyle/>
          <a:p>
            <a:r>
              <a:rPr lang="en-US" sz="5400"/>
              <a:t>XXX </a:t>
            </a:r>
            <a:r>
              <a:rPr lang="en-US" sz="5400" u="sng"/>
              <a:t>XXXXX</a:t>
            </a:r>
            <a:r>
              <a:rPr lang="en-US" sz="5400"/>
              <a:t> XXX XXXXXXXXXXXX</a:t>
            </a:r>
          </a:p>
        </p:txBody>
      </p:sp>
      <p:sp>
        <p:nvSpPr>
          <p:cNvPr id="3" name="Subtitle 2">
            <a:extLst>
              <a:ext uri="{FF2B5EF4-FFF2-40B4-BE49-F238E27FC236}">
                <a16:creationId xmlns:a16="http://schemas.microsoft.com/office/drawing/2014/main" id="{21C8B062-36CC-0344-B296-0EA6B3B331D4}"/>
              </a:ext>
            </a:extLst>
          </p:cNvPr>
          <p:cNvSpPr>
            <a:spLocks noGrp="1"/>
          </p:cNvSpPr>
          <p:nvPr>
            <p:ph type="subTitle" idx="1"/>
          </p:nvPr>
        </p:nvSpPr>
        <p:spPr>
          <a:xfrm>
            <a:off x="1524000" y="3602038"/>
            <a:ext cx="9144000" cy="1397252"/>
          </a:xfrm>
        </p:spPr>
        <p:txBody>
          <a:bodyPr>
            <a:normAutofit/>
          </a:bodyPr>
          <a:lstStyle/>
          <a:p>
            <a:r>
              <a:rPr lang="en-US"/>
              <a:t>XXXXX</a:t>
            </a:r>
          </a:p>
          <a:p>
            <a:r>
              <a:rPr lang="en-US">
                <a:solidFill>
                  <a:schemeClr val="accent1">
                    <a:lumMod val="75000"/>
                  </a:schemeClr>
                </a:solidFill>
              </a:rPr>
              <a:t>XXXXXXXXX XXXXX </a:t>
            </a:r>
            <a:r>
              <a:rPr lang="en-US">
                <a:solidFill>
                  <a:schemeClr val="accent1">
                    <a:lumMod val="75000"/>
                  </a:schemeClr>
                </a:solidFill>
                <a:latin typeface="Consolas" panose="020B0609020204030204" pitchFamily="49" charset="0"/>
              </a:rPr>
              <a:t>XXXXXX</a:t>
            </a:r>
          </a:p>
          <a:p>
            <a:r>
              <a:rPr lang="en-US">
                <a:solidFill>
                  <a:schemeClr val="accent1">
                    <a:lumMod val="60000"/>
                    <a:lumOff val="40000"/>
                  </a:schemeClr>
                </a:solidFill>
              </a:rPr>
              <a:t>XXXXXXXXXX XXXXXX XXXX</a:t>
            </a:r>
            <a:endParaRPr lang="en-US" dirty="0">
              <a:solidFill>
                <a:schemeClr val="accent1">
                  <a:lumMod val="60000"/>
                  <a:lumOff val="40000"/>
                </a:schemeClr>
              </a:solidFill>
            </a:endParaRPr>
          </a:p>
        </p:txBody>
      </p:sp>
      <p:sp>
        <p:nvSpPr>
          <p:cNvPr id="432" name="Oval 431">
            <a:extLst>
              <a:ext uri="{FF2B5EF4-FFF2-40B4-BE49-F238E27FC236}">
                <a16:creationId xmlns:a16="http://schemas.microsoft.com/office/drawing/2014/main" id="{2B8AB745-AF55-0CA8-5F4E-84732E83E535}"/>
              </a:ext>
            </a:extLst>
          </p:cNvPr>
          <p:cNvSpPr/>
          <p:nvPr/>
        </p:nvSpPr>
        <p:spPr>
          <a:xfrm>
            <a:off x="3709231" y="-10497802"/>
            <a:ext cx="118371" cy="6783857"/>
          </a:xfrm>
          <a:prstGeom prst="ellipse">
            <a:avLst/>
          </a:prstGeom>
          <a:gradFill>
            <a:gsLst>
              <a:gs pos="0">
                <a:schemeClr val="accent4"/>
              </a:gs>
              <a:gs pos="64000">
                <a:srgbClr val="B9D1E5">
                  <a:alpha val="0"/>
                </a:srgbClr>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a:t>
            </a:r>
          </a:p>
        </p:txBody>
      </p:sp>
      <p:sp>
        <p:nvSpPr>
          <p:cNvPr id="434" name="Oval 433">
            <a:extLst>
              <a:ext uri="{FF2B5EF4-FFF2-40B4-BE49-F238E27FC236}">
                <a16:creationId xmlns:a16="http://schemas.microsoft.com/office/drawing/2014/main" id="{CD182126-37C0-16C1-63AD-44B5B0F8AD72}"/>
              </a:ext>
            </a:extLst>
          </p:cNvPr>
          <p:cNvSpPr/>
          <p:nvPr/>
        </p:nvSpPr>
        <p:spPr>
          <a:xfrm>
            <a:off x="8553484" y="-7041702"/>
            <a:ext cx="107483" cy="6417472"/>
          </a:xfrm>
          <a:prstGeom prst="ellipse">
            <a:avLst/>
          </a:prstGeom>
          <a:gradFill>
            <a:gsLst>
              <a:gs pos="0">
                <a:schemeClr val="accent4"/>
              </a:gs>
              <a:gs pos="64000">
                <a:srgbClr val="B9D1E5">
                  <a:alpha val="0"/>
                </a:srgbClr>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a:t>
            </a:r>
          </a:p>
        </p:txBody>
      </p:sp>
      <p:sp>
        <p:nvSpPr>
          <p:cNvPr id="436" name="Oval 435">
            <a:extLst>
              <a:ext uri="{FF2B5EF4-FFF2-40B4-BE49-F238E27FC236}">
                <a16:creationId xmlns:a16="http://schemas.microsoft.com/office/drawing/2014/main" id="{E0B3E697-EB2B-E83D-65D3-82181DB8B1FB}"/>
              </a:ext>
            </a:extLst>
          </p:cNvPr>
          <p:cNvSpPr/>
          <p:nvPr/>
        </p:nvSpPr>
        <p:spPr>
          <a:xfrm>
            <a:off x="10332322" y="-2307184"/>
            <a:ext cx="97784" cy="2039299"/>
          </a:xfrm>
          <a:prstGeom prst="ellipse">
            <a:avLst/>
          </a:prstGeom>
          <a:gradFill>
            <a:gsLst>
              <a:gs pos="0">
                <a:schemeClr val="accent4"/>
              </a:gs>
              <a:gs pos="64000">
                <a:srgbClr val="B9D1E5">
                  <a:alpha val="0"/>
                </a:srgbClr>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a:t>
            </a:r>
          </a:p>
        </p:txBody>
      </p:sp>
      <p:sp>
        <p:nvSpPr>
          <p:cNvPr id="438" name="Oval 437">
            <a:extLst>
              <a:ext uri="{FF2B5EF4-FFF2-40B4-BE49-F238E27FC236}">
                <a16:creationId xmlns:a16="http://schemas.microsoft.com/office/drawing/2014/main" id="{D232280D-5446-E236-8173-5532CB02E292}"/>
              </a:ext>
            </a:extLst>
          </p:cNvPr>
          <p:cNvSpPr/>
          <p:nvPr/>
        </p:nvSpPr>
        <p:spPr>
          <a:xfrm>
            <a:off x="8047237" y="-4155106"/>
            <a:ext cx="129477" cy="3450199"/>
          </a:xfrm>
          <a:prstGeom prst="ellipse">
            <a:avLst/>
          </a:prstGeom>
          <a:gradFill>
            <a:gsLst>
              <a:gs pos="0">
                <a:schemeClr val="accent4"/>
              </a:gs>
              <a:gs pos="64000">
                <a:srgbClr val="B9D1E5">
                  <a:alpha val="0"/>
                </a:srgbClr>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a:t>
            </a:r>
          </a:p>
        </p:txBody>
      </p:sp>
      <p:sp>
        <p:nvSpPr>
          <p:cNvPr id="440" name="Oval 439">
            <a:extLst>
              <a:ext uri="{FF2B5EF4-FFF2-40B4-BE49-F238E27FC236}">
                <a16:creationId xmlns:a16="http://schemas.microsoft.com/office/drawing/2014/main" id="{6064D6F3-A557-6DD5-631A-EA2297208EBF}"/>
              </a:ext>
            </a:extLst>
          </p:cNvPr>
          <p:cNvSpPr/>
          <p:nvPr/>
        </p:nvSpPr>
        <p:spPr>
          <a:xfrm>
            <a:off x="3817715" y="-6520771"/>
            <a:ext cx="113366" cy="4909338"/>
          </a:xfrm>
          <a:prstGeom prst="ellipse">
            <a:avLst/>
          </a:prstGeom>
          <a:gradFill>
            <a:gsLst>
              <a:gs pos="0">
                <a:schemeClr val="accent4"/>
              </a:gs>
              <a:gs pos="64000">
                <a:srgbClr val="B9D1E5">
                  <a:alpha val="0"/>
                </a:srgbClr>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a:t>
            </a:r>
          </a:p>
        </p:txBody>
      </p:sp>
      <p:sp>
        <p:nvSpPr>
          <p:cNvPr id="442" name="Oval 441">
            <a:extLst>
              <a:ext uri="{FF2B5EF4-FFF2-40B4-BE49-F238E27FC236}">
                <a16:creationId xmlns:a16="http://schemas.microsoft.com/office/drawing/2014/main" id="{65BE9281-0689-B96B-7EB8-ACE38BBBE676}"/>
              </a:ext>
            </a:extLst>
          </p:cNvPr>
          <p:cNvSpPr/>
          <p:nvPr/>
        </p:nvSpPr>
        <p:spPr>
          <a:xfrm>
            <a:off x="4328407" y="-6332420"/>
            <a:ext cx="132689" cy="6088311"/>
          </a:xfrm>
          <a:prstGeom prst="ellipse">
            <a:avLst/>
          </a:prstGeom>
          <a:gradFill>
            <a:gsLst>
              <a:gs pos="0">
                <a:schemeClr val="accent4"/>
              </a:gs>
              <a:gs pos="64000">
                <a:srgbClr val="B9D1E5">
                  <a:alpha val="0"/>
                </a:srgbClr>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a:t>
            </a:r>
          </a:p>
        </p:txBody>
      </p:sp>
      <p:sp>
        <p:nvSpPr>
          <p:cNvPr id="444" name="Oval 443">
            <a:extLst>
              <a:ext uri="{FF2B5EF4-FFF2-40B4-BE49-F238E27FC236}">
                <a16:creationId xmlns:a16="http://schemas.microsoft.com/office/drawing/2014/main" id="{C434FA9C-A649-A981-E32D-D3E961AECC7E}"/>
              </a:ext>
            </a:extLst>
          </p:cNvPr>
          <p:cNvSpPr/>
          <p:nvPr/>
        </p:nvSpPr>
        <p:spPr>
          <a:xfrm>
            <a:off x="1208928" y="-6236675"/>
            <a:ext cx="123905" cy="4558429"/>
          </a:xfrm>
          <a:prstGeom prst="ellipse">
            <a:avLst/>
          </a:prstGeom>
          <a:gradFill>
            <a:gsLst>
              <a:gs pos="0">
                <a:schemeClr val="accent4"/>
              </a:gs>
              <a:gs pos="64000">
                <a:srgbClr val="B9D1E5">
                  <a:alpha val="0"/>
                </a:srgbClr>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a:t>
            </a:r>
          </a:p>
        </p:txBody>
      </p:sp>
      <p:sp>
        <p:nvSpPr>
          <p:cNvPr id="446" name="Oval 445">
            <a:extLst>
              <a:ext uri="{FF2B5EF4-FFF2-40B4-BE49-F238E27FC236}">
                <a16:creationId xmlns:a16="http://schemas.microsoft.com/office/drawing/2014/main" id="{4823524A-7B35-E917-5B73-939344494FA5}"/>
              </a:ext>
            </a:extLst>
          </p:cNvPr>
          <p:cNvSpPr/>
          <p:nvPr/>
        </p:nvSpPr>
        <p:spPr>
          <a:xfrm>
            <a:off x="8817414" y="-8411421"/>
            <a:ext cx="78877" cy="5320837"/>
          </a:xfrm>
          <a:prstGeom prst="ellipse">
            <a:avLst/>
          </a:prstGeom>
          <a:gradFill>
            <a:gsLst>
              <a:gs pos="0">
                <a:schemeClr val="accent4"/>
              </a:gs>
              <a:gs pos="64000">
                <a:srgbClr val="B9D1E5">
                  <a:alpha val="0"/>
                </a:srgbClr>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a:t>
            </a:r>
          </a:p>
        </p:txBody>
      </p:sp>
      <p:sp>
        <p:nvSpPr>
          <p:cNvPr id="448" name="Oval 447">
            <a:extLst>
              <a:ext uri="{FF2B5EF4-FFF2-40B4-BE49-F238E27FC236}">
                <a16:creationId xmlns:a16="http://schemas.microsoft.com/office/drawing/2014/main" id="{56E7B0F6-6DA7-B256-CBFC-0E01CBA33CC8}"/>
              </a:ext>
            </a:extLst>
          </p:cNvPr>
          <p:cNvSpPr/>
          <p:nvPr/>
        </p:nvSpPr>
        <p:spPr>
          <a:xfrm>
            <a:off x="9882348" y="-6142909"/>
            <a:ext cx="118516" cy="2439870"/>
          </a:xfrm>
          <a:prstGeom prst="ellipse">
            <a:avLst/>
          </a:prstGeom>
          <a:gradFill>
            <a:gsLst>
              <a:gs pos="0">
                <a:schemeClr val="accent4"/>
              </a:gs>
              <a:gs pos="64000">
                <a:srgbClr val="B9D1E5">
                  <a:alpha val="0"/>
                </a:srgbClr>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a:t>
            </a:r>
          </a:p>
        </p:txBody>
      </p:sp>
      <p:sp>
        <p:nvSpPr>
          <p:cNvPr id="450" name="Oval 449">
            <a:extLst>
              <a:ext uri="{FF2B5EF4-FFF2-40B4-BE49-F238E27FC236}">
                <a16:creationId xmlns:a16="http://schemas.microsoft.com/office/drawing/2014/main" id="{C96E62CA-B110-AE03-7B32-41B63FB3154F}"/>
              </a:ext>
            </a:extLst>
          </p:cNvPr>
          <p:cNvSpPr/>
          <p:nvPr/>
        </p:nvSpPr>
        <p:spPr>
          <a:xfrm>
            <a:off x="8417475" y="-3714389"/>
            <a:ext cx="89520" cy="2640809"/>
          </a:xfrm>
          <a:prstGeom prst="ellipse">
            <a:avLst/>
          </a:prstGeom>
          <a:gradFill>
            <a:gsLst>
              <a:gs pos="0">
                <a:schemeClr val="accent4"/>
              </a:gs>
              <a:gs pos="64000">
                <a:srgbClr val="B9D1E5">
                  <a:alpha val="0"/>
                </a:srgbClr>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452" name="Oval 451">
            <a:extLst>
              <a:ext uri="{FF2B5EF4-FFF2-40B4-BE49-F238E27FC236}">
                <a16:creationId xmlns:a16="http://schemas.microsoft.com/office/drawing/2014/main" id="{600208F9-21BC-DDE6-093E-89824033C5AF}"/>
              </a:ext>
            </a:extLst>
          </p:cNvPr>
          <p:cNvSpPr/>
          <p:nvPr/>
        </p:nvSpPr>
        <p:spPr>
          <a:xfrm>
            <a:off x="9384247" y="-2955406"/>
            <a:ext cx="104029" cy="1901020"/>
          </a:xfrm>
          <a:prstGeom prst="ellipse">
            <a:avLst/>
          </a:prstGeom>
          <a:gradFill>
            <a:gsLst>
              <a:gs pos="0">
                <a:schemeClr val="accent4"/>
              </a:gs>
              <a:gs pos="64000">
                <a:srgbClr val="B9D1E5">
                  <a:alpha val="0"/>
                </a:srgbClr>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454" name="Oval 453">
            <a:extLst>
              <a:ext uri="{FF2B5EF4-FFF2-40B4-BE49-F238E27FC236}">
                <a16:creationId xmlns:a16="http://schemas.microsoft.com/office/drawing/2014/main" id="{6B363003-4487-85A3-E6F2-95E50C6BB323}"/>
              </a:ext>
            </a:extLst>
          </p:cNvPr>
          <p:cNvSpPr/>
          <p:nvPr/>
        </p:nvSpPr>
        <p:spPr>
          <a:xfrm>
            <a:off x="8287810" y="-7149877"/>
            <a:ext cx="119912" cy="6571908"/>
          </a:xfrm>
          <a:prstGeom prst="ellipse">
            <a:avLst/>
          </a:prstGeom>
          <a:gradFill>
            <a:gsLst>
              <a:gs pos="0">
                <a:schemeClr val="accent4"/>
              </a:gs>
              <a:gs pos="64000">
                <a:srgbClr val="B9D1E5">
                  <a:alpha val="0"/>
                </a:srgbClr>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456" name="Oval 455">
            <a:extLst>
              <a:ext uri="{FF2B5EF4-FFF2-40B4-BE49-F238E27FC236}">
                <a16:creationId xmlns:a16="http://schemas.microsoft.com/office/drawing/2014/main" id="{B9F0A0EF-22A8-66AF-213C-BEF19938A81A}"/>
              </a:ext>
            </a:extLst>
          </p:cNvPr>
          <p:cNvSpPr/>
          <p:nvPr/>
        </p:nvSpPr>
        <p:spPr>
          <a:xfrm>
            <a:off x="12182420" y="-6084172"/>
            <a:ext cx="87912" cy="3889118"/>
          </a:xfrm>
          <a:prstGeom prst="ellipse">
            <a:avLst/>
          </a:prstGeom>
          <a:gradFill>
            <a:gsLst>
              <a:gs pos="0">
                <a:schemeClr val="accent4"/>
              </a:gs>
              <a:gs pos="64000">
                <a:srgbClr val="B9D1E5">
                  <a:alpha val="0"/>
                </a:srgbClr>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458" name="Oval 457">
            <a:extLst>
              <a:ext uri="{FF2B5EF4-FFF2-40B4-BE49-F238E27FC236}">
                <a16:creationId xmlns:a16="http://schemas.microsoft.com/office/drawing/2014/main" id="{7C15F71A-6F3B-9B24-02B2-92768C6DE56A}"/>
              </a:ext>
            </a:extLst>
          </p:cNvPr>
          <p:cNvSpPr/>
          <p:nvPr/>
        </p:nvSpPr>
        <p:spPr>
          <a:xfrm>
            <a:off x="3226969" y="-6479461"/>
            <a:ext cx="108632" cy="4732084"/>
          </a:xfrm>
          <a:prstGeom prst="ellipse">
            <a:avLst/>
          </a:prstGeom>
          <a:gradFill>
            <a:gsLst>
              <a:gs pos="0">
                <a:schemeClr val="accent4"/>
              </a:gs>
              <a:gs pos="64000">
                <a:srgbClr val="B9D1E5">
                  <a:alpha val="0"/>
                </a:srgbClr>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460" name="Oval 459">
            <a:extLst>
              <a:ext uri="{FF2B5EF4-FFF2-40B4-BE49-F238E27FC236}">
                <a16:creationId xmlns:a16="http://schemas.microsoft.com/office/drawing/2014/main" id="{AE228BFF-6CC5-397A-F9CA-60AEBC5A986E}"/>
              </a:ext>
            </a:extLst>
          </p:cNvPr>
          <p:cNvSpPr/>
          <p:nvPr/>
        </p:nvSpPr>
        <p:spPr>
          <a:xfrm>
            <a:off x="1021457" y="-10011952"/>
            <a:ext cx="144834" cy="6325505"/>
          </a:xfrm>
          <a:prstGeom prst="ellipse">
            <a:avLst/>
          </a:prstGeom>
          <a:gradFill>
            <a:gsLst>
              <a:gs pos="0">
                <a:schemeClr val="accent4"/>
              </a:gs>
              <a:gs pos="64000">
                <a:srgbClr val="B9D1E5">
                  <a:alpha val="0"/>
                </a:srgbClr>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462" name="Oval 461">
            <a:extLst>
              <a:ext uri="{FF2B5EF4-FFF2-40B4-BE49-F238E27FC236}">
                <a16:creationId xmlns:a16="http://schemas.microsoft.com/office/drawing/2014/main" id="{B294A6B2-3A9D-1989-B782-44CF60827987}"/>
              </a:ext>
            </a:extLst>
          </p:cNvPr>
          <p:cNvSpPr/>
          <p:nvPr/>
        </p:nvSpPr>
        <p:spPr>
          <a:xfrm>
            <a:off x="3015285" y="-7641558"/>
            <a:ext cx="147535" cy="4340927"/>
          </a:xfrm>
          <a:prstGeom prst="ellipse">
            <a:avLst/>
          </a:prstGeom>
          <a:gradFill>
            <a:gsLst>
              <a:gs pos="0">
                <a:schemeClr val="accent4"/>
              </a:gs>
              <a:gs pos="64000">
                <a:srgbClr val="B9D1E5">
                  <a:alpha val="0"/>
                </a:srgbClr>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464" name="Oval 463">
            <a:extLst>
              <a:ext uri="{FF2B5EF4-FFF2-40B4-BE49-F238E27FC236}">
                <a16:creationId xmlns:a16="http://schemas.microsoft.com/office/drawing/2014/main" id="{DAF3778E-0C31-AECF-BDDA-951CA169D7DC}"/>
              </a:ext>
            </a:extLst>
          </p:cNvPr>
          <p:cNvSpPr/>
          <p:nvPr/>
        </p:nvSpPr>
        <p:spPr>
          <a:xfrm>
            <a:off x="6914628" y="-8809515"/>
            <a:ext cx="140624" cy="6013316"/>
          </a:xfrm>
          <a:prstGeom prst="ellipse">
            <a:avLst/>
          </a:prstGeom>
          <a:gradFill>
            <a:gsLst>
              <a:gs pos="0">
                <a:schemeClr val="accent4"/>
              </a:gs>
              <a:gs pos="64000">
                <a:srgbClr val="B9D1E5">
                  <a:alpha val="0"/>
                </a:srgbClr>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466" name="Oval 465">
            <a:extLst>
              <a:ext uri="{FF2B5EF4-FFF2-40B4-BE49-F238E27FC236}">
                <a16:creationId xmlns:a16="http://schemas.microsoft.com/office/drawing/2014/main" id="{EF24CB16-A1A1-A139-4C3F-0BF3FF3A060F}"/>
              </a:ext>
            </a:extLst>
          </p:cNvPr>
          <p:cNvSpPr/>
          <p:nvPr/>
        </p:nvSpPr>
        <p:spPr>
          <a:xfrm>
            <a:off x="8465454" y="-2111048"/>
            <a:ext cx="84121" cy="1891702"/>
          </a:xfrm>
          <a:prstGeom prst="ellipse">
            <a:avLst/>
          </a:prstGeom>
          <a:gradFill>
            <a:gsLst>
              <a:gs pos="0">
                <a:schemeClr val="accent4"/>
              </a:gs>
              <a:gs pos="64000">
                <a:srgbClr val="B9D1E5">
                  <a:alpha val="0"/>
                </a:srgbClr>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468" name="Oval 467">
            <a:extLst>
              <a:ext uri="{FF2B5EF4-FFF2-40B4-BE49-F238E27FC236}">
                <a16:creationId xmlns:a16="http://schemas.microsoft.com/office/drawing/2014/main" id="{3F96AFA4-3651-F013-4757-0EBDB8B33126}"/>
              </a:ext>
            </a:extLst>
          </p:cNvPr>
          <p:cNvSpPr/>
          <p:nvPr/>
        </p:nvSpPr>
        <p:spPr>
          <a:xfrm>
            <a:off x="9637399" y="-4491293"/>
            <a:ext cx="78037" cy="3240776"/>
          </a:xfrm>
          <a:prstGeom prst="ellipse">
            <a:avLst/>
          </a:prstGeom>
          <a:gradFill>
            <a:gsLst>
              <a:gs pos="0">
                <a:schemeClr val="accent4"/>
              </a:gs>
              <a:gs pos="64000">
                <a:srgbClr val="B9D1E5">
                  <a:alpha val="0"/>
                </a:srgbClr>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470" name="Oval 469">
            <a:extLst>
              <a:ext uri="{FF2B5EF4-FFF2-40B4-BE49-F238E27FC236}">
                <a16:creationId xmlns:a16="http://schemas.microsoft.com/office/drawing/2014/main" id="{3D8F2221-9E9E-6F54-8747-F0D8C338B812}"/>
              </a:ext>
            </a:extLst>
          </p:cNvPr>
          <p:cNvSpPr/>
          <p:nvPr/>
        </p:nvSpPr>
        <p:spPr>
          <a:xfrm>
            <a:off x="8666234" y="-6908588"/>
            <a:ext cx="120763" cy="3431638"/>
          </a:xfrm>
          <a:prstGeom prst="ellipse">
            <a:avLst/>
          </a:prstGeom>
          <a:gradFill>
            <a:gsLst>
              <a:gs pos="0">
                <a:schemeClr val="accent4"/>
              </a:gs>
              <a:gs pos="64000">
                <a:srgbClr val="B9D1E5">
                  <a:alpha val="0"/>
                </a:srgbClr>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472" name="Oval 471">
            <a:extLst>
              <a:ext uri="{FF2B5EF4-FFF2-40B4-BE49-F238E27FC236}">
                <a16:creationId xmlns:a16="http://schemas.microsoft.com/office/drawing/2014/main" id="{93B0E856-16D1-92AF-145C-FF2F7D2B2EFC}"/>
              </a:ext>
            </a:extLst>
          </p:cNvPr>
          <p:cNvSpPr/>
          <p:nvPr/>
        </p:nvSpPr>
        <p:spPr>
          <a:xfrm>
            <a:off x="4003576" y="-7506098"/>
            <a:ext cx="142781" cy="5350814"/>
          </a:xfrm>
          <a:prstGeom prst="ellipse">
            <a:avLst/>
          </a:prstGeom>
          <a:gradFill>
            <a:gsLst>
              <a:gs pos="0">
                <a:schemeClr val="accent4"/>
              </a:gs>
              <a:gs pos="64000">
                <a:srgbClr val="B9D1E5">
                  <a:alpha val="0"/>
                </a:srgbClr>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474" name="Oval 473">
            <a:extLst>
              <a:ext uri="{FF2B5EF4-FFF2-40B4-BE49-F238E27FC236}">
                <a16:creationId xmlns:a16="http://schemas.microsoft.com/office/drawing/2014/main" id="{82879602-D048-A509-6143-563F5B04BBE7}"/>
              </a:ext>
            </a:extLst>
          </p:cNvPr>
          <p:cNvSpPr/>
          <p:nvPr/>
        </p:nvSpPr>
        <p:spPr>
          <a:xfrm>
            <a:off x="11992277" y="-6904210"/>
            <a:ext cx="108096" cy="5462234"/>
          </a:xfrm>
          <a:prstGeom prst="ellipse">
            <a:avLst/>
          </a:prstGeom>
          <a:gradFill>
            <a:gsLst>
              <a:gs pos="0">
                <a:schemeClr val="accent4"/>
              </a:gs>
              <a:gs pos="64000">
                <a:srgbClr val="B9D1E5">
                  <a:alpha val="0"/>
                </a:srgbClr>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476" name="Oval 475">
            <a:extLst>
              <a:ext uri="{FF2B5EF4-FFF2-40B4-BE49-F238E27FC236}">
                <a16:creationId xmlns:a16="http://schemas.microsoft.com/office/drawing/2014/main" id="{5E275F3C-4B52-6D58-3651-D76941F38606}"/>
              </a:ext>
            </a:extLst>
          </p:cNvPr>
          <p:cNvSpPr/>
          <p:nvPr/>
        </p:nvSpPr>
        <p:spPr>
          <a:xfrm>
            <a:off x="5229067" y="-9153452"/>
            <a:ext cx="80709" cy="6090912"/>
          </a:xfrm>
          <a:prstGeom prst="ellipse">
            <a:avLst/>
          </a:prstGeom>
          <a:gradFill>
            <a:gsLst>
              <a:gs pos="0">
                <a:schemeClr val="accent4"/>
              </a:gs>
              <a:gs pos="64000">
                <a:srgbClr val="B9D1E5">
                  <a:alpha val="0"/>
                </a:srgbClr>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478" name="Oval 477">
            <a:extLst>
              <a:ext uri="{FF2B5EF4-FFF2-40B4-BE49-F238E27FC236}">
                <a16:creationId xmlns:a16="http://schemas.microsoft.com/office/drawing/2014/main" id="{650C0014-646B-E912-70E3-DA962DD68ECD}"/>
              </a:ext>
            </a:extLst>
          </p:cNvPr>
          <p:cNvSpPr/>
          <p:nvPr/>
        </p:nvSpPr>
        <p:spPr>
          <a:xfrm>
            <a:off x="4581079" y="-4134706"/>
            <a:ext cx="125793" cy="3423800"/>
          </a:xfrm>
          <a:prstGeom prst="ellipse">
            <a:avLst/>
          </a:prstGeom>
          <a:gradFill>
            <a:gsLst>
              <a:gs pos="0">
                <a:schemeClr val="accent4"/>
              </a:gs>
              <a:gs pos="64000">
                <a:srgbClr val="B9D1E5">
                  <a:alpha val="0"/>
                </a:srgbClr>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480" name="Oval 479">
            <a:extLst>
              <a:ext uri="{FF2B5EF4-FFF2-40B4-BE49-F238E27FC236}">
                <a16:creationId xmlns:a16="http://schemas.microsoft.com/office/drawing/2014/main" id="{94DF5728-56DC-3DD1-2FB8-B923C8DD1872}"/>
              </a:ext>
            </a:extLst>
          </p:cNvPr>
          <p:cNvSpPr/>
          <p:nvPr/>
        </p:nvSpPr>
        <p:spPr>
          <a:xfrm>
            <a:off x="1384274" y="-2411624"/>
            <a:ext cx="146928" cy="1870264"/>
          </a:xfrm>
          <a:prstGeom prst="ellipse">
            <a:avLst/>
          </a:prstGeom>
          <a:gradFill>
            <a:gsLst>
              <a:gs pos="0">
                <a:schemeClr val="accent4"/>
              </a:gs>
              <a:gs pos="64000">
                <a:srgbClr val="B9D1E5">
                  <a:alpha val="0"/>
                </a:srgbClr>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482" name="Oval 481">
            <a:extLst>
              <a:ext uri="{FF2B5EF4-FFF2-40B4-BE49-F238E27FC236}">
                <a16:creationId xmlns:a16="http://schemas.microsoft.com/office/drawing/2014/main" id="{E76E4168-FFFE-D631-D74F-9315889F5191}"/>
              </a:ext>
            </a:extLst>
          </p:cNvPr>
          <p:cNvSpPr/>
          <p:nvPr/>
        </p:nvSpPr>
        <p:spPr>
          <a:xfrm>
            <a:off x="1250063" y="-5770770"/>
            <a:ext cx="86114" cy="2632341"/>
          </a:xfrm>
          <a:prstGeom prst="ellipse">
            <a:avLst/>
          </a:prstGeom>
          <a:gradFill>
            <a:gsLst>
              <a:gs pos="0">
                <a:schemeClr val="accent4"/>
              </a:gs>
              <a:gs pos="64000">
                <a:srgbClr val="B9D1E5">
                  <a:alpha val="0"/>
                </a:srgbClr>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484" name="Oval 483">
            <a:extLst>
              <a:ext uri="{FF2B5EF4-FFF2-40B4-BE49-F238E27FC236}">
                <a16:creationId xmlns:a16="http://schemas.microsoft.com/office/drawing/2014/main" id="{9A290B5B-E25B-08F5-4376-B09C9C225DDA}"/>
              </a:ext>
            </a:extLst>
          </p:cNvPr>
          <p:cNvSpPr/>
          <p:nvPr/>
        </p:nvSpPr>
        <p:spPr>
          <a:xfrm>
            <a:off x="10288110" y="-7093028"/>
            <a:ext cx="95446" cy="3578308"/>
          </a:xfrm>
          <a:prstGeom prst="ellipse">
            <a:avLst/>
          </a:prstGeom>
          <a:gradFill>
            <a:gsLst>
              <a:gs pos="0">
                <a:schemeClr val="accent4"/>
              </a:gs>
              <a:gs pos="64000">
                <a:srgbClr val="B9D1E5">
                  <a:alpha val="0"/>
                </a:srgbClr>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486" name="Oval 485">
            <a:extLst>
              <a:ext uri="{FF2B5EF4-FFF2-40B4-BE49-F238E27FC236}">
                <a16:creationId xmlns:a16="http://schemas.microsoft.com/office/drawing/2014/main" id="{2608B626-70A1-F0F0-3884-AE5E524BBB6D}"/>
              </a:ext>
            </a:extLst>
          </p:cNvPr>
          <p:cNvSpPr/>
          <p:nvPr/>
        </p:nvSpPr>
        <p:spPr>
          <a:xfrm>
            <a:off x="3306776" y="-4221011"/>
            <a:ext cx="77147" cy="2645657"/>
          </a:xfrm>
          <a:prstGeom prst="ellipse">
            <a:avLst/>
          </a:prstGeom>
          <a:gradFill>
            <a:gsLst>
              <a:gs pos="0">
                <a:schemeClr val="accent4"/>
              </a:gs>
              <a:gs pos="64000">
                <a:srgbClr val="B9D1E5">
                  <a:alpha val="0"/>
                </a:srgbClr>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488" name="Oval 487">
            <a:extLst>
              <a:ext uri="{FF2B5EF4-FFF2-40B4-BE49-F238E27FC236}">
                <a16:creationId xmlns:a16="http://schemas.microsoft.com/office/drawing/2014/main" id="{F777F10B-AC6D-D6FF-2F70-B644CA5106C0}"/>
              </a:ext>
            </a:extLst>
          </p:cNvPr>
          <p:cNvSpPr/>
          <p:nvPr/>
        </p:nvSpPr>
        <p:spPr>
          <a:xfrm>
            <a:off x="11100637" y="-4152287"/>
            <a:ext cx="88402" cy="3915902"/>
          </a:xfrm>
          <a:prstGeom prst="ellipse">
            <a:avLst/>
          </a:prstGeom>
          <a:gradFill>
            <a:gsLst>
              <a:gs pos="0">
                <a:schemeClr val="accent4"/>
              </a:gs>
              <a:gs pos="64000">
                <a:srgbClr val="B9D1E5">
                  <a:alpha val="0"/>
                </a:srgbClr>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490" name="Oval 489">
            <a:extLst>
              <a:ext uri="{FF2B5EF4-FFF2-40B4-BE49-F238E27FC236}">
                <a16:creationId xmlns:a16="http://schemas.microsoft.com/office/drawing/2014/main" id="{5BC5AE9C-FFE7-3EA8-470C-4043AB95127F}"/>
              </a:ext>
            </a:extLst>
          </p:cNvPr>
          <p:cNvSpPr/>
          <p:nvPr/>
        </p:nvSpPr>
        <p:spPr>
          <a:xfrm>
            <a:off x="9937222" y="-6737156"/>
            <a:ext cx="133649" cy="5160085"/>
          </a:xfrm>
          <a:prstGeom prst="ellipse">
            <a:avLst/>
          </a:prstGeom>
          <a:gradFill>
            <a:gsLst>
              <a:gs pos="0">
                <a:schemeClr val="accent4"/>
              </a:gs>
              <a:gs pos="64000">
                <a:srgbClr val="B9D1E5">
                  <a:alpha val="0"/>
                </a:srgbClr>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492" name="Oval 491">
            <a:extLst>
              <a:ext uri="{FF2B5EF4-FFF2-40B4-BE49-F238E27FC236}">
                <a16:creationId xmlns:a16="http://schemas.microsoft.com/office/drawing/2014/main" id="{AABD61A5-44B1-2162-6B84-90362426B53D}"/>
              </a:ext>
            </a:extLst>
          </p:cNvPr>
          <p:cNvSpPr/>
          <p:nvPr/>
        </p:nvSpPr>
        <p:spPr>
          <a:xfrm>
            <a:off x="11599335" y="-10570022"/>
            <a:ext cx="107779" cy="6765599"/>
          </a:xfrm>
          <a:prstGeom prst="ellipse">
            <a:avLst/>
          </a:prstGeom>
          <a:gradFill>
            <a:gsLst>
              <a:gs pos="0">
                <a:schemeClr val="accent4"/>
              </a:gs>
              <a:gs pos="64000">
                <a:srgbClr val="B9D1E5">
                  <a:alpha val="0"/>
                </a:srgbClr>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494" name="Oval 493">
            <a:extLst>
              <a:ext uri="{FF2B5EF4-FFF2-40B4-BE49-F238E27FC236}">
                <a16:creationId xmlns:a16="http://schemas.microsoft.com/office/drawing/2014/main" id="{66CC47D6-FAF0-1CFF-00E9-169481C08B4D}"/>
              </a:ext>
            </a:extLst>
          </p:cNvPr>
          <p:cNvSpPr/>
          <p:nvPr/>
        </p:nvSpPr>
        <p:spPr>
          <a:xfrm>
            <a:off x="1257311" y="-4541299"/>
            <a:ext cx="123675" cy="3443495"/>
          </a:xfrm>
          <a:prstGeom prst="ellipse">
            <a:avLst/>
          </a:prstGeom>
          <a:gradFill>
            <a:gsLst>
              <a:gs pos="0">
                <a:schemeClr val="accent4"/>
              </a:gs>
              <a:gs pos="64000">
                <a:srgbClr val="B9D1E5">
                  <a:alpha val="0"/>
                </a:srgbClr>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496" name="Oval 495">
            <a:extLst>
              <a:ext uri="{FF2B5EF4-FFF2-40B4-BE49-F238E27FC236}">
                <a16:creationId xmlns:a16="http://schemas.microsoft.com/office/drawing/2014/main" id="{A8616098-85F3-FA45-AA1A-CDE1056E2BDC}"/>
              </a:ext>
            </a:extLst>
          </p:cNvPr>
          <p:cNvSpPr/>
          <p:nvPr/>
        </p:nvSpPr>
        <p:spPr>
          <a:xfrm>
            <a:off x="3107988" y="-4389301"/>
            <a:ext cx="110381" cy="3318937"/>
          </a:xfrm>
          <a:prstGeom prst="ellipse">
            <a:avLst/>
          </a:prstGeom>
          <a:gradFill>
            <a:gsLst>
              <a:gs pos="0">
                <a:schemeClr val="accent4"/>
              </a:gs>
              <a:gs pos="64000">
                <a:srgbClr val="B9D1E5">
                  <a:alpha val="0"/>
                </a:srgbClr>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498" name="Oval 497">
            <a:extLst>
              <a:ext uri="{FF2B5EF4-FFF2-40B4-BE49-F238E27FC236}">
                <a16:creationId xmlns:a16="http://schemas.microsoft.com/office/drawing/2014/main" id="{1AF48B56-051E-DB9A-BC73-C60AC8B24EF1}"/>
              </a:ext>
            </a:extLst>
          </p:cNvPr>
          <p:cNvSpPr/>
          <p:nvPr/>
        </p:nvSpPr>
        <p:spPr>
          <a:xfrm>
            <a:off x="9232443" y="-8108760"/>
            <a:ext cx="77228" cy="6000253"/>
          </a:xfrm>
          <a:prstGeom prst="ellipse">
            <a:avLst/>
          </a:prstGeom>
          <a:gradFill>
            <a:gsLst>
              <a:gs pos="0">
                <a:schemeClr val="accent4"/>
              </a:gs>
              <a:gs pos="64000">
                <a:srgbClr val="B9D1E5">
                  <a:alpha val="0"/>
                </a:srgbClr>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500" name="Oval 499">
            <a:extLst>
              <a:ext uri="{FF2B5EF4-FFF2-40B4-BE49-F238E27FC236}">
                <a16:creationId xmlns:a16="http://schemas.microsoft.com/office/drawing/2014/main" id="{E46632FB-284B-BACF-E2B0-88D577CF5DD3}"/>
              </a:ext>
            </a:extLst>
          </p:cNvPr>
          <p:cNvSpPr/>
          <p:nvPr/>
        </p:nvSpPr>
        <p:spPr>
          <a:xfrm>
            <a:off x="9199205" y="-4407141"/>
            <a:ext cx="137842" cy="4081549"/>
          </a:xfrm>
          <a:prstGeom prst="ellipse">
            <a:avLst/>
          </a:prstGeom>
          <a:gradFill>
            <a:gsLst>
              <a:gs pos="0">
                <a:schemeClr val="accent4"/>
              </a:gs>
              <a:gs pos="64000">
                <a:srgbClr val="B9D1E5">
                  <a:alpha val="0"/>
                </a:srgbClr>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502" name="Oval 501">
            <a:extLst>
              <a:ext uri="{FF2B5EF4-FFF2-40B4-BE49-F238E27FC236}">
                <a16:creationId xmlns:a16="http://schemas.microsoft.com/office/drawing/2014/main" id="{57019A18-8C18-0A7B-4DDF-6AED2ACC6B65}"/>
              </a:ext>
            </a:extLst>
          </p:cNvPr>
          <p:cNvSpPr/>
          <p:nvPr/>
        </p:nvSpPr>
        <p:spPr>
          <a:xfrm>
            <a:off x="5574202" y="-6481557"/>
            <a:ext cx="83013" cy="3182848"/>
          </a:xfrm>
          <a:prstGeom prst="ellipse">
            <a:avLst/>
          </a:prstGeom>
          <a:gradFill>
            <a:gsLst>
              <a:gs pos="0">
                <a:schemeClr val="accent4"/>
              </a:gs>
              <a:gs pos="64000">
                <a:srgbClr val="B9D1E5">
                  <a:alpha val="0"/>
                </a:srgbClr>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504" name="Oval 503">
            <a:extLst>
              <a:ext uri="{FF2B5EF4-FFF2-40B4-BE49-F238E27FC236}">
                <a16:creationId xmlns:a16="http://schemas.microsoft.com/office/drawing/2014/main" id="{02C31904-34D8-4233-C752-9D5CF4E0067B}"/>
              </a:ext>
            </a:extLst>
          </p:cNvPr>
          <p:cNvSpPr/>
          <p:nvPr/>
        </p:nvSpPr>
        <p:spPr>
          <a:xfrm>
            <a:off x="10619556" y="-4410135"/>
            <a:ext cx="145970" cy="3691111"/>
          </a:xfrm>
          <a:prstGeom prst="ellipse">
            <a:avLst/>
          </a:prstGeom>
          <a:gradFill>
            <a:gsLst>
              <a:gs pos="0">
                <a:schemeClr val="accent4"/>
              </a:gs>
              <a:gs pos="64000">
                <a:srgbClr val="B9D1E5">
                  <a:alpha val="0"/>
                </a:srgbClr>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506" name="Oval 505">
            <a:extLst>
              <a:ext uri="{FF2B5EF4-FFF2-40B4-BE49-F238E27FC236}">
                <a16:creationId xmlns:a16="http://schemas.microsoft.com/office/drawing/2014/main" id="{21D62315-0984-E5A4-FBA1-267D174FEB77}"/>
              </a:ext>
            </a:extLst>
          </p:cNvPr>
          <p:cNvSpPr/>
          <p:nvPr/>
        </p:nvSpPr>
        <p:spPr>
          <a:xfrm>
            <a:off x="9331195" y="-4854514"/>
            <a:ext cx="117609" cy="4679406"/>
          </a:xfrm>
          <a:prstGeom prst="ellipse">
            <a:avLst/>
          </a:prstGeom>
          <a:gradFill>
            <a:gsLst>
              <a:gs pos="0">
                <a:schemeClr val="accent4"/>
              </a:gs>
              <a:gs pos="64000">
                <a:srgbClr val="B9D1E5">
                  <a:alpha val="0"/>
                </a:srgbClr>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508" name="Oval 507">
            <a:extLst>
              <a:ext uri="{FF2B5EF4-FFF2-40B4-BE49-F238E27FC236}">
                <a16:creationId xmlns:a16="http://schemas.microsoft.com/office/drawing/2014/main" id="{DC35974E-7598-DC30-2967-8051DBE35CC7}"/>
              </a:ext>
            </a:extLst>
          </p:cNvPr>
          <p:cNvSpPr/>
          <p:nvPr/>
        </p:nvSpPr>
        <p:spPr>
          <a:xfrm>
            <a:off x="7422340" y="-6511412"/>
            <a:ext cx="98686" cy="5828766"/>
          </a:xfrm>
          <a:prstGeom prst="ellipse">
            <a:avLst/>
          </a:prstGeom>
          <a:gradFill>
            <a:gsLst>
              <a:gs pos="0">
                <a:schemeClr val="accent4"/>
              </a:gs>
              <a:gs pos="64000">
                <a:srgbClr val="B9D1E5">
                  <a:alpha val="0"/>
                </a:srgbClr>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510" name="Oval 509">
            <a:extLst>
              <a:ext uri="{FF2B5EF4-FFF2-40B4-BE49-F238E27FC236}">
                <a16:creationId xmlns:a16="http://schemas.microsoft.com/office/drawing/2014/main" id="{26A83B88-2D5F-85FD-7536-1C7CF4758F9A}"/>
              </a:ext>
            </a:extLst>
          </p:cNvPr>
          <p:cNvSpPr/>
          <p:nvPr/>
        </p:nvSpPr>
        <p:spPr>
          <a:xfrm>
            <a:off x="3074997" y="-2884553"/>
            <a:ext cx="114279" cy="2112309"/>
          </a:xfrm>
          <a:prstGeom prst="ellipse">
            <a:avLst/>
          </a:prstGeom>
          <a:gradFill>
            <a:gsLst>
              <a:gs pos="0">
                <a:schemeClr val="accent4"/>
              </a:gs>
              <a:gs pos="64000">
                <a:srgbClr val="B9D1E5">
                  <a:alpha val="0"/>
                </a:srgbClr>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512" name="Oval 511">
            <a:extLst>
              <a:ext uri="{FF2B5EF4-FFF2-40B4-BE49-F238E27FC236}">
                <a16:creationId xmlns:a16="http://schemas.microsoft.com/office/drawing/2014/main" id="{D65F7A91-8563-9111-6832-6A52289279E7}"/>
              </a:ext>
            </a:extLst>
          </p:cNvPr>
          <p:cNvSpPr/>
          <p:nvPr/>
        </p:nvSpPr>
        <p:spPr>
          <a:xfrm>
            <a:off x="6852975" y="-6892825"/>
            <a:ext cx="128947" cy="3318869"/>
          </a:xfrm>
          <a:prstGeom prst="ellipse">
            <a:avLst/>
          </a:prstGeom>
          <a:gradFill>
            <a:gsLst>
              <a:gs pos="0">
                <a:schemeClr val="accent4"/>
              </a:gs>
              <a:gs pos="64000">
                <a:srgbClr val="B9D1E5">
                  <a:alpha val="0"/>
                </a:srgbClr>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514" name="Oval 513">
            <a:extLst>
              <a:ext uri="{FF2B5EF4-FFF2-40B4-BE49-F238E27FC236}">
                <a16:creationId xmlns:a16="http://schemas.microsoft.com/office/drawing/2014/main" id="{679E3AE3-BBB6-1473-D932-66D964E437F4}"/>
              </a:ext>
            </a:extLst>
          </p:cNvPr>
          <p:cNvSpPr/>
          <p:nvPr/>
        </p:nvSpPr>
        <p:spPr>
          <a:xfrm>
            <a:off x="5534232" y="-4210050"/>
            <a:ext cx="140401" cy="2837005"/>
          </a:xfrm>
          <a:prstGeom prst="ellipse">
            <a:avLst/>
          </a:prstGeom>
          <a:gradFill>
            <a:gsLst>
              <a:gs pos="0">
                <a:schemeClr val="accent4"/>
              </a:gs>
              <a:gs pos="64000">
                <a:srgbClr val="B9D1E5">
                  <a:alpha val="0"/>
                </a:srgbClr>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516" name="Oval 515">
            <a:extLst>
              <a:ext uri="{FF2B5EF4-FFF2-40B4-BE49-F238E27FC236}">
                <a16:creationId xmlns:a16="http://schemas.microsoft.com/office/drawing/2014/main" id="{6E126A82-595C-8752-7E26-DED1A486E636}"/>
              </a:ext>
            </a:extLst>
          </p:cNvPr>
          <p:cNvSpPr/>
          <p:nvPr/>
        </p:nvSpPr>
        <p:spPr>
          <a:xfrm>
            <a:off x="8996014" y="-4340712"/>
            <a:ext cx="130847" cy="1783823"/>
          </a:xfrm>
          <a:prstGeom prst="ellipse">
            <a:avLst/>
          </a:prstGeom>
          <a:gradFill>
            <a:gsLst>
              <a:gs pos="0">
                <a:schemeClr val="accent4"/>
              </a:gs>
              <a:gs pos="64000">
                <a:srgbClr val="B9D1E5">
                  <a:alpha val="0"/>
                </a:srgbClr>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518" name="Oval 517">
            <a:extLst>
              <a:ext uri="{FF2B5EF4-FFF2-40B4-BE49-F238E27FC236}">
                <a16:creationId xmlns:a16="http://schemas.microsoft.com/office/drawing/2014/main" id="{D006870E-C24F-B876-6593-A6D10F05C564}"/>
              </a:ext>
            </a:extLst>
          </p:cNvPr>
          <p:cNvSpPr/>
          <p:nvPr/>
        </p:nvSpPr>
        <p:spPr>
          <a:xfrm>
            <a:off x="5401776" y="-3087063"/>
            <a:ext cx="114437" cy="2147481"/>
          </a:xfrm>
          <a:prstGeom prst="ellipse">
            <a:avLst/>
          </a:prstGeom>
          <a:gradFill>
            <a:gsLst>
              <a:gs pos="0">
                <a:schemeClr val="accent4"/>
              </a:gs>
              <a:gs pos="64000">
                <a:srgbClr val="B9D1E5">
                  <a:alpha val="0"/>
                </a:srgbClr>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520" name="Oval 519">
            <a:extLst>
              <a:ext uri="{FF2B5EF4-FFF2-40B4-BE49-F238E27FC236}">
                <a16:creationId xmlns:a16="http://schemas.microsoft.com/office/drawing/2014/main" id="{3FD17B34-08DB-6853-A643-E17852A94B0D}"/>
              </a:ext>
            </a:extLst>
          </p:cNvPr>
          <p:cNvSpPr/>
          <p:nvPr/>
        </p:nvSpPr>
        <p:spPr>
          <a:xfrm>
            <a:off x="4280786" y="-5382413"/>
            <a:ext cx="147348" cy="5297135"/>
          </a:xfrm>
          <a:prstGeom prst="ellipse">
            <a:avLst/>
          </a:prstGeom>
          <a:gradFill>
            <a:gsLst>
              <a:gs pos="0">
                <a:schemeClr val="accent4"/>
              </a:gs>
              <a:gs pos="64000">
                <a:srgbClr val="B9D1E5">
                  <a:alpha val="0"/>
                </a:srgbClr>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522" name="Oval 521">
            <a:extLst>
              <a:ext uri="{FF2B5EF4-FFF2-40B4-BE49-F238E27FC236}">
                <a16:creationId xmlns:a16="http://schemas.microsoft.com/office/drawing/2014/main" id="{1F5B8D4E-5C45-458B-0F67-5CEE9A9D1AD7}"/>
              </a:ext>
            </a:extLst>
          </p:cNvPr>
          <p:cNvSpPr/>
          <p:nvPr/>
        </p:nvSpPr>
        <p:spPr>
          <a:xfrm>
            <a:off x="536086" y="-6808985"/>
            <a:ext cx="112552" cy="6252168"/>
          </a:xfrm>
          <a:prstGeom prst="ellipse">
            <a:avLst/>
          </a:prstGeom>
          <a:gradFill>
            <a:gsLst>
              <a:gs pos="0">
                <a:schemeClr val="accent4"/>
              </a:gs>
              <a:gs pos="64000">
                <a:srgbClr val="B9D1E5">
                  <a:alpha val="0"/>
                </a:srgbClr>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524" name="Oval 523">
            <a:extLst>
              <a:ext uri="{FF2B5EF4-FFF2-40B4-BE49-F238E27FC236}">
                <a16:creationId xmlns:a16="http://schemas.microsoft.com/office/drawing/2014/main" id="{8DC6ED12-92DD-ECE4-D84F-C59D468871C7}"/>
              </a:ext>
            </a:extLst>
          </p:cNvPr>
          <p:cNvSpPr/>
          <p:nvPr/>
        </p:nvSpPr>
        <p:spPr>
          <a:xfrm>
            <a:off x="12182659" y="-3306102"/>
            <a:ext cx="117760" cy="3110685"/>
          </a:xfrm>
          <a:prstGeom prst="ellipse">
            <a:avLst/>
          </a:prstGeom>
          <a:gradFill>
            <a:gsLst>
              <a:gs pos="0">
                <a:schemeClr val="accent4"/>
              </a:gs>
              <a:gs pos="64000">
                <a:srgbClr val="B9D1E5">
                  <a:alpha val="0"/>
                </a:srgbClr>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526" name="Oval 525">
            <a:extLst>
              <a:ext uri="{FF2B5EF4-FFF2-40B4-BE49-F238E27FC236}">
                <a16:creationId xmlns:a16="http://schemas.microsoft.com/office/drawing/2014/main" id="{4D5304A7-39EF-7408-8F09-BFA6ADB964A3}"/>
              </a:ext>
            </a:extLst>
          </p:cNvPr>
          <p:cNvSpPr/>
          <p:nvPr/>
        </p:nvSpPr>
        <p:spPr>
          <a:xfrm>
            <a:off x="11873652" y="-5488227"/>
            <a:ext cx="124284" cy="1763545"/>
          </a:xfrm>
          <a:prstGeom prst="ellipse">
            <a:avLst/>
          </a:prstGeom>
          <a:gradFill>
            <a:gsLst>
              <a:gs pos="0">
                <a:schemeClr val="accent4"/>
              </a:gs>
              <a:gs pos="64000">
                <a:srgbClr val="B9D1E5">
                  <a:alpha val="0"/>
                </a:srgbClr>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528" name="Oval 527">
            <a:extLst>
              <a:ext uri="{FF2B5EF4-FFF2-40B4-BE49-F238E27FC236}">
                <a16:creationId xmlns:a16="http://schemas.microsoft.com/office/drawing/2014/main" id="{3FA032AB-450D-8BE7-ECD5-174A2B5DA715}"/>
              </a:ext>
            </a:extLst>
          </p:cNvPr>
          <p:cNvSpPr/>
          <p:nvPr/>
        </p:nvSpPr>
        <p:spPr>
          <a:xfrm>
            <a:off x="10624937" y="-3414508"/>
            <a:ext cx="82709" cy="3017718"/>
          </a:xfrm>
          <a:prstGeom prst="ellipse">
            <a:avLst/>
          </a:prstGeom>
          <a:gradFill>
            <a:gsLst>
              <a:gs pos="0">
                <a:schemeClr val="accent4"/>
              </a:gs>
              <a:gs pos="64000">
                <a:srgbClr val="B9D1E5">
                  <a:alpha val="0"/>
                </a:srgbClr>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530" name="Oval 529">
            <a:extLst>
              <a:ext uri="{FF2B5EF4-FFF2-40B4-BE49-F238E27FC236}">
                <a16:creationId xmlns:a16="http://schemas.microsoft.com/office/drawing/2014/main" id="{8404B05A-715B-E6B0-0F54-17BDCB44663D}"/>
              </a:ext>
            </a:extLst>
          </p:cNvPr>
          <p:cNvSpPr/>
          <p:nvPr/>
        </p:nvSpPr>
        <p:spPr>
          <a:xfrm>
            <a:off x="5377573" y="-6031305"/>
            <a:ext cx="116869" cy="2225020"/>
          </a:xfrm>
          <a:prstGeom prst="ellipse">
            <a:avLst/>
          </a:prstGeom>
          <a:gradFill>
            <a:gsLst>
              <a:gs pos="0">
                <a:schemeClr val="accent4"/>
              </a:gs>
              <a:gs pos="64000">
                <a:srgbClr val="B9D1E5">
                  <a:alpha val="0"/>
                </a:srgbClr>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532" name="Oval 531">
            <a:extLst>
              <a:ext uri="{FF2B5EF4-FFF2-40B4-BE49-F238E27FC236}">
                <a16:creationId xmlns:a16="http://schemas.microsoft.com/office/drawing/2014/main" id="{32D72275-AF72-023A-1AA1-BF37FFC2EC09}"/>
              </a:ext>
            </a:extLst>
          </p:cNvPr>
          <p:cNvSpPr/>
          <p:nvPr/>
        </p:nvSpPr>
        <p:spPr>
          <a:xfrm>
            <a:off x="10970364" y="-5837653"/>
            <a:ext cx="134624" cy="2555130"/>
          </a:xfrm>
          <a:prstGeom prst="ellipse">
            <a:avLst/>
          </a:prstGeom>
          <a:gradFill>
            <a:gsLst>
              <a:gs pos="0">
                <a:schemeClr val="accent4"/>
              </a:gs>
              <a:gs pos="64000">
                <a:srgbClr val="B9D1E5">
                  <a:alpha val="0"/>
                </a:srgbClr>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534" name="Oval 533">
            <a:extLst>
              <a:ext uri="{FF2B5EF4-FFF2-40B4-BE49-F238E27FC236}">
                <a16:creationId xmlns:a16="http://schemas.microsoft.com/office/drawing/2014/main" id="{4D325783-BFC7-F814-A8C7-815C06B7FC2D}"/>
              </a:ext>
            </a:extLst>
          </p:cNvPr>
          <p:cNvSpPr/>
          <p:nvPr/>
        </p:nvSpPr>
        <p:spPr>
          <a:xfrm>
            <a:off x="11963265" y="-5604529"/>
            <a:ext cx="143922" cy="2561963"/>
          </a:xfrm>
          <a:prstGeom prst="ellipse">
            <a:avLst/>
          </a:prstGeom>
          <a:gradFill>
            <a:gsLst>
              <a:gs pos="0">
                <a:schemeClr val="accent4"/>
              </a:gs>
              <a:gs pos="64000">
                <a:srgbClr val="B9D1E5">
                  <a:alpha val="0"/>
                </a:srgbClr>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536" name="Oval 535">
            <a:extLst>
              <a:ext uri="{FF2B5EF4-FFF2-40B4-BE49-F238E27FC236}">
                <a16:creationId xmlns:a16="http://schemas.microsoft.com/office/drawing/2014/main" id="{4FB392E6-6A7A-C29F-7148-AAD3FF3D7FE6}"/>
              </a:ext>
            </a:extLst>
          </p:cNvPr>
          <p:cNvSpPr/>
          <p:nvPr/>
        </p:nvSpPr>
        <p:spPr>
          <a:xfrm>
            <a:off x="91280" y="-3628010"/>
            <a:ext cx="106562" cy="3274382"/>
          </a:xfrm>
          <a:prstGeom prst="ellipse">
            <a:avLst/>
          </a:prstGeom>
          <a:gradFill>
            <a:gsLst>
              <a:gs pos="0">
                <a:schemeClr val="accent4"/>
              </a:gs>
              <a:gs pos="64000">
                <a:srgbClr val="B9D1E5">
                  <a:alpha val="0"/>
                </a:srgbClr>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538" name="Oval 537">
            <a:extLst>
              <a:ext uri="{FF2B5EF4-FFF2-40B4-BE49-F238E27FC236}">
                <a16:creationId xmlns:a16="http://schemas.microsoft.com/office/drawing/2014/main" id="{343B4B47-F1DF-AA58-6158-1192DC116427}"/>
              </a:ext>
            </a:extLst>
          </p:cNvPr>
          <p:cNvSpPr/>
          <p:nvPr/>
        </p:nvSpPr>
        <p:spPr>
          <a:xfrm>
            <a:off x="6870287" y="-7521981"/>
            <a:ext cx="100802" cy="5705778"/>
          </a:xfrm>
          <a:prstGeom prst="ellipse">
            <a:avLst/>
          </a:prstGeom>
          <a:gradFill>
            <a:gsLst>
              <a:gs pos="0">
                <a:schemeClr val="accent4"/>
              </a:gs>
              <a:gs pos="64000">
                <a:srgbClr val="B9D1E5">
                  <a:alpha val="0"/>
                </a:srgbClr>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540" name="Oval 539">
            <a:extLst>
              <a:ext uri="{FF2B5EF4-FFF2-40B4-BE49-F238E27FC236}">
                <a16:creationId xmlns:a16="http://schemas.microsoft.com/office/drawing/2014/main" id="{918A99BA-F338-CB3C-C7C0-53DCFA920CBE}"/>
              </a:ext>
            </a:extLst>
          </p:cNvPr>
          <p:cNvSpPr/>
          <p:nvPr/>
        </p:nvSpPr>
        <p:spPr>
          <a:xfrm>
            <a:off x="10503373" y="-6810502"/>
            <a:ext cx="78121" cy="3386902"/>
          </a:xfrm>
          <a:prstGeom prst="ellipse">
            <a:avLst/>
          </a:prstGeom>
          <a:gradFill>
            <a:gsLst>
              <a:gs pos="0">
                <a:schemeClr val="accent4"/>
              </a:gs>
              <a:gs pos="64000">
                <a:srgbClr val="B9D1E5">
                  <a:alpha val="0"/>
                </a:srgbClr>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542" name="Oval 541">
            <a:extLst>
              <a:ext uri="{FF2B5EF4-FFF2-40B4-BE49-F238E27FC236}">
                <a16:creationId xmlns:a16="http://schemas.microsoft.com/office/drawing/2014/main" id="{00E0C6BA-A78F-86CC-3E5D-00E5668CB506}"/>
              </a:ext>
            </a:extLst>
          </p:cNvPr>
          <p:cNvSpPr/>
          <p:nvPr/>
        </p:nvSpPr>
        <p:spPr>
          <a:xfrm>
            <a:off x="3013291" y="-7427381"/>
            <a:ext cx="119645" cy="6757278"/>
          </a:xfrm>
          <a:prstGeom prst="ellipse">
            <a:avLst/>
          </a:prstGeom>
          <a:gradFill>
            <a:gsLst>
              <a:gs pos="0">
                <a:schemeClr val="accent4"/>
              </a:gs>
              <a:gs pos="64000">
                <a:srgbClr val="B9D1E5">
                  <a:alpha val="0"/>
                </a:srgbClr>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544" name="Oval 543">
            <a:extLst>
              <a:ext uri="{FF2B5EF4-FFF2-40B4-BE49-F238E27FC236}">
                <a16:creationId xmlns:a16="http://schemas.microsoft.com/office/drawing/2014/main" id="{30F3DF51-34BC-1BE2-1977-3CE64DD75F8B}"/>
              </a:ext>
            </a:extLst>
          </p:cNvPr>
          <p:cNvSpPr/>
          <p:nvPr/>
        </p:nvSpPr>
        <p:spPr>
          <a:xfrm>
            <a:off x="9572076" y="-5770913"/>
            <a:ext cx="129165" cy="3968488"/>
          </a:xfrm>
          <a:prstGeom prst="ellipse">
            <a:avLst/>
          </a:prstGeom>
          <a:gradFill>
            <a:gsLst>
              <a:gs pos="0">
                <a:schemeClr val="accent4"/>
              </a:gs>
              <a:gs pos="64000">
                <a:srgbClr val="B9D1E5">
                  <a:alpha val="0"/>
                </a:srgbClr>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546" name="Oval 545">
            <a:extLst>
              <a:ext uri="{FF2B5EF4-FFF2-40B4-BE49-F238E27FC236}">
                <a16:creationId xmlns:a16="http://schemas.microsoft.com/office/drawing/2014/main" id="{50FD1F73-C936-0D3B-A4A7-E949819B3697}"/>
              </a:ext>
            </a:extLst>
          </p:cNvPr>
          <p:cNvSpPr/>
          <p:nvPr/>
        </p:nvSpPr>
        <p:spPr>
          <a:xfrm>
            <a:off x="11221106" y="-4339025"/>
            <a:ext cx="101471" cy="2950774"/>
          </a:xfrm>
          <a:prstGeom prst="ellipse">
            <a:avLst/>
          </a:prstGeom>
          <a:gradFill>
            <a:gsLst>
              <a:gs pos="0">
                <a:schemeClr val="accent4"/>
              </a:gs>
              <a:gs pos="64000">
                <a:srgbClr val="B9D1E5">
                  <a:alpha val="0"/>
                </a:srgbClr>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548" name="Oval 547">
            <a:extLst>
              <a:ext uri="{FF2B5EF4-FFF2-40B4-BE49-F238E27FC236}">
                <a16:creationId xmlns:a16="http://schemas.microsoft.com/office/drawing/2014/main" id="{0F8A7E15-1772-47AA-C55E-26DCD1EF626F}"/>
              </a:ext>
            </a:extLst>
          </p:cNvPr>
          <p:cNvSpPr/>
          <p:nvPr/>
        </p:nvSpPr>
        <p:spPr>
          <a:xfrm>
            <a:off x="8984585" y="-5483944"/>
            <a:ext cx="77177" cy="2942386"/>
          </a:xfrm>
          <a:prstGeom prst="ellipse">
            <a:avLst/>
          </a:prstGeom>
          <a:gradFill>
            <a:gsLst>
              <a:gs pos="0">
                <a:schemeClr val="accent4"/>
              </a:gs>
              <a:gs pos="64000">
                <a:srgbClr val="B9D1E5">
                  <a:alpha val="0"/>
                </a:srgbClr>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550" name="Oval 549">
            <a:extLst>
              <a:ext uri="{FF2B5EF4-FFF2-40B4-BE49-F238E27FC236}">
                <a16:creationId xmlns:a16="http://schemas.microsoft.com/office/drawing/2014/main" id="{8F9FA721-10F6-4812-5EE8-C01F2FE0C3CF}"/>
              </a:ext>
            </a:extLst>
          </p:cNvPr>
          <p:cNvSpPr/>
          <p:nvPr/>
        </p:nvSpPr>
        <p:spPr>
          <a:xfrm>
            <a:off x="11000935" y="-7603363"/>
            <a:ext cx="102300" cy="5584076"/>
          </a:xfrm>
          <a:prstGeom prst="ellipse">
            <a:avLst/>
          </a:prstGeom>
          <a:gradFill>
            <a:gsLst>
              <a:gs pos="0">
                <a:schemeClr val="accent4"/>
              </a:gs>
              <a:gs pos="64000">
                <a:srgbClr val="B9D1E5">
                  <a:alpha val="0"/>
                </a:srgbClr>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553" name="Oval 552">
            <a:extLst>
              <a:ext uri="{FF2B5EF4-FFF2-40B4-BE49-F238E27FC236}">
                <a16:creationId xmlns:a16="http://schemas.microsoft.com/office/drawing/2014/main" id="{EB3D233D-FF7C-8CE8-A2D5-EE49E128AEC6}"/>
              </a:ext>
            </a:extLst>
          </p:cNvPr>
          <p:cNvSpPr/>
          <p:nvPr/>
        </p:nvSpPr>
        <p:spPr>
          <a:xfrm>
            <a:off x="5002986" y="10505885"/>
            <a:ext cx="96967" cy="3754372"/>
          </a:xfrm>
          <a:prstGeom prst="ellipse">
            <a:avLst/>
          </a:prstGeom>
          <a:gradFill>
            <a:gsLst>
              <a:gs pos="67000">
                <a:srgbClr val="9266DB">
                  <a:alpha val="0"/>
                </a:srgbClr>
              </a:gs>
              <a:gs pos="0">
                <a:schemeClr val="accent6"/>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554" name="Oval 553">
            <a:extLst>
              <a:ext uri="{FF2B5EF4-FFF2-40B4-BE49-F238E27FC236}">
                <a16:creationId xmlns:a16="http://schemas.microsoft.com/office/drawing/2014/main" id="{ACD1807F-2BDD-1CD7-874D-7259B631BFDF}"/>
              </a:ext>
            </a:extLst>
          </p:cNvPr>
          <p:cNvSpPr/>
          <p:nvPr/>
        </p:nvSpPr>
        <p:spPr>
          <a:xfrm>
            <a:off x="8742993" y="9932769"/>
            <a:ext cx="112942" cy="3281237"/>
          </a:xfrm>
          <a:prstGeom prst="ellipse">
            <a:avLst/>
          </a:prstGeom>
          <a:gradFill>
            <a:gsLst>
              <a:gs pos="67000">
                <a:srgbClr val="9266DB">
                  <a:alpha val="0"/>
                </a:srgbClr>
              </a:gs>
              <a:gs pos="0">
                <a:schemeClr val="accent6"/>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555" name="Oval 554">
            <a:extLst>
              <a:ext uri="{FF2B5EF4-FFF2-40B4-BE49-F238E27FC236}">
                <a16:creationId xmlns:a16="http://schemas.microsoft.com/office/drawing/2014/main" id="{AF38B8F3-94DE-7E61-4D95-CD5B705A4FFC}"/>
              </a:ext>
            </a:extLst>
          </p:cNvPr>
          <p:cNvSpPr/>
          <p:nvPr/>
        </p:nvSpPr>
        <p:spPr>
          <a:xfrm>
            <a:off x="640399" y="9371728"/>
            <a:ext cx="112704" cy="3870356"/>
          </a:xfrm>
          <a:prstGeom prst="ellipse">
            <a:avLst/>
          </a:prstGeom>
          <a:gradFill>
            <a:gsLst>
              <a:gs pos="67000">
                <a:srgbClr val="9266DB">
                  <a:alpha val="0"/>
                </a:srgbClr>
              </a:gs>
              <a:gs pos="0">
                <a:schemeClr val="accent6"/>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556" name="Oval 555">
            <a:extLst>
              <a:ext uri="{FF2B5EF4-FFF2-40B4-BE49-F238E27FC236}">
                <a16:creationId xmlns:a16="http://schemas.microsoft.com/office/drawing/2014/main" id="{F39901CC-5D5D-55B5-213B-F8B3C863D2FF}"/>
              </a:ext>
            </a:extLst>
          </p:cNvPr>
          <p:cNvSpPr/>
          <p:nvPr/>
        </p:nvSpPr>
        <p:spPr>
          <a:xfrm>
            <a:off x="11113757" y="7837014"/>
            <a:ext cx="141070" cy="5719166"/>
          </a:xfrm>
          <a:prstGeom prst="ellipse">
            <a:avLst/>
          </a:prstGeom>
          <a:gradFill>
            <a:gsLst>
              <a:gs pos="67000">
                <a:srgbClr val="9266DB">
                  <a:alpha val="0"/>
                </a:srgbClr>
              </a:gs>
              <a:gs pos="0">
                <a:schemeClr val="accent6"/>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557" name="Oval 556">
            <a:extLst>
              <a:ext uri="{FF2B5EF4-FFF2-40B4-BE49-F238E27FC236}">
                <a16:creationId xmlns:a16="http://schemas.microsoft.com/office/drawing/2014/main" id="{FFD29378-CF71-7AB9-5742-F1FF65645A75}"/>
              </a:ext>
            </a:extLst>
          </p:cNvPr>
          <p:cNvSpPr/>
          <p:nvPr/>
        </p:nvSpPr>
        <p:spPr>
          <a:xfrm>
            <a:off x="3743694" y="6144038"/>
            <a:ext cx="120975" cy="7042078"/>
          </a:xfrm>
          <a:prstGeom prst="ellipse">
            <a:avLst/>
          </a:prstGeom>
          <a:gradFill>
            <a:gsLst>
              <a:gs pos="67000">
                <a:srgbClr val="9266DB">
                  <a:alpha val="0"/>
                </a:srgbClr>
              </a:gs>
              <a:gs pos="0">
                <a:schemeClr val="accent6"/>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noFill/>
              </a:rPr>
              <a:t>XXX</a:t>
            </a:r>
          </a:p>
        </p:txBody>
      </p:sp>
      <p:sp>
        <p:nvSpPr>
          <p:cNvPr id="558" name="Oval 557">
            <a:extLst>
              <a:ext uri="{FF2B5EF4-FFF2-40B4-BE49-F238E27FC236}">
                <a16:creationId xmlns:a16="http://schemas.microsoft.com/office/drawing/2014/main" id="{AD24F8AE-BA10-E7A1-7F26-95A14BD1A349}"/>
              </a:ext>
            </a:extLst>
          </p:cNvPr>
          <p:cNvSpPr/>
          <p:nvPr/>
        </p:nvSpPr>
        <p:spPr>
          <a:xfrm>
            <a:off x="1369597" y="9158954"/>
            <a:ext cx="127562" cy="6204804"/>
          </a:xfrm>
          <a:prstGeom prst="ellipse">
            <a:avLst/>
          </a:prstGeom>
          <a:gradFill>
            <a:gsLst>
              <a:gs pos="67000">
                <a:srgbClr val="9266DB">
                  <a:alpha val="0"/>
                </a:srgbClr>
              </a:gs>
              <a:gs pos="0">
                <a:schemeClr val="accent6"/>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559" name="Oval 558">
            <a:extLst>
              <a:ext uri="{FF2B5EF4-FFF2-40B4-BE49-F238E27FC236}">
                <a16:creationId xmlns:a16="http://schemas.microsoft.com/office/drawing/2014/main" id="{A71737D4-AF94-1877-CD44-9B06FC6678B6}"/>
              </a:ext>
            </a:extLst>
          </p:cNvPr>
          <p:cNvSpPr/>
          <p:nvPr/>
        </p:nvSpPr>
        <p:spPr>
          <a:xfrm>
            <a:off x="3655009" y="8736480"/>
            <a:ext cx="122714" cy="5571798"/>
          </a:xfrm>
          <a:prstGeom prst="ellipse">
            <a:avLst/>
          </a:prstGeom>
          <a:gradFill>
            <a:gsLst>
              <a:gs pos="67000">
                <a:srgbClr val="9266DB">
                  <a:alpha val="0"/>
                </a:srgbClr>
              </a:gs>
              <a:gs pos="0">
                <a:schemeClr val="accent6"/>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560" name="Oval 559">
            <a:extLst>
              <a:ext uri="{FF2B5EF4-FFF2-40B4-BE49-F238E27FC236}">
                <a16:creationId xmlns:a16="http://schemas.microsoft.com/office/drawing/2014/main" id="{CBB6D560-6243-0800-1F22-994B2A9F7116}"/>
              </a:ext>
            </a:extLst>
          </p:cNvPr>
          <p:cNvSpPr/>
          <p:nvPr/>
        </p:nvSpPr>
        <p:spPr>
          <a:xfrm>
            <a:off x="3050007" y="11202345"/>
            <a:ext cx="146314" cy="3188189"/>
          </a:xfrm>
          <a:prstGeom prst="ellipse">
            <a:avLst/>
          </a:prstGeom>
          <a:gradFill>
            <a:gsLst>
              <a:gs pos="67000">
                <a:srgbClr val="9266DB">
                  <a:alpha val="0"/>
                </a:srgbClr>
              </a:gs>
              <a:gs pos="0">
                <a:schemeClr val="accent6"/>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561" name="Oval 560">
            <a:extLst>
              <a:ext uri="{FF2B5EF4-FFF2-40B4-BE49-F238E27FC236}">
                <a16:creationId xmlns:a16="http://schemas.microsoft.com/office/drawing/2014/main" id="{5A9AAB21-EE6E-A1DF-C7C0-53E9DB1678E4}"/>
              </a:ext>
            </a:extLst>
          </p:cNvPr>
          <p:cNvSpPr/>
          <p:nvPr/>
        </p:nvSpPr>
        <p:spPr>
          <a:xfrm>
            <a:off x="5659696" y="6564618"/>
            <a:ext cx="90767" cy="6725043"/>
          </a:xfrm>
          <a:prstGeom prst="ellipse">
            <a:avLst/>
          </a:prstGeom>
          <a:gradFill>
            <a:gsLst>
              <a:gs pos="67000">
                <a:srgbClr val="9266DB">
                  <a:alpha val="0"/>
                </a:srgbClr>
              </a:gs>
              <a:gs pos="0">
                <a:schemeClr val="accent6"/>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noFill/>
              </a:rPr>
              <a:t>XXX</a:t>
            </a:r>
          </a:p>
        </p:txBody>
      </p:sp>
      <p:sp>
        <p:nvSpPr>
          <p:cNvPr id="562" name="Oval 561">
            <a:extLst>
              <a:ext uri="{FF2B5EF4-FFF2-40B4-BE49-F238E27FC236}">
                <a16:creationId xmlns:a16="http://schemas.microsoft.com/office/drawing/2014/main" id="{B692BC53-9617-9426-CDF9-B8A479F6924D}"/>
              </a:ext>
            </a:extLst>
          </p:cNvPr>
          <p:cNvSpPr/>
          <p:nvPr/>
        </p:nvSpPr>
        <p:spPr>
          <a:xfrm>
            <a:off x="5489086" y="10005638"/>
            <a:ext cx="87653" cy="3927420"/>
          </a:xfrm>
          <a:prstGeom prst="ellipse">
            <a:avLst/>
          </a:prstGeom>
          <a:gradFill>
            <a:gsLst>
              <a:gs pos="67000">
                <a:srgbClr val="9266DB">
                  <a:alpha val="0"/>
                </a:srgbClr>
              </a:gs>
              <a:gs pos="0">
                <a:schemeClr val="accent6"/>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563" name="Oval 562">
            <a:extLst>
              <a:ext uri="{FF2B5EF4-FFF2-40B4-BE49-F238E27FC236}">
                <a16:creationId xmlns:a16="http://schemas.microsoft.com/office/drawing/2014/main" id="{E90DBE9F-62DF-0002-0954-ECBF7C7EE241}"/>
              </a:ext>
            </a:extLst>
          </p:cNvPr>
          <p:cNvSpPr/>
          <p:nvPr/>
        </p:nvSpPr>
        <p:spPr>
          <a:xfrm>
            <a:off x="5868803" y="9337220"/>
            <a:ext cx="108778" cy="5480067"/>
          </a:xfrm>
          <a:prstGeom prst="ellipse">
            <a:avLst/>
          </a:prstGeom>
          <a:gradFill>
            <a:gsLst>
              <a:gs pos="67000">
                <a:srgbClr val="9266DB">
                  <a:alpha val="0"/>
                </a:srgbClr>
              </a:gs>
              <a:gs pos="0">
                <a:schemeClr val="accent6"/>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564" name="Oval 563">
            <a:extLst>
              <a:ext uri="{FF2B5EF4-FFF2-40B4-BE49-F238E27FC236}">
                <a16:creationId xmlns:a16="http://schemas.microsoft.com/office/drawing/2014/main" id="{1BB6FCD6-99A9-758C-EBF8-14A622BD1FC9}"/>
              </a:ext>
            </a:extLst>
          </p:cNvPr>
          <p:cNvSpPr/>
          <p:nvPr/>
        </p:nvSpPr>
        <p:spPr>
          <a:xfrm>
            <a:off x="5399877" y="9282703"/>
            <a:ext cx="107400" cy="3273204"/>
          </a:xfrm>
          <a:prstGeom prst="ellipse">
            <a:avLst/>
          </a:prstGeom>
          <a:gradFill>
            <a:gsLst>
              <a:gs pos="67000">
                <a:srgbClr val="9266DB">
                  <a:alpha val="0"/>
                </a:srgbClr>
              </a:gs>
              <a:gs pos="0">
                <a:schemeClr val="accent6"/>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565" name="Oval 564">
            <a:extLst>
              <a:ext uri="{FF2B5EF4-FFF2-40B4-BE49-F238E27FC236}">
                <a16:creationId xmlns:a16="http://schemas.microsoft.com/office/drawing/2014/main" id="{70980C9E-5C91-FFC4-A41E-28A630CFECD2}"/>
              </a:ext>
            </a:extLst>
          </p:cNvPr>
          <p:cNvSpPr/>
          <p:nvPr/>
        </p:nvSpPr>
        <p:spPr>
          <a:xfrm>
            <a:off x="3092451" y="8492026"/>
            <a:ext cx="100308" cy="4875489"/>
          </a:xfrm>
          <a:prstGeom prst="ellipse">
            <a:avLst/>
          </a:prstGeom>
          <a:gradFill>
            <a:gsLst>
              <a:gs pos="67000">
                <a:srgbClr val="9266DB">
                  <a:alpha val="0"/>
                </a:srgbClr>
              </a:gs>
              <a:gs pos="0">
                <a:schemeClr val="accent6"/>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566" name="Oval 565">
            <a:extLst>
              <a:ext uri="{FF2B5EF4-FFF2-40B4-BE49-F238E27FC236}">
                <a16:creationId xmlns:a16="http://schemas.microsoft.com/office/drawing/2014/main" id="{7A4F481D-BCB6-12A6-2AB7-0F94BC6F7BA7}"/>
              </a:ext>
            </a:extLst>
          </p:cNvPr>
          <p:cNvSpPr/>
          <p:nvPr/>
        </p:nvSpPr>
        <p:spPr>
          <a:xfrm>
            <a:off x="9727156" y="8209555"/>
            <a:ext cx="148651" cy="4579657"/>
          </a:xfrm>
          <a:prstGeom prst="ellipse">
            <a:avLst/>
          </a:prstGeom>
          <a:gradFill>
            <a:gsLst>
              <a:gs pos="67000">
                <a:srgbClr val="9266DB">
                  <a:alpha val="0"/>
                </a:srgbClr>
              </a:gs>
              <a:gs pos="0">
                <a:schemeClr val="accent6"/>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567" name="Oval 566">
            <a:extLst>
              <a:ext uri="{FF2B5EF4-FFF2-40B4-BE49-F238E27FC236}">
                <a16:creationId xmlns:a16="http://schemas.microsoft.com/office/drawing/2014/main" id="{1B9CD005-DD07-AD18-249A-F2274C204059}"/>
              </a:ext>
            </a:extLst>
          </p:cNvPr>
          <p:cNvSpPr/>
          <p:nvPr/>
        </p:nvSpPr>
        <p:spPr>
          <a:xfrm>
            <a:off x="5780474" y="6234679"/>
            <a:ext cx="85562" cy="7348747"/>
          </a:xfrm>
          <a:prstGeom prst="ellipse">
            <a:avLst/>
          </a:prstGeom>
          <a:gradFill>
            <a:gsLst>
              <a:gs pos="67000">
                <a:srgbClr val="9266DB">
                  <a:alpha val="0"/>
                </a:srgbClr>
              </a:gs>
              <a:gs pos="0">
                <a:schemeClr val="accent6"/>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noFill/>
              </a:rPr>
              <a:t>XXXX</a:t>
            </a:r>
          </a:p>
        </p:txBody>
      </p:sp>
      <p:sp>
        <p:nvSpPr>
          <p:cNvPr id="568" name="Oval 567">
            <a:extLst>
              <a:ext uri="{FF2B5EF4-FFF2-40B4-BE49-F238E27FC236}">
                <a16:creationId xmlns:a16="http://schemas.microsoft.com/office/drawing/2014/main" id="{9F0EBEA4-CE72-C7C6-3F23-D1D2EC8AB14B}"/>
              </a:ext>
            </a:extLst>
          </p:cNvPr>
          <p:cNvSpPr/>
          <p:nvPr/>
        </p:nvSpPr>
        <p:spPr>
          <a:xfrm>
            <a:off x="1816029" y="8325643"/>
            <a:ext cx="130919" cy="5858541"/>
          </a:xfrm>
          <a:prstGeom prst="ellipse">
            <a:avLst/>
          </a:prstGeom>
          <a:gradFill>
            <a:gsLst>
              <a:gs pos="67000">
                <a:srgbClr val="9266DB">
                  <a:alpha val="0"/>
                </a:srgbClr>
              </a:gs>
              <a:gs pos="0">
                <a:schemeClr val="accent6"/>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569" name="Oval 568">
            <a:extLst>
              <a:ext uri="{FF2B5EF4-FFF2-40B4-BE49-F238E27FC236}">
                <a16:creationId xmlns:a16="http://schemas.microsoft.com/office/drawing/2014/main" id="{C34CEB31-41FA-BE7B-1A92-7AE2328F26A7}"/>
              </a:ext>
            </a:extLst>
          </p:cNvPr>
          <p:cNvSpPr/>
          <p:nvPr/>
        </p:nvSpPr>
        <p:spPr>
          <a:xfrm>
            <a:off x="1992486" y="11343931"/>
            <a:ext cx="116970" cy="2419563"/>
          </a:xfrm>
          <a:prstGeom prst="ellipse">
            <a:avLst/>
          </a:prstGeom>
          <a:gradFill>
            <a:gsLst>
              <a:gs pos="67000">
                <a:srgbClr val="9266DB">
                  <a:alpha val="0"/>
                </a:srgbClr>
              </a:gs>
              <a:gs pos="0">
                <a:schemeClr val="accent6"/>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570" name="Oval 569">
            <a:extLst>
              <a:ext uri="{FF2B5EF4-FFF2-40B4-BE49-F238E27FC236}">
                <a16:creationId xmlns:a16="http://schemas.microsoft.com/office/drawing/2014/main" id="{6431EA06-5020-1483-F44C-809894F4E466}"/>
              </a:ext>
            </a:extLst>
          </p:cNvPr>
          <p:cNvSpPr/>
          <p:nvPr/>
        </p:nvSpPr>
        <p:spPr>
          <a:xfrm>
            <a:off x="4820900" y="7212988"/>
            <a:ext cx="123065" cy="6144678"/>
          </a:xfrm>
          <a:prstGeom prst="ellipse">
            <a:avLst/>
          </a:prstGeom>
          <a:gradFill>
            <a:gsLst>
              <a:gs pos="67000">
                <a:srgbClr val="9266DB">
                  <a:alpha val="0"/>
                </a:srgbClr>
              </a:gs>
              <a:gs pos="0">
                <a:schemeClr val="accent6"/>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571" name="Oval 570">
            <a:extLst>
              <a:ext uri="{FF2B5EF4-FFF2-40B4-BE49-F238E27FC236}">
                <a16:creationId xmlns:a16="http://schemas.microsoft.com/office/drawing/2014/main" id="{AA099130-BDA8-CA13-0483-9D8E1FEFA65F}"/>
              </a:ext>
            </a:extLst>
          </p:cNvPr>
          <p:cNvSpPr/>
          <p:nvPr/>
        </p:nvSpPr>
        <p:spPr>
          <a:xfrm>
            <a:off x="8676382" y="8673969"/>
            <a:ext cx="96631" cy="6138503"/>
          </a:xfrm>
          <a:prstGeom prst="ellipse">
            <a:avLst/>
          </a:prstGeom>
          <a:gradFill>
            <a:gsLst>
              <a:gs pos="67000">
                <a:srgbClr val="9266DB">
                  <a:alpha val="0"/>
                </a:srgbClr>
              </a:gs>
              <a:gs pos="0">
                <a:schemeClr val="accent6"/>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572" name="Oval 571">
            <a:extLst>
              <a:ext uri="{FF2B5EF4-FFF2-40B4-BE49-F238E27FC236}">
                <a16:creationId xmlns:a16="http://schemas.microsoft.com/office/drawing/2014/main" id="{C704E12D-D25D-DD87-8067-7CF91B0F3EE5}"/>
              </a:ext>
            </a:extLst>
          </p:cNvPr>
          <p:cNvSpPr/>
          <p:nvPr/>
        </p:nvSpPr>
        <p:spPr>
          <a:xfrm>
            <a:off x="2725349" y="9010709"/>
            <a:ext cx="76794" cy="5454886"/>
          </a:xfrm>
          <a:prstGeom prst="ellipse">
            <a:avLst/>
          </a:prstGeom>
          <a:gradFill>
            <a:gsLst>
              <a:gs pos="67000">
                <a:srgbClr val="9266DB">
                  <a:alpha val="0"/>
                </a:srgbClr>
              </a:gs>
              <a:gs pos="0">
                <a:schemeClr val="accent6"/>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573" name="Oval 572">
            <a:extLst>
              <a:ext uri="{FF2B5EF4-FFF2-40B4-BE49-F238E27FC236}">
                <a16:creationId xmlns:a16="http://schemas.microsoft.com/office/drawing/2014/main" id="{6A75679A-77E0-CA75-2621-A0CBF8B81B10}"/>
              </a:ext>
            </a:extLst>
          </p:cNvPr>
          <p:cNvSpPr/>
          <p:nvPr/>
        </p:nvSpPr>
        <p:spPr>
          <a:xfrm>
            <a:off x="6570918" y="8547413"/>
            <a:ext cx="112108" cy="6577458"/>
          </a:xfrm>
          <a:prstGeom prst="ellipse">
            <a:avLst/>
          </a:prstGeom>
          <a:gradFill>
            <a:gsLst>
              <a:gs pos="67000">
                <a:srgbClr val="9266DB">
                  <a:alpha val="0"/>
                </a:srgbClr>
              </a:gs>
              <a:gs pos="0">
                <a:schemeClr val="accent6"/>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574" name="Oval 573">
            <a:extLst>
              <a:ext uri="{FF2B5EF4-FFF2-40B4-BE49-F238E27FC236}">
                <a16:creationId xmlns:a16="http://schemas.microsoft.com/office/drawing/2014/main" id="{1202DFD7-6F7C-C06F-806B-DA29B71C71A2}"/>
              </a:ext>
            </a:extLst>
          </p:cNvPr>
          <p:cNvSpPr/>
          <p:nvPr/>
        </p:nvSpPr>
        <p:spPr>
          <a:xfrm>
            <a:off x="855656" y="11578565"/>
            <a:ext cx="105739" cy="2052496"/>
          </a:xfrm>
          <a:prstGeom prst="ellipse">
            <a:avLst/>
          </a:prstGeom>
          <a:gradFill>
            <a:gsLst>
              <a:gs pos="67000">
                <a:srgbClr val="9266DB">
                  <a:alpha val="0"/>
                </a:srgbClr>
              </a:gs>
              <a:gs pos="0">
                <a:schemeClr val="accent6"/>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575" name="Oval 574">
            <a:extLst>
              <a:ext uri="{FF2B5EF4-FFF2-40B4-BE49-F238E27FC236}">
                <a16:creationId xmlns:a16="http://schemas.microsoft.com/office/drawing/2014/main" id="{BAE81500-95DA-A5A2-5FAF-F6AC64023AB2}"/>
              </a:ext>
            </a:extLst>
          </p:cNvPr>
          <p:cNvSpPr/>
          <p:nvPr/>
        </p:nvSpPr>
        <p:spPr>
          <a:xfrm>
            <a:off x="6029418" y="9806459"/>
            <a:ext cx="92672" cy="3273546"/>
          </a:xfrm>
          <a:prstGeom prst="ellipse">
            <a:avLst/>
          </a:prstGeom>
          <a:gradFill>
            <a:gsLst>
              <a:gs pos="67000">
                <a:srgbClr val="9266DB">
                  <a:alpha val="0"/>
                </a:srgbClr>
              </a:gs>
              <a:gs pos="0">
                <a:schemeClr val="accent6"/>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576" name="Oval 575">
            <a:extLst>
              <a:ext uri="{FF2B5EF4-FFF2-40B4-BE49-F238E27FC236}">
                <a16:creationId xmlns:a16="http://schemas.microsoft.com/office/drawing/2014/main" id="{AC2FC731-8D39-C1E4-0E93-2F04ADCA203A}"/>
              </a:ext>
            </a:extLst>
          </p:cNvPr>
          <p:cNvSpPr/>
          <p:nvPr/>
        </p:nvSpPr>
        <p:spPr>
          <a:xfrm>
            <a:off x="8336939" y="9594458"/>
            <a:ext cx="83812" cy="5418259"/>
          </a:xfrm>
          <a:prstGeom prst="ellipse">
            <a:avLst/>
          </a:prstGeom>
          <a:gradFill>
            <a:gsLst>
              <a:gs pos="67000">
                <a:srgbClr val="9266DB">
                  <a:alpha val="0"/>
                </a:srgbClr>
              </a:gs>
              <a:gs pos="0">
                <a:schemeClr val="accent6"/>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577" name="Oval 576">
            <a:extLst>
              <a:ext uri="{FF2B5EF4-FFF2-40B4-BE49-F238E27FC236}">
                <a16:creationId xmlns:a16="http://schemas.microsoft.com/office/drawing/2014/main" id="{868BCD3B-50B6-775A-678E-9DEBD529C79C}"/>
              </a:ext>
            </a:extLst>
          </p:cNvPr>
          <p:cNvSpPr/>
          <p:nvPr/>
        </p:nvSpPr>
        <p:spPr>
          <a:xfrm>
            <a:off x="305595" y="9970461"/>
            <a:ext cx="140925" cy="4110283"/>
          </a:xfrm>
          <a:prstGeom prst="ellipse">
            <a:avLst/>
          </a:prstGeom>
          <a:gradFill>
            <a:gsLst>
              <a:gs pos="67000">
                <a:srgbClr val="9266DB">
                  <a:alpha val="0"/>
                </a:srgbClr>
              </a:gs>
              <a:gs pos="0">
                <a:schemeClr val="accent6"/>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578" name="Oval 577">
            <a:extLst>
              <a:ext uri="{FF2B5EF4-FFF2-40B4-BE49-F238E27FC236}">
                <a16:creationId xmlns:a16="http://schemas.microsoft.com/office/drawing/2014/main" id="{C473CD7A-83E8-10A4-206A-73A4ADF2C7E1}"/>
              </a:ext>
            </a:extLst>
          </p:cNvPr>
          <p:cNvSpPr/>
          <p:nvPr/>
        </p:nvSpPr>
        <p:spPr>
          <a:xfrm>
            <a:off x="8404920" y="6630186"/>
            <a:ext cx="98723" cy="6220399"/>
          </a:xfrm>
          <a:prstGeom prst="ellipse">
            <a:avLst/>
          </a:prstGeom>
          <a:gradFill>
            <a:gsLst>
              <a:gs pos="67000">
                <a:srgbClr val="9266DB">
                  <a:alpha val="0"/>
                </a:srgbClr>
              </a:gs>
              <a:gs pos="0">
                <a:schemeClr val="accent6"/>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noFill/>
              </a:rPr>
              <a:t>XXXX</a:t>
            </a:r>
          </a:p>
        </p:txBody>
      </p:sp>
      <p:sp>
        <p:nvSpPr>
          <p:cNvPr id="579" name="Oval 578">
            <a:extLst>
              <a:ext uri="{FF2B5EF4-FFF2-40B4-BE49-F238E27FC236}">
                <a16:creationId xmlns:a16="http://schemas.microsoft.com/office/drawing/2014/main" id="{791DD056-81FE-5AF8-41CF-CEFB22A76B83}"/>
              </a:ext>
            </a:extLst>
          </p:cNvPr>
          <p:cNvSpPr/>
          <p:nvPr/>
        </p:nvSpPr>
        <p:spPr>
          <a:xfrm>
            <a:off x="9918311" y="11512083"/>
            <a:ext cx="115217" cy="2998467"/>
          </a:xfrm>
          <a:prstGeom prst="ellipse">
            <a:avLst/>
          </a:prstGeom>
          <a:gradFill>
            <a:gsLst>
              <a:gs pos="67000">
                <a:srgbClr val="9266DB">
                  <a:alpha val="0"/>
                </a:srgbClr>
              </a:gs>
              <a:gs pos="0">
                <a:schemeClr val="accent6"/>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580" name="Oval 579">
            <a:extLst>
              <a:ext uri="{FF2B5EF4-FFF2-40B4-BE49-F238E27FC236}">
                <a16:creationId xmlns:a16="http://schemas.microsoft.com/office/drawing/2014/main" id="{F560078F-1529-3D21-AABC-925D434F7471}"/>
              </a:ext>
            </a:extLst>
          </p:cNvPr>
          <p:cNvSpPr/>
          <p:nvPr/>
        </p:nvSpPr>
        <p:spPr>
          <a:xfrm>
            <a:off x="5881641" y="10983682"/>
            <a:ext cx="91116" cy="1937825"/>
          </a:xfrm>
          <a:prstGeom prst="ellipse">
            <a:avLst/>
          </a:prstGeom>
          <a:gradFill>
            <a:gsLst>
              <a:gs pos="67000">
                <a:srgbClr val="9266DB">
                  <a:alpha val="0"/>
                </a:srgbClr>
              </a:gs>
              <a:gs pos="0">
                <a:schemeClr val="accent6"/>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581" name="Oval 580">
            <a:extLst>
              <a:ext uri="{FF2B5EF4-FFF2-40B4-BE49-F238E27FC236}">
                <a16:creationId xmlns:a16="http://schemas.microsoft.com/office/drawing/2014/main" id="{4609DE62-A597-40A4-A0D3-C4EED9C02FF8}"/>
              </a:ext>
            </a:extLst>
          </p:cNvPr>
          <p:cNvSpPr/>
          <p:nvPr/>
        </p:nvSpPr>
        <p:spPr>
          <a:xfrm>
            <a:off x="11637105" y="10082825"/>
            <a:ext cx="122289" cy="3780141"/>
          </a:xfrm>
          <a:prstGeom prst="ellipse">
            <a:avLst/>
          </a:prstGeom>
          <a:gradFill>
            <a:gsLst>
              <a:gs pos="67000">
                <a:srgbClr val="9266DB">
                  <a:alpha val="0"/>
                </a:srgbClr>
              </a:gs>
              <a:gs pos="0">
                <a:schemeClr val="accent6"/>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582" name="Oval 581">
            <a:extLst>
              <a:ext uri="{FF2B5EF4-FFF2-40B4-BE49-F238E27FC236}">
                <a16:creationId xmlns:a16="http://schemas.microsoft.com/office/drawing/2014/main" id="{9A967EE2-C442-8DA7-4926-9BEEC4011D1C}"/>
              </a:ext>
            </a:extLst>
          </p:cNvPr>
          <p:cNvSpPr/>
          <p:nvPr/>
        </p:nvSpPr>
        <p:spPr>
          <a:xfrm>
            <a:off x="9436722" y="9612279"/>
            <a:ext cx="86104" cy="2393920"/>
          </a:xfrm>
          <a:prstGeom prst="ellipse">
            <a:avLst/>
          </a:prstGeom>
          <a:gradFill>
            <a:gsLst>
              <a:gs pos="67000">
                <a:srgbClr val="9266DB">
                  <a:alpha val="0"/>
                </a:srgbClr>
              </a:gs>
              <a:gs pos="0">
                <a:schemeClr val="accent6"/>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583" name="Oval 582">
            <a:extLst>
              <a:ext uri="{FF2B5EF4-FFF2-40B4-BE49-F238E27FC236}">
                <a16:creationId xmlns:a16="http://schemas.microsoft.com/office/drawing/2014/main" id="{7CBAB65C-7BCC-BEA9-26E3-1C2336628EF5}"/>
              </a:ext>
            </a:extLst>
          </p:cNvPr>
          <p:cNvSpPr/>
          <p:nvPr/>
        </p:nvSpPr>
        <p:spPr>
          <a:xfrm>
            <a:off x="7897697" y="7820973"/>
            <a:ext cx="145418" cy="7355002"/>
          </a:xfrm>
          <a:prstGeom prst="ellipse">
            <a:avLst/>
          </a:prstGeom>
          <a:gradFill>
            <a:gsLst>
              <a:gs pos="67000">
                <a:srgbClr val="9266DB">
                  <a:alpha val="0"/>
                </a:srgbClr>
              </a:gs>
              <a:gs pos="0">
                <a:schemeClr val="accent6"/>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584" name="Oval 583">
            <a:extLst>
              <a:ext uri="{FF2B5EF4-FFF2-40B4-BE49-F238E27FC236}">
                <a16:creationId xmlns:a16="http://schemas.microsoft.com/office/drawing/2014/main" id="{243D7F17-B434-E23C-C25C-55A919AFC808}"/>
              </a:ext>
            </a:extLst>
          </p:cNvPr>
          <p:cNvSpPr/>
          <p:nvPr/>
        </p:nvSpPr>
        <p:spPr>
          <a:xfrm>
            <a:off x="625758" y="8295221"/>
            <a:ext cx="104788" cy="6906646"/>
          </a:xfrm>
          <a:prstGeom prst="ellipse">
            <a:avLst/>
          </a:prstGeom>
          <a:gradFill>
            <a:gsLst>
              <a:gs pos="67000">
                <a:srgbClr val="9266DB">
                  <a:alpha val="0"/>
                </a:srgbClr>
              </a:gs>
              <a:gs pos="0">
                <a:schemeClr val="accent6"/>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585" name="Oval 584">
            <a:extLst>
              <a:ext uri="{FF2B5EF4-FFF2-40B4-BE49-F238E27FC236}">
                <a16:creationId xmlns:a16="http://schemas.microsoft.com/office/drawing/2014/main" id="{266016A9-4726-B2C2-8989-2FDFDD19EF7B}"/>
              </a:ext>
            </a:extLst>
          </p:cNvPr>
          <p:cNvSpPr/>
          <p:nvPr/>
        </p:nvSpPr>
        <p:spPr>
          <a:xfrm>
            <a:off x="789532" y="7495551"/>
            <a:ext cx="136170" cy="5240780"/>
          </a:xfrm>
          <a:prstGeom prst="ellipse">
            <a:avLst/>
          </a:prstGeom>
          <a:gradFill>
            <a:gsLst>
              <a:gs pos="67000">
                <a:srgbClr val="9266DB">
                  <a:alpha val="0"/>
                </a:srgbClr>
              </a:gs>
              <a:gs pos="0">
                <a:schemeClr val="accent6"/>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586" name="Oval 585">
            <a:extLst>
              <a:ext uri="{FF2B5EF4-FFF2-40B4-BE49-F238E27FC236}">
                <a16:creationId xmlns:a16="http://schemas.microsoft.com/office/drawing/2014/main" id="{6C80F612-C0E1-3D9A-A6E0-F92EA4E2E663}"/>
              </a:ext>
            </a:extLst>
          </p:cNvPr>
          <p:cNvSpPr/>
          <p:nvPr/>
        </p:nvSpPr>
        <p:spPr>
          <a:xfrm>
            <a:off x="916300" y="9436272"/>
            <a:ext cx="125485" cy="5651132"/>
          </a:xfrm>
          <a:prstGeom prst="ellipse">
            <a:avLst/>
          </a:prstGeom>
          <a:gradFill>
            <a:gsLst>
              <a:gs pos="67000">
                <a:srgbClr val="9266DB">
                  <a:alpha val="0"/>
                </a:srgbClr>
              </a:gs>
              <a:gs pos="0">
                <a:schemeClr val="accent6"/>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587" name="Oval 586">
            <a:extLst>
              <a:ext uri="{FF2B5EF4-FFF2-40B4-BE49-F238E27FC236}">
                <a16:creationId xmlns:a16="http://schemas.microsoft.com/office/drawing/2014/main" id="{32EC75D2-00AF-C27F-C7FD-B2943D6241D1}"/>
              </a:ext>
            </a:extLst>
          </p:cNvPr>
          <p:cNvSpPr/>
          <p:nvPr/>
        </p:nvSpPr>
        <p:spPr>
          <a:xfrm>
            <a:off x="9252802" y="6434809"/>
            <a:ext cx="104209" cy="6834966"/>
          </a:xfrm>
          <a:prstGeom prst="ellipse">
            <a:avLst/>
          </a:prstGeom>
          <a:gradFill>
            <a:gsLst>
              <a:gs pos="67000">
                <a:srgbClr val="9266DB">
                  <a:alpha val="0"/>
                </a:srgbClr>
              </a:gs>
              <a:gs pos="0">
                <a:schemeClr val="accent6"/>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noFill/>
              </a:rPr>
              <a:t>XXXX</a:t>
            </a:r>
          </a:p>
        </p:txBody>
      </p:sp>
      <p:sp>
        <p:nvSpPr>
          <p:cNvPr id="588" name="Oval 587">
            <a:extLst>
              <a:ext uri="{FF2B5EF4-FFF2-40B4-BE49-F238E27FC236}">
                <a16:creationId xmlns:a16="http://schemas.microsoft.com/office/drawing/2014/main" id="{B00E25A4-F3DB-143C-B27C-BED080402BB5}"/>
              </a:ext>
            </a:extLst>
          </p:cNvPr>
          <p:cNvSpPr/>
          <p:nvPr/>
        </p:nvSpPr>
        <p:spPr>
          <a:xfrm>
            <a:off x="8124989" y="9432844"/>
            <a:ext cx="102683" cy="3993916"/>
          </a:xfrm>
          <a:prstGeom prst="ellipse">
            <a:avLst/>
          </a:prstGeom>
          <a:gradFill>
            <a:gsLst>
              <a:gs pos="67000">
                <a:srgbClr val="9266DB">
                  <a:alpha val="0"/>
                </a:srgbClr>
              </a:gs>
              <a:gs pos="0">
                <a:schemeClr val="accent6"/>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589" name="Oval 588">
            <a:extLst>
              <a:ext uri="{FF2B5EF4-FFF2-40B4-BE49-F238E27FC236}">
                <a16:creationId xmlns:a16="http://schemas.microsoft.com/office/drawing/2014/main" id="{94D98E30-2A52-8424-DB0E-5B3C90A6EF5F}"/>
              </a:ext>
            </a:extLst>
          </p:cNvPr>
          <p:cNvSpPr/>
          <p:nvPr/>
        </p:nvSpPr>
        <p:spPr>
          <a:xfrm>
            <a:off x="2826388" y="8694695"/>
            <a:ext cx="81670" cy="3857392"/>
          </a:xfrm>
          <a:prstGeom prst="ellipse">
            <a:avLst/>
          </a:prstGeom>
          <a:gradFill>
            <a:gsLst>
              <a:gs pos="67000">
                <a:srgbClr val="9266DB">
                  <a:alpha val="0"/>
                </a:srgbClr>
              </a:gs>
              <a:gs pos="0">
                <a:schemeClr val="accent6"/>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590" name="Oval 589">
            <a:extLst>
              <a:ext uri="{FF2B5EF4-FFF2-40B4-BE49-F238E27FC236}">
                <a16:creationId xmlns:a16="http://schemas.microsoft.com/office/drawing/2014/main" id="{45C73E0F-AAFB-AFBA-79A8-D878D4912E4B}"/>
              </a:ext>
            </a:extLst>
          </p:cNvPr>
          <p:cNvSpPr/>
          <p:nvPr/>
        </p:nvSpPr>
        <p:spPr>
          <a:xfrm>
            <a:off x="5132964" y="9881343"/>
            <a:ext cx="79924" cy="2179254"/>
          </a:xfrm>
          <a:prstGeom prst="ellipse">
            <a:avLst/>
          </a:prstGeom>
          <a:gradFill>
            <a:gsLst>
              <a:gs pos="67000">
                <a:srgbClr val="9266DB">
                  <a:alpha val="0"/>
                </a:srgbClr>
              </a:gs>
              <a:gs pos="0">
                <a:schemeClr val="accent6"/>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591" name="Oval 590">
            <a:extLst>
              <a:ext uri="{FF2B5EF4-FFF2-40B4-BE49-F238E27FC236}">
                <a16:creationId xmlns:a16="http://schemas.microsoft.com/office/drawing/2014/main" id="{6F8AEE23-C268-1550-01BB-6CF6DB7D35DD}"/>
              </a:ext>
            </a:extLst>
          </p:cNvPr>
          <p:cNvSpPr/>
          <p:nvPr/>
        </p:nvSpPr>
        <p:spPr>
          <a:xfrm>
            <a:off x="11068020" y="7964718"/>
            <a:ext cx="149271" cy="5693662"/>
          </a:xfrm>
          <a:prstGeom prst="ellipse">
            <a:avLst/>
          </a:prstGeom>
          <a:gradFill>
            <a:gsLst>
              <a:gs pos="67000">
                <a:srgbClr val="9266DB">
                  <a:alpha val="0"/>
                </a:srgbClr>
              </a:gs>
              <a:gs pos="0">
                <a:schemeClr val="accent6"/>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592" name="Oval 591">
            <a:extLst>
              <a:ext uri="{FF2B5EF4-FFF2-40B4-BE49-F238E27FC236}">
                <a16:creationId xmlns:a16="http://schemas.microsoft.com/office/drawing/2014/main" id="{BCA22966-0B41-5FB6-FBE3-928659500B6C}"/>
              </a:ext>
            </a:extLst>
          </p:cNvPr>
          <p:cNvSpPr/>
          <p:nvPr/>
        </p:nvSpPr>
        <p:spPr>
          <a:xfrm>
            <a:off x="2024911" y="9230149"/>
            <a:ext cx="93184" cy="3874514"/>
          </a:xfrm>
          <a:prstGeom prst="ellipse">
            <a:avLst/>
          </a:prstGeom>
          <a:gradFill>
            <a:gsLst>
              <a:gs pos="67000">
                <a:srgbClr val="9266DB">
                  <a:alpha val="0"/>
                </a:srgbClr>
              </a:gs>
              <a:gs pos="0">
                <a:schemeClr val="accent6"/>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593" name="Oval 592">
            <a:extLst>
              <a:ext uri="{FF2B5EF4-FFF2-40B4-BE49-F238E27FC236}">
                <a16:creationId xmlns:a16="http://schemas.microsoft.com/office/drawing/2014/main" id="{66A96637-7F22-DF21-950F-117EBC07B032}"/>
              </a:ext>
            </a:extLst>
          </p:cNvPr>
          <p:cNvSpPr/>
          <p:nvPr/>
        </p:nvSpPr>
        <p:spPr>
          <a:xfrm>
            <a:off x="939064" y="8934335"/>
            <a:ext cx="135769" cy="4806212"/>
          </a:xfrm>
          <a:prstGeom prst="ellipse">
            <a:avLst/>
          </a:prstGeom>
          <a:gradFill>
            <a:gsLst>
              <a:gs pos="67000">
                <a:srgbClr val="9266DB">
                  <a:alpha val="0"/>
                </a:srgbClr>
              </a:gs>
              <a:gs pos="0">
                <a:schemeClr val="accent6"/>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594" name="Oval 593">
            <a:extLst>
              <a:ext uri="{FF2B5EF4-FFF2-40B4-BE49-F238E27FC236}">
                <a16:creationId xmlns:a16="http://schemas.microsoft.com/office/drawing/2014/main" id="{D625102B-3806-9264-3C31-8D2AA8235295}"/>
              </a:ext>
            </a:extLst>
          </p:cNvPr>
          <p:cNvSpPr/>
          <p:nvPr/>
        </p:nvSpPr>
        <p:spPr>
          <a:xfrm>
            <a:off x="1900269" y="9474493"/>
            <a:ext cx="87862" cy="3653806"/>
          </a:xfrm>
          <a:prstGeom prst="ellipse">
            <a:avLst/>
          </a:prstGeom>
          <a:gradFill>
            <a:gsLst>
              <a:gs pos="67000">
                <a:srgbClr val="9266DB">
                  <a:alpha val="0"/>
                </a:srgbClr>
              </a:gs>
              <a:gs pos="0">
                <a:schemeClr val="accent6"/>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595" name="Oval 594">
            <a:extLst>
              <a:ext uri="{FF2B5EF4-FFF2-40B4-BE49-F238E27FC236}">
                <a16:creationId xmlns:a16="http://schemas.microsoft.com/office/drawing/2014/main" id="{86F3DE87-F1B4-DE07-1928-AB077B86C965}"/>
              </a:ext>
            </a:extLst>
          </p:cNvPr>
          <p:cNvSpPr/>
          <p:nvPr/>
        </p:nvSpPr>
        <p:spPr>
          <a:xfrm>
            <a:off x="9946161" y="9720263"/>
            <a:ext cx="91420" cy="3987712"/>
          </a:xfrm>
          <a:prstGeom prst="ellipse">
            <a:avLst/>
          </a:prstGeom>
          <a:gradFill>
            <a:gsLst>
              <a:gs pos="67000">
                <a:srgbClr val="9266DB">
                  <a:alpha val="0"/>
                </a:srgbClr>
              </a:gs>
              <a:gs pos="0">
                <a:schemeClr val="accent6"/>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596" name="Oval 595">
            <a:extLst>
              <a:ext uri="{FF2B5EF4-FFF2-40B4-BE49-F238E27FC236}">
                <a16:creationId xmlns:a16="http://schemas.microsoft.com/office/drawing/2014/main" id="{A97B38E1-1954-7C9A-0D5B-10229A56FE3D}"/>
              </a:ext>
            </a:extLst>
          </p:cNvPr>
          <p:cNvSpPr/>
          <p:nvPr/>
        </p:nvSpPr>
        <p:spPr>
          <a:xfrm>
            <a:off x="11118557" y="6208146"/>
            <a:ext cx="120628" cy="6923926"/>
          </a:xfrm>
          <a:prstGeom prst="ellipse">
            <a:avLst/>
          </a:prstGeom>
          <a:gradFill>
            <a:gsLst>
              <a:gs pos="67000">
                <a:srgbClr val="9266DB">
                  <a:alpha val="0"/>
                </a:srgbClr>
              </a:gs>
              <a:gs pos="0">
                <a:schemeClr val="accent6"/>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noFill/>
              </a:rPr>
              <a:t>XXXX</a:t>
            </a:r>
          </a:p>
        </p:txBody>
      </p:sp>
      <p:sp>
        <p:nvSpPr>
          <p:cNvPr id="597" name="Oval 596">
            <a:extLst>
              <a:ext uri="{FF2B5EF4-FFF2-40B4-BE49-F238E27FC236}">
                <a16:creationId xmlns:a16="http://schemas.microsoft.com/office/drawing/2014/main" id="{4E21EA4A-D1CD-3EA2-2D24-EC74E90363FE}"/>
              </a:ext>
            </a:extLst>
          </p:cNvPr>
          <p:cNvSpPr/>
          <p:nvPr/>
        </p:nvSpPr>
        <p:spPr>
          <a:xfrm>
            <a:off x="3486493" y="7558039"/>
            <a:ext cx="121179" cy="5520506"/>
          </a:xfrm>
          <a:prstGeom prst="ellipse">
            <a:avLst/>
          </a:prstGeom>
          <a:gradFill>
            <a:gsLst>
              <a:gs pos="67000">
                <a:srgbClr val="9266DB">
                  <a:alpha val="0"/>
                </a:srgbClr>
              </a:gs>
              <a:gs pos="0">
                <a:schemeClr val="accent6"/>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598" name="Oval 597">
            <a:extLst>
              <a:ext uri="{FF2B5EF4-FFF2-40B4-BE49-F238E27FC236}">
                <a16:creationId xmlns:a16="http://schemas.microsoft.com/office/drawing/2014/main" id="{2F74A7DD-C210-E831-9AF6-71F7F36912D6}"/>
              </a:ext>
            </a:extLst>
          </p:cNvPr>
          <p:cNvSpPr/>
          <p:nvPr/>
        </p:nvSpPr>
        <p:spPr>
          <a:xfrm>
            <a:off x="12063826" y="11551931"/>
            <a:ext cx="86515" cy="3256977"/>
          </a:xfrm>
          <a:prstGeom prst="ellipse">
            <a:avLst/>
          </a:prstGeom>
          <a:gradFill>
            <a:gsLst>
              <a:gs pos="67000">
                <a:srgbClr val="9266DB">
                  <a:alpha val="0"/>
                </a:srgbClr>
              </a:gs>
              <a:gs pos="0">
                <a:schemeClr val="accent6"/>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599" name="Oval 598">
            <a:extLst>
              <a:ext uri="{FF2B5EF4-FFF2-40B4-BE49-F238E27FC236}">
                <a16:creationId xmlns:a16="http://schemas.microsoft.com/office/drawing/2014/main" id="{E1ED18D0-3AF2-64E2-06E1-1006D978F52D}"/>
              </a:ext>
            </a:extLst>
          </p:cNvPr>
          <p:cNvSpPr/>
          <p:nvPr/>
        </p:nvSpPr>
        <p:spPr>
          <a:xfrm>
            <a:off x="845673" y="8977975"/>
            <a:ext cx="141998" cy="5878161"/>
          </a:xfrm>
          <a:prstGeom prst="ellipse">
            <a:avLst/>
          </a:prstGeom>
          <a:gradFill>
            <a:gsLst>
              <a:gs pos="67000">
                <a:srgbClr val="9266DB">
                  <a:alpha val="0"/>
                </a:srgbClr>
              </a:gs>
              <a:gs pos="0">
                <a:schemeClr val="accent6"/>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600" name="Oval 599">
            <a:extLst>
              <a:ext uri="{FF2B5EF4-FFF2-40B4-BE49-F238E27FC236}">
                <a16:creationId xmlns:a16="http://schemas.microsoft.com/office/drawing/2014/main" id="{31E9CA39-4700-30F7-9575-FEC50EE785AA}"/>
              </a:ext>
            </a:extLst>
          </p:cNvPr>
          <p:cNvSpPr/>
          <p:nvPr/>
        </p:nvSpPr>
        <p:spPr>
          <a:xfrm>
            <a:off x="2441241" y="9288568"/>
            <a:ext cx="135665" cy="6162804"/>
          </a:xfrm>
          <a:prstGeom prst="ellipse">
            <a:avLst/>
          </a:prstGeom>
          <a:gradFill>
            <a:gsLst>
              <a:gs pos="67000">
                <a:srgbClr val="9266DB">
                  <a:alpha val="0"/>
                </a:srgbClr>
              </a:gs>
              <a:gs pos="0">
                <a:schemeClr val="accent6"/>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601" name="Oval 600">
            <a:extLst>
              <a:ext uri="{FF2B5EF4-FFF2-40B4-BE49-F238E27FC236}">
                <a16:creationId xmlns:a16="http://schemas.microsoft.com/office/drawing/2014/main" id="{FEB6403F-0F7D-3B2A-5AF1-68D81304182E}"/>
              </a:ext>
            </a:extLst>
          </p:cNvPr>
          <p:cNvSpPr/>
          <p:nvPr/>
        </p:nvSpPr>
        <p:spPr>
          <a:xfrm>
            <a:off x="5409262" y="7099124"/>
            <a:ext cx="147629" cy="7360139"/>
          </a:xfrm>
          <a:prstGeom prst="ellipse">
            <a:avLst/>
          </a:prstGeom>
          <a:gradFill>
            <a:gsLst>
              <a:gs pos="67000">
                <a:srgbClr val="9266DB">
                  <a:alpha val="0"/>
                </a:srgbClr>
              </a:gs>
              <a:gs pos="0">
                <a:schemeClr val="accent6"/>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602" name="Oval 601">
            <a:extLst>
              <a:ext uri="{FF2B5EF4-FFF2-40B4-BE49-F238E27FC236}">
                <a16:creationId xmlns:a16="http://schemas.microsoft.com/office/drawing/2014/main" id="{AAC9B88F-496F-749A-8754-A50896FD690F}"/>
              </a:ext>
            </a:extLst>
          </p:cNvPr>
          <p:cNvSpPr/>
          <p:nvPr/>
        </p:nvSpPr>
        <p:spPr>
          <a:xfrm>
            <a:off x="902778" y="8768273"/>
            <a:ext cx="143847" cy="4559746"/>
          </a:xfrm>
          <a:prstGeom prst="ellipse">
            <a:avLst/>
          </a:prstGeom>
          <a:gradFill>
            <a:gsLst>
              <a:gs pos="67000">
                <a:srgbClr val="9266DB">
                  <a:alpha val="0"/>
                </a:srgbClr>
              </a:gs>
              <a:gs pos="0">
                <a:schemeClr val="accent6"/>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603" name="Oval 602">
            <a:extLst>
              <a:ext uri="{FF2B5EF4-FFF2-40B4-BE49-F238E27FC236}">
                <a16:creationId xmlns:a16="http://schemas.microsoft.com/office/drawing/2014/main" id="{85468A81-A7C2-4634-59E2-CB537A56E325}"/>
              </a:ext>
            </a:extLst>
          </p:cNvPr>
          <p:cNvSpPr/>
          <p:nvPr/>
        </p:nvSpPr>
        <p:spPr>
          <a:xfrm>
            <a:off x="9216909" y="10248642"/>
            <a:ext cx="135587" cy="3373899"/>
          </a:xfrm>
          <a:prstGeom prst="ellipse">
            <a:avLst/>
          </a:prstGeom>
          <a:gradFill>
            <a:gsLst>
              <a:gs pos="67000">
                <a:srgbClr val="9266DB">
                  <a:alpha val="0"/>
                </a:srgbClr>
              </a:gs>
              <a:gs pos="0">
                <a:schemeClr val="accent6"/>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604" name="Oval 603">
            <a:extLst>
              <a:ext uri="{FF2B5EF4-FFF2-40B4-BE49-F238E27FC236}">
                <a16:creationId xmlns:a16="http://schemas.microsoft.com/office/drawing/2014/main" id="{B6104A6F-457B-BD6C-3DF6-5CD90E5E3751}"/>
              </a:ext>
            </a:extLst>
          </p:cNvPr>
          <p:cNvSpPr/>
          <p:nvPr/>
        </p:nvSpPr>
        <p:spPr>
          <a:xfrm>
            <a:off x="7191058" y="10262822"/>
            <a:ext cx="125037" cy="3467157"/>
          </a:xfrm>
          <a:prstGeom prst="ellipse">
            <a:avLst/>
          </a:prstGeom>
          <a:gradFill>
            <a:gsLst>
              <a:gs pos="67000">
                <a:srgbClr val="9266DB">
                  <a:alpha val="0"/>
                </a:srgbClr>
              </a:gs>
              <a:gs pos="0">
                <a:schemeClr val="accent6"/>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605" name="Oval 604">
            <a:extLst>
              <a:ext uri="{FF2B5EF4-FFF2-40B4-BE49-F238E27FC236}">
                <a16:creationId xmlns:a16="http://schemas.microsoft.com/office/drawing/2014/main" id="{03DD1EF0-8086-A59D-50EF-9A21B5AAB6E9}"/>
              </a:ext>
            </a:extLst>
          </p:cNvPr>
          <p:cNvSpPr/>
          <p:nvPr/>
        </p:nvSpPr>
        <p:spPr>
          <a:xfrm>
            <a:off x="3660116" y="12406002"/>
            <a:ext cx="89178" cy="2030053"/>
          </a:xfrm>
          <a:prstGeom prst="ellipse">
            <a:avLst/>
          </a:prstGeom>
          <a:gradFill>
            <a:gsLst>
              <a:gs pos="67000">
                <a:srgbClr val="9266DB">
                  <a:alpha val="0"/>
                </a:srgbClr>
              </a:gs>
              <a:gs pos="0">
                <a:schemeClr val="accent6"/>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606" name="Oval 605">
            <a:extLst>
              <a:ext uri="{FF2B5EF4-FFF2-40B4-BE49-F238E27FC236}">
                <a16:creationId xmlns:a16="http://schemas.microsoft.com/office/drawing/2014/main" id="{8B9BAC0A-9910-8912-C152-26E7363717D5}"/>
              </a:ext>
            </a:extLst>
          </p:cNvPr>
          <p:cNvSpPr/>
          <p:nvPr/>
        </p:nvSpPr>
        <p:spPr>
          <a:xfrm>
            <a:off x="5574298" y="9778181"/>
            <a:ext cx="140671" cy="1981978"/>
          </a:xfrm>
          <a:prstGeom prst="ellipse">
            <a:avLst/>
          </a:prstGeom>
          <a:gradFill>
            <a:gsLst>
              <a:gs pos="67000">
                <a:srgbClr val="9266DB">
                  <a:alpha val="0"/>
                </a:srgbClr>
              </a:gs>
              <a:gs pos="0">
                <a:schemeClr val="accent6"/>
              </a:gs>
              <a:gs pos="100000">
                <a:schemeClr val="accent1">
                  <a:lumMod val="30000"/>
                  <a:lumOff val="70000"/>
                  <a:alpha val="0"/>
                </a:schemeClr>
              </a:gs>
            </a:gsLst>
            <a:path path="circle">
              <a:fillToRect l="50000" t="50000" r="50000" b="50000"/>
            </a:path>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48" name="Rectangle 47">
            <a:extLst>
              <a:ext uri="{FF2B5EF4-FFF2-40B4-BE49-F238E27FC236}">
                <a16:creationId xmlns:a16="http://schemas.microsoft.com/office/drawing/2014/main" id="{83547AA5-3AC3-7238-A88A-E0E0CBF38D76}"/>
              </a:ext>
            </a:extLst>
          </p:cNvPr>
          <p:cNvSpPr/>
          <p:nvPr/>
        </p:nvSpPr>
        <p:spPr>
          <a:xfrm>
            <a:off x="-7988893" y="2745759"/>
            <a:ext cx="9967287" cy="127901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5400">
                <a:solidFill>
                  <a:schemeClr val="tx1"/>
                </a:solidFill>
              </a:rPr>
              <a:t>XXX XXXXXXXXXX</a:t>
            </a:r>
          </a:p>
        </p:txBody>
      </p:sp>
    </p:spTree>
    <p:extLst>
      <p:ext uri="{BB962C8B-B14F-4D97-AF65-F5344CB8AC3E}">
        <p14:creationId xmlns:p14="http://schemas.microsoft.com/office/powerpoint/2010/main" val="35719478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lt">
                                    <p:tmAbs val="30"/>
                                  </p:iterate>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100"/>
                                  </p:stCondLst>
                                  <p:iterate type="lt">
                                    <p:tmAbs val="30"/>
                                  </p:iterate>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200"/>
                                  </p:stCondLst>
                                  <p:iterate type="lt">
                                    <p:tmAbs val="30"/>
                                  </p:iterate>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33C7243B-3A6E-4856-5724-33FE051DB4EC}"/>
              </a:ext>
            </a:extLst>
          </p:cNvPr>
          <p:cNvSpPr/>
          <p:nvPr/>
        </p:nvSpPr>
        <p:spPr>
          <a:xfrm>
            <a:off x="3709231" y="8553901"/>
            <a:ext cx="118371" cy="5953091"/>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a:t>
            </a:r>
          </a:p>
        </p:txBody>
      </p:sp>
      <p:sp>
        <p:nvSpPr>
          <p:cNvPr id="6" name="Oval 5">
            <a:extLst>
              <a:ext uri="{FF2B5EF4-FFF2-40B4-BE49-F238E27FC236}">
                <a16:creationId xmlns:a16="http://schemas.microsoft.com/office/drawing/2014/main" id="{F2F5EFB8-67A6-2022-D269-59EE1883800D}"/>
              </a:ext>
            </a:extLst>
          </p:cNvPr>
          <p:cNvSpPr/>
          <p:nvPr/>
        </p:nvSpPr>
        <p:spPr>
          <a:xfrm>
            <a:off x="8553484" y="10213730"/>
            <a:ext cx="107483" cy="5631574"/>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a:t>
            </a:r>
          </a:p>
        </p:txBody>
      </p:sp>
      <p:sp>
        <p:nvSpPr>
          <p:cNvPr id="7" name="Oval 6">
            <a:extLst>
              <a:ext uri="{FF2B5EF4-FFF2-40B4-BE49-F238E27FC236}">
                <a16:creationId xmlns:a16="http://schemas.microsoft.com/office/drawing/2014/main" id="{E72CE77A-3AAC-8979-E237-EA9C59D29E1B}"/>
              </a:ext>
            </a:extLst>
          </p:cNvPr>
          <p:cNvSpPr/>
          <p:nvPr/>
        </p:nvSpPr>
        <p:spPr>
          <a:xfrm>
            <a:off x="10332322" y="8037091"/>
            <a:ext cx="97784" cy="1789562"/>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a:t>
            </a:r>
          </a:p>
        </p:txBody>
      </p:sp>
      <p:sp>
        <p:nvSpPr>
          <p:cNvPr id="8" name="Oval 7">
            <a:extLst>
              <a:ext uri="{FF2B5EF4-FFF2-40B4-BE49-F238E27FC236}">
                <a16:creationId xmlns:a16="http://schemas.microsoft.com/office/drawing/2014/main" id="{AEC3F2EB-9D23-09CF-C3B2-2940D5FF9E04}"/>
              </a:ext>
            </a:extLst>
          </p:cNvPr>
          <p:cNvSpPr/>
          <p:nvPr/>
        </p:nvSpPr>
        <p:spPr>
          <a:xfrm>
            <a:off x="8047237" y="9033723"/>
            <a:ext cx="129477" cy="3027680"/>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a:t>
            </a:r>
          </a:p>
        </p:txBody>
      </p:sp>
      <p:sp>
        <p:nvSpPr>
          <p:cNvPr id="9" name="Oval 8">
            <a:extLst>
              <a:ext uri="{FF2B5EF4-FFF2-40B4-BE49-F238E27FC236}">
                <a16:creationId xmlns:a16="http://schemas.microsoft.com/office/drawing/2014/main" id="{AC3CFE40-A073-544F-59CB-FB90A1C94E0C}"/>
              </a:ext>
            </a:extLst>
          </p:cNvPr>
          <p:cNvSpPr/>
          <p:nvPr/>
        </p:nvSpPr>
        <p:spPr>
          <a:xfrm>
            <a:off x="3817715" y="10201848"/>
            <a:ext cx="113366" cy="4308129"/>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a:t>
            </a:r>
          </a:p>
        </p:txBody>
      </p:sp>
      <p:sp>
        <p:nvSpPr>
          <p:cNvPr id="10" name="Oval 9">
            <a:extLst>
              <a:ext uri="{FF2B5EF4-FFF2-40B4-BE49-F238E27FC236}">
                <a16:creationId xmlns:a16="http://schemas.microsoft.com/office/drawing/2014/main" id="{DBF74B12-9D09-31AF-D41D-408C3F3DFA37}"/>
              </a:ext>
            </a:extLst>
          </p:cNvPr>
          <p:cNvSpPr/>
          <p:nvPr/>
        </p:nvSpPr>
        <p:spPr>
          <a:xfrm>
            <a:off x="4328407" y="10316851"/>
            <a:ext cx="132689" cy="5342723"/>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a:t>
            </a:r>
          </a:p>
        </p:txBody>
      </p:sp>
      <p:sp>
        <p:nvSpPr>
          <p:cNvPr id="11" name="Oval 10">
            <a:extLst>
              <a:ext uri="{FF2B5EF4-FFF2-40B4-BE49-F238E27FC236}">
                <a16:creationId xmlns:a16="http://schemas.microsoft.com/office/drawing/2014/main" id="{863F0F9B-E714-7017-D27C-56B39E9780D4}"/>
              </a:ext>
            </a:extLst>
          </p:cNvPr>
          <p:cNvSpPr/>
          <p:nvPr/>
        </p:nvSpPr>
        <p:spPr>
          <a:xfrm>
            <a:off x="1208928" y="8787196"/>
            <a:ext cx="123905" cy="4000194"/>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a:t>
            </a:r>
          </a:p>
        </p:txBody>
      </p:sp>
      <p:sp>
        <p:nvSpPr>
          <p:cNvPr id="12" name="Oval 11">
            <a:extLst>
              <a:ext uri="{FF2B5EF4-FFF2-40B4-BE49-F238E27FC236}">
                <a16:creationId xmlns:a16="http://schemas.microsoft.com/office/drawing/2014/main" id="{647FAD51-5D1A-2C3F-E9D3-1116EDBBBC24}"/>
              </a:ext>
            </a:extLst>
          </p:cNvPr>
          <p:cNvSpPr/>
          <p:nvPr/>
        </p:nvSpPr>
        <p:spPr>
          <a:xfrm>
            <a:off x="8817414" y="9273458"/>
            <a:ext cx="78877" cy="4669236"/>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a:t>
            </a:r>
          </a:p>
        </p:txBody>
      </p:sp>
      <p:sp>
        <p:nvSpPr>
          <p:cNvPr id="13" name="Oval 12">
            <a:extLst>
              <a:ext uri="{FF2B5EF4-FFF2-40B4-BE49-F238E27FC236}">
                <a16:creationId xmlns:a16="http://schemas.microsoft.com/office/drawing/2014/main" id="{31844CA0-6501-D4AF-554F-6A133FDA3F10}"/>
              </a:ext>
            </a:extLst>
          </p:cNvPr>
          <p:cNvSpPr/>
          <p:nvPr/>
        </p:nvSpPr>
        <p:spPr>
          <a:xfrm>
            <a:off x="9882348" y="8680115"/>
            <a:ext cx="118516" cy="2141078"/>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a:t>
            </a:r>
          </a:p>
        </p:txBody>
      </p:sp>
      <p:sp>
        <p:nvSpPr>
          <p:cNvPr id="14" name="Oval 13">
            <a:extLst>
              <a:ext uri="{FF2B5EF4-FFF2-40B4-BE49-F238E27FC236}">
                <a16:creationId xmlns:a16="http://schemas.microsoft.com/office/drawing/2014/main" id="{F1415878-BBBE-1BBD-13E9-2453A620375E}"/>
              </a:ext>
            </a:extLst>
          </p:cNvPr>
          <p:cNvSpPr/>
          <p:nvPr/>
        </p:nvSpPr>
        <p:spPr>
          <a:xfrm>
            <a:off x="8417475" y="10554204"/>
            <a:ext cx="89520" cy="2317409"/>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15" name="Oval 14">
            <a:extLst>
              <a:ext uri="{FF2B5EF4-FFF2-40B4-BE49-F238E27FC236}">
                <a16:creationId xmlns:a16="http://schemas.microsoft.com/office/drawing/2014/main" id="{0AA9E5DD-3AC2-DE97-521B-F9067B9F8884}"/>
              </a:ext>
            </a:extLst>
          </p:cNvPr>
          <p:cNvSpPr/>
          <p:nvPr/>
        </p:nvSpPr>
        <p:spPr>
          <a:xfrm>
            <a:off x="9384247" y="8160047"/>
            <a:ext cx="104029" cy="1668217"/>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16" name="Oval 15">
            <a:extLst>
              <a:ext uri="{FF2B5EF4-FFF2-40B4-BE49-F238E27FC236}">
                <a16:creationId xmlns:a16="http://schemas.microsoft.com/office/drawing/2014/main" id="{0CA5CD55-8D62-1300-7A72-41832E0943AE}"/>
              </a:ext>
            </a:extLst>
          </p:cNvPr>
          <p:cNvSpPr/>
          <p:nvPr/>
        </p:nvSpPr>
        <p:spPr>
          <a:xfrm>
            <a:off x="8287810" y="10550375"/>
            <a:ext cx="119912" cy="5767098"/>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17" name="Oval 16">
            <a:extLst>
              <a:ext uri="{FF2B5EF4-FFF2-40B4-BE49-F238E27FC236}">
                <a16:creationId xmlns:a16="http://schemas.microsoft.com/office/drawing/2014/main" id="{6A144A39-D02B-D7DA-E34C-6CBE7AA26544}"/>
              </a:ext>
            </a:extLst>
          </p:cNvPr>
          <p:cNvSpPr/>
          <p:nvPr/>
        </p:nvSpPr>
        <p:spPr>
          <a:xfrm>
            <a:off x="12182420" y="8912234"/>
            <a:ext cx="87912" cy="3412848"/>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18" name="Oval 17">
            <a:extLst>
              <a:ext uri="{FF2B5EF4-FFF2-40B4-BE49-F238E27FC236}">
                <a16:creationId xmlns:a16="http://schemas.microsoft.com/office/drawing/2014/main" id="{E3332C26-95F1-F816-8EA9-72388018BAD0}"/>
              </a:ext>
            </a:extLst>
          </p:cNvPr>
          <p:cNvSpPr/>
          <p:nvPr/>
        </p:nvSpPr>
        <p:spPr>
          <a:xfrm>
            <a:off x="3226969" y="10489191"/>
            <a:ext cx="108632" cy="4152583"/>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19" name="Oval 18">
            <a:extLst>
              <a:ext uri="{FF2B5EF4-FFF2-40B4-BE49-F238E27FC236}">
                <a16:creationId xmlns:a16="http://schemas.microsoft.com/office/drawing/2014/main" id="{BD98A8A9-8BF5-2C4B-C3E8-4EDABD6C39C7}"/>
              </a:ext>
            </a:extLst>
          </p:cNvPr>
          <p:cNvSpPr/>
          <p:nvPr/>
        </p:nvSpPr>
        <p:spPr>
          <a:xfrm>
            <a:off x="1021457" y="10451313"/>
            <a:ext cx="144834" cy="5550869"/>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20" name="Oval 19">
            <a:extLst>
              <a:ext uri="{FF2B5EF4-FFF2-40B4-BE49-F238E27FC236}">
                <a16:creationId xmlns:a16="http://schemas.microsoft.com/office/drawing/2014/main" id="{C5659B97-1492-AB5A-2272-545B31F4B382}"/>
              </a:ext>
            </a:extLst>
          </p:cNvPr>
          <p:cNvSpPr/>
          <p:nvPr/>
        </p:nvSpPr>
        <p:spPr>
          <a:xfrm>
            <a:off x="3015285" y="7837455"/>
            <a:ext cx="147535" cy="3809328"/>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21" name="Oval 20">
            <a:extLst>
              <a:ext uri="{FF2B5EF4-FFF2-40B4-BE49-F238E27FC236}">
                <a16:creationId xmlns:a16="http://schemas.microsoft.com/office/drawing/2014/main" id="{47BB6F40-DAEC-4650-762A-8ECFB8F3E285}"/>
              </a:ext>
            </a:extLst>
          </p:cNvPr>
          <p:cNvSpPr/>
          <p:nvPr/>
        </p:nvSpPr>
        <p:spPr>
          <a:xfrm>
            <a:off x="6914628" y="8302823"/>
            <a:ext cx="140624" cy="5276912"/>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22" name="Oval 21">
            <a:extLst>
              <a:ext uri="{FF2B5EF4-FFF2-40B4-BE49-F238E27FC236}">
                <a16:creationId xmlns:a16="http://schemas.microsoft.com/office/drawing/2014/main" id="{93ABEED4-AFC4-B397-17D4-1F51DD879F5B}"/>
              </a:ext>
            </a:extLst>
          </p:cNvPr>
          <p:cNvSpPr/>
          <p:nvPr/>
        </p:nvSpPr>
        <p:spPr>
          <a:xfrm>
            <a:off x="8465454" y="7982988"/>
            <a:ext cx="84121" cy="1660040"/>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23" name="Oval 22">
            <a:extLst>
              <a:ext uri="{FF2B5EF4-FFF2-40B4-BE49-F238E27FC236}">
                <a16:creationId xmlns:a16="http://schemas.microsoft.com/office/drawing/2014/main" id="{2B80CD8A-9E41-88F0-991F-9E58B66019E0}"/>
              </a:ext>
            </a:extLst>
          </p:cNvPr>
          <p:cNvSpPr/>
          <p:nvPr/>
        </p:nvSpPr>
        <p:spPr>
          <a:xfrm>
            <a:off x="9637399" y="8146528"/>
            <a:ext cx="78037" cy="2843903"/>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24" name="Oval 23">
            <a:extLst>
              <a:ext uri="{FF2B5EF4-FFF2-40B4-BE49-F238E27FC236}">
                <a16:creationId xmlns:a16="http://schemas.microsoft.com/office/drawing/2014/main" id="{065C1712-89D9-0768-8461-6E158AA95CED}"/>
              </a:ext>
            </a:extLst>
          </p:cNvPr>
          <p:cNvSpPr/>
          <p:nvPr/>
        </p:nvSpPr>
        <p:spPr>
          <a:xfrm>
            <a:off x="8666234" y="8469716"/>
            <a:ext cx="120763" cy="3011391"/>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25" name="Oval 24">
            <a:extLst>
              <a:ext uri="{FF2B5EF4-FFF2-40B4-BE49-F238E27FC236}">
                <a16:creationId xmlns:a16="http://schemas.microsoft.com/office/drawing/2014/main" id="{F0E87DC0-3A5F-C9E7-5F12-FC4EF7ED91DE}"/>
              </a:ext>
            </a:extLst>
          </p:cNvPr>
          <p:cNvSpPr/>
          <p:nvPr/>
        </p:nvSpPr>
        <p:spPr>
          <a:xfrm>
            <a:off x="4003576" y="10181717"/>
            <a:ext cx="142781" cy="4695541"/>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26" name="Oval 25">
            <a:extLst>
              <a:ext uri="{FF2B5EF4-FFF2-40B4-BE49-F238E27FC236}">
                <a16:creationId xmlns:a16="http://schemas.microsoft.com/office/drawing/2014/main" id="{941AAAA6-30A4-3C28-877A-B954F4C83838}"/>
              </a:ext>
            </a:extLst>
          </p:cNvPr>
          <p:cNvSpPr/>
          <p:nvPr/>
        </p:nvSpPr>
        <p:spPr>
          <a:xfrm>
            <a:off x="11992277" y="8868376"/>
            <a:ext cx="108096" cy="4793317"/>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27" name="Oval 26">
            <a:extLst>
              <a:ext uri="{FF2B5EF4-FFF2-40B4-BE49-F238E27FC236}">
                <a16:creationId xmlns:a16="http://schemas.microsoft.com/office/drawing/2014/main" id="{9A45D9A7-9FD8-C9E0-3028-258323EEEB63}"/>
              </a:ext>
            </a:extLst>
          </p:cNvPr>
          <p:cNvSpPr/>
          <p:nvPr/>
        </p:nvSpPr>
        <p:spPr>
          <a:xfrm>
            <a:off x="5229067" y="9255866"/>
            <a:ext cx="80709" cy="5345005"/>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28" name="Oval 27">
            <a:extLst>
              <a:ext uri="{FF2B5EF4-FFF2-40B4-BE49-F238E27FC236}">
                <a16:creationId xmlns:a16="http://schemas.microsoft.com/office/drawing/2014/main" id="{B6C8CC79-53D8-7152-30A1-2D7F4C6DD4FC}"/>
              </a:ext>
            </a:extLst>
          </p:cNvPr>
          <p:cNvSpPr/>
          <p:nvPr/>
        </p:nvSpPr>
        <p:spPr>
          <a:xfrm>
            <a:off x="4581079" y="9671165"/>
            <a:ext cx="125793" cy="3004514"/>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29" name="Oval 28">
            <a:extLst>
              <a:ext uri="{FF2B5EF4-FFF2-40B4-BE49-F238E27FC236}">
                <a16:creationId xmlns:a16="http://schemas.microsoft.com/office/drawing/2014/main" id="{F65B9696-9A57-580E-CEC4-70953A5CB4B5}"/>
              </a:ext>
            </a:extLst>
          </p:cNvPr>
          <p:cNvSpPr/>
          <p:nvPr/>
        </p:nvSpPr>
        <p:spPr>
          <a:xfrm>
            <a:off x="1384274" y="7879361"/>
            <a:ext cx="146928" cy="1641227"/>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30" name="Oval 29">
            <a:extLst>
              <a:ext uri="{FF2B5EF4-FFF2-40B4-BE49-F238E27FC236}">
                <a16:creationId xmlns:a16="http://schemas.microsoft.com/office/drawing/2014/main" id="{3068BDDB-B5AE-8F6D-5B67-B11E9E13DC5C}"/>
              </a:ext>
            </a:extLst>
          </p:cNvPr>
          <p:cNvSpPr/>
          <p:nvPr/>
        </p:nvSpPr>
        <p:spPr>
          <a:xfrm>
            <a:off x="1250063" y="10429827"/>
            <a:ext cx="86114" cy="2309979"/>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31" name="Oval 30">
            <a:extLst>
              <a:ext uri="{FF2B5EF4-FFF2-40B4-BE49-F238E27FC236}">
                <a16:creationId xmlns:a16="http://schemas.microsoft.com/office/drawing/2014/main" id="{5675B7A1-9498-BC72-F12C-388BE5DC9B9E}"/>
              </a:ext>
            </a:extLst>
          </p:cNvPr>
          <p:cNvSpPr/>
          <p:nvPr/>
        </p:nvSpPr>
        <p:spPr>
          <a:xfrm>
            <a:off x="10288110" y="9880142"/>
            <a:ext cx="95446" cy="3140101"/>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32" name="Oval 31">
            <a:extLst>
              <a:ext uri="{FF2B5EF4-FFF2-40B4-BE49-F238E27FC236}">
                <a16:creationId xmlns:a16="http://schemas.microsoft.com/office/drawing/2014/main" id="{868936E8-9C74-D653-C21F-468E3589476F}"/>
              </a:ext>
            </a:extLst>
          </p:cNvPr>
          <p:cNvSpPr/>
          <p:nvPr/>
        </p:nvSpPr>
        <p:spPr>
          <a:xfrm>
            <a:off x="3306776" y="10213001"/>
            <a:ext cx="77147" cy="2321664"/>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33" name="Oval 32">
            <a:extLst>
              <a:ext uri="{FF2B5EF4-FFF2-40B4-BE49-F238E27FC236}">
                <a16:creationId xmlns:a16="http://schemas.microsoft.com/office/drawing/2014/main" id="{C87F0F25-0BA4-A8DD-0D4C-5BD9FCFB7A5C}"/>
              </a:ext>
            </a:extLst>
          </p:cNvPr>
          <p:cNvSpPr/>
          <p:nvPr/>
        </p:nvSpPr>
        <p:spPr>
          <a:xfrm>
            <a:off x="11100637" y="9283454"/>
            <a:ext cx="88402" cy="3436352"/>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34" name="Oval 33">
            <a:extLst>
              <a:ext uri="{FF2B5EF4-FFF2-40B4-BE49-F238E27FC236}">
                <a16:creationId xmlns:a16="http://schemas.microsoft.com/office/drawing/2014/main" id="{CDE56BB9-7CAF-8747-60A2-0386592D04FB}"/>
              </a:ext>
            </a:extLst>
          </p:cNvPr>
          <p:cNvSpPr/>
          <p:nvPr/>
        </p:nvSpPr>
        <p:spPr>
          <a:xfrm>
            <a:off x="9937222" y="9489819"/>
            <a:ext cx="133649" cy="4528170"/>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35" name="Oval 34">
            <a:extLst>
              <a:ext uri="{FF2B5EF4-FFF2-40B4-BE49-F238E27FC236}">
                <a16:creationId xmlns:a16="http://schemas.microsoft.com/office/drawing/2014/main" id="{F31D7633-E403-F410-EC67-8954DC112A9F}"/>
              </a:ext>
            </a:extLst>
          </p:cNvPr>
          <p:cNvSpPr/>
          <p:nvPr/>
        </p:nvSpPr>
        <p:spPr>
          <a:xfrm>
            <a:off x="11599335" y="10433093"/>
            <a:ext cx="107779" cy="5937069"/>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36" name="Oval 35">
            <a:extLst>
              <a:ext uri="{FF2B5EF4-FFF2-40B4-BE49-F238E27FC236}">
                <a16:creationId xmlns:a16="http://schemas.microsoft.com/office/drawing/2014/main" id="{61D4CB9C-A36F-73CF-11F5-3F5F4EB44598}"/>
              </a:ext>
            </a:extLst>
          </p:cNvPr>
          <p:cNvSpPr/>
          <p:nvPr/>
        </p:nvSpPr>
        <p:spPr>
          <a:xfrm>
            <a:off x="1257311" y="8578067"/>
            <a:ext cx="123675" cy="3021797"/>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37" name="Oval 36">
            <a:extLst>
              <a:ext uri="{FF2B5EF4-FFF2-40B4-BE49-F238E27FC236}">
                <a16:creationId xmlns:a16="http://schemas.microsoft.com/office/drawing/2014/main" id="{A2D98603-B01F-B644-067D-6CEFF3CEF9BC}"/>
              </a:ext>
            </a:extLst>
          </p:cNvPr>
          <p:cNvSpPr/>
          <p:nvPr/>
        </p:nvSpPr>
        <p:spPr>
          <a:xfrm>
            <a:off x="3107988" y="9801831"/>
            <a:ext cx="110381" cy="2912493"/>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38" name="Oval 37">
            <a:extLst>
              <a:ext uri="{FF2B5EF4-FFF2-40B4-BE49-F238E27FC236}">
                <a16:creationId xmlns:a16="http://schemas.microsoft.com/office/drawing/2014/main" id="{B04F7267-D63E-6A80-47BC-A4BAC5705100}"/>
              </a:ext>
            </a:extLst>
          </p:cNvPr>
          <p:cNvSpPr/>
          <p:nvPr/>
        </p:nvSpPr>
        <p:spPr>
          <a:xfrm>
            <a:off x="9232443" y="9701424"/>
            <a:ext cx="77228" cy="5265448"/>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39" name="Oval 38">
            <a:extLst>
              <a:ext uri="{FF2B5EF4-FFF2-40B4-BE49-F238E27FC236}">
                <a16:creationId xmlns:a16="http://schemas.microsoft.com/office/drawing/2014/main" id="{D42CB8DA-B648-AD6B-2F0A-F7D83947BC1E}"/>
              </a:ext>
            </a:extLst>
          </p:cNvPr>
          <p:cNvSpPr/>
          <p:nvPr/>
        </p:nvSpPr>
        <p:spPr>
          <a:xfrm>
            <a:off x="9199205" y="8844885"/>
            <a:ext cx="137842" cy="3581714"/>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40" name="Oval 39">
            <a:extLst>
              <a:ext uri="{FF2B5EF4-FFF2-40B4-BE49-F238E27FC236}">
                <a16:creationId xmlns:a16="http://schemas.microsoft.com/office/drawing/2014/main" id="{53F51A51-9151-D286-0731-653908A634FB}"/>
              </a:ext>
            </a:extLst>
          </p:cNvPr>
          <p:cNvSpPr/>
          <p:nvPr/>
        </p:nvSpPr>
        <p:spPr>
          <a:xfrm>
            <a:off x="5574202" y="9856559"/>
            <a:ext cx="83013" cy="2793069"/>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42" name="Oval 41">
            <a:extLst>
              <a:ext uri="{FF2B5EF4-FFF2-40B4-BE49-F238E27FC236}">
                <a16:creationId xmlns:a16="http://schemas.microsoft.com/office/drawing/2014/main" id="{4F65A945-3E93-E995-F6E6-477E7B5F1C46}"/>
              </a:ext>
            </a:extLst>
          </p:cNvPr>
          <p:cNvSpPr/>
          <p:nvPr/>
        </p:nvSpPr>
        <p:spPr>
          <a:xfrm>
            <a:off x="10619556" y="8981617"/>
            <a:ext cx="145970" cy="3239089"/>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43" name="Oval 42">
            <a:extLst>
              <a:ext uri="{FF2B5EF4-FFF2-40B4-BE49-F238E27FC236}">
                <a16:creationId xmlns:a16="http://schemas.microsoft.com/office/drawing/2014/main" id="{59B90921-F1D9-B800-0DBF-05C14553EF85}"/>
              </a:ext>
            </a:extLst>
          </p:cNvPr>
          <p:cNvSpPr/>
          <p:nvPr/>
        </p:nvSpPr>
        <p:spPr>
          <a:xfrm>
            <a:off x="9331195" y="8997133"/>
            <a:ext cx="117609" cy="4106355"/>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44" name="Oval 43">
            <a:extLst>
              <a:ext uri="{FF2B5EF4-FFF2-40B4-BE49-F238E27FC236}">
                <a16:creationId xmlns:a16="http://schemas.microsoft.com/office/drawing/2014/main" id="{59840CD7-DE96-9970-C10B-F01A7A2BFD2E}"/>
              </a:ext>
            </a:extLst>
          </p:cNvPr>
          <p:cNvSpPr/>
          <p:nvPr/>
        </p:nvSpPr>
        <p:spPr>
          <a:xfrm>
            <a:off x="7422340" y="8846875"/>
            <a:ext cx="98686" cy="5114963"/>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45" name="Oval 44">
            <a:extLst>
              <a:ext uri="{FF2B5EF4-FFF2-40B4-BE49-F238E27FC236}">
                <a16:creationId xmlns:a16="http://schemas.microsoft.com/office/drawing/2014/main" id="{5D4D663A-4045-DF04-1FB1-515475B5D246}"/>
              </a:ext>
            </a:extLst>
          </p:cNvPr>
          <p:cNvSpPr/>
          <p:nvPr/>
        </p:nvSpPr>
        <p:spPr>
          <a:xfrm>
            <a:off x="3074997" y="9622969"/>
            <a:ext cx="114279" cy="1853631"/>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46" name="Oval 45">
            <a:extLst>
              <a:ext uri="{FF2B5EF4-FFF2-40B4-BE49-F238E27FC236}">
                <a16:creationId xmlns:a16="http://schemas.microsoft.com/office/drawing/2014/main" id="{2672360C-17B0-7099-9800-796CE6847BD6}"/>
              </a:ext>
            </a:extLst>
          </p:cNvPr>
          <p:cNvSpPr/>
          <p:nvPr/>
        </p:nvSpPr>
        <p:spPr>
          <a:xfrm>
            <a:off x="6852975" y="10459602"/>
            <a:ext cx="128947" cy="2912433"/>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47" name="Oval 46">
            <a:extLst>
              <a:ext uri="{FF2B5EF4-FFF2-40B4-BE49-F238E27FC236}">
                <a16:creationId xmlns:a16="http://schemas.microsoft.com/office/drawing/2014/main" id="{EA9EFDAC-A3B0-CEBA-48E8-5526C37F166B}"/>
              </a:ext>
            </a:extLst>
          </p:cNvPr>
          <p:cNvSpPr/>
          <p:nvPr/>
        </p:nvSpPr>
        <p:spPr>
          <a:xfrm>
            <a:off x="5534232" y="8468933"/>
            <a:ext cx="140401" cy="2489579"/>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48" name="Oval 47">
            <a:extLst>
              <a:ext uri="{FF2B5EF4-FFF2-40B4-BE49-F238E27FC236}">
                <a16:creationId xmlns:a16="http://schemas.microsoft.com/office/drawing/2014/main" id="{F6C1BAA6-1C91-506F-89B2-3899EB9FDA19}"/>
              </a:ext>
            </a:extLst>
          </p:cNvPr>
          <p:cNvSpPr/>
          <p:nvPr/>
        </p:nvSpPr>
        <p:spPr>
          <a:xfrm>
            <a:off x="8996014" y="8412642"/>
            <a:ext cx="130847" cy="1565372"/>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49" name="Oval 48">
            <a:extLst>
              <a:ext uri="{FF2B5EF4-FFF2-40B4-BE49-F238E27FC236}">
                <a16:creationId xmlns:a16="http://schemas.microsoft.com/office/drawing/2014/main" id="{49284409-993B-1529-7FAA-D8AECC896AC7}"/>
              </a:ext>
            </a:extLst>
          </p:cNvPr>
          <p:cNvSpPr/>
          <p:nvPr/>
        </p:nvSpPr>
        <p:spPr>
          <a:xfrm>
            <a:off x="5401776" y="8769300"/>
            <a:ext cx="114437" cy="1884496"/>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50" name="Oval 49">
            <a:extLst>
              <a:ext uri="{FF2B5EF4-FFF2-40B4-BE49-F238E27FC236}">
                <a16:creationId xmlns:a16="http://schemas.microsoft.com/office/drawing/2014/main" id="{68923431-973F-2856-5E93-D82F11D41877}"/>
              </a:ext>
            </a:extLst>
          </p:cNvPr>
          <p:cNvSpPr/>
          <p:nvPr/>
        </p:nvSpPr>
        <p:spPr>
          <a:xfrm>
            <a:off x="4280786" y="8418896"/>
            <a:ext cx="147348" cy="4648436"/>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51" name="Oval 50">
            <a:extLst>
              <a:ext uri="{FF2B5EF4-FFF2-40B4-BE49-F238E27FC236}">
                <a16:creationId xmlns:a16="http://schemas.microsoft.com/office/drawing/2014/main" id="{37C2A23C-62A6-71B1-31DE-1A2BA94AD14C}"/>
              </a:ext>
            </a:extLst>
          </p:cNvPr>
          <p:cNvSpPr/>
          <p:nvPr/>
        </p:nvSpPr>
        <p:spPr>
          <a:xfrm>
            <a:off x="536086" y="7754638"/>
            <a:ext cx="112552" cy="5486513"/>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52" name="Oval 51">
            <a:extLst>
              <a:ext uri="{FF2B5EF4-FFF2-40B4-BE49-F238E27FC236}">
                <a16:creationId xmlns:a16="http://schemas.microsoft.com/office/drawing/2014/main" id="{F3DB2EC2-D84C-364F-0540-8E5F0E91E16C}"/>
              </a:ext>
            </a:extLst>
          </p:cNvPr>
          <p:cNvSpPr/>
          <p:nvPr/>
        </p:nvSpPr>
        <p:spPr>
          <a:xfrm>
            <a:off x="12182659" y="9630233"/>
            <a:ext cx="117760" cy="2729744"/>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53" name="Oval 52">
            <a:extLst>
              <a:ext uri="{FF2B5EF4-FFF2-40B4-BE49-F238E27FC236}">
                <a16:creationId xmlns:a16="http://schemas.microsoft.com/office/drawing/2014/main" id="{06C7DABC-7E94-F4F2-6299-9ED4094F9D1E}"/>
              </a:ext>
            </a:extLst>
          </p:cNvPr>
          <p:cNvSpPr/>
          <p:nvPr/>
        </p:nvSpPr>
        <p:spPr>
          <a:xfrm>
            <a:off x="11873652" y="8494506"/>
            <a:ext cx="124284" cy="1547578"/>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54" name="Oval 53">
            <a:extLst>
              <a:ext uri="{FF2B5EF4-FFF2-40B4-BE49-F238E27FC236}">
                <a16:creationId xmlns:a16="http://schemas.microsoft.com/office/drawing/2014/main" id="{E15642D9-E640-1957-2864-11FAF7274C5C}"/>
              </a:ext>
            </a:extLst>
          </p:cNvPr>
          <p:cNvSpPr/>
          <p:nvPr/>
        </p:nvSpPr>
        <p:spPr>
          <a:xfrm>
            <a:off x="10624937" y="8176806"/>
            <a:ext cx="82709" cy="2648161"/>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55" name="Oval 54">
            <a:extLst>
              <a:ext uri="{FF2B5EF4-FFF2-40B4-BE49-F238E27FC236}">
                <a16:creationId xmlns:a16="http://schemas.microsoft.com/office/drawing/2014/main" id="{041E9607-98C5-D5D5-3912-FA358F50187F}"/>
              </a:ext>
            </a:extLst>
          </p:cNvPr>
          <p:cNvSpPr/>
          <p:nvPr/>
        </p:nvSpPr>
        <p:spPr>
          <a:xfrm>
            <a:off x="5377573" y="9155463"/>
            <a:ext cx="116869" cy="1952539"/>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56" name="Oval 55">
            <a:extLst>
              <a:ext uri="{FF2B5EF4-FFF2-40B4-BE49-F238E27FC236}">
                <a16:creationId xmlns:a16="http://schemas.microsoft.com/office/drawing/2014/main" id="{A09D6041-E12B-EF9F-A307-BBC45CBD6F77}"/>
              </a:ext>
            </a:extLst>
          </p:cNvPr>
          <p:cNvSpPr/>
          <p:nvPr/>
        </p:nvSpPr>
        <p:spPr>
          <a:xfrm>
            <a:off x="10970364" y="8730692"/>
            <a:ext cx="134624" cy="2242223"/>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57" name="Oval 56">
            <a:extLst>
              <a:ext uri="{FF2B5EF4-FFF2-40B4-BE49-F238E27FC236}">
                <a16:creationId xmlns:a16="http://schemas.microsoft.com/office/drawing/2014/main" id="{0BA51C42-75C9-A257-3881-421C4EC91AB1}"/>
              </a:ext>
            </a:extLst>
          </p:cNvPr>
          <p:cNvSpPr/>
          <p:nvPr/>
        </p:nvSpPr>
        <p:spPr>
          <a:xfrm>
            <a:off x="11963265" y="7675209"/>
            <a:ext cx="143922" cy="2248219"/>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58" name="Oval 57">
            <a:extLst>
              <a:ext uri="{FF2B5EF4-FFF2-40B4-BE49-F238E27FC236}">
                <a16:creationId xmlns:a16="http://schemas.microsoft.com/office/drawing/2014/main" id="{FEE96E6D-1C6C-A0E2-90DA-D64D0FA71F51}"/>
              </a:ext>
            </a:extLst>
          </p:cNvPr>
          <p:cNvSpPr/>
          <p:nvPr/>
        </p:nvSpPr>
        <p:spPr>
          <a:xfrm>
            <a:off x="91280" y="7878993"/>
            <a:ext cx="106562" cy="2873394"/>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59" name="Oval 58">
            <a:extLst>
              <a:ext uri="{FF2B5EF4-FFF2-40B4-BE49-F238E27FC236}">
                <a16:creationId xmlns:a16="http://schemas.microsoft.com/office/drawing/2014/main" id="{D1436863-59AA-3614-381F-BCD5DBC0C3BC}"/>
              </a:ext>
            </a:extLst>
          </p:cNvPr>
          <p:cNvSpPr/>
          <p:nvPr/>
        </p:nvSpPr>
        <p:spPr>
          <a:xfrm>
            <a:off x="6870287" y="8259857"/>
            <a:ext cx="100802" cy="5007035"/>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60" name="Oval 59">
            <a:extLst>
              <a:ext uri="{FF2B5EF4-FFF2-40B4-BE49-F238E27FC236}">
                <a16:creationId xmlns:a16="http://schemas.microsoft.com/office/drawing/2014/main" id="{BFB1E982-69D0-4F18-BB69-A257A5E7B8E3}"/>
              </a:ext>
            </a:extLst>
          </p:cNvPr>
          <p:cNvSpPr/>
          <p:nvPr/>
        </p:nvSpPr>
        <p:spPr>
          <a:xfrm>
            <a:off x="10503373" y="7547825"/>
            <a:ext cx="78121" cy="2972134"/>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61" name="Oval 60">
            <a:extLst>
              <a:ext uri="{FF2B5EF4-FFF2-40B4-BE49-F238E27FC236}">
                <a16:creationId xmlns:a16="http://schemas.microsoft.com/office/drawing/2014/main" id="{E475F2EB-C5E1-DE86-37E2-941D25061CAB}"/>
              </a:ext>
            </a:extLst>
          </p:cNvPr>
          <p:cNvSpPr/>
          <p:nvPr/>
        </p:nvSpPr>
        <p:spPr>
          <a:xfrm>
            <a:off x="3013291" y="8967640"/>
            <a:ext cx="119645" cy="5929767"/>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62" name="Oval 61">
            <a:extLst>
              <a:ext uri="{FF2B5EF4-FFF2-40B4-BE49-F238E27FC236}">
                <a16:creationId xmlns:a16="http://schemas.microsoft.com/office/drawing/2014/main" id="{0BFE4C35-89DA-BBC5-DEA9-E90D55A9B090}"/>
              </a:ext>
            </a:extLst>
          </p:cNvPr>
          <p:cNvSpPr/>
          <p:nvPr/>
        </p:nvSpPr>
        <p:spPr>
          <a:xfrm>
            <a:off x="9572076" y="7974844"/>
            <a:ext cx="129165" cy="3482498"/>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63" name="Oval 62">
            <a:extLst>
              <a:ext uri="{FF2B5EF4-FFF2-40B4-BE49-F238E27FC236}">
                <a16:creationId xmlns:a16="http://schemas.microsoft.com/office/drawing/2014/main" id="{7FDA26CB-C7BA-6EB4-C226-3A00FF7275F6}"/>
              </a:ext>
            </a:extLst>
          </p:cNvPr>
          <p:cNvSpPr/>
          <p:nvPr/>
        </p:nvSpPr>
        <p:spPr>
          <a:xfrm>
            <a:off x="11221106" y="9173575"/>
            <a:ext cx="101471" cy="2589416"/>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64" name="Oval 63">
            <a:extLst>
              <a:ext uri="{FF2B5EF4-FFF2-40B4-BE49-F238E27FC236}">
                <a16:creationId xmlns:a16="http://schemas.microsoft.com/office/drawing/2014/main" id="{80AD0A58-8EF9-C0B8-5718-D4E66E93C3BC}"/>
              </a:ext>
            </a:extLst>
          </p:cNvPr>
          <p:cNvSpPr/>
          <p:nvPr/>
        </p:nvSpPr>
        <p:spPr>
          <a:xfrm>
            <a:off x="8984585" y="8309205"/>
            <a:ext cx="77177" cy="2582054"/>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65" name="Oval 64">
            <a:extLst>
              <a:ext uri="{FF2B5EF4-FFF2-40B4-BE49-F238E27FC236}">
                <a16:creationId xmlns:a16="http://schemas.microsoft.com/office/drawing/2014/main" id="{08AA1B13-FDB1-4A09-0B7F-8D70B95BB9FE}"/>
              </a:ext>
            </a:extLst>
          </p:cNvPr>
          <p:cNvSpPr/>
          <p:nvPr/>
        </p:nvSpPr>
        <p:spPr>
          <a:xfrm>
            <a:off x="11000935" y="8240852"/>
            <a:ext cx="102300" cy="4900237"/>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66" name="Oval 65">
            <a:extLst>
              <a:ext uri="{FF2B5EF4-FFF2-40B4-BE49-F238E27FC236}">
                <a16:creationId xmlns:a16="http://schemas.microsoft.com/office/drawing/2014/main" id="{F54880BC-35CA-87B5-9849-10DB1A2CB922}"/>
              </a:ext>
            </a:extLst>
          </p:cNvPr>
          <p:cNvSpPr/>
          <p:nvPr/>
        </p:nvSpPr>
        <p:spPr>
          <a:xfrm>
            <a:off x="5002986" y="-8211179"/>
            <a:ext cx="96967" cy="3754372"/>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67" name="Oval 66">
            <a:extLst>
              <a:ext uri="{FF2B5EF4-FFF2-40B4-BE49-F238E27FC236}">
                <a16:creationId xmlns:a16="http://schemas.microsoft.com/office/drawing/2014/main" id="{D4DEB5E4-6361-4BC6-DF03-C380B754B9E0}"/>
              </a:ext>
            </a:extLst>
          </p:cNvPr>
          <p:cNvSpPr/>
          <p:nvPr/>
        </p:nvSpPr>
        <p:spPr>
          <a:xfrm>
            <a:off x="8742993" y="-7190446"/>
            <a:ext cx="112942" cy="3281237"/>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68" name="Oval 67">
            <a:extLst>
              <a:ext uri="{FF2B5EF4-FFF2-40B4-BE49-F238E27FC236}">
                <a16:creationId xmlns:a16="http://schemas.microsoft.com/office/drawing/2014/main" id="{B4F6D253-5C37-02AD-C337-80F69FE62D29}"/>
              </a:ext>
            </a:extLst>
          </p:cNvPr>
          <p:cNvSpPr/>
          <p:nvPr/>
        </p:nvSpPr>
        <p:spPr>
          <a:xfrm>
            <a:off x="640399" y="-8654062"/>
            <a:ext cx="112704" cy="3870356"/>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69" name="Oval 68">
            <a:extLst>
              <a:ext uri="{FF2B5EF4-FFF2-40B4-BE49-F238E27FC236}">
                <a16:creationId xmlns:a16="http://schemas.microsoft.com/office/drawing/2014/main" id="{E7D260BD-F677-DBA8-86C3-3B372B224A82}"/>
              </a:ext>
            </a:extLst>
          </p:cNvPr>
          <p:cNvSpPr/>
          <p:nvPr/>
        </p:nvSpPr>
        <p:spPr>
          <a:xfrm>
            <a:off x="11113757" y="-7897381"/>
            <a:ext cx="141070" cy="5719166"/>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70" name="Oval 69">
            <a:extLst>
              <a:ext uri="{FF2B5EF4-FFF2-40B4-BE49-F238E27FC236}">
                <a16:creationId xmlns:a16="http://schemas.microsoft.com/office/drawing/2014/main" id="{1140D4DB-1C0E-2C05-DC6C-EB2124D7B5F5}"/>
              </a:ext>
            </a:extLst>
          </p:cNvPr>
          <p:cNvSpPr/>
          <p:nvPr/>
        </p:nvSpPr>
        <p:spPr>
          <a:xfrm>
            <a:off x="3743694" y="-9949407"/>
            <a:ext cx="120975" cy="7042078"/>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71" name="Oval 70">
            <a:extLst>
              <a:ext uri="{FF2B5EF4-FFF2-40B4-BE49-F238E27FC236}">
                <a16:creationId xmlns:a16="http://schemas.microsoft.com/office/drawing/2014/main" id="{F5414796-C2D5-3583-C489-35B292F2F751}"/>
              </a:ext>
            </a:extLst>
          </p:cNvPr>
          <p:cNvSpPr/>
          <p:nvPr/>
        </p:nvSpPr>
        <p:spPr>
          <a:xfrm>
            <a:off x="1369597" y="-10825088"/>
            <a:ext cx="127562" cy="6204804"/>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72" name="Oval 71">
            <a:extLst>
              <a:ext uri="{FF2B5EF4-FFF2-40B4-BE49-F238E27FC236}">
                <a16:creationId xmlns:a16="http://schemas.microsoft.com/office/drawing/2014/main" id="{0D471140-F37A-ACDF-007E-89C9346DCE53}"/>
              </a:ext>
            </a:extLst>
          </p:cNvPr>
          <p:cNvSpPr/>
          <p:nvPr/>
        </p:nvSpPr>
        <p:spPr>
          <a:xfrm>
            <a:off x="3655009" y="-10491918"/>
            <a:ext cx="122714" cy="5571798"/>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73" name="Oval 72">
            <a:extLst>
              <a:ext uri="{FF2B5EF4-FFF2-40B4-BE49-F238E27FC236}">
                <a16:creationId xmlns:a16="http://schemas.microsoft.com/office/drawing/2014/main" id="{D2569D67-45A5-32C6-930F-10069D94A89E}"/>
              </a:ext>
            </a:extLst>
          </p:cNvPr>
          <p:cNvSpPr/>
          <p:nvPr/>
        </p:nvSpPr>
        <p:spPr>
          <a:xfrm>
            <a:off x="3050007" y="-6434472"/>
            <a:ext cx="146314" cy="3188189"/>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74" name="Oval 73">
            <a:extLst>
              <a:ext uri="{FF2B5EF4-FFF2-40B4-BE49-F238E27FC236}">
                <a16:creationId xmlns:a16="http://schemas.microsoft.com/office/drawing/2014/main" id="{023596FB-FD4F-B1D2-AFA9-64C1B174CD95}"/>
              </a:ext>
            </a:extLst>
          </p:cNvPr>
          <p:cNvSpPr/>
          <p:nvPr/>
        </p:nvSpPr>
        <p:spPr>
          <a:xfrm>
            <a:off x="5659696" y="-8930936"/>
            <a:ext cx="90767" cy="6725043"/>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a:t>
            </a:r>
          </a:p>
        </p:txBody>
      </p:sp>
      <p:sp>
        <p:nvSpPr>
          <p:cNvPr id="75" name="Oval 74">
            <a:extLst>
              <a:ext uri="{FF2B5EF4-FFF2-40B4-BE49-F238E27FC236}">
                <a16:creationId xmlns:a16="http://schemas.microsoft.com/office/drawing/2014/main" id="{E7247126-C778-432D-6D25-21C305245868}"/>
              </a:ext>
            </a:extLst>
          </p:cNvPr>
          <p:cNvSpPr/>
          <p:nvPr/>
        </p:nvSpPr>
        <p:spPr>
          <a:xfrm>
            <a:off x="9783749" y="-9453273"/>
            <a:ext cx="147788" cy="7299262"/>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76" name="Oval 75">
            <a:extLst>
              <a:ext uri="{FF2B5EF4-FFF2-40B4-BE49-F238E27FC236}">
                <a16:creationId xmlns:a16="http://schemas.microsoft.com/office/drawing/2014/main" id="{5860449D-FD14-A82B-F2EF-838A50F2F095}"/>
              </a:ext>
            </a:extLst>
          </p:cNvPr>
          <p:cNvSpPr/>
          <p:nvPr/>
        </p:nvSpPr>
        <p:spPr>
          <a:xfrm>
            <a:off x="5489086" y="-8795898"/>
            <a:ext cx="87653" cy="3927420"/>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77" name="Oval 76">
            <a:extLst>
              <a:ext uri="{FF2B5EF4-FFF2-40B4-BE49-F238E27FC236}">
                <a16:creationId xmlns:a16="http://schemas.microsoft.com/office/drawing/2014/main" id="{6BC4E4AA-6ECA-4602-0183-830982E12519}"/>
              </a:ext>
            </a:extLst>
          </p:cNvPr>
          <p:cNvSpPr/>
          <p:nvPr/>
        </p:nvSpPr>
        <p:spPr>
          <a:xfrm>
            <a:off x="5868803" y="-9429572"/>
            <a:ext cx="108778" cy="5480067"/>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78" name="Oval 77">
            <a:extLst>
              <a:ext uri="{FF2B5EF4-FFF2-40B4-BE49-F238E27FC236}">
                <a16:creationId xmlns:a16="http://schemas.microsoft.com/office/drawing/2014/main" id="{17134511-0275-3AEE-14BA-C222F4D197A6}"/>
              </a:ext>
            </a:extLst>
          </p:cNvPr>
          <p:cNvSpPr/>
          <p:nvPr/>
        </p:nvSpPr>
        <p:spPr>
          <a:xfrm>
            <a:off x="5399877" y="-5165502"/>
            <a:ext cx="107400" cy="3273204"/>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79" name="Oval 78">
            <a:extLst>
              <a:ext uri="{FF2B5EF4-FFF2-40B4-BE49-F238E27FC236}">
                <a16:creationId xmlns:a16="http://schemas.microsoft.com/office/drawing/2014/main" id="{D78900EA-16F4-AC9A-1959-D4A8AD59C427}"/>
              </a:ext>
            </a:extLst>
          </p:cNvPr>
          <p:cNvSpPr/>
          <p:nvPr/>
        </p:nvSpPr>
        <p:spPr>
          <a:xfrm>
            <a:off x="3092451" y="-8678689"/>
            <a:ext cx="100308" cy="4875489"/>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80" name="Oval 79">
            <a:extLst>
              <a:ext uri="{FF2B5EF4-FFF2-40B4-BE49-F238E27FC236}">
                <a16:creationId xmlns:a16="http://schemas.microsoft.com/office/drawing/2014/main" id="{4F65B956-F6DE-672D-3F9D-A4696AD9D969}"/>
              </a:ext>
            </a:extLst>
          </p:cNvPr>
          <p:cNvSpPr/>
          <p:nvPr/>
        </p:nvSpPr>
        <p:spPr>
          <a:xfrm>
            <a:off x="9727156" y="-6086071"/>
            <a:ext cx="148651" cy="4579657"/>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81" name="Oval 80">
            <a:extLst>
              <a:ext uri="{FF2B5EF4-FFF2-40B4-BE49-F238E27FC236}">
                <a16:creationId xmlns:a16="http://schemas.microsoft.com/office/drawing/2014/main" id="{E1D377E7-7DE7-E11C-6561-42F811C07D68}"/>
              </a:ext>
            </a:extLst>
          </p:cNvPr>
          <p:cNvSpPr/>
          <p:nvPr/>
        </p:nvSpPr>
        <p:spPr>
          <a:xfrm>
            <a:off x="5780474" y="-12420066"/>
            <a:ext cx="85562" cy="7348747"/>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82" name="Oval 81">
            <a:extLst>
              <a:ext uri="{FF2B5EF4-FFF2-40B4-BE49-F238E27FC236}">
                <a16:creationId xmlns:a16="http://schemas.microsoft.com/office/drawing/2014/main" id="{EF269BF5-7755-553B-B460-272621593AA9}"/>
              </a:ext>
            </a:extLst>
          </p:cNvPr>
          <p:cNvSpPr/>
          <p:nvPr/>
        </p:nvSpPr>
        <p:spPr>
          <a:xfrm>
            <a:off x="1816029" y="-7234654"/>
            <a:ext cx="130919" cy="5858541"/>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83" name="Oval 82">
            <a:extLst>
              <a:ext uri="{FF2B5EF4-FFF2-40B4-BE49-F238E27FC236}">
                <a16:creationId xmlns:a16="http://schemas.microsoft.com/office/drawing/2014/main" id="{D6F9CFAD-ED82-135C-6E60-F03D1977278D}"/>
              </a:ext>
            </a:extLst>
          </p:cNvPr>
          <p:cNvSpPr/>
          <p:nvPr/>
        </p:nvSpPr>
        <p:spPr>
          <a:xfrm>
            <a:off x="1992486" y="-5204803"/>
            <a:ext cx="116970" cy="2419563"/>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84" name="Oval 83">
            <a:extLst>
              <a:ext uri="{FF2B5EF4-FFF2-40B4-BE49-F238E27FC236}">
                <a16:creationId xmlns:a16="http://schemas.microsoft.com/office/drawing/2014/main" id="{7123BD31-A4AE-67FE-C923-F4E2814C1391}"/>
              </a:ext>
            </a:extLst>
          </p:cNvPr>
          <p:cNvSpPr/>
          <p:nvPr/>
        </p:nvSpPr>
        <p:spPr>
          <a:xfrm>
            <a:off x="4820900" y="-8233276"/>
            <a:ext cx="123065" cy="6144678"/>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85" name="Oval 84">
            <a:extLst>
              <a:ext uri="{FF2B5EF4-FFF2-40B4-BE49-F238E27FC236}">
                <a16:creationId xmlns:a16="http://schemas.microsoft.com/office/drawing/2014/main" id="{0D12BC02-6728-DAB1-66C5-1A4932AE2953}"/>
              </a:ext>
            </a:extLst>
          </p:cNvPr>
          <p:cNvSpPr/>
          <p:nvPr/>
        </p:nvSpPr>
        <p:spPr>
          <a:xfrm>
            <a:off x="8676382" y="-10322704"/>
            <a:ext cx="96631" cy="6138503"/>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86" name="Oval 85">
            <a:extLst>
              <a:ext uri="{FF2B5EF4-FFF2-40B4-BE49-F238E27FC236}">
                <a16:creationId xmlns:a16="http://schemas.microsoft.com/office/drawing/2014/main" id="{7A968918-8AE0-9392-D724-80DBA5D5EB2D}"/>
              </a:ext>
            </a:extLst>
          </p:cNvPr>
          <p:cNvSpPr/>
          <p:nvPr/>
        </p:nvSpPr>
        <p:spPr>
          <a:xfrm>
            <a:off x="2725349" y="-8546727"/>
            <a:ext cx="76794" cy="5454886"/>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87" name="Oval 86">
            <a:extLst>
              <a:ext uri="{FF2B5EF4-FFF2-40B4-BE49-F238E27FC236}">
                <a16:creationId xmlns:a16="http://schemas.microsoft.com/office/drawing/2014/main" id="{72538175-C69C-AE1D-AF84-52EFBE2A0793}"/>
              </a:ext>
            </a:extLst>
          </p:cNvPr>
          <p:cNvSpPr/>
          <p:nvPr/>
        </p:nvSpPr>
        <p:spPr>
          <a:xfrm>
            <a:off x="6570918" y="-10596592"/>
            <a:ext cx="112108" cy="6577458"/>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88" name="Oval 87">
            <a:extLst>
              <a:ext uri="{FF2B5EF4-FFF2-40B4-BE49-F238E27FC236}">
                <a16:creationId xmlns:a16="http://schemas.microsoft.com/office/drawing/2014/main" id="{BB975F98-3BF4-28D0-E369-40DB006D3F44}"/>
              </a:ext>
            </a:extLst>
          </p:cNvPr>
          <p:cNvSpPr/>
          <p:nvPr/>
        </p:nvSpPr>
        <p:spPr>
          <a:xfrm>
            <a:off x="855656" y="-7070652"/>
            <a:ext cx="105739" cy="2052496"/>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89" name="Oval 88">
            <a:extLst>
              <a:ext uri="{FF2B5EF4-FFF2-40B4-BE49-F238E27FC236}">
                <a16:creationId xmlns:a16="http://schemas.microsoft.com/office/drawing/2014/main" id="{95D67504-C09B-F075-0F8C-2C786C96E9A7}"/>
              </a:ext>
            </a:extLst>
          </p:cNvPr>
          <p:cNvSpPr/>
          <p:nvPr/>
        </p:nvSpPr>
        <p:spPr>
          <a:xfrm>
            <a:off x="6029418" y="-8031484"/>
            <a:ext cx="92672" cy="3273546"/>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90" name="Oval 89">
            <a:extLst>
              <a:ext uri="{FF2B5EF4-FFF2-40B4-BE49-F238E27FC236}">
                <a16:creationId xmlns:a16="http://schemas.microsoft.com/office/drawing/2014/main" id="{359E0B32-7147-CF17-D5E2-18438D731B39}"/>
              </a:ext>
            </a:extLst>
          </p:cNvPr>
          <p:cNvSpPr/>
          <p:nvPr/>
        </p:nvSpPr>
        <p:spPr>
          <a:xfrm>
            <a:off x="8336939" y="-6784832"/>
            <a:ext cx="83812" cy="5418259"/>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91" name="Oval 90">
            <a:extLst>
              <a:ext uri="{FF2B5EF4-FFF2-40B4-BE49-F238E27FC236}">
                <a16:creationId xmlns:a16="http://schemas.microsoft.com/office/drawing/2014/main" id="{F76D2721-CAB6-F353-56FE-576806FE826A}"/>
              </a:ext>
            </a:extLst>
          </p:cNvPr>
          <p:cNvSpPr/>
          <p:nvPr/>
        </p:nvSpPr>
        <p:spPr>
          <a:xfrm>
            <a:off x="305595" y="-5435309"/>
            <a:ext cx="140925" cy="4110283"/>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92" name="Oval 91">
            <a:extLst>
              <a:ext uri="{FF2B5EF4-FFF2-40B4-BE49-F238E27FC236}">
                <a16:creationId xmlns:a16="http://schemas.microsoft.com/office/drawing/2014/main" id="{A09DD264-25EA-1E58-6AD1-10A246A5AF06}"/>
              </a:ext>
            </a:extLst>
          </p:cNvPr>
          <p:cNvSpPr/>
          <p:nvPr/>
        </p:nvSpPr>
        <p:spPr>
          <a:xfrm>
            <a:off x="8404920" y="-10650957"/>
            <a:ext cx="98723" cy="6220399"/>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93" name="Oval 92">
            <a:extLst>
              <a:ext uri="{FF2B5EF4-FFF2-40B4-BE49-F238E27FC236}">
                <a16:creationId xmlns:a16="http://schemas.microsoft.com/office/drawing/2014/main" id="{117BECD6-747F-97AE-0FD8-E2915B49ED81}"/>
              </a:ext>
            </a:extLst>
          </p:cNvPr>
          <p:cNvSpPr/>
          <p:nvPr/>
        </p:nvSpPr>
        <p:spPr>
          <a:xfrm>
            <a:off x="4802508" y="-10509985"/>
            <a:ext cx="94395" cy="7149569"/>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94" name="Oval 93">
            <a:extLst>
              <a:ext uri="{FF2B5EF4-FFF2-40B4-BE49-F238E27FC236}">
                <a16:creationId xmlns:a16="http://schemas.microsoft.com/office/drawing/2014/main" id="{A81A8329-9C5B-0BAF-9AC2-3F9AC1252D41}"/>
              </a:ext>
            </a:extLst>
          </p:cNvPr>
          <p:cNvSpPr/>
          <p:nvPr/>
        </p:nvSpPr>
        <p:spPr>
          <a:xfrm>
            <a:off x="9918311" y="-5718611"/>
            <a:ext cx="115217" cy="2998467"/>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95" name="Oval 94">
            <a:extLst>
              <a:ext uri="{FF2B5EF4-FFF2-40B4-BE49-F238E27FC236}">
                <a16:creationId xmlns:a16="http://schemas.microsoft.com/office/drawing/2014/main" id="{96B0A456-D209-055E-52C2-FC5064DC2759}"/>
              </a:ext>
            </a:extLst>
          </p:cNvPr>
          <p:cNvSpPr/>
          <p:nvPr/>
        </p:nvSpPr>
        <p:spPr>
          <a:xfrm>
            <a:off x="5881641" y="-3234060"/>
            <a:ext cx="91116" cy="1937825"/>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96" name="Oval 95">
            <a:extLst>
              <a:ext uri="{FF2B5EF4-FFF2-40B4-BE49-F238E27FC236}">
                <a16:creationId xmlns:a16="http://schemas.microsoft.com/office/drawing/2014/main" id="{EEF1DF3E-8F06-0F5A-D14E-5E59E8B06208}"/>
              </a:ext>
            </a:extLst>
          </p:cNvPr>
          <p:cNvSpPr/>
          <p:nvPr/>
        </p:nvSpPr>
        <p:spPr>
          <a:xfrm>
            <a:off x="8240840" y="-10576330"/>
            <a:ext cx="117241" cy="7226290"/>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97" name="Oval 96">
            <a:extLst>
              <a:ext uri="{FF2B5EF4-FFF2-40B4-BE49-F238E27FC236}">
                <a16:creationId xmlns:a16="http://schemas.microsoft.com/office/drawing/2014/main" id="{EB68AE75-4D22-9934-905C-1BA1AD453B9A}"/>
              </a:ext>
            </a:extLst>
          </p:cNvPr>
          <p:cNvSpPr/>
          <p:nvPr/>
        </p:nvSpPr>
        <p:spPr>
          <a:xfrm>
            <a:off x="11637105" y="-8261035"/>
            <a:ext cx="122289" cy="3780141"/>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98" name="Oval 97">
            <a:extLst>
              <a:ext uri="{FF2B5EF4-FFF2-40B4-BE49-F238E27FC236}">
                <a16:creationId xmlns:a16="http://schemas.microsoft.com/office/drawing/2014/main" id="{83AC8EC9-EC79-1760-B30D-798BCA321DF3}"/>
              </a:ext>
            </a:extLst>
          </p:cNvPr>
          <p:cNvSpPr/>
          <p:nvPr/>
        </p:nvSpPr>
        <p:spPr>
          <a:xfrm>
            <a:off x="3701879" y="-7297600"/>
            <a:ext cx="112302" cy="5899813"/>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99" name="Oval 98">
            <a:extLst>
              <a:ext uri="{FF2B5EF4-FFF2-40B4-BE49-F238E27FC236}">
                <a16:creationId xmlns:a16="http://schemas.microsoft.com/office/drawing/2014/main" id="{26021537-9C70-A413-7ECF-461EFAAE6DBB}"/>
              </a:ext>
            </a:extLst>
          </p:cNvPr>
          <p:cNvSpPr/>
          <p:nvPr/>
        </p:nvSpPr>
        <p:spPr>
          <a:xfrm>
            <a:off x="9943966" y="-9301518"/>
            <a:ext cx="79348" cy="6897734"/>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100" name="Oval 99">
            <a:extLst>
              <a:ext uri="{FF2B5EF4-FFF2-40B4-BE49-F238E27FC236}">
                <a16:creationId xmlns:a16="http://schemas.microsoft.com/office/drawing/2014/main" id="{08F4DD50-3D53-E747-AAFE-86C26C86239A}"/>
              </a:ext>
            </a:extLst>
          </p:cNvPr>
          <p:cNvSpPr/>
          <p:nvPr/>
        </p:nvSpPr>
        <p:spPr>
          <a:xfrm>
            <a:off x="9436722" y="-7332421"/>
            <a:ext cx="86104" cy="2393920"/>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101" name="Oval 100">
            <a:extLst>
              <a:ext uri="{FF2B5EF4-FFF2-40B4-BE49-F238E27FC236}">
                <a16:creationId xmlns:a16="http://schemas.microsoft.com/office/drawing/2014/main" id="{27E5F0C5-6627-FDCF-C03C-B209E9EBE1E9}"/>
              </a:ext>
            </a:extLst>
          </p:cNvPr>
          <p:cNvSpPr/>
          <p:nvPr/>
        </p:nvSpPr>
        <p:spPr>
          <a:xfrm>
            <a:off x="7897697" y="-9370792"/>
            <a:ext cx="145418" cy="7355002"/>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102" name="Oval 101">
            <a:extLst>
              <a:ext uri="{FF2B5EF4-FFF2-40B4-BE49-F238E27FC236}">
                <a16:creationId xmlns:a16="http://schemas.microsoft.com/office/drawing/2014/main" id="{440E7C53-98C7-8C43-F25F-D7C085D7DD23}"/>
              </a:ext>
            </a:extLst>
          </p:cNvPr>
          <p:cNvSpPr/>
          <p:nvPr/>
        </p:nvSpPr>
        <p:spPr>
          <a:xfrm>
            <a:off x="7839467" y="-6956190"/>
            <a:ext cx="90846" cy="5380895"/>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103" name="Oval 102">
            <a:extLst>
              <a:ext uri="{FF2B5EF4-FFF2-40B4-BE49-F238E27FC236}">
                <a16:creationId xmlns:a16="http://schemas.microsoft.com/office/drawing/2014/main" id="{7F7053EB-4524-2185-0C75-9B8E70439DA5}"/>
              </a:ext>
            </a:extLst>
          </p:cNvPr>
          <p:cNvSpPr/>
          <p:nvPr/>
        </p:nvSpPr>
        <p:spPr>
          <a:xfrm>
            <a:off x="625758" y="-8630080"/>
            <a:ext cx="104788" cy="6906646"/>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104" name="Oval 103">
            <a:extLst>
              <a:ext uri="{FF2B5EF4-FFF2-40B4-BE49-F238E27FC236}">
                <a16:creationId xmlns:a16="http://schemas.microsoft.com/office/drawing/2014/main" id="{A5FF39B5-D954-5918-40F1-54420EE009A6}"/>
              </a:ext>
            </a:extLst>
          </p:cNvPr>
          <p:cNvSpPr/>
          <p:nvPr/>
        </p:nvSpPr>
        <p:spPr>
          <a:xfrm>
            <a:off x="789532" y="-9937695"/>
            <a:ext cx="136170" cy="5240780"/>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105" name="Oval 104">
            <a:extLst>
              <a:ext uri="{FF2B5EF4-FFF2-40B4-BE49-F238E27FC236}">
                <a16:creationId xmlns:a16="http://schemas.microsoft.com/office/drawing/2014/main" id="{1972BE87-A79B-6053-0764-2C2875EFC33C}"/>
              </a:ext>
            </a:extLst>
          </p:cNvPr>
          <p:cNvSpPr/>
          <p:nvPr/>
        </p:nvSpPr>
        <p:spPr>
          <a:xfrm>
            <a:off x="916300" y="-9268098"/>
            <a:ext cx="125485" cy="5651132"/>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106" name="Oval 105">
            <a:extLst>
              <a:ext uri="{FF2B5EF4-FFF2-40B4-BE49-F238E27FC236}">
                <a16:creationId xmlns:a16="http://schemas.microsoft.com/office/drawing/2014/main" id="{11739FAC-85AC-FF2E-BE71-7A3F075662CF}"/>
              </a:ext>
            </a:extLst>
          </p:cNvPr>
          <p:cNvSpPr/>
          <p:nvPr/>
        </p:nvSpPr>
        <p:spPr>
          <a:xfrm>
            <a:off x="9252802" y="-9251638"/>
            <a:ext cx="104209" cy="6834966"/>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107" name="Oval 106">
            <a:extLst>
              <a:ext uri="{FF2B5EF4-FFF2-40B4-BE49-F238E27FC236}">
                <a16:creationId xmlns:a16="http://schemas.microsoft.com/office/drawing/2014/main" id="{59BBEAA9-B85A-2345-20B7-C68605F17B35}"/>
              </a:ext>
            </a:extLst>
          </p:cNvPr>
          <p:cNvSpPr/>
          <p:nvPr/>
        </p:nvSpPr>
        <p:spPr>
          <a:xfrm>
            <a:off x="8124989" y="-6609128"/>
            <a:ext cx="102683" cy="3993916"/>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108" name="Oval 107">
            <a:extLst>
              <a:ext uri="{FF2B5EF4-FFF2-40B4-BE49-F238E27FC236}">
                <a16:creationId xmlns:a16="http://schemas.microsoft.com/office/drawing/2014/main" id="{D5203EB5-57CE-08FF-B814-00BE63729DCF}"/>
              </a:ext>
            </a:extLst>
          </p:cNvPr>
          <p:cNvSpPr/>
          <p:nvPr/>
        </p:nvSpPr>
        <p:spPr>
          <a:xfrm>
            <a:off x="2826388" y="-6526623"/>
            <a:ext cx="81670" cy="3857392"/>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109" name="Oval 108">
            <a:extLst>
              <a:ext uri="{FF2B5EF4-FFF2-40B4-BE49-F238E27FC236}">
                <a16:creationId xmlns:a16="http://schemas.microsoft.com/office/drawing/2014/main" id="{D4A7ADC4-34B0-A718-C7B2-C819394554FE}"/>
              </a:ext>
            </a:extLst>
          </p:cNvPr>
          <p:cNvSpPr/>
          <p:nvPr/>
        </p:nvSpPr>
        <p:spPr>
          <a:xfrm>
            <a:off x="5132964" y="-4831752"/>
            <a:ext cx="79924" cy="2179254"/>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110" name="Oval 109">
            <a:extLst>
              <a:ext uri="{FF2B5EF4-FFF2-40B4-BE49-F238E27FC236}">
                <a16:creationId xmlns:a16="http://schemas.microsoft.com/office/drawing/2014/main" id="{7492A360-DC7D-E02F-805A-46581C980B8A}"/>
              </a:ext>
            </a:extLst>
          </p:cNvPr>
          <p:cNvSpPr/>
          <p:nvPr/>
        </p:nvSpPr>
        <p:spPr>
          <a:xfrm>
            <a:off x="11068020" y="-8827956"/>
            <a:ext cx="149271" cy="5693662"/>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111" name="Oval 110">
            <a:extLst>
              <a:ext uri="{FF2B5EF4-FFF2-40B4-BE49-F238E27FC236}">
                <a16:creationId xmlns:a16="http://schemas.microsoft.com/office/drawing/2014/main" id="{53740304-A6A4-F3EF-3C5D-FF30FACD61CE}"/>
              </a:ext>
            </a:extLst>
          </p:cNvPr>
          <p:cNvSpPr/>
          <p:nvPr/>
        </p:nvSpPr>
        <p:spPr>
          <a:xfrm>
            <a:off x="2024911" y="-8179957"/>
            <a:ext cx="93184" cy="3874514"/>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112" name="Oval 111">
            <a:extLst>
              <a:ext uri="{FF2B5EF4-FFF2-40B4-BE49-F238E27FC236}">
                <a16:creationId xmlns:a16="http://schemas.microsoft.com/office/drawing/2014/main" id="{BB3B1703-95A0-D882-8805-2A9427E59005}"/>
              </a:ext>
            </a:extLst>
          </p:cNvPr>
          <p:cNvSpPr/>
          <p:nvPr/>
        </p:nvSpPr>
        <p:spPr>
          <a:xfrm>
            <a:off x="939064" y="-6164996"/>
            <a:ext cx="135769" cy="4806212"/>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113" name="Oval 112">
            <a:extLst>
              <a:ext uri="{FF2B5EF4-FFF2-40B4-BE49-F238E27FC236}">
                <a16:creationId xmlns:a16="http://schemas.microsoft.com/office/drawing/2014/main" id="{7620DB89-D0BA-01D9-96CF-202DEFAC2A09}"/>
              </a:ext>
            </a:extLst>
          </p:cNvPr>
          <p:cNvSpPr/>
          <p:nvPr/>
        </p:nvSpPr>
        <p:spPr>
          <a:xfrm>
            <a:off x="1900269" y="-8113773"/>
            <a:ext cx="87862" cy="3653806"/>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114" name="Oval 113">
            <a:extLst>
              <a:ext uri="{FF2B5EF4-FFF2-40B4-BE49-F238E27FC236}">
                <a16:creationId xmlns:a16="http://schemas.microsoft.com/office/drawing/2014/main" id="{D73DBF02-FC68-50B8-1167-ED55811BB61D}"/>
              </a:ext>
            </a:extLst>
          </p:cNvPr>
          <p:cNvSpPr/>
          <p:nvPr/>
        </p:nvSpPr>
        <p:spPr>
          <a:xfrm>
            <a:off x="9946161" y="-5369268"/>
            <a:ext cx="91420" cy="3987712"/>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115" name="Oval 114">
            <a:extLst>
              <a:ext uri="{FF2B5EF4-FFF2-40B4-BE49-F238E27FC236}">
                <a16:creationId xmlns:a16="http://schemas.microsoft.com/office/drawing/2014/main" id="{1FF4A877-4129-C811-083E-D7378E540BF9}"/>
              </a:ext>
            </a:extLst>
          </p:cNvPr>
          <p:cNvSpPr/>
          <p:nvPr/>
        </p:nvSpPr>
        <p:spPr>
          <a:xfrm>
            <a:off x="11118557" y="-10775212"/>
            <a:ext cx="120628" cy="6923926"/>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116" name="Oval 115">
            <a:extLst>
              <a:ext uri="{FF2B5EF4-FFF2-40B4-BE49-F238E27FC236}">
                <a16:creationId xmlns:a16="http://schemas.microsoft.com/office/drawing/2014/main" id="{A4C5F2EB-ACEB-4CC5-50CD-0E3717515CE2}"/>
              </a:ext>
            </a:extLst>
          </p:cNvPr>
          <p:cNvSpPr/>
          <p:nvPr/>
        </p:nvSpPr>
        <p:spPr>
          <a:xfrm>
            <a:off x="3486493" y="-10117708"/>
            <a:ext cx="121179" cy="5520506"/>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117" name="Oval 116">
            <a:extLst>
              <a:ext uri="{FF2B5EF4-FFF2-40B4-BE49-F238E27FC236}">
                <a16:creationId xmlns:a16="http://schemas.microsoft.com/office/drawing/2014/main" id="{FCFD7918-C961-7A50-0F18-6D49AD0AB96F}"/>
              </a:ext>
            </a:extLst>
          </p:cNvPr>
          <p:cNvSpPr/>
          <p:nvPr/>
        </p:nvSpPr>
        <p:spPr>
          <a:xfrm>
            <a:off x="12063826" y="-7279219"/>
            <a:ext cx="86515" cy="3256977"/>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118" name="Oval 117">
            <a:extLst>
              <a:ext uri="{FF2B5EF4-FFF2-40B4-BE49-F238E27FC236}">
                <a16:creationId xmlns:a16="http://schemas.microsoft.com/office/drawing/2014/main" id="{FED32A3B-2AEA-A5D9-4C00-C916C57135E5}"/>
              </a:ext>
            </a:extLst>
          </p:cNvPr>
          <p:cNvSpPr/>
          <p:nvPr/>
        </p:nvSpPr>
        <p:spPr>
          <a:xfrm>
            <a:off x="845673" y="-9906203"/>
            <a:ext cx="141998" cy="5878161"/>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119" name="Oval 118">
            <a:extLst>
              <a:ext uri="{FF2B5EF4-FFF2-40B4-BE49-F238E27FC236}">
                <a16:creationId xmlns:a16="http://schemas.microsoft.com/office/drawing/2014/main" id="{8DEAF3AF-85ED-4208-524F-C3C812B6D687}"/>
              </a:ext>
            </a:extLst>
          </p:cNvPr>
          <p:cNvSpPr/>
          <p:nvPr/>
        </p:nvSpPr>
        <p:spPr>
          <a:xfrm>
            <a:off x="2441241" y="-9030561"/>
            <a:ext cx="135665" cy="6162804"/>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120" name="Oval 119">
            <a:extLst>
              <a:ext uri="{FF2B5EF4-FFF2-40B4-BE49-F238E27FC236}">
                <a16:creationId xmlns:a16="http://schemas.microsoft.com/office/drawing/2014/main" id="{43485EAD-F5AE-DBCA-9F9E-E816CFC5DFFA}"/>
              </a:ext>
            </a:extLst>
          </p:cNvPr>
          <p:cNvSpPr/>
          <p:nvPr/>
        </p:nvSpPr>
        <p:spPr>
          <a:xfrm>
            <a:off x="5409262" y="-9485950"/>
            <a:ext cx="147629" cy="7360139"/>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121" name="Oval 120">
            <a:extLst>
              <a:ext uri="{FF2B5EF4-FFF2-40B4-BE49-F238E27FC236}">
                <a16:creationId xmlns:a16="http://schemas.microsoft.com/office/drawing/2014/main" id="{2E09B5C6-4552-3182-FFAC-C4E5CFB5CA35}"/>
              </a:ext>
            </a:extLst>
          </p:cNvPr>
          <p:cNvSpPr/>
          <p:nvPr/>
        </p:nvSpPr>
        <p:spPr>
          <a:xfrm>
            <a:off x="902778" y="-7255492"/>
            <a:ext cx="143847" cy="4559746"/>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122" name="Oval 121">
            <a:extLst>
              <a:ext uri="{FF2B5EF4-FFF2-40B4-BE49-F238E27FC236}">
                <a16:creationId xmlns:a16="http://schemas.microsoft.com/office/drawing/2014/main" id="{08565D2A-EA90-8233-AE66-8211EC39E174}"/>
              </a:ext>
            </a:extLst>
          </p:cNvPr>
          <p:cNvSpPr/>
          <p:nvPr/>
        </p:nvSpPr>
        <p:spPr>
          <a:xfrm>
            <a:off x="9216909" y="-7971067"/>
            <a:ext cx="135587" cy="3373899"/>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123" name="Oval 122">
            <a:extLst>
              <a:ext uri="{FF2B5EF4-FFF2-40B4-BE49-F238E27FC236}">
                <a16:creationId xmlns:a16="http://schemas.microsoft.com/office/drawing/2014/main" id="{D1967DD4-614E-F2B6-EC95-6A87EFFC0145}"/>
              </a:ext>
            </a:extLst>
          </p:cNvPr>
          <p:cNvSpPr/>
          <p:nvPr/>
        </p:nvSpPr>
        <p:spPr>
          <a:xfrm>
            <a:off x="7191058" y="-7244424"/>
            <a:ext cx="125037" cy="3467157"/>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124" name="Oval 123">
            <a:extLst>
              <a:ext uri="{FF2B5EF4-FFF2-40B4-BE49-F238E27FC236}">
                <a16:creationId xmlns:a16="http://schemas.microsoft.com/office/drawing/2014/main" id="{E5549DE1-A050-04B4-0CFC-8736827F8085}"/>
              </a:ext>
            </a:extLst>
          </p:cNvPr>
          <p:cNvSpPr/>
          <p:nvPr/>
        </p:nvSpPr>
        <p:spPr>
          <a:xfrm>
            <a:off x="3660116" y="-6689587"/>
            <a:ext cx="89178" cy="2030053"/>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125" name="Oval 124">
            <a:extLst>
              <a:ext uri="{FF2B5EF4-FFF2-40B4-BE49-F238E27FC236}">
                <a16:creationId xmlns:a16="http://schemas.microsoft.com/office/drawing/2014/main" id="{A8D6E255-7E56-1C8E-547F-6F094FF058B0}"/>
              </a:ext>
            </a:extLst>
          </p:cNvPr>
          <p:cNvSpPr/>
          <p:nvPr/>
        </p:nvSpPr>
        <p:spPr>
          <a:xfrm>
            <a:off x="5574298" y="-5013236"/>
            <a:ext cx="140671" cy="1981978"/>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noFill/>
              </a:rPr>
              <a:t>XXXX</a:t>
            </a:r>
          </a:p>
        </p:txBody>
      </p:sp>
      <p:sp>
        <p:nvSpPr>
          <p:cNvPr id="128" name="Rectangle 127">
            <a:extLst>
              <a:ext uri="{FF2B5EF4-FFF2-40B4-BE49-F238E27FC236}">
                <a16:creationId xmlns:a16="http://schemas.microsoft.com/office/drawing/2014/main" id="{4226E79A-60E8-A087-5171-CEC42D302C5C}"/>
              </a:ext>
            </a:extLst>
          </p:cNvPr>
          <p:cNvSpPr/>
          <p:nvPr/>
        </p:nvSpPr>
        <p:spPr>
          <a:xfrm>
            <a:off x="939548" y="2745759"/>
            <a:ext cx="9967287" cy="127901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5400">
                <a:solidFill>
                  <a:schemeClr val="tx1"/>
                </a:solidFill>
              </a:rPr>
              <a:t>XXX XXXXXXXXXX</a:t>
            </a:r>
          </a:p>
        </p:txBody>
      </p:sp>
    </p:spTree>
    <p:extLst>
      <p:ext uri="{BB962C8B-B14F-4D97-AF65-F5344CB8AC3E}">
        <p14:creationId xmlns:p14="http://schemas.microsoft.com/office/powerpoint/2010/main" val="22110959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xit" presetSubtype="0" fill="hold" grpId="0" nodeType="withEffect">
                                  <p:stCondLst>
                                    <p:cond delay="1000"/>
                                  </p:stCondLst>
                                  <p:childTnLst>
                                    <p:set>
                                      <p:cBhvr>
                                        <p:cTn id="6" dur="1" fill="hold">
                                          <p:stCondLst>
                                            <p:cond delay="0"/>
                                          </p:stCondLst>
                                        </p:cTn>
                                        <p:tgtEl>
                                          <p:spTgt spid="66"/>
                                        </p:tgtEl>
                                        <p:attrNameLst>
                                          <p:attrName>style.visibility</p:attrName>
                                        </p:attrNameLst>
                                      </p:cBhvr>
                                      <p:to>
                                        <p:strVal val="hidden"/>
                                      </p:to>
                                    </p:set>
                                  </p:childTnLst>
                                </p:cTn>
                              </p:par>
                            </p:childTnLst>
                          </p:cTn>
                        </p:par>
                        <p:par>
                          <p:cTn id="7" fill="hold">
                            <p:stCondLst>
                              <p:cond delay="1000"/>
                            </p:stCondLst>
                            <p:childTnLst>
                              <p:par>
                                <p:cTn id="8" presetID="1" presetClass="exit" presetSubtype="0" fill="hold" grpId="0" nodeType="afterEffect">
                                  <p:stCondLst>
                                    <p:cond delay="0"/>
                                  </p:stCondLst>
                                  <p:childTnLst>
                                    <p:set>
                                      <p:cBhvr>
                                        <p:cTn id="9" dur="1" fill="hold">
                                          <p:stCondLst>
                                            <p:cond delay="0"/>
                                          </p:stCondLst>
                                        </p:cTn>
                                        <p:tgtEl>
                                          <p:spTgt spid="67"/>
                                        </p:tgtEl>
                                        <p:attrNameLst>
                                          <p:attrName>style.visibility</p:attrName>
                                        </p:attrNameLst>
                                      </p:cBhvr>
                                      <p:to>
                                        <p:strVal val="hidden"/>
                                      </p:to>
                                    </p:set>
                                  </p:childTnLst>
                                </p:cTn>
                              </p:par>
                              <p:par>
                                <p:cTn id="10" presetID="1" presetClass="exit" presetSubtype="0" fill="hold" grpId="0" nodeType="withEffect">
                                  <p:stCondLst>
                                    <p:cond delay="0"/>
                                  </p:stCondLst>
                                  <p:childTnLst>
                                    <p:set>
                                      <p:cBhvr>
                                        <p:cTn id="11" dur="1" fill="hold">
                                          <p:stCondLst>
                                            <p:cond delay="0"/>
                                          </p:stCondLst>
                                        </p:cTn>
                                        <p:tgtEl>
                                          <p:spTgt spid="68"/>
                                        </p:tgtEl>
                                        <p:attrNameLst>
                                          <p:attrName>style.visibility</p:attrName>
                                        </p:attrNameLst>
                                      </p:cBhvr>
                                      <p:to>
                                        <p:strVal val="hidden"/>
                                      </p:to>
                                    </p:set>
                                  </p:childTnLst>
                                </p:cTn>
                              </p:par>
                              <p:par>
                                <p:cTn id="12" presetID="1" presetClass="exit" presetSubtype="0" fill="hold" grpId="0" nodeType="withEffect">
                                  <p:stCondLst>
                                    <p:cond delay="0"/>
                                  </p:stCondLst>
                                  <p:childTnLst>
                                    <p:set>
                                      <p:cBhvr>
                                        <p:cTn id="13" dur="1" fill="hold">
                                          <p:stCondLst>
                                            <p:cond delay="0"/>
                                          </p:stCondLst>
                                        </p:cTn>
                                        <p:tgtEl>
                                          <p:spTgt spid="69"/>
                                        </p:tgtEl>
                                        <p:attrNameLst>
                                          <p:attrName>style.visibility</p:attrName>
                                        </p:attrNameLst>
                                      </p:cBhvr>
                                      <p:to>
                                        <p:strVal val="hidden"/>
                                      </p:to>
                                    </p:set>
                                  </p:childTnLst>
                                </p:cTn>
                              </p:par>
                              <p:par>
                                <p:cTn id="14" presetID="1" presetClass="exit" presetSubtype="0" fill="hold" grpId="0" nodeType="withEffect">
                                  <p:stCondLst>
                                    <p:cond delay="0"/>
                                  </p:stCondLst>
                                  <p:childTnLst>
                                    <p:set>
                                      <p:cBhvr>
                                        <p:cTn id="15" dur="1" fill="hold">
                                          <p:stCondLst>
                                            <p:cond delay="0"/>
                                          </p:stCondLst>
                                        </p:cTn>
                                        <p:tgtEl>
                                          <p:spTgt spid="70"/>
                                        </p:tgtEl>
                                        <p:attrNameLst>
                                          <p:attrName>style.visibility</p:attrName>
                                        </p:attrNameLst>
                                      </p:cBhvr>
                                      <p:to>
                                        <p:strVal val="hidden"/>
                                      </p:to>
                                    </p:set>
                                  </p:childTnLst>
                                </p:cTn>
                              </p:par>
                              <p:par>
                                <p:cTn id="16" presetID="1" presetClass="exit" presetSubtype="0" fill="hold" grpId="0" nodeType="withEffect">
                                  <p:stCondLst>
                                    <p:cond delay="0"/>
                                  </p:stCondLst>
                                  <p:childTnLst>
                                    <p:set>
                                      <p:cBhvr>
                                        <p:cTn id="17" dur="1" fill="hold">
                                          <p:stCondLst>
                                            <p:cond delay="0"/>
                                          </p:stCondLst>
                                        </p:cTn>
                                        <p:tgtEl>
                                          <p:spTgt spid="71"/>
                                        </p:tgtEl>
                                        <p:attrNameLst>
                                          <p:attrName>style.visibility</p:attrName>
                                        </p:attrNameLst>
                                      </p:cBhvr>
                                      <p:to>
                                        <p:strVal val="hidden"/>
                                      </p:to>
                                    </p:set>
                                  </p:childTnLst>
                                </p:cTn>
                              </p:par>
                              <p:par>
                                <p:cTn id="18" presetID="1" presetClass="exit" presetSubtype="0" fill="hold" grpId="0" nodeType="withEffect">
                                  <p:stCondLst>
                                    <p:cond delay="0"/>
                                  </p:stCondLst>
                                  <p:childTnLst>
                                    <p:set>
                                      <p:cBhvr>
                                        <p:cTn id="19" dur="1" fill="hold">
                                          <p:stCondLst>
                                            <p:cond delay="0"/>
                                          </p:stCondLst>
                                        </p:cTn>
                                        <p:tgtEl>
                                          <p:spTgt spid="72"/>
                                        </p:tgtEl>
                                        <p:attrNameLst>
                                          <p:attrName>style.visibility</p:attrName>
                                        </p:attrNameLst>
                                      </p:cBhvr>
                                      <p:to>
                                        <p:strVal val="hidden"/>
                                      </p:to>
                                    </p:set>
                                  </p:childTnLst>
                                </p:cTn>
                              </p:par>
                              <p:par>
                                <p:cTn id="20" presetID="1" presetClass="exit" presetSubtype="0" fill="hold" grpId="0" nodeType="withEffect">
                                  <p:stCondLst>
                                    <p:cond delay="0"/>
                                  </p:stCondLst>
                                  <p:childTnLst>
                                    <p:set>
                                      <p:cBhvr>
                                        <p:cTn id="21" dur="1" fill="hold">
                                          <p:stCondLst>
                                            <p:cond delay="0"/>
                                          </p:stCondLst>
                                        </p:cTn>
                                        <p:tgtEl>
                                          <p:spTgt spid="73"/>
                                        </p:tgtEl>
                                        <p:attrNameLst>
                                          <p:attrName>style.visibility</p:attrName>
                                        </p:attrNameLst>
                                      </p:cBhvr>
                                      <p:to>
                                        <p:strVal val="hidden"/>
                                      </p:to>
                                    </p:set>
                                  </p:childTnLst>
                                </p:cTn>
                              </p:par>
                              <p:par>
                                <p:cTn id="22" presetID="1" presetClass="exit" presetSubtype="0" fill="hold" grpId="0" nodeType="withEffect">
                                  <p:stCondLst>
                                    <p:cond delay="0"/>
                                  </p:stCondLst>
                                  <p:childTnLst>
                                    <p:set>
                                      <p:cBhvr>
                                        <p:cTn id="23" dur="1" fill="hold">
                                          <p:stCondLst>
                                            <p:cond delay="0"/>
                                          </p:stCondLst>
                                        </p:cTn>
                                        <p:tgtEl>
                                          <p:spTgt spid="74"/>
                                        </p:tgtEl>
                                        <p:attrNameLst>
                                          <p:attrName>style.visibility</p:attrName>
                                        </p:attrNameLst>
                                      </p:cBhvr>
                                      <p:to>
                                        <p:strVal val="hidden"/>
                                      </p:to>
                                    </p:set>
                                  </p:childTnLst>
                                </p:cTn>
                              </p:par>
                              <p:par>
                                <p:cTn id="24" presetID="1" presetClass="exit" presetSubtype="0" fill="hold" grpId="0" nodeType="withEffect">
                                  <p:stCondLst>
                                    <p:cond delay="0"/>
                                  </p:stCondLst>
                                  <p:childTnLst>
                                    <p:set>
                                      <p:cBhvr>
                                        <p:cTn id="25" dur="1" fill="hold">
                                          <p:stCondLst>
                                            <p:cond delay="0"/>
                                          </p:stCondLst>
                                        </p:cTn>
                                        <p:tgtEl>
                                          <p:spTgt spid="75"/>
                                        </p:tgtEl>
                                        <p:attrNameLst>
                                          <p:attrName>style.visibility</p:attrName>
                                        </p:attrNameLst>
                                      </p:cBhvr>
                                      <p:to>
                                        <p:strVal val="hidden"/>
                                      </p:to>
                                    </p:set>
                                  </p:childTnLst>
                                </p:cTn>
                              </p:par>
                              <p:par>
                                <p:cTn id="26" presetID="1" presetClass="exit" presetSubtype="0" fill="hold" grpId="0" nodeType="withEffect">
                                  <p:stCondLst>
                                    <p:cond delay="0"/>
                                  </p:stCondLst>
                                  <p:childTnLst>
                                    <p:set>
                                      <p:cBhvr>
                                        <p:cTn id="27" dur="1" fill="hold">
                                          <p:stCondLst>
                                            <p:cond delay="0"/>
                                          </p:stCondLst>
                                        </p:cTn>
                                        <p:tgtEl>
                                          <p:spTgt spid="76"/>
                                        </p:tgtEl>
                                        <p:attrNameLst>
                                          <p:attrName>style.visibility</p:attrName>
                                        </p:attrNameLst>
                                      </p:cBhvr>
                                      <p:to>
                                        <p:strVal val="hidden"/>
                                      </p:to>
                                    </p:set>
                                  </p:childTnLst>
                                </p:cTn>
                              </p:par>
                              <p:par>
                                <p:cTn id="28" presetID="1" presetClass="exit" presetSubtype="0" fill="hold" grpId="0" nodeType="withEffect">
                                  <p:stCondLst>
                                    <p:cond delay="0"/>
                                  </p:stCondLst>
                                  <p:childTnLst>
                                    <p:set>
                                      <p:cBhvr>
                                        <p:cTn id="29" dur="1" fill="hold">
                                          <p:stCondLst>
                                            <p:cond delay="0"/>
                                          </p:stCondLst>
                                        </p:cTn>
                                        <p:tgtEl>
                                          <p:spTgt spid="77"/>
                                        </p:tgtEl>
                                        <p:attrNameLst>
                                          <p:attrName>style.visibility</p:attrName>
                                        </p:attrNameLst>
                                      </p:cBhvr>
                                      <p:to>
                                        <p:strVal val="hidden"/>
                                      </p:to>
                                    </p:set>
                                  </p:childTnLst>
                                </p:cTn>
                              </p:par>
                              <p:par>
                                <p:cTn id="30" presetID="1" presetClass="exit" presetSubtype="0" fill="hold" grpId="0" nodeType="withEffect">
                                  <p:stCondLst>
                                    <p:cond delay="0"/>
                                  </p:stCondLst>
                                  <p:childTnLst>
                                    <p:set>
                                      <p:cBhvr>
                                        <p:cTn id="31" dur="1" fill="hold">
                                          <p:stCondLst>
                                            <p:cond delay="0"/>
                                          </p:stCondLst>
                                        </p:cTn>
                                        <p:tgtEl>
                                          <p:spTgt spid="78"/>
                                        </p:tgtEl>
                                        <p:attrNameLst>
                                          <p:attrName>style.visibility</p:attrName>
                                        </p:attrNameLst>
                                      </p:cBhvr>
                                      <p:to>
                                        <p:strVal val="hidden"/>
                                      </p:to>
                                    </p:set>
                                  </p:childTnLst>
                                </p:cTn>
                              </p:par>
                              <p:par>
                                <p:cTn id="32" presetID="1" presetClass="exit" presetSubtype="0" fill="hold" grpId="0" nodeType="withEffect">
                                  <p:stCondLst>
                                    <p:cond delay="0"/>
                                  </p:stCondLst>
                                  <p:childTnLst>
                                    <p:set>
                                      <p:cBhvr>
                                        <p:cTn id="33" dur="1" fill="hold">
                                          <p:stCondLst>
                                            <p:cond delay="0"/>
                                          </p:stCondLst>
                                        </p:cTn>
                                        <p:tgtEl>
                                          <p:spTgt spid="79"/>
                                        </p:tgtEl>
                                        <p:attrNameLst>
                                          <p:attrName>style.visibility</p:attrName>
                                        </p:attrNameLst>
                                      </p:cBhvr>
                                      <p:to>
                                        <p:strVal val="hidden"/>
                                      </p:to>
                                    </p:set>
                                  </p:childTnLst>
                                </p:cTn>
                              </p:par>
                              <p:par>
                                <p:cTn id="34" presetID="1" presetClass="exit" presetSubtype="0" fill="hold" grpId="0" nodeType="withEffect">
                                  <p:stCondLst>
                                    <p:cond delay="0"/>
                                  </p:stCondLst>
                                  <p:childTnLst>
                                    <p:set>
                                      <p:cBhvr>
                                        <p:cTn id="35" dur="1" fill="hold">
                                          <p:stCondLst>
                                            <p:cond delay="0"/>
                                          </p:stCondLst>
                                        </p:cTn>
                                        <p:tgtEl>
                                          <p:spTgt spid="80"/>
                                        </p:tgtEl>
                                        <p:attrNameLst>
                                          <p:attrName>style.visibility</p:attrName>
                                        </p:attrNameLst>
                                      </p:cBhvr>
                                      <p:to>
                                        <p:strVal val="hidden"/>
                                      </p:to>
                                    </p:set>
                                  </p:childTnLst>
                                </p:cTn>
                              </p:par>
                              <p:par>
                                <p:cTn id="36" presetID="1" presetClass="exit" presetSubtype="0" fill="hold" grpId="0" nodeType="withEffect">
                                  <p:stCondLst>
                                    <p:cond delay="0"/>
                                  </p:stCondLst>
                                  <p:childTnLst>
                                    <p:set>
                                      <p:cBhvr>
                                        <p:cTn id="37" dur="1" fill="hold">
                                          <p:stCondLst>
                                            <p:cond delay="0"/>
                                          </p:stCondLst>
                                        </p:cTn>
                                        <p:tgtEl>
                                          <p:spTgt spid="82"/>
                                        </p:tgtEl>
                                        <p:attrNameLst>
                                          <p:attrName>style.visibility</p:attrName>
                                        </p:attrNameLst>
                                      </p:cBhvr>
                                      <p:to>
                                        <p:strVal val="hidden"/>
                                      </p:to>
                                    </p:set>
                                  </p:childTnLst>
                                </p:cTn>
                              </p:par>
                              <p:par>
                                <p:cTn id="38" presetID="1" presetClass="exit" presetSubtype="0" fill="hold" grpId="0" nodeType="withEffect">
                                  <p:stCondLst>
                                    <p:cond delay="0"/>
                                  </p:stCondLst>
                                  <p:childTnLst>
                                    <p:set>
                                      <p:cBhvr>
                                        <p:cTn id="39" dur="1" fill="hold">
                                          <p:stCondLst>
                                            <p:cond delay="0"/>
                                          </p:stCondLst>
                                        </p:cTn>
                                        <p:tgtEl>
                                          <p:spTgt spid="83"/>
                                        </p:tgtEl>
                                        <p:attrNameLst>
                                          <p:attrName>style.visibility</p:attrName>
                                        </p:attrNameLst>
                                      </p:cBhvr>
                                      <p:to>
                                        <p:strVal val="hidden"/>
                                      </p:to>
                                    </p:set>
                                  </p:childTnLst>
                                </p:cTn>
                              </p:par>
                              <p:par>
                                <p:cTn id="40" presetID="1" presetClass="exit" presetSubtype="0" fill="hold" grpId="0" nodeType="withEffect">
                                  <p:stCondLst>
                                    <p:cond delay="0"/>
                                  </p:stCondLst>
                                  <p:childTnLst>
                                    <p:set>
                                      <p:cBhvr>
                                        <p:cTn id="41" dur="1" fill="hold">
                                          <p:stCondLst>
                                            <p:cond delay="0"/>
                                          </p:stCondLst>
                                        </p:cTn>
                                        <p:tgtEl>
                                          <p:spTgt spid="84"/>
                                        </p:tgtEl>
                                        <p:attrNameLst>
                                          <p:attrName>style.visibility</p:attrName>
                                        </p:attrNameLst>
                                      </p:cBhvr>
                                      <p:to>
                                        <p:strVal val="hidden"/>
                                      </p:to>
                                    </p:set>
                                  </p:childTnLst>
                                </p:cTn>
                              </p:par>
                              <p:par>
                                <p:cTn id="42" presetID="1" presetClass="exit" presetSubtype="0" fill="hold" grpId="0" nodeType="withEffect">
                                  <p:stCondLst>
                                    <p:cond delay="0"/>
                                  </p:stCondLst>
                                  <p:childTnLst>
                                    <p:set>
                                      <p:cBhvr>
                                        <p:cTn id="43" dur="1" fill="hold">
                                          <p:stCondLst>
                                            <p:cond delay="0"/>
                                          </p:stCondLst>
                                        </p:cTn>
                                        <p:tgtEl>
                                          <p:spTgt spid="85"/>
                                        </p:tgtEl>
                                        <p:attrNameLst>
                                          <p:attrName>style.visibility</p:attrName>
                                        </p:attrNameLst>
                                      </p:cBhvr>
                                      <p:to>
                                        <p:strVal val="hidden"/>
                                      </p:to>
                                    </p:set>
                                  </p:childTnLst>
                                </p:cTn>
                              </p:par>
                              <p:par>
                                <p:cTn id="44" presetID="1" presetClass="exit" presetSubtype="0" fill="hold" grpId="0" nodeType="withEffect">
                                  <p:stCondLst>
                                    <p:cond delay="0"/>
                                  </p:stCondLst>
                                  <p:childTnLst>
                                    <p:set>
                                      <p:cBhvr>
                                        <p:cTn id="45" dur="1" fill="hold">
                                          <p:stCondLst>
                                            <p:cond delay="0"/>
                                          </p:stCondLst>
                                        </p:cTn>
                                        <p:tgtEl>
                                          <p:spTgt spid="86"/>
                                        </p:tgtEl>
                                        <p:attrNameLst>
                                          <p:attrName>style.visibility</p:attrName>
                                        </p:attrNameLst>
                                      </p:cBhvr>
                                      <p:to>
                                        <p:strVal val="hidden"/>
                                      </p:to>
                                    </p:set>
                                  </p:childTnLst>
                                </p:cTn>
                              </p:par>
                              <p:par>
                                <p:cTn id="46" presetID="1" presetClass="exit" presetSubtype="0" fill="hold" grpId="0" nodeType="withEffect">
                                  <p:stCondLst>
                                    <p:cond delay="0"/>
                                  </p:stCondLst>
                                  <p:childTnLst>
                                    <p:set>
                                      <p:cBhvr>
                                        <p:cTn id="47" dur="1" fill="hold">
                                          <p:stCondLst>
                                            <p:cond delay="0"/>
                                          </p:stCondLst>
                                        </p:cTn>
                                        <p:tgtEl>
                                          <p:spTgt spid="87"/>
                                        </p:tgtEl>
                                        <p:attrNameLst>
                                          <p:attrName>style.visibility</p:attrName>
                                        </p:attrNameLst>
                                      </p:cBhvr>
                                      <p:to>
                                        <p:strVal val="hidden"/>
                                      </p:to>
                                    </p:set>
                                  </p:childTnLst>
                                </p:cTn>
                              </p:par>
                              <p:par>
                                <p:cTn id="48" presetID="1" presetClass="exit" presetSubtype="0" fill="hold" grpId="0" nodeType="withEffect">
                                  <p:stCondLst>
                                    <p:cond delay="0"/>
                                  </p:stCondLst>
                                  <p:childTnLst>
                                    <p:set>
                                      <p:cBhvr>
                                        <p:cTn id="49" dur="1" fill="hold">
                                          <p:stCondLst>
                                            <p:cond delay="0"/>
                                          </p:stCondLst>
                                        </p:cTn>
                                        <p:tgtEl>
                                          <p:spTgt spid="88"/>
                                        </p:tgtEl>
                                        <p:attrNameLst>
                                          <p:attrName>style.visibility</p:attrName>
                                        </p:attrNameLst>
                                      </p:cBhvr>
                                      <p:to>
                                        <p:strVal val="hidden"/>
                                      </p:to>
                                    </p:set>
                                  </p:childTnLst>
                                </p:cTn>
                              </p:par>
                              <p:par>
                                <p:cTn id="50" presetID="1" presetClass="exit" presetSubtype="0" fill="hold" grpId="0" nodeType="withEffect">
                                  <p:stCondLst>
                                    <p:cond delay="0"/>
                                  </p:stCondLst>
                                  <p:childTnLst>
                                    <p:set>
                                      <p:cBhvr>
                                        <p:cTn id="51" dur="1" fill="hold">
                                          <p:stCondLst>
                                            <p:cond delay="0"/>
                                          </p:stCondLst>
                                        </p:cTn>
                                        <p:tgtEl>
                                          <p:spTgt spid="89"/>
                                        </p:tgtEl>
                                        <p:attrNameLst>
                                          <p:attrName>style.visibility</p:attrName>
                                        </p:attrNameLst>
                                      </p:cBhvr>
                                      <p:to>
                                        <p:strVal val="hidden"/>
                                      </p:to>
                                    </p:set>
                                  </p:childTnLst>
                                </p:cTn>
                              </p:par>
                              <p:par>
                                <p:cTn id="52" presetID="1" presetClass="exit" presetSubtype="0" fill="hold" grpId="0" nodeType="withEffect">
                                  <p:stCondLst>
                                    <p:cond delay="0"/>
                                  </p:stCondLst>
                                  <p:childTnLst>
                                    <p:set>
                                      <p:cBhvr>
                                        <p:cTn id="53" dur="1" fill="hold">
                                          <p:stCondLst>
                                            <p:cond delay="0"/>
                                          </p:stCondLst>
                                        </p:cTn>
                                        <p:tgtEl>
                                          <p:spTgt spid="90"/>
                                        </p:tgtEl>
                                        <p:attrNameLst>
                                          <p:attrName>style.visibility</p:attrName>
                                        </p:attrNameLst>
                                      </p:cBhvr>
                                      <p:to>
                                        <p:strVal val="hidden"/>
                                      </p:to>
                                    </p:set>
                                  </p:childTnLst>
                                </p:cTn>
                              </p:par>
                              <p:par>
                                <p:cTn id="54" presetID="1" presetClass="exit" presetSubtype="0" fill="hold" grpId="0" nodeType="withEffect">
                                  <p:stCondLst>
                                    <p:cond delay="0"/>
                                  </p:stCondLst>
                                  <p:childTnLst>
                                    <p:set>
                                      <p:cBhvr>
                                        <p:cTn id="55" dur="1" fill="hold">
                                          <p:stCondLst>
                                            <p:cond delay="0"/>
                                          </p:stCondLst>
                                        </p:cTn>
                                        <p:tgtEl>
                                          <p:spTgt spid="91"/>
                                        </p:tgtEl>
                                        <p:attrNameLst>
                                          <p:attrName>style.visibility</p:attrName>
                                        </p:attrNameLst>
                                      </p:cBhvr>
                                      <p:to>
                                        <p:strVal val="hidden"/>
                                      </p:to>
                                    </p:set>
                                  </p:childTnLst>
                                </p:cTn>
                              </p:par>
                              <p:par>
                                <p:cTn id="56" presetID="1" presetClass="exit" presetSubtype="0" fill="hold" grpId="0" nodeType="withEffect">
                                  <p:stCondLst>
                                    <p:cond delay="0"/>
                                  </p:stCondLst>
                                  <p:childTnLst>
                                    <p:set>
                                      <p:cBhvr>
                                        <p:cTn id="57" dur="1" fill="hold">
                                          <p:stCondLst>
                                            <p:cond delay="0"/>
                                          </p:stCondLst>
                                        </p:cTn>
                                        <p:tgtEl>
                                          <p:spTgt spid="92"/>
                                        </p:tgtEl>
                                        <p:attrNameLst>
                                          <p:attrName>style.visibility</p:attrName>
                                        </p:attrNameLst>
                                      </p:cBhvr>
                                      <p:to>
                                        <p:strVal val="hidden"/>
                                      </p:to>
                                    </p:set>
                                  </p:childTnLst>
                                </p:cTn>
                              </p:par>
                              <p:par>
                                <p:cTn id="58" presetID="1" presetClass="exit" presetSubtype="0" fill="hold" grpId="0" nodeType="withEffect">
                                  <p:stCondLst>
                                    <p:cond delay="0"/>
                                  </p:stCondLst>
                                  <p:childTnLst>
                                    <p:set>
                                      <p:cBhvr>
                                        <p:cTn id="59" dur="1" fill="hold">
                                          <p:stCondLst>
                                            <p:cond delay="0"/>
                                          </p:stCondLst>
                                        </p:cTn>
                                        <p:tgtEl>
                                          <p:spTgt spid="93"/>
                                        </p:tgtEl>
                                        <p:attrNameLst>
                                          <p:attrName>style.visibility</p:attrName>
                                        </p:attrNameLst>
                                      </p:cBhvr>
                                      <p:to>
                                        <p:strVal val="hidden"/>
                                      </p:to>
                                    </p:set>
                                  </p:childTnLst>
                                </p:cTn>
                              </p:par>
                              <p:par>
                                <p:cTn id="60" presetID="1" presetClass="exit" presetSubtype="0" fill="hold" grpId="0" nodeType="withEffect">
                                  <p:stCondLst>
                                    <p:cond delay="0"/>
                                  </p:stCondLst>
                                  <p:childTnLst>
                                    <p:set>
                                      <p:cBhvr>
                                        <p:cTn id="61" dur="1" fill="hold">
                                          <p:stCondLst>
                                            <p:cond delay="0"/>
                                          </p:stCondLst>
                                        </p:cTn>
                                        <p:tgtEl>
                                          <p:spTgt spid="94"/>
                                        </p:tgtEl>
                                        <p:attrNameLst>
                                          <p:attrName>style.visibility</p:attrName>
                                        </p:attrNameLst>
                                      </p:cBhvr>
                                      <p:to>
                                        <p:strVal val="hidden"/>
                                      </p:to>
                                    </p:set>
                                  </p:childTnLst>
                                </p:cTn>
                              </p:par>
                              <p:par>
                                <p:cTn id="62" presetID="1" presetClass="exit" presetSubtype="0" fill="hold" grpId="0" nodeType="withEffect">
                                  <p:stCondLst>
                                    <p:cond delay="0"/>
                                  </p:stCondLst>
                                  <p:childTnLst>
                                    <p:set>
                                      <p:cBhvr>
                                        <p:cTn id="63" dur="1" fill="hold">
                                          <p:stCondLst>
                                            <p:cond delay="0"/>
                                          </p:stCondLst>
                                        </p:cTn>
                                        <p:tgtEl>
                                          <p:spTgt spid="95"/>
                                        </p:tgtEl>
                                        <p:attrNameLst>
                                          <p:attrName>style.visibility</p:attrName>
                                        </p:attrNameLst>
                                      </p:cBhvr>
                                      <p:to>
                                        <p:strVal val="hidden"/>
                                      </p:to>
                                    </p:set>
                                  </p:childTnLst>
                                </p:cTn>
                              </p:par>
                              <p:par>
                                <p:cTn id="64" presetID="1" presetClass="exit" presetSubtype="0" fill="hold" grpId="0" nodeType="withEffect">
                                  <p:stCondLst>
                                    <p:cond delay="0"/>
                                  </p:stCondLst>
                                  <p:childTnLst>
                                    <p:set>
                                      <p:cBhvr>
                                        <p:cTn id="65" dur="1" fill="hold">
                                          <p:stCondLst>
                                            <p:cond delay="0"/>
                                          </p:stCondLst>
                                        </p:cTn>
                                        <p:tgtEl>
                                          <p:spTgt spid="96"/>
                                        </p:tgtEl>
                                        <p:attrNameLst>
                                          <p:attrName>style.visibility</p:attrName>
                                        </p:attrNameLst>
                                      </p:cBhvr>
                                      <p:to>
                                        <p:strVal val="hidden"/>
                                      </p:to>
                                    </p:set>
                                  </p:childTnLst>
                                </p:cTn>
                              </p:par>
                              <p:par>
                                <p:cTn id="66" presetID="1" presetClass="exit" presetSubtype="0" fill="hold" grpId="0" nodeType="withEffect">
                                  <p:stCondLst>
                                    <p:cond delay="0"/>
                                  </p:stCondLst>
                                  <p:childTnLst>
                                    <p:set>
                                      <p:cBhvr>
                                        <p:cTn id="67" dur="1" fill="hold">
                                          <p:stCondLst>
                                            <p:cond delay="0"/>
                                          </p:stCondLst>
                                        </p:cTn>
                                        <p:tgtEl>
                                          <p:spTgt spid="97"/>
                                        </p:tgtEl>
                                        <p:attrNameLst>
                                          <p:attrName>style.visibility</p:attrName>
                                        </p:attrNameLst>
                                      </p:cBhvr>
                                      <p:to>
                                        <p:strVal val="hidden"/>
                                      </p:to>
                                    </p:set>
                                  </p:childTnLst>
                                </p:cTn>
                              </p:par>
                              <p:par>
                                <p:cTn id="68" presetID="1" presetClass="exit" presetSubtype="0" fill="hold" grpId="0" nodeType="withEffect">
                                  <p:stCondLst>
                                    <p:cond delay="0"/>
                                  </p:stCondLst>
                                  <p:childTnLst>
                                    <p:set>
                                      <p:cBhvr>
                                        <p:cTn id="69" dur="1" fill="hold">
                                          <p:stCondLst>
                                            <p:cond delay="0"/>
                                          </p:stCondLst>
                                        </p:cTn>
                                        <p:tgtEl>
                                          <p:spTgt spid="98"/>
                                        </p:tgtEl>
                                        <p:attrNameLst>
                                          <p:attrName>style.visibility</p:attrName>
                                        </p:attrNameLst>
                                      </p:cBhvr>
                                      <p:to>
                                        <p:strVal val="hidden"/>
                                      </p:to>
                                    </p:set>
                                  </p:childTnLst>
                                </p:cTn>
                              </p:par>
                              <p:par>
                                <p:cTn id="70" presetID="1" presetClass="exit" presetSubtype="0" fill="hold" grpId="0" nodeType="withEffect">
                                  <p:stCondLst>
                                    <p:cond delay="0"/>
                                  </p:stCondLst>
                                  <p:childTnLst>
                                    <p:set>
                                      <p:cBhvr>
                                        <p:cTn id="71" dur="1" fill="hold">
                                          <p:stCondLst>
                                            <p:cond delay="0"/>
                                          </p:stCondLst>
                                        </p:cTn>
                                        <p:tgtEl>
                                          <p:spTgt spid="99"/>
                                        </p:tgtEl>
                                        <p:attrNameLst>
                                          <p:attrName>style.visibility</p:attrName>
                                        </p:attrNameLst>
                                      </p:cBhvr>
                                      <p:to>
                                        <p:strVal val="hidden"/>
                                      </p:to>
                                    </p:set>
                                  </p:childTnLst>
                                </p:cTn>
                              </p:par>
                              <p:par>
                                <p:cTn id="72" presetID="1" presetClass="exit" presetSubtype="0" fill="hold" grpId="0" nodeType="withEffect">
                                  <p:stCondLst>
                                    <p:cond delay="0"/>
                                  </p:stCondLst>
                                  <p:childTnLst>
                                    <p:set>
                                      <p:cBhvr>
                                        <p:cTn id="73" dur="1" fill="hold">
                                          <p:stCondLst>
                                            <p:cond delay="0"/>
                                          </p:stCondLst>
                                        </p:cTn>
                                        <p:tgtEl>
                                          <p:spTgt spid="100"/>
                                        </p:tgtEl>
                                        <p:attrNameLst>
                                          <p:attrName>style.visibility</p:attrName>
                                        </p:attrNameLst>
                                      </p:cBhvr>
                                      <p:to>
                                        <p:strVal val="hidden"/>
                                      </p:to>
                                    </p:set>
                                  </p:childTnLst>
                                </p:cTn>
                              </p:par>
                              <p:par>
                                <p:cTn id="74" presetID="1" presetClass="exit" presetSubtype="0" fill="hold" grpId="0" nodeType="withEffect">
                                  <p:stCondLst>
                                    <p:cond delay="0"/>
                                  </p:stCondLst>
                                  <p:childTnLst>
                                    <p:set>
                                      <p:cBhvr>
                                        <p:cTn id="75" dur="1" fill="hold">
                                          <p:stCondLst>
                                            <p:cond delay="0"/>
                                          </p:stCondLst>
                                        </p:cTn>
                                        <p:tgtEl>
                                          <p:spTgt spid="101"/>
                                        </p:tgtEl>
                                        <p:attrNameLst>
                                          <p:attrName>style.visibility</p:attrName>
                                        </p:attrNameLst>
                                      </p:cBhvr>
                                      <p:to>
                                        <p:strVal val="hidden"/>
                                      </p:to>
                                    </p:set>
                                  </p:childTnLst>
                                </p:cTn>
                              </p:par>
                              <p:par>
                                <p:cTn id="76" presetID="1" presetClass="exit" presetSubtype="0" fill="hold" grpId="0" nodeType="withEffect">
                                  <p:stCondLst>
                                    <p:cond delay="0"/>
                                  </p:stCondLst>
                                  <p:childTnLst>
                                    <p:set>
                                      <p:cBhvr>
                                        <p:cTn id="77" dur="1" fill="hold">
                                          <p:stCondLst>
                                            <p:cond delay="0"/>
                                          </p:stCondLst>
                                        </p:cTn>
                                        <p:tgtEl>
                                          <p:spTgt spid="102"/>
                                        </p:tgtEl>
                                        <p:attrNameLst>
                                          <p:attrName>style.visibility</p:attrName>
                                        </p:attrNameLst>
                                      </p:cBhvr>
                                      <p:to>
                                        <p:strVal val="hidden"/>
                                      </p:to>
                                    </p:set>
                                  </p:childTnLst>
                                </p:cTn>
                              </p:par>
                              <p:par>
                                <p:cTn id="78" presetID="1" presetClass="exit" presetSubtype="0" fill="hold" grpId="0" nodeType="withEffect">
                                  <p:stCondLst>
                                    <p:cond delay="0"/>
                                  </p:stCondLst>
                                  <p:childTnLst>
                                    <p:set>
                                      <p:cBhvr>
                                        <p:cTn id="79" dur="1" fill="hold">
                                          <p:stCondLst>
                                            <p:cond delay="0"/>
                                          </p:stCondLst>
                                        </p:cTn>
                                        <p:tgtEl>
                                          <p:spTgt spid="103"/>
                                        </p:tgtEl>
                                        <p:attrNameLst>
                                          <p:attrName>style.visibility</p:attrName>
                                        </p:attrNameLst>
                                      </p:cBhvr>
                                      <p:to>
                                        <p:strVal val="hidden"/>
                                      </p:to>
                                    </p:set>
                                  </p:childTnLst>
                                </p:cTn>
                              </p:par>
                              <p:par>
                                <p:cTn id="80" presetID="1" presetClass="exit" presetSubtype="0" fill="hold" grpId="0" nodeType="withEffect">
                                  <p:stCondLst>
                                    <p:cond delay="0"/>
                                  </p:stCondLst>
                                  <p:childTnLst>
                                    <p:set>
                                      <p:cBhvr>
                                        <p:cTn id="81" dur="1" fill="hold">
                                          <p:stCondLst>
                                            <p:cond delay="0"/>
                                          </p:stCondLst>
                                        </p:cTn>
                                        <p:tgtEl>
                                          <p:spTgt spid="104"/>
                                        </p:tgtEl>
                                        <p:attrNameLst>
                                          <p:attrName>style.visibility</p:attrName>
                                        </p:attrNameLst>
                                      </p:cBhvr>
                                      <p:to>
                                        <p:strVal val="hidden"/>
                                      </p:to>
                                    </p:set>
                                  </p:childTnLst>
                                </p:cTn>
                              </p:par>
                              <p:par>
                                <p:cTn id="82" presetID="1" presetClass="exit" presetSubtype="0" fill="hold" grpId="0" nodeType="withEffect">
                                  <p:stCondLst>
                                    <p:cond delay="0"/>
                                  </p:stCondLst>
                                  <p:childTnLst>
                                    <p:set>
                                      <p:cBhvr>
                                        <p:cTn id="83" dur="1" fill="hold">
                                          <p:stCondLst>
                                            <p:cond delay="0"/>
                                          </p:stCondLst>
                                        </p:cTn>
                                        <p:tgtEl>
                                          <p:spTgt spid="105"/>
                                        </p:tgtEl>
                                        <p:attrNameLst>
                                          <p:attrName>style.visibility</p:attrName>
                                        </p:attrNameLst>
                                      </p:cBhvr>
                                      <p:to>
                                        <p:strVal val="hidden"/>
                                      </p:to>
                                    </p:set>
                                  </p:childTnLst>
                                </p:cTn>
                              </p:par>
                              <p:par>
                                <p:cTn id="84" presetID="1" presetClass="exit" presetSubtype="0" fill="hold" grpId="0" nodeType="withEffect">
                                  <p:stCondLst>
                                    <p:cond delay="0"/>
                                  </p:stCondLst>
                                  <p:childTnLst>
                                    <p:set>
                                      <p:cBhvr>
                                        <p:cTn id="85" dur="1" fill="hold">
                                          <p:stCondLst>
                                            <p:cond delay="0"/>
                                          </p:stCondLst>
                                        </p:cTn>
                                        <p:tgtEl>
                                          <p:spTgt spid="106"/>
                                        </p:tgtEl>
                                        <p:attrNameLst>
                                          <p:attrName>style.visibility</p:attrName>
                                        </p:attrNameLst>
                                      </p:cBhvr>
                                      <p:to>
                                        <p:strVal val="hidden"/>
                                      </p:to>
                                    </p:set>
                                  </p:childTnLst>
                                </p:cTn>
                              </p:par>
                              <p:par>
                                <p:cTn id="86" presetID="1" presetClass="exit" presetSubtype="0" fill="hold" grpId="0" nodeType="withEffect">
                                  <p:stCondLst>
                                    <p:cond delay="0"/>
                                  </p:stCondLst>
                                  <p:childTnLst>
                                    <p:set>
                                      <p:cBhvr>
                                        <p:cTn id="87" dur="1" fill="hold">
                                          <p:stCondLst>
                                            <p:cond delay="0"/>
                                          </p:stCondLst>
                                        </p:cTn>
                                        <p:tgtEl>
                                          <p:spTgt spid="107"/>
                                        </p:tgtEl>
                                        <p:attrNameLst>
                                          <p:attrName>style.visibility</p:attrName>
                                        </p:attrNameLst>
                                      </p:cBhvr>
                                      <p:to>
                                        <p:strVal val="hidden"/>
                                      </p:to>
                                    </p:set>
                                  </p:childTnLst>
                                </p:cTn>
                              </p:par>
                              <p:par>
                                <p:cTn id="88" presetID="1" presetClass="exit" presetSubtype="0" fill="hold" grpId="0" nodeType="withEffect">
                                  <p:stCondLst>
                                    <p:cond delay="0"/>
                                  </p:stCondLst>
                                  <p:childTnLst>
                                    <p:set>
                                      <p:cBhvr>
                                        <p:cTn id="89" dur="1" fill="hold">
                                          <p:stCondLst>
                                            <p:cond delay="0"/>
                                          </p:stCondLst>
                                        </p:cTn>
                                        <p:tgtEl>
                                          <p:spTgt spid="108"/>
                                        </p:tgtEl>
                                        <p:attrNameLst>
                                          <p:attrName>style.visibility</p:attrName>
                                        </p:attrNameLst>
                                      </p:cBhvr>
                                      <p:to>
                                        <p:strVal val="hidden"/>
                                      </p:to>
                                    </p:set>
                                  </p:childTnLst>
                                </p:cTn>
                              </p:par>
                              <p:par>
                                <p:cTn id="90" presetID="1" presetClass="exit" presetSubtype="0" fill="hold" grpId="0" nodeType="withEffect">
                                  <p:stCondLst>
                                    <p:cond delay="0"/>
                                  </p:stCondLst>
                                  <p:childTnLst>
                                    <p:set>
                                      <p:cBhvr>
                                        <p:cTn id="91" dur="1" fill="hold">
                                          <p:stCondLst>
                                            <p:cond delay="0"/>
                                          </p:stCondLst>
                                        </p:cTn>
                                        <p:tgtEl>
                                          <p:spTgt spid="109"/>
                                        </p:tgtEl>
                                        <p:attrNameLst>
                                          <p:attrName>style.visibility</p:attrName>
                                        </p:attrNameLst>
                                      </p:cBhvr>
                                      <p:to>
                                        <p:strVal val="hidden"/>
                                      </p:to>
                                    </p:set>
                                  </p:childTnLst>
                                </p:cTn>
                              </p:par>
                              <p:par>
                                <p:cTn id="92" presetID="1" presetClass="exit" presetSubtype="0" fill="hold" grpId="0" nodeType="withEffect">
                                  <p:stCondLst>
                                    <p:cond delay="0"/>
                                  </p:stCondLst>
                                  <p:childTnLst>
                                    <p:set>
                                      <p:cBhvr>
                                        <p:cTn id="93" dur="1" fill="hold">
                                          <p:stCondLst>
                                            <p:cond delay="0"/>
                                          </p:stCondLst>
                                        </p:cTn>
                                        <p:tgtEl>
                                          <p:spTgt spid="110"/>
                                        </p:tgtEl>
                                        <p:attrNameLst>
                                          <p:attrName>style.visibility</p:attrName>
                                        </p:attrNameLst>
                                      </p:cBhvr>
                                      <p:to>
                                        <p:strVal val="hidden"/>
                                      </p:to>
                                    </p:set>
                                  </p:childTnLst>
                                </p:cTn>
                              </p:par>
                              <p:par>
                                <p:cTn id="94" presetID="1" presetClass="exit" presetSubtype="0" fill="hold" grpId="0" nodeType="withEffect">
                                  <p:stCondLst>
                                    <p:cond delay="0"/>
                                  </p:stCondLst>
                                  <p:childTnLst>
                                    <p:set>
                                      <p:cBhvr>
                                        <p:cTn id="95" dur="1" fill="hold">
                                          <p:stCondLst>
                                            <p:cond delay="0"/>
                                          </p:stCondLst>
                                        </p:cTn>
                                        <p:tgtEl>
                                          <p:spTgt spid="111"/>
                                        </p:tgtEl>
                                        <p:attrNameLst>
                                          <p:attrName>style.visibility</p:attrName>
                                        </p:attrNameLst>
                                      </p:cBhvr>
                                      <p:to>
                                        <p:strVal val="hidden"/>
                                      </p:to>
                                    </p:set>
                                  </p:childTnLst>
                                </p:cTn>
                              </p:par>
                              <p:par>
                                <p:cTn id="96" presetID="1" presetClass="exit" presetSubtype="0" fill="hold" grpId="0" nodeType="withEffect">
                                  <p:stCondLst>
                                    <p:cond delay="0"/>
                                  </p:stCondLst>
                                  <p:childTnLst>
                                    <p:set>
                                      <p:cBhvr>
                                        <p:cTn id="97" dur="1" fill="hold">
                                          <p:stCondLst>
                                            <p:cond delay="0"/>
                                          </p:stCondLst>
                                        </p:cTn>
                                        <p:tgtEl>
                                          <p:spTgt spid="112"/>
                                        </p:tgtEl>
                                        <p:attrNameLst>
                                          <p:attrName>style.visibility</p:attrName>
                                        </p:attrNameLst>
                                      </p:cBhvr>
                                      <p:to>
                                        <p:strVal val="hidden"/>
                                      </p:to>
                                    </p:set>
                                  </p:childTnLst>
                                </p:cTn>
                              </p:par>
                              <p:par>
                                <p:cTn id="98" presetID="1" presetClass="exit" presetSubtype="0" fill="hold" grpId="0" nodeType="withEffect">
                                  <p:stCondLst>
                                    <p:cond delay="0"/>
                                  </p:stCondLst>
                                  <p:childTnLst>
                                    <p:set>
                                      <p:cBhvr>
                                        <p:cTn id="99" dur="1" fill="hold">
                                          <p:stCondLst>
                                            <p:cond delay="0"/>
                                          </p:stCondLst>
                                        </p:cTn>
                                        <p:tgtEl>
                                          <p:spTgt spid="113"/>
                                        </p:tgtEl>
                                        <p:attrNameLst>
                                          <p:attrName>style.visibility</p:attrName>
                                        </p:attrNameLst>
                                      </p:cBhvr>
                                      <p:to>
                                        <p:strVal val="hidden"/>
                                      </p:to>
                                    </p:set>
                                  </p:childTnLst>
                                </p:cTn>
                              </p:par>
                              <p:par>
                                <p:cTn id="100" presetID="1" presetClass="exit" presetSubtype="0" fill="hold" grpId="0" nodeType="withEffect">
                                  <p:stCondLst>
                                    <p:cond delay="0"/>
                                  </p:stCondLst>
                                  <p:childTnLst>
                                    <p:set>
                                      <p:cBhvr>
                                        <p:cTn id="101" dur="1" fill="hold">
                                          <p:stCondLst>
                                            <p:cond delay="0"/>
                                          </p:stCondLst>
                                        </p:cTn>
                                        <p:tgtEl>
                                          <p:spTgt spid="114"/>
                                        </p:tgtEl>
                                        <p:attrNameLst>
                                          <p:attrName>style.visibility</p:attrName>
                                        </p:attrNameLst>
                                      </p:cBhvr>
                                      <p:to>
                                        <p:strVal val="hidden"/>
                                      </p:to>
                                    </p:set>
                                  </p:childTnLst>
                                </p:cTn>
                              </p:par>
                              <p:par>
                                <p:cTn id="102" presetID="1" presetClass="exit" presetSubtype="0" fill="hold" grpId="0" nodeType="withEffect">
                                  <p:stCondLst>
                                    <p:cond delay="0"/>
                                  </p:stCondLst>
                                  <p:childTnLst>
                                    <p:set>
                                      <p:cBhvr>
                                        <p:cTn id="103" dur="1" fill="hold">
                                          <p:stCondLst>
                                            <p:cond delay="0"/>
                                          </p:stCondLst>
                                        </p:cTn>
                                        <p:tgtEl>
                                          <p:spTgt spid="115"/>
                                        </p:tgtEl>
                                        <p:attrNameLst>
                                          <p:attrName>style.visibility</p:attrName>
                                        </p:attrNameLst>
                                      </p:cBhvr>
                                      <p:to>
                                        <p:strVal val="hidden"/>
                                      </p:to>
                                    </p:set>
                                  </p:childTnLst>
                                </p:cTn>
                              </p:par>
                              <p:par>
                                <p:cTn id="104" presetID="1" presetClass="exit" presetSubtype="0" fill="hold" grpId="0" nodeType="withEffect">
                                  <p:stCondLst>
                                    <p:cond delay="0"/>
                                  </p:stCondLst>
                                  <p:childTnLst>
                                    <p:set>
                                      <p:cBhvr>
                                        <p:cTn id="105" dur="1" fill="hold">
                                          <p:stCondLst>
                                            <p:cond delay="0"/>
                                          </p:stCondLst>
                                        </p:cTn>
                                        <p:tgtEl>
                                          <p:spTgt spid="116"/>
                                        </p:tgtEl>
                                        <p:attrNameLst>
                                          <p:attrName>style.visibility</p:attrName>
                                        </p:attrNameLst>
                                      </p:cBhvr>
                                      <p:to>
                                        <p:strVal val="hidden"/>
                                      </p:to>
                                    </p:set>
                                  </p:childTnLst>
                                </p:cTn>
                              </p:par>
                              <p:par>
                                <p:cTn id="106" presetID="1" presetClass="exit" presetSubtype="0" fill="hold" grpId="0" nodeType="withEffect">
                                  <p:stCondLst>
                                    <p:cond delay="0"/>
                                  </p:stCondLst>
                                  <p:childTnLst>
                                    <p:set>
                                      <p:cBhvr>
                                        <p:cTn id="107" dur="1" fill="hold">
                                          <p:stCondLst>
                                            <p:cond delay="0"/>
                                          </p:stCondLst>
                                        </p:cTn>
                                        <p:tgtEl>
                                          <p:spTgt spid="117"/>
                                        </p:tgtEl>
                                        <p:attrNameLst>
                                          <p:attrName>style.visibility</p:attrName>
                                        </p:attrNameLst>
                                      </p:cBhvr>
                                      <p:to>
                                        <p:strVal val="hidden"/>
                                      </p:to>
                                    </p:set>
                                  </p:childTnLst>
                                </p:cTn>
                              </p:par>
                              <p:par>
                                <p:cTn id="108" presetID="1" presetClass="exit" presetSubtype="0" fill="hold" grpId="0" nodeType="withEffect">
                                  <p:stCondLst>
                                    <p:cond delay="0"/>
                                  </p:stCondLst>
                                  <p:childTnLst>
                                    <p:set>
                                      <p:cBhvr>
                                        <p:cTn id="109" dur="1" fill="hold">
                                          <p:stCondLst>
                                            <p:cond delay="0"/>
                                          </p:stCondLst>
                                        </p:cTn>
                                        <p:tgtEl>
                                          <p:spTgt spid="118"/>
                                        </p:tgtEl>
                                        <p:attrNameLst>
                                          <p:attrName>style.visibility</p:attrName>
                                        </p:attrNameLst>
                                      </p:cBhvr>
                                      <p:to>
                                        <p:strVal val="hidden"/>
                                      </p:to>
                                    </p:set>
                                  </p:childTnLst>
                                </p:cTn>
                              </p:par>
                              <p:par>
                                <p:cTn id="110" presetID="1" presetClass="exit" presetSubtype="0" fill="hold" grpId="0" nodeType="withEffect">
                                  <p:stCondLst>
                                    <p:cond delay="0"/>
                                  </p:stCondLst>
                                  <p:childTnLst>
                                    <p:set>
                                      <p:cBhvr>
                                        <p:cTn id="111" dur="1" fill="hold">
                                          <p:stCondLst>
                                            <p:cond delay="0"/>
                                          </p:stCondLst>
                                        </p:cTn>
                                        <p:tgtEl>
                                          <p:spTgt spid="119"/>
                                        </p:tgtEl>
                                        <p:attrNameLst>
                                          <p:attrName>style.visibility</p:attrName>
                                        </p:attrNameLst>
                                      </p:cBhvr>
                                      <p:to>
                                        <p:strVal val="hidden"/>
                                      </p:to>
                                    </p:set>
                                  </p:childTnLst>
                                </p:cTn>
                              </p:par>
                              <p:par>
                                <p:cTn id="112" presetID="1" presetClass="exit" presetSubtype="0" fill="hold" grpId="0" nodeType="withEffect">
                                  <p:stCondLst>
                                    <p:cond delay="0"/>
                                  </p:stCondLst>
                                  <p:childTnLst>
                                    <p:set>
                                      <p:cBhvr>
                                        <p:cTn id="113" dur="1" fill="hold">
                                          <p:stCondLst>
                                            <p:cond delay="0"/>
                                          </p:stCondLst>
                                        </p:cTn>
                                        <p:tgtEl>
                                          <p:spTgt spid="120"/>
                                        </p:tgtEl>
                                        <p:attrNameLst>
                                          <p:attrName>style.visibility</p:attrName>
                                        </p:attrNameLst>
                                      </p:cBhvr>
                                      <p:to>
                                        <p:strVal val="hidden"/>
                                      </p:to>
                                    </p:set>
                                  </p:childTnLst>
                                </p:cTn>
                              </p:par>
                              <p:par>
                                <p:cTn id="114" presetID="1" presetClass="exit" presetSubtype="0" fill="hold" grpId="0" nodeType="withEffect">
                                  <p:stCondLst>
                                    <p:cond delay="0"/>
                                  </p:stCondLst>
                                  <p:childTnLst>
                                    <p:set>
                                      <p:cBhvr>
                                        <p:cTn id="115" dur="1" fill="hold">
                                          <p:stCondLst>
                                            <p:cond delay="0"/>
                                          </p:stCondLst>
                                        </p:cTn>
                                        <p:tgtEl>
                                          <p:spTgt spid="121"/>
                                        </p:tgtEl>
                                        <p:attrNameLst>
                                          <p:attrName>style.visibility</p:attrName>
                                        </p:attrNameLst>
                                      </p:cBhvr>
                                      <p:to>
                                        <p:strVal val="hidden"/>
                                      </p:to>
                                    </p:set>
                                  </p:childTnLst>
                                </p:cTn>
                              </p:par>
                              <p:par>
                                <p:cTn id="116" presetID="1" presetClass="exit" presetSubtype="0" fill="hold" grpId="0" nodeType="withEffect">
                                  <p:stCondLst>
                                    <p:cond delay="0"/>
                                  </p:stCondLst>
                                  <p:childTnLst>
                                    <p:set>
                                      <p:cBhvr>
                                        <p:cTn id="117" dur="1" fill="hold">
                                          <p:stCondLst>
                                            <p:cond delay="0"/>
                                          </p:stCondLst>
                                        </p:cTn>
                                        <p:tgtEl>
                                          <p:spTgt spid="122"/>
                                        </p:tgtEl>
                                        <p:attrNameLst>
                                          <p:attrName>style.visibility</p:attrName>
                                        </p:attrNameLst>
                                      </p:cBhvr>
                                      <p:to>
                                        <p:strVal val="hidden"/>
                                      </p:to>
                                    </p:set>
                                  </p:childTnLst>
                                </p:cTn>
                              </p:par>
                              <p:par>
                                <p:cTn id="118" presetID="1" presetClass="exit" presetSubtype="0" fill="hold" grpId="0" nodeType="withEffect">
                                  <p:stCondLst>
                                    <p:cond delay="0"/>
                                  </p:stCondLst>
                                  <p:childTnLst>
                                    <p:set>
                                      <p:cBhvr>
                                        <p:cTn id="119" dur="1" fill="hold">
                                          <p:stCondLst>
                                            <p:cond delay="0"/>
                                          </p:stCondLst>
                                        </p:cTn>
                                        <p:tgtEl>
                                          <p:spTgt spid="123"/>
                                        </p:tgtEl>
                                        <p:attrNameLst>
                                          <p:attrName>style.visibility</p:attrName>
                                        </p:attrNameLst>
                                      </p:cBhvr>
                                      <p:to>
                                        <p:strVal val="hidden"/>
                                      </p:to>
                                    </p:set>
                                  </p:childTnLst>
                                </p:cTn>
                              </p:par>
                              <p:par>
                                <p:cTn id="120" presetID="1" presetClass="exit" presetSubtype="0" fill="hold" grpId="0" nodeType="withEffect">
                                  <p:stCondLst>
                                    <p:cond delay="0"/>
                                  </p:stCondLst>
                                  <p:childTnLst>
                                    <p:set>
                                      <p:cBhvr>
                                        <p:cTn id="121" dur="1" fill="hold">
                                          <p:stCondLst>
                                            <p:cond delay="0"/>
                                          </p:stCondLst>
                                        </p:cTn>
                                        <p:tgtEl>
                                          <p:spTgt spid="124"/>
                                        </p:tgtEl>
                                        <p:attrNameLst>
                                          <p:attrName>style.visibility</p:attrName>
                                        </p:attrNameLst>
                                      </p:cBhvr>
                                      <p:to>
                                        <p:strVal val="hidden"/>
                                      </p:to>
                                    </p:set>
                                  </p:childTnLst>
                                </p:cTn>
                              </p:par>
                              <p:par>
                                <p:cTn id="122" presetID="1" presetClass="exit" presetSubtype="0" fill="hold" grpId="0" nodeType="withEffect">
                                  <p:stCondLst>
                                    <p:cond delay="0"/>
                                  </p:stCondLst>
                                  <p:childTnLst>
                                    <p:set>
                                      <p:cBhvr>
                                        <p:cTn id="123" dur="1" fill="hold">
                                          <p:stCondLst>
                                            <p:cond delay="0"/>
                                          </p:stCondLst>
                                        </p:cTn>
                                        <p:tgtEl>
                                          <p:spTgt spid="125"/>
                                        </p:tgtEl>
                                        <p:attrNameLst>
                                          <p:attrName>style.visibility</p:attrName>
                                        </p:attrNameLst>
                                      </p:cBhvr>
                                      <p:to>
                                        <p:strVal val="hidden"/>
                                      </p:to>
                                    </p:set>
                                  </p:childTnLst>
                                </p:cTn>
                              </p:par>
                              <p:par>
                                <p:cTn id="124" presetID="1" presetClass="exit" presetSubtype="0" fill="hold" grpId="0" nodeType="withEffect">
                                  <p:stCondLst>
                                    <p:cond delay="0"/>
                                  </p:stCondLst>
                                  <p:childTnLst>
                                    <p:set>
                                      <p:cBhvr>
                                        <p:cTn id="125" dur="1" fill="hold">
                                          <p:stCondLst>
                                            <p:cond delay="0"/>
                                          </p:stCondLst>
                                        </p:cTn>
                                        <p:tgtEl>
                                          <p:spTgt spid="5"/>
                                        </p:tgtEl>
                                        <p:attrNameLst>
                                          <p:attrName>style.visibility</p:attrName>
                                        </p:attrNameLst>
                                      </p:cBhvr>
                                      <p:to>
                                        <p:strVal val="hidden"/>
                                      </p:to>
                                    </p:set>
                                  </p:childTnLst>
                                </p:cTn>
                              </p:par>
                              <p:par>
                                <p:cTn id="126" presetID="1" presetClass="exit" presetSubtype="0" fill="hold" grpId="0" nodeType="withEffect">
                                  <p:stCondLst>
                                    <p:cond delay="0"/>
                                  </p:stCondLst>
                                  <p:childTnLst>
                                    <p:set>
                                      <p:cBhvr>
                                        <p:cTn id="127" dur="1" fill="hold">
                                          <p:stCondLst>
                                            <p:cond delay="0"/>
                                          </p:stCondLst>
                                        </p:cTn>
                                        <p:tgtEl>
                                          <p:spTgt spid="6"/>
                                        </p:tgtEl>
                                        <p:attrNameLst>
                                          <p:attrName>style.visibility</p:attrName>
                                        </p:attrNameLst>
                                      </p:cBhvr>
                                      <p:to>
                                        <p:strVal val="hidden"/>
                                      </p:to>
                                    </p:set>
                                  </p:childTnLst>
                                </p:cTn>
                              </p:par>
                              <p:par>
                                <p:cTn id="128" presetID="1" presetClass="exit" presetSubtype="0" fill="hold" grpId="0" nodeType="withEffect">
                                  <p:stCondLst>
                                    <p:cond delay="0"/>
                                  </p:stCondLst>
                                  <p:childTnLst>
                                    <p:set>
                                      <p:cBhvr>
                                        <p:cTn id="129" dur="1" fill="hold">
                                          <p:stCondLst>
                                            <p:cond delay="0"/>
                                          </p:stCondLst>
                                        </p:cTn>
                                        <p:tgtEl>
                                          <p:spTgt spid="7"/>
                                        </p:tgtEl>
                                        <p:attrNameLst>
                                          <p:attrName>style.visibility</p:attrName>
                                        </p:attrNameLst>
                                      </p:cBhvr>
                                      <p:to>
                                        <p:strVal val="hidden"/>
                                      </p:to>
                                    </p:set>
                                  </p:childTnLst>
                                </p:cTn>
                              </p:par>
                              <p:par>
                                <p:cTn id="130" presetID="1" presetClass="exit" presetSubtype="0" fill="hold" grpId="0" nodeType="withEffect">
                                  <p:stCondLst>
                                    <p:cond delay="0"/>
                                  </p:stCondLst>
                                  <p:childTnLst>
                                    <p:set>
                                      <p:cBhvr>
                                        <p:cTn id="131" dur="1" fill="hold">
                                          <p:stCondLst>
                                            <p:cond delay="0"/>
                                          </p:stCondLst>
                                        </p:cTn>
                                        <p:tgtEl>
                                          <p:spTgt spid="8"/>
                                        </p:tgtEl>
                                        <p:attrNameLst>
                                          <p:attrName>style.visibility</p:attrName>
                                        </p:attrNameLst>
                                      </p:cBhvr>
                                      <p:to>
                                        <p:strVal val="hidden"/>
                                      </p:to>
                                    </p:set>
                                  </p:childTnLst>
                                </p:cTn>
                              </p:par>
                              <p:par>
                                <p:cTn id="132" presetID="1" presetClass="exit" presetSubtype="0" fill="hold" grpId="0" nodeType="withEffect">
                                  <p:stCondLst>
                                    <p:cond delay="0"/>
                                  </p:stCondLst>
                                  <p:childTnLst>
                                    <p:set>
                                      <p:cBhvr>
                                        <p:cTn id="133" dur="1" fill="hold">
                                          <p:stCondLst>
                                            <p:cond delay="0"/>
                                          </p:stCondLst>
                                        </p:cTn>
                                        <p:tgtEl>
                                          <p:spTgt spid="9"/>
                                        </p:tgtEl>
                                        <p:attrNameLst>
                                          <p:attrName>style.visibility</p:attrName>
                                        </p:attrNameLst>
                                      </p:cBhvr>
                                      <p:to>
                                        <p:strVal val="hidden"/>
                                      </p:to>
                                    </p:set>
                                  </p:childTnLst>
                                </p:cTn>
                              </p:par>
                              <p:par>
                                <p:cTn id="134" presetID="1" presetClass="exit" presetSubtype="0" fill="hold" grpId="0" nodeType="withEffect">
                                  <p:stCondLst>
                                    <p:cond delay="0"/>
                                  </p:stCondLst>
                                  <p:childTnLst>
                                    <p:set>
                                      <p:cBhvr>
                                        <p:cTn id="135" dur="1" fill="hold">
                                          <p:stCondLst>
                                            <p:cond delay="0"/>
                                          </p:stCondLst>
                                        </p:cTn>
                                        <p:tgtEl>
                                          <p:spTgt spid="10"/>
                                        </p:tgtEl>
                                        <p:attrNameLst>
                                          <p:attrName>style.visibility</p:attrName>
                                        </p:attrNameLst>
                                      </p:cBhvr>
                                      <p:to>
                                        <p:strVal val="hidden"/>
                                      </p:to>
                                    </p:set>
                                  </p:childTnLst>
                                </p:cTn>
                              </p:par>
                              <p:par>
                                <p:cTn id="136" presetID="1" presetClass="exit" presetSubtype="0" fill="hold" grpId="0" nodeType="withEffect">
                                  <p:stCondLst>
                                    <p:cond delay="0"/>
                                  </p:stCondLst>
                                  <p:childTnLst>
                                    <p:set>
                                      <p:cBhvr>
                                        <p:cTn id="137" dur="1" fill="hold">
                                          <p:stCondLst>
                                            <p:cond delay="0"/>
                                          </p:stCondLst>
                                        </p:cTn>
                                        <p:tgtEl>
                                          <p:spTgt spid="11"/>
                                        </p:tgtEl>
                                        <p:attrNameLst>
                                          <p:attrName>style.visibility</p:attrName>
                                        </p:attrNameLst>
                                      </p:cBhvr>
                                      <p:to>
                                        <p:strVal val="hidden"/>
                                      </p:to>
                                    </p:set>
                                  </p:childTnLst>
                                </p:cTn>
                              </p:par>
                              <p:par>
                                <p:cTn id="138" presetID="1" presetClass="exit" presetSubtype="0" fill="hold" grpId="0" nodeType="withEffect">
                                  <p:stCondLst>
                                    <p:cond delay="0"/>
                                  </p:stCondLst>
                                  <p:childTnLst>
                                    <p:set>
                                      <p:cBhvr>
                                        <p:cTn id="139" dur="1" fill="hold">
                                          <p:stCondLst>
                                            <p:cond delay="0"/>
                                          </p:stCondLst>
                                        </p:cTn>
                                        <p:tgtEl>
                                          <p:spTgt spid="12"/>
                                        </p:tgtEl>
                                        <p:attrNameLst>
                                          <p:attrName>style.visibility</p:attrName>
                                        </p:attrNameLst>
                                      </p:cBhvr>
                                      <p:to>
                                        <p:strVal val="hidden"/>
                                      </p:to>
                                    </p:set>
                                  </p:childTnLst>
                                </p:cTn>
                              </p:par>
                              <p:par>
                                <p:cTn id="140" presetID="1" presetClass="exit" presetSubtype="0" fill="hold" grpId="0" nodeType="withEffect">
                                  <p:stCondLst>
                                    <p:cond delay="0"/>
                                  </p:stCondLst>
                                  <p:childTnLst>
                                    <p:set>
                                      <p:cBhvr>
                                        <p:cTn id="141" dur="1" fill="hold">
                                          <p:stCondLst>
                                            <p:cond delay="0"/>
                                          </p:stCondLst>
                                        </p:cTn>
                                        <p:tgtEl>
                                          <p:spTgt spid="13"/>
                                        </p:tgtEl>
                                        <p:attrNameLst>
                                          <p:attrName>style.visibility</p:attrName>
                                        </p:attrNameLst>
                                      </p:cBhvr>
                                      <p:to>
                                        <p:strVal val="hidden"/>
                                      </p:to>
                                    </p:set>
                                  </p:childTnLst>
                                </p:cTn>
                              </p:par>
                              <p:par>
                                <p:cTn id="142" presetID="1" presetClass="exit" presetSubtype="0" fill="hold" grpId="0" nodeType="withEffect">
                                  <p:stCondLst>
                                    <p:cond delay="0"/>
                                  </p:stCondLst>
                                  <p:childTnLst>
                                    <p:set>
                                      <p:cBhvr>
                                        <p:cTn id="143" dur="1" fill="hold">
                                          <p:stCondLst>
                                            <p:cond delay="0"/>
                                          </p:stCondLst>
                                        </p:cTn>
                                        <p:tgtEl>
                                          <p:spTgt spid="14"/>
                                        </p:tgtEl>
                                        <p:attrNameLst>
                                          <p:attrName>style.visibility</p:attrName>
                                        </p:attrNameLst>
                                      </p:cBhvr>
                                      <p:to>
                                        <p:strVal val="hidden"/>
                                      </p:to>
                                    </p:set>
                                  </p:childTnLst>
                                </p:cTn>
                              </p:par>
                              <p:par>
                                <p:cTn id="144" presetID="1" presetClass="exit" presetSubtype="0" fill="hold" grpId="0" nodeType="withEffect">
                                  <p:stCondLst>
                                    <p:cond delay="0"/>
                                  </p:stCondLst>
                                  <p:childTnLst>
                                    <p:set>
                                      <p:cBhvr>
                                        <p:cTn id="145" dur="1" fill="hold">
                                          <p:stCondLst>
                                            <p:cond delay="0"/>
                                          </p:stCondLst>
                                        </p:cTn>
                                        <p:tgtEl>
                                          <p:spTgt spid="15"/>
                                        </p:tgtEl>
                                        <p:attrNameLst>
                                          <p:attrName>style.visibility</p:attrName>
                                        </p:attrNameLst>
                                      </p:cBhvr>
                                      <p:to>
                                        <p:strVal val="hidden"/>
                                      </p:to>
                                    </p:set>
                                  </p:childTnLst>
                                </p:cTn>
                              </p:par>
                              <p:par>
                                <p:cTn id="146" presetID="1" presetClass="exit" presetSubtype="0" fill="hold" grpId="0" nodeType="withEffect">
                                  <p:stCondLst>
                                    <p:cond delay="0"/>
                                  </p:stCondLst>
                                  <p:childTnLst>
                                    <p:set>
                                      <p:cBhvr>
                                        <p:cTn id="147" dur="1" fill="hold">
                                          <p:stCondLst>
                                            <p:cond delay="0"/>
                                          </p:stCondLst>
                                        </p:cTn>
                                        <p:tgtEl>
                                          <p:spTgt spid="16"/>
                                        </p:tgtEl>
                                        <p:attrNameLst>
                                          <p:attrName>style.visibility</p:attrName>
                                        </p:attrNameLst>
                                      </p:cBhvr>
                                      <p:to>
                                        <p:strVal val="hidden"/>
                                      </p:to>
                                    </p:set>
                                  </p:childTnLst>
                                </p:cTn>
                              </p:par>
                              <p:par>
                                <p:cTn id="148" presetID="1" presetClass="exit" presetSubtype="0" fill="hold" grpId="0" nodeType="withEffect">
                                  <p:stCondLst>
                                    <p:cond delay="0"/>
                                  </p:stCondLst>
                                  <p:childTnLst>
                                    <p:set>
                                      <p:cBhvr>
                                        <p:cTn id="149" dur="1" fill="hold">
                                          <p:stCondLst>
                                            <p:cond delay="0"/>
                                          </p:stCondLst>
                                        </p:cTn>
                                        <p:tgtEl>
                                          <p:spTgt spid="17"/>
                                        </p:tgtEl>
                                        <p:attrNameLst>
                                          <p:attrName>style.visibility</p:attrName>
                                        </p:attrNameLst>
                                      </p:cBhvr>
                                      <p:to>
                                        <p:strVal val="hidden"/>
                                      </p:to>
                                    </p:set>
                                  </p:childTnLst>
                                </p:cTn>
                              </p:par>
                              <p:par>
                                <p:cTn id="150" presetID="1" presetClass="exit" presetSubtype="0" fill="hold" grpId="0" nodeType="withEffect">
                                  <p:stCondLst>
                                    <p:cond delay="0"/>
                                  </p:stCondLst>
                                  <p:childTnLst>
                                    <p:set>
                                      <p:cBhvr>
                                        <p:cTn id="151" dur="1" fill="hold">
                                          <p:stCondLst>
                                            <p:cond delay="0"/>
                                          </p:stCondLst>
                                        </p:cTn>
                                        <p:tgtEl>
                                          <p:spTgt spid="18"/>
                                        </p:tgtEl>
                                        <p:attrNameLst>
                                          <p:attrName>style.visibility</p:attrName>
                                        </p:attrNameLst>
                                      </p:cBhvr>
                                      <p:to>
                                        <p:strVal val="hidden"/>
                                      </p:to>
                                    </p:set>
                                  </p:childTnLst>
                                </p:cTn>
                              </p:par>
                              <p:par>
                                <p:cTn id="152" presetID="1" presetClass="exit" presetSubtype="0" fill="hold" grpId="0" nodeType="withEffect">
                                  <p:stCondLst>
                                    <p:cond delay="0"/>
                                  </p:stCondLst>
                                  <p:childTnLst>
                                    <p:set>
                                      <p:cBhvr>
                                        <p:cTn id="153" dur="1" fill="hold">
                                          <p:stCondLst>
                                            <p:cond delay="0"/>
                                          </p:stCondLst>
                                        </p:cTn>
                                        <p:tgtEl>
                                          <p:spTgt spid="19"/>
                                        </p:tgtEl>
                                        <p:attrNameLst>
                                          <p:attrName>style.visibility</p:attrName>
                                        </p:attrNameLst>
                                      </p:cBhvr>
                                      <p:to>
                                        <p:strVal val="hidden"/>
                                      </p:to>
                                    </p:set>
                                  </p:childTnLst>
                                </p:cTn>
                              </p:par>
                              <p:par>
                                <p:cTn id="154" presetID="1" presetClass="exit" presetSubtype="0" fill="hold" grpId="0" nodeType="withEffect">
                                  <p:stCondLst>
                                    <p:cond delay="0"/>
                                  </p:stCondLst>
                                  <p:childTnLst>
                                    <p:set>
                                      <p:cBhvr>
                                        <p:cTn id="155" dur="1" fill="hold">
                                          <p:stCondLst>
                                            <p:cond delay="0"/>
                                          </p:stCondLst>
                                        </p:cTn>
                                        <p:tgtEl>
                                          <p:spTgt spid="20"/>
                                        </p:tgtEl>
                                        <p:attrNameLst>
                                          <p:attrName>style.visibility</p:attrName>
                                        </p:attrNameLst>
                                      </p:cBhvr>
                                      <p:to>
                                        <p:strVal val="hidden"/>
                                      </p:to>
                                    </p:set>
                                  </p:childTnLst>
                                </p:cTn>
                              </p:par>
                              <p:par>
                                <p:cTn id="156" presetID="1" presetClass="exit" presetSubtype="0" fill="hold" grpId="0" nodeType="withEffect">
                                  <p:stCondLst>
                                    <p:cond delay="0"/>
                                  </p:stCondLst>
                                  <p:childTnLst>
                                    <p:set>
                                      <p:cBhvr>
                                        <p:cTn id="157" dur="1" fill="hold">
                                          <p:stCondLst>
                                            <p:cond delay="0"/>
                                          </p:stCondLst>
                                        </p:cTn>
                                        <p:tgtEl>
                                          <p:spTgt spid="21"/>
                                        </p:tgtEl>
                                        <p:attrNameLst>
                                          <p:attrName>style.visibility</p:attrName>
                                        </p:attrNameLst>
                                      </p:cBhvr>
                                      <p:to>
                                        <p:strVal val="hidden"/>
                                      </p:to>
                                    </p:set>
                                  </p:childTnLst>
                                </p:cTn>
                              </p:par>
                              <p:par>
                                <p:cTn id="158" presetID="1" presetClass="exit" presetSubtype="0" fill="hold" grpId="0" nodeType="withEffect">
                                  <p:stCondLst>
                                    <p:cond delay="0"/>
                                  </p:stCondLst>
                                  <p:childTnLst>
                                    <p:set>
                                      <p:cBhvr>
                                        <p:cTn id="159" dur="1" fill="hold">
                                          <p:stCondLst>
                                            <p:cond delay="0"/>
                                          </p:stCondLst>
                                        </p:cTn>
                                        <p:tgtEl>
                                          <p:spTgt spid="22"/>
                                        </p:tgtEl>
                                        <p:attrNameLst>
                                          <p:attrName>style.visibility</p:attrName>
                                        </p:attrNameLst>
                                      </p:cBhvr>
                                      <p:to>
                                        <p:strVal val="hidden"/>
                                      </p:to>
                                    </p:set>
                                  </p:childTnLst>
                                </p:cTn>
                              </p:par>
                              <p:par>
                                <p:cTn id="160" presetID="1" presetClass="exit" presetSubtype="0" fill="hold" grpId="0" nodeType="withEffect">
                                  <p:stCondLst>
                                    <p:cond delay="0"/>
                                  </p:stCondLst>
                                  <p:childTnLst>
                                    <p:set>
                                      <p:cBhvr>
                                        <p:cTn id="161" dur="1" fill="hold">
                                          <p:stCondLst>
                                            <p:cond delay="0"/>
                                          </p:stCondLst>
                                        </p:cTn>
                                        <p:tgtEl>
                                          <p:spTgt spid="23"/>
                                        </p:tgtEl>
                                        <p:attrNameLst>
                                          <p:attrName>style.visibility</p:attrName>
                                        </p:attrNameLst>
                                      </p:cBhvr>
                                      <p:to>
                                        <p:strVal val="hidden"/>
                                      </p:to>
                                    </p:set>
                                  </p:childTnLst>
                                </p:cTn>
                              </p:par>
                              <p:par>
                                <p:cTn id="162" presetID="1" presetClass="exit" presetSubtype="0" fill="hold" grpId="0" nodeType="withEffect">
                                  <p:stCondLst>
                                    <p:cond delay="0"/>
                                  </p:stCondLst>
                                  <p:childTnLst>
                                    <p:set>
                                      <p:cBhvr>
                                        <p:cTn id="163" dur="1" fill="hold">
                                          <p:stCondLst>
                                            <p:cond delay="0"/>
                                          </p:stCondLst>
                                        </p:cTn>
                                        <p:tgtEl>
                                          <p:spTgt spid="24"/>
                                        </p:tgtEl>
                                        <p:attrNameLst>
                                          <p:attrName>style.visibility</p:attrName>
                                        </p:attrNameLst>
                                      </p:cBhvr>
                                      <p:to>
                                        <p:strVal val="hidden"/>
                                      </p:to>
                                    </p:set>
                                  </p:childTnLst>
                                </p:cTn>
                              </p:par>
                              <p:par>
                                <p:cTn id="164" presetID="1" presetClass="exit" presetSubtype="0" fill="hold" grpId="0" nodeType="withEffect">
                                  <p:stCondLst>
                                    <p:cond delay="0"/>
                                  </p:stCondLst>
                                  <p:childTnLst>
                                    <p:set>
                                      <p:cBhvr>
                                        <p:cTn id="165" dur="1" fill="hold">
                                          <p:stCondLst>
                                            <p:cond delay="0"/>
                                          </p:stCondLst>
                                        </p:cTn>
                                        <p:tgtEl>
                                          <p:spTgt spid="25"/>
                                        </p:tgtEl>
                                        <p:attrNameLst>
                                          <p:attrName>style.visibility</p:attrName>
                                        </p:attrNameLst>
                                      </p:cBhvr>
                                      <p:to>
                                        <p:strVal val="hidden"/>
                                      </p:to>
                                    </p:set>
                                  </p:childTnLst>
                                </p:cTn>
                              </p:par>
                              <p:par>
                                <p:cTn id="166" presetID="1" presetClass="exit" presetSubtype="0" fill="hold" grpId="0" nodeType="withEffect">
                                  <p:stCondLst>
                                    <p:cond delay="0"/>
                                  </p:stCondLst>
                                  <p:childTnLst>
                                    <p:set>
                                      <p:cBhvr>
                                        <p:cTn id="167" dur="1" fill="hold">
                                          <p:stCondLst>
                                            <p:cond delay="0"/>
                                          </p:stCondLst>
                                        </p:cTn>
                                        <p:tgtEl>
                                          <p:spTgt spid="26"/>
                                        </p:tgtEl>
                                        <p:attrNameLst>
                                          <p:attrName>style.visibility</p:attrName>
                                        </p:attrNameLst>
                                      </p:cBhvr>
                                      <p:to>
                                        <p:strVal val="hidden"/>
                                      </p:to>
                                    </p:set>
                                  </p:childTnLst>
                                </p:cTn>
                              </p:par>
                              <p:par>
                                <p:cTn id="168" presetID="1" presetClass="exit" presetSubtype="0" fill="hold" grpId="0" nodeType="withEffect">
                                  <p:stCondLst>
                                    <p:cond delay="0"/>
                                  </p:stCondLst>
                                  <p:childTnLst>
                                    <p:set>
                                      <p:cBhvr>
                                        <p:cTn id="169" dur="1" fill="hold">
                                          <p:stCondLst>
                                            <p:cond delay="0"/>
                                          </p:stCondLst>
                                        </p:cTn>
                                        <p:tgtEl>
                                          <p:spTgt spid="27"/>
                                        </p:tgtEl>
                                        <p:attrNameLst>
                                          <p:attrName>style.visibility</p:attrName>
                                        </p:attrNameLst>
                                      </p:cBhvr>
                                      <p:to>
                                        <p:strVal val="hidden"/>
                                      </p:to>
                                    </p:set>
                                  </p:childTnLst>
                                </p:cTn>
                              </p:par>
                              <p:par>
                                <p:cTn id="170" presetID="1" presetClass="exit" presetSubtype="0" fill="hold" grpId="0" nodeType="withEffect">
                                  <p:stCondLst>
                                    <p:cond delay="0"/>
                                  </p:stCondLst>
                                  <p:childTnLst>
                                    <p:set>
                                      <p:cBhvr>
                                        <p:cTn id="171" dur="1" fill="hold">
                                          <p:stCondLst>
                                            <p:cond delay="0"/>
                                          </p:stCondLst>
                                        </p:cTn>
                                        <p:tgtEl>
                                          <p:spTgt spid="28"/>
                                        </p:tgtEl>
                                        <p:attrNameLst>
                                          <p:attrName>style.visibility</p:attrName>
                                        </p:attrNameLst>
                                      </p:cBhvr>
                                      <p:to>
                                        <p:strVal val="hidden"/>
                                      </p:to>
                                    </p:set>
                                  </p:childTnLst>
                                </p:cTn>
                              </p:par>
                              <p:par>
                                <p:cTn id="172" presetID="1" presetClass="exit" presetSubtype="0" fill="hold" grpId="0" nodeType="withEffect">
                                  <p:stCondLst>
                                    <p:cond delay="0"/>
                                  </p:stCondLst>
                                  <p:childTnLst>
                                    <p:set>
                                      <p:cBhvr>
                                        <p:cTn id="173" dur="1" fill="hold">
                                          <p:stCondLst>
                                            <p:cond delay="0"/>
                                          </p:stCondLst>
                                        </p:cTn>
                                        <p:tgtEl>
                                          <p:spTgt spid="29"/>
                                        </p:tgtEl>
                                        <p:attrNameLst>
                                          <p:attrName>style.visibility</p:attrName>
                                        </p:attrNameLst>
                                      </p:cBhvr>
                                      <p:to>
                                        <p:strVal val="hidden"/>
                                      </p:to>
                                    </p:set>
                                  </p:childTnLst>
                                </p:cTn>
                              </p:par>
                              <p:par>
                                <p:cTn id="174" presetID="1" presetClass="exit" presetSubtype="0" fill="hold" grpId="0" nodeType="withEffect">
                                  <p:stCondLst>
                                    <p:cond delay="0"/>
                                  </p:stCondLst>
                                  <p:childTnLst>
                                    <p:set>
                                      <p:cBhvr>
                                        <p:cTn id="175" dur="1" fill="hold">
                                          <p:stCondLst>
                                            <p:cond delay="0"/>
                                          </p:stCondLst>
                                        </p:cTn>
                                        <p:tgtEl>
                                          <p:spTgt spid="30"/>
                                        </p:tgtEl>
                                        <p:attrNameLst>
                                          <p:attrName>style.visibility</p:attrName>
                                        </p:attrNameLst>
                                      </p:cBhvr>
                                      <p:to>
                                        <p:strVal val="hidden"/>
                                      </p:to>
                                    </p:set>
                                  </p:childTnLst>
                                </p:cTn>
                              </p:par>
                              <p:par>
                                <p:cTn id="176" presetID="1" presetClass="exit" presetSubtype="0" fill="hold" grpId="0" nodeType="withEffect">
                                  <p:stCondLst>
                                    <p:cond delay="0"/>
                                  </p:stCondLst>
                                  <p:childTnLst>
                                    <p:set>
                                      <p:cBhvr>
                                        <p:cTn id="177" dur="1" fill="hold">
                                          <p:stCondLst>
                                            <p:cond delay="0"/>
                                          </p:stCondLst>
                                        </p:cTn>
                                        <p:tgtEl>
                                          <p:spTgt spid="31"/>
                                        </p:tgtEl>
                                        <p:attrNameLst>
                                          <p:attrName>style.visibility</p:attrName>
                                        </p:attrNameLst>
                                      </p:cBhvr>
                                      <p:to>
                                        <p:strVal val="hidden"/>
                                      </p:to>
                                    </p:set>
                                  </p:childTnLst>
                                </p:cTn>
                              </p:par>
                              <p:par>
                                <p:cTn id="178" presetID="1" presetClass="exit" presetSubtype="0" fill="hold" grpId="0" nodeType="withEffect">
                                  <p:stCondLst>
                                    <p:cond delay="0"/>
                                  </p:stCondLst>
                                  <p:childTnLst>
                                    <p:set>
                                      <p:cBhvr>
                                        <p:cTn id="179" dur="1" fill="hold">
                                          <p:stCondLst>
                                            <p:cond delay="0"/>
                                          </p:stCondLst>
                                        </p:cTn>
                                        <p:tgtEl>
                                          <p:spTgt spid="32"/>
                                        </p:tgtEl>
                                        <p:attrNameLst>
                                          <p:attrName>style.visibility</p:attrName>
                                        </p:attrNameLst>
                                      </p:cBhvr>
                                      <p:to>
                                        <p:strVal val="hidden"/>
                                      </p:to>
                                    </p:set>
                                  </p:childTnLst>
                                </p:cTn>
                              </p:par>
                              <p:par>
                                <p:cTn id="180" presetID="1" presetClass="exit" presetSubtype="0" fill="hold" grpId="0" nodeType="withEffect">
                                  <p:stCondLst>
                                    <p:cond delay="0"/>
                                  </p:stCondLst>
                                  <p:childTnLst>
                                    <p:set>
                                      <p:cBhvr>
                                        <p:cTn id="181" dur="1" fill="hold">
                                          <p:stCondLst>
                                            <p:cond delay="0"/>
                                          </p:stCondLst>
                                        </p:cTn>
                                        <p:tgtEl>
                                          <p:spTgt spid="33"/>
                                        </p:tgtEl>
                                        <p:attrNameLst>
                                          <p:attrName>style.visibility</p:attrName>
                                        </p:attrNameLst>
                                      </p:cBhvr>
                                      <p:to>
                                        <p:strVal val="hidden"/>
                                      </p:to>
                                    </p:set>
                                  </p:childTnLst>
                                </p:cTn>
                              </p:par>
                              <p:par>
                                <p:cTn id="182" presetID="1" presetClass="exit" presetSubtype="0" fill="hold" grpId="0" nodeType="withEffect">
                                  <p:stCondLst>
                                    <p:cond delay="0"/>
                                  </p:stCondLst>
                                  <p:childTnLst>
                                    <p:set>
                                      <p:cBhvr>
                                        <p:cTn id="183" dur="1" fill="hold">
                                          <p:stCondLst>
                                            <p:cond delay="0"/>
                                          </p:stCondLst>
                                        </p:cTn>
                                        <p:tgtEl>
                                          <p:spTgt spid="34"/>
                                        </p:tgtEl>
                                        <p:attrNameLst>
                                          <p:attrName>style.visibility</p:attrName>
                                        </p:attrNameLst>
                                      </p:cBhvr>
                                      <p:to>
                                        <p:strVal val="hidden"/>
                                      </p:to>
                                    </p:set>
                                  </p:childTnLst>
                                </p:cTn>
                              </p:par>
                              <p:par>
                                <p:cTn id="184" presetID="1" presetClass="exit" presetSubtype="0" fill="hold" grpId="0" nodeType="withEffect">
                                  <p:stCondLst>
                                    <p:cond delay="0"/>
                                  </p:stCondLst>
                                  <p:childTnLst>
                                    <p:set>
                                      <p:cBhvr>
                                        <p:cTn id="185" dur="1" fill="hold">
                                          <p:stCondLst>
                                            <p:cond delay="0"/>
                                          </p:stCondLst>
                                        </p:cTn>
                                        <p:tgtEl>
                                          <p:spTgt spid="35"/>
                                        </p:tgtEl>
                                        <p:attrNameLst>
                                          <p:attrName>style.visibility</p:attrName>
                                        </p:attrNameLst>
                                      </p:cBhvr>
                                      <p:to>
                                        <p:strVal val="hidden"/>
                                      </p:to>
                                    </p:set>
                                  </p:childTnLst>
                                </p:cTn>
                              </p:par>
                              <p:par>
                                <p:cTn id="186" presetID="1" presetClass="exit" presetSubtype="0" fill="hold" grpId="0" nodeType="withEffect">
                                  <p:stCondLst>
                                    <p:cond delay="0"/>
                                  </p:stCondLst>
                                  <p:childTnLst>
                                    <p:set>
                                      <p:cBhvr>
                                        <p:cTn id="187" dur="1" fill="hold">
                                          <p:stCondLst>
                                            <p:cond delay="0"/>
                                          </p:stCondLst>
                                        </p:cTn>
                                        <p:tgtEl>
                                          <p:spTgt spid="36"/>
                                        </p:tgtEl>
                                        <p:attrNameLst>
                                          <p:attrName>style.visibility</p:attrName>
                                        </p:attrNameLst>
                                      </p:cBhvr>
                                      <p:to>
                                        <p:strVal val="hidden"/>
                                      </p:to>
                                    </p:set>
                                  </p:childTnLst>
                                </p:cTn>
                              </p:par>
                              <p:par>
                                <p:cTn id="188" presetID="1" presetClass="exit" presetSubtype="0" fill="hold" grpId="0" nodeType="withEffect">
                                  <p:stCondLst>
                                    <p:cond delay="0"/>
                                  </p:stCondLst>
                                  <p:childTnLst>
                                    <p:set>
                                      <p:cBhvr>
                                        <p:cTn id="189" dur="1" fill="hold">
                                          <p:stCondLst>
                                            <p:cond delay="0"/>
                                          </p:stCondLst>
                                        </p:cTn>
                                        <p:tgtEl>
                                          <p:spTgt spid="37"/>
                                        </p:tgtEl>
                                        <p:attrNameLst>
                                          <p:attrName>style.visibility</p:attrName>
                                        </p:attrNameLst>
                                      </p:cBhvr>
                                      <p:to>
                                        <p:strVal val="hidden"/>
                                      </p:to>
                                    </p:set>
                                  </p:childTnLst>
                                </p:cTn>
                              </p:par>
                              <p:par>
                                <p:cTn id="190" presetID="1" presetClass="exit" presetSubtype="0" fill="hold" grpId="0" nodeType="withEffect">
                                  <p:stCondLst>
                                    <p:cond delay="0"/>
                                  </p:stCondLst>
                                  <p:childTnLst>
                                    <p:set>
                                      <p:cBhvr>
                                        <p:cTn id="191" dur="1" fill="hold">
                                          <p:stCondLst>
                                            <p:cond delay="0"/>
                                          </p:stCondLst>
                                        </p:cTn>
                                        <p:tgtEl>
                                          <p:spTgt spid="38"/>
                                        </p:tgtEl>
                                        <p:attrNameLst>
                                          <p:attrName>style.visibility</p:attrName>
                                        </p:attrNameLst>
                                      </p:cBhvr>
                                      <p:to>
                                        <p:strVal val="hidden"/>
                                      </p:to>
                                    </p:set>
                                  </p:childTnLst>
                                </p:cTn>
                              </p:par>
                              <p:par>
                                <p:cTn id="192" presetID="1" presetClass="exit" presetSubtype="0" fill="hold" grpId="0" nodeType="withEffect">
                                  <p:stCondLst>
                                    <p:cond delay="0"/>
                                  </p:stCondLst>
                                  <p:childTnLst>
                                    <p:set>
                                      <p:cBhvr>
                                        <p:cTn id="193" dur="1" fill="hold">
                                          <p:stCondLst>
                                            <p:cond delay="0"/>
                                          </p:stCondLst>
                                        </p:cTn>
                                        <p:tgtEl>
                                          <p:spTgt spid="39"/>
                                        </p:tgtEl>
                                        <p:attrNameLst>
                                          <p:attrName>style.visibility</p:attrName>
                                        </p:attrNameLst>
                                      </p:cBhvr>
                                      <p:to>
                                        <p:strVal val="hidden"/>
                                      </p:to>
                                    </p:set>
                                  </p:childTnLst>
                                </p:cTn>
                              </p:par>
                              <p:par>
                                <p:cTn id="194" presetID="1" presetClass="exit" presetSubtype="0" fill="hold" grpId="0" nodeType="withEffect">
                                  <p:stCondLst>
                                    <p:cond delay="0"/>
                                  </p:stCondLst>
                                  <p:childTnLst>
                                    <p:set>
                                      <p:cBhvr>
                                        <p:cTn id="195" dur="1" fill="hold">
                                          <p:stCondLst>
                                            <p:cond delay="0"/>
                                          </p:stCondLst>
                                        </p:cTn>
                                        <p:tgtEl>
                                          <p:spTgt spid="40"/>
                                        </p:tgtEl>
                                        <p:attrNameLst>
                                          <p:attrName>style.visibility</p:attrName>
                                        </p:attrNameLst>
                                      </p:cBhvr>
                                      <p:to>
                                        <p:strVal val="hidden"/>
                                      </p:to>
                                    </p:set>
                                  </p:childTnLst>
                                </p:cTn>
                              </p:par>
                              <p:par>
                                <p:cTn id="196" presetID="1" presetClass="exit" presetSubtype="0" fill="hold" grpId="0" nodeType="withEffect">
                                  <p:stCondLst>
                                    <p:cond delay="0"/>
                                  </p:stCondLst>
                                  <p:childTnLst>
                                    <p:set>
                                      <p:cBhvr>
                                        <p:cTn id="197" dur="1" fill="hold">
                                          <p:stCondLst>
                                            <p:cond delay="0"/>
                                          </p:stCondLst>
                                        </p:cTn>
                                        <p:tgtEl>
                                          <p:spTgt spid="42"/>
                                        </p:tgtEl>
                                        <p:attrNameLst>
                                          <p:attrName>style.visibility</p:attrName>
                                        </p:attrNameLst>
                                      </p:cBhvr>
                                      <p:to>
                                        <p:strVal val="hidden"/>
                                      </p:to>
                                    </p:set>
                                  </p:childTnLst>
                                </p:cTn>
                              </p:par>
                              <p:par>
                                <p:cTn id="198" presetID="1" presetClass="exit" presetSubtype="0" fill="hold" grpId="0" nodeType="withEffect">
                                  <p:stCondLst>
                                    <p:cond delay="0"/>
                                  </p:stCondLst>
                                  <p:childTnLst>
                                    <p:set>
                                      <p:cBhvr>
                                        <p:cTn id="199" dur="1" fill="hold">
                                          <p:stCondLst>
                                            <p:cond delay="0"/>
                                          </p:stCondLst>
                                        </p:cTn>
                                        <p:tgtEl>
                                          <p:spTgt spid="43"/>
                                        </p:tgtEl>
                                        <p:attrNameLst>
                                          <p:attrName>style.visibility</p:attrName>
                                        </p:attrNameLst>
                                      </p:cBhvr>
                                      <p:to>
                                        <p:strVal val="hidden"/>
                                      </p:to>
                                    </p:set>
                                  </p:childTnLst>
                                </p:cTn>
                              </p:par>
                              <p:par>
                                <p:cTn id="200" presetID="1" presetClass="exit" presetSubtype="0" fill="hold" grpId="0" nodeType="withEffect">
                                  <p:stCondLst>
                                    <p:cond delay="0"/>
                                  </p:stCondLst>
                                  <p:childTnLst>
                                    <p:set>
                                      <p:cBhvr>
                                        <p:cTn id="201" dur="1" fill="hold">
                                          <p:stCondLst>
                                            <p:cond delay="0"/>
                                          </p:stCondLst>
                                        </p:cTn>
                                        <p:tgtEl>
                                          <p:spTgt spid="44"/>
                                        </p:tgtEl>
                                        <p:attrNameLst>
                                          <p:attrName>style.visibility</p:attrName>
                                        </p:attrNameLst>
                                      </p:cBhvr>
                                      <p:to>
                                        <p:strVal val="hidden"/>
                                      </p:to>
                                    </p:set>
                                  </p:childTnLst>
                                </p:cTn>
                              </p:par>
                              <p:par>
                                <p:cTn id="202" presetID="1" presetClass="exit" presetSubtype="0" fill="hold" grpId="0" nodeType="withEffect">
                                  <p:stCondLst>
                                    <p:cond delay="0"/>
                                  </p:stCondLst>
                                  <p:childTnLst>
                                    <p:set>
                                      <p:cBhvr>
                                        <p:cTn id="203" dur="1" fill="hold">
                                          <p:stCondLst>
                                            <p:cond delay="0"/>
                                          </p:stCondLst>
                                        </p:cTn>
                                        <p:tgtEl>
                                          <p:spTgt spid="45"/>
                                        </p:tgtEl>
                                        <p:attrNameLst>
                                          <p:attrName>style.visibility</p:attrName>
                                        </p:attrNameLst>
                                      </p:cBhvr>
                                      <p:to>
                                        <p:strVal val="hidden"/>
                                      </p:to>
                                    </p:set>
                                  </p:childTnLst>
                                </p:cTn>
                              </p:par>
                              <p:par>
                                <p:cTn id="204" presetID="1" presetClass="exit" presetSubtype="0" fill="hold" grpId="0" nodeType="withEffect">
                                  <p:stCondLst>
                                    <p:cond delay="0"/>
                                  </p:stCondLst>
                                  <p:childTnLst>
                                    <p:set>
                                      <p:cBhvr>
                                        <p:cTn id="205" dur="1" fill="hold">
                                          <p:stCondLst>
                                            <p:cond delay="0"/>
                                          </p:stCondLst>
                                        </p:cTn>
                                        <p:tgtEl>
                                          <p:spTgt spid="46"/>
                                        </p:tgtEl>
                                        <p:attrNameLst>
                                          <p:attrName>style.visibility</p:attrName>
                                        </p:attrNameLst>
                                      </p:cBhvr>
                                      <p:to>
                                        <p:strVal val="hidden"/>
                                      </p:to>
                                    </p:set>
                                  </p:childTnLst>
                                </p:cTn>
                              </p:par>
                              <p:par>
                                <p:cTn id="206" presetID="1" presetClass="exit" presetSubtype="0" fill="hold" grpId="0" nodeType="withEffect">
                                  <p:stCondLst>
                                    <p:cond delay="0"/>
                                  </p:stCondLst>
                                  <p:childTnLst>
                                    <p:set>
                                      <p:cBhvr>
                                        <p:cTn id="207" dur="1" fill="hold">
                                          <p:stCondLst>
                                            <p:cond delay="0"/>
                                          </p:stCondLst>
                                        </p:cTn>
                                        <p:tgtEl>
                                          <p:spTgt spid="47"/>
                                        </p:tgtEl>
                                        <p:attrNameLst>
                                          <p:attrName>style.visibility</p:attrName>
                                        </p:attrNameLst>
                                      </p:cBhvr>
                                      <p:to>
                                        <p:strVal val="hidden"/>
                                      </p:to>
                                    </p:set>
                                  </p:childTnLst>
                                </p:cTn>
                              </p:par>
                              <p:par>
                                <p:cTn id="208" presetID="1" presetClass="exit" presetSubtype="0" fill="hold" grpId="0" nodeType="withEffect">
                                  <p:stCondLst>
                                    <p:cond delay="0"/>
                                  </p:stCondLst>
                                  <p:childTnLst>
                                    <p:set>
                                      <p:cBhvr>
                                        <p:cTn id="209" dur="1" fill="hold">
                                          <p:stCondLst>
                                            <p:cond delay="0"/>
                                          </p:stCondLst>
                                        </p:cTn>
                                        <p:tgtEl>
                                          <p:spTgt spid="48"/>
                                        </p:tgtEl>
                                        <p:attrNameLst>
                                          <p:attrName>style.visibility</p:attrName>
                                        </p:attrNameLst>
                                      </p:cBhvr>
                                      <p:to>
                                        <p:strVal val="hidden"/>
                                      </p:to>
                                    </p:set>
                                  </p:childTnLst>
                                </p:cTn>
                              </p:par>
                              <p:par>
                                <p:cTn id="210" presetID="1" presetClass="exit" presetSubtype="0" fill="hold" grpId="0" nodeType="withEffect">
                                  <p:stCondLst>
                                    <p:cond delay="0"/>
                                  </p:stCondLst>
                                  <p:childTnLst>
                                    <p:set>
                                      <p:cBhvr>
                                        <p:cTn id="211" dur="1" fill="hold">
                                          <p:stCondLst>
                                            <p:cond delay="0"/>
                                          </p:stCondLst>
                                        </p:cTn>
                                        <p:tgtEl>
                                          <p:spTgt spid="49"/>
                                        </p:tgtEl>
                                        <p:attrNameLst>
                                          <p:attrName>style.visibility</p:attrName>
                                        </p:attrNameLst>
                                      </p:cBhvr>
                                      <p:to>
                                        <p:strVal val="hidden"/>
                                      </p:to>
                                    </p:set>
                                  </p:childTnLst>
                                </p:cTn>
                              </p:par>
                              <p:par>
                                <p:cTn id="212" presetID="1" presetClass="exit" presetSubtype="0" fill="hold" grpId="0" nodeType="withEffect">
                                  <p:stCondLst>
                                    <p:cond delay="0"/>
                                  </p:stCondLst>
                                  <p:childTnLst>
                                    <p:set>
                                      <p:cBhvr>
                                        <p:cTn id="213" dur="1" fill="hold">
                                          <p:stCondLst>
                                            <p:cond delay="0"/>
                                          </p:stCondLst>
                                        </p:cTn>
                                        <p:tgtEl>
                                          <p:spTgt spid="50"/>
                                        </p:tgtEl>
                                        <p:attrNameLst>
                                          <p:attrName>style.visibility</p:attrName>
                                        </p:attrNameLst>
                                      </p:cBhvr>
                                      <p:to>
                                        <p:strVal val="hidden"/>
                                      </p:to>
                                    </p:set>
                                  </p:childTnLst>
                                </p:cTn>
                              </p:par>
                              <p:par>
                                <p:cTn id="214" presetID="1" presetClass="exit" presetSubtype="0" fill="hold" grpId="0" nodeType="withEffect">
                                  <p:stCondLst>
                                    <p:cond delay="0"/>
                                  </p:stCondLst>
                                  <p:childTnLst>
                                    <p:set>
                                      <p:cBhvr>
                                        <p:cTn id="215" dur="1" fill="hold">
                                          <p:stCondLst>
                                            <p:cond delay="0"/>
                                          </p:stCondLst>
                                        </p:cTn>
                                        <p:tgtEl>
                                          <p:spTgt spid="51"/>
                                        </p:tgtEl>
                                        <p:attrNameLst>
                                          <p:attrName>style.visibility</p:attrName>
                                        </p:attrNameLst>
                                      </p:cBhvr>
                                      <p:to>
                                        <p:strVal val="hidden"/>
                                      </p:to>
                                    </p:set>
                                  </p:childTnLst>
                                </p:cTn>
                              </p:par>
                              <p:par>
                                <p:cTn id="216" presetID="1" presetClass="exit" presetSubtype="0" fill="hold" grpId="0" nodeType="withEffect">
                                  <p:stCondLst>
                                    <p:cond delay="0"/>
                                  </p:stCondLst>
                                  <p:childTnLst>
                                    <p:set>
                                      <p:cBhvr>
                                        <p:cTn id="217" dur="1" fill="hold">
                                          <p:stCondLst>
                                            <p:cond delay="0"/>
                                          </p:stCondLst>
                                        </p:cTn>
                                        <p:tgtEl>
                                          <p:spTgt spid="52"/>
                                        </p:tgtEl>
                                        <p:attrNameLst>
                                          <p:attrName>style.visibility</p:attrName>
                                        </p:attrNameLst>
                                      </p:cBhvr>
                                      <p:to>
                                        <p:strVal val="hidden"/>
                                      </p:to>
                                    </p:set>
                                  </p:childTnLst>
                                </p:cTn>
                              </p:par>
                              <p:par>
                                <p:cTn id="218" presetID="1" presetClass="exit" presetSubtype="0" fill="hold" grpId="0" nodeType="withEffect">
                                  <p:stCondLst>
                                    <p:cond delay="0"/>
                                  </p:stCondLst>
                                  <p:childTnLst>
                                    <p:set>
                                      <p:cBhvr>
                                        <p:cTn id="219" dur="1" fill="hold">
                                          <p:stCondLst>
                                            <p:cond delay="0"/>
                                          </p:stCondLst>
                                        </p:cTn>
                                        <p:tgtEl>
                                          <p:spTgt spid="53"/>
                                        </p:tgtEl>
                                        <p:attrNameLst>
                                          <p:attrName>style.visibility</p:attrName>
                                        </p:attrNameLst>
                                      </p:cBhvr>
                                      <p:to>
                                        <p:strVal val="hidden"/>
                                      </p:to>
                                    </p:set>
                                  </p:childTnLst>
                                </p:cTn>
                              </p:par>
                              <p:par>
                                <p:cTn id="220" presetID="1" presetClass="exit" presetSubtype="0" fill="hold" grpId="0" nodeType="withEffect">
                                  <p:stCondLst>
                                    <p:cond delay="0"/>
                                  </p:stCondLst>
                                  <p:childTnLst>
                                    <p:set>
                                      <p:cBhvr>
                                        <p:cTn id="221" dur="1" fill="hold">
                                          <p:stCondLst>
                                            <p:cond delay="0"/>
                                          </p:stCondLst>
                                        </p:cTn>
                                        <p:tgtEl>
                                          <p:spTgt spid="54"/>
                                        </p:tgtEl>
                                        <p:attrNameLst>
                                          <p:attrName>style.visibility</p:attrName>
                                        </p:attrNameLst>
                                      </p:cBhvr>
                                      <p:to>
                                        <p:strVal val="hidden"/>
                                      </p:to>
                                    </p:set>
                                  </p:childTnLst>
                                </p:cTn>
                              </p:par>
                              <p:par>
                                <p:cTn id="222" presetID="1" presetClass="exit" presetSubtype="0" fill="hold" grpId="0" nodeType="withEffect">
                                  <p:stCondLst>
                                    <p:cond delay="0"/>
                                  </p:stCondLst>
                                  <p:childTnLst>
                                    <p:set>
                                      <p:cBhvr>
                                        <p:cTn id="223" dur="1" fill="hold">
                                          <p:stCondLst>
                                            <p:cond delay="0"/>
                                          </p:stCondLst>
                                        </p:cTn>
                                        <p:tgtEl>
                                          <p:spTgt spid="55"/>
                                        </p:tgtEl>
                                        <p:attrNameLst>
                                          <p:attrName>style.visibility</p:attrName>
                                        </p:attrNameLst>
                                      </p:cBhvr>
                                      <p:to>
                                        <p:strVal val="hidden"/>
                                      </p:to>
                                    </p:set>
                                  </p:childTnLst>
                                </p:cTn>
                              </p:par>
                              <p:par>
                                <p:cTn id="224" presetID="1" presetClass="exit" presetSubtype="0" fill="hold" grpId="0" nodeType="withEffect">
                                  <p:stCondLst>
                                    <p:cond delay="0"/>
                                  </p:stCondLst>
                                  <p:childTnLst>
                                    <p:set>
                                      <p:cBhvr>
                                        <p:cTn id="225" dur="1" fill="hold">
                                          <p:stCondLst>
                                            <p:cond delay="0"/>
                                          </p:stCondLst>
                                        </p:cTn>
                                        <p:tgtEl>
                                          <p:spTgt spid="56"/>
                                        </p:tgtEl>
                                        <p:attrNameLst>
                                          <p:attrName>style.visibility</p:attrName>
                                        </p:attrNameLst>
                                      </p:cBhvr>
                                      <p:to>
                                        <p:strVal val="hidden"/>
                                      </p:to>
                                    </p:set>
                                  </p:childTnLst>
                                </p:cTn>
                              </p:par>
                              <p:par>
                                <p:cTn id="226" presetID="1" presetClass="exit" presetSubtype="0" fill="hold" grpId="0" nodeType="withEffect">
                                  <p:stCondLst>
                                    <p:cond delay="0"/>
                                  </p:stCondLst>
                                  <p:childTnLst>
                                    <p:set>
                                      <p:cBhvr>
                                        <p:cTn id="227" dur="1" fill="hold">
                                          <p:stCondLst>
                                            <p:cond delay="0"/>
                                          </p:stCondLst>
                                        </p:cTn>
                                        <p:tgtEl>
                                          <p:spTgt spid="57"/>
                                        </p:tgtEl>
                                        <p:attrNameLst>
                                          <p:attrName>style.visibility</p:attrName>
                                        </p:attrNameLst>
                                      </p:cBhvr>
                                      <p:to>
                                        <p:strVal val="hidden"/>
                                      </p:to>
                                    </p:set>
                                  </p:childTnLst>
                                </p:cTn>
                              </p:par>
                              <p:par>
                                <p:cTn id="228" presetID="1" presetClass="exit" presetSubtype="0" fill="hold" grpId="0" nodeType="withEffect">
                                  <p:stCondLst>
                                    <p:cond delay="0"/>
                                  </p:stCondLst>
                                  <p:childTnLst>
                                    <p:set>
                                      <p:cBhvr>
                                        <p:cTn id="229" dur="1" fill="hold">
                                          <p:stCondLst>
                                            <p:cond delay="0"/>
                                          </p:stCondLst>
                                        </p:cTn>
                                        <p:tgtEl>
                                          <p:spTgt spid="58"/>
                                        </p:tgtEl>
                                        <p:attrNameLst>
                                          <p:attrName>style.visibility</p:attrName>
                                        </p:attrNameLst>
                                      </p:cBhvr>
                                      <p:to>
                                        <p:strVal val="hidden"/>
                                      </p:to>
                                    </p:set>
                                  </p:childTnLst>
                                </p:cTn>
                              </p:par>
                              <p:par>
                                <p:cTn id="230" presetID="1" presetClass="exit" presetSubtype="0" fill="hold" grpId="0" nodeType="withEffect">
                                  <p:stCondLst>
                                    <p:cond delay="0"/>
                                  </p:stCondLst>
                                  <p:childTnLst>
                                    <p:set>
                                      <p:cBhvr>
                                        <p:cTn id="231" dur="1" fill="hold">
                                          <p:stCondLst>
                                            <p:cond delay="0"/>
                                          </p:stCondLst>
                                        </p:cTn>
                                        <p:tgtEl>
                                          <p:spTgt spid="59"/>
                                        </p:tgtEl>
                                        <p:attrNameLst>
                                          <p:attrName>style.visibility</p:attrName>
                                        </p:attrNameLst>
                                      </p:cBhvr>
                                      <p:to>
                                        <p:strVal val="hidden"/>
                                      </p:to>
                                    </p:set>
                                  </p:childTnLst>
                                </p:cTn>
                              </p:par>
                              <p:par>
                                <p:cTn id="232" presetID="1" presetClass="exit" presetSubtype="0" fill="hold" grpId="0" nodeType="withEffect">
                                  <p:stCondLst>
                                    <p:cond delay="0"/>
                                  </p:stCondLst>
                                  <p:childTnLst>
                                    <p:set>
                                      <p:cBhvr>
                                        <p:cTn id="233" dur="1" fill="hold">
                                          <p:stCondLst>
                                            <p:cond delay="0"/>
                                          </p:stCondLst>
                                        </p:cTn>
                                        <p:tgtEl>
                                          <p:spTgt spid="60"/>
                                        </p:tgtEl>
                                        <p:attrNameLst>
                                          <p:attrName>style.visibility</p:attrName>
                                        </p:attrNameLst>
                                      </p:cBhvr>
                                      <p:to>
                                        <p:strVal val="hidden"/>
                                      </p:to>
                                    </p:set>
                                  </p:childTnLst>
                                </p:cTn>
                              </p:par>
                              <p:par>
                                <p:cTn id="234" presetID="1" presetClass="exit" presetSubtype="0" fill="hold" grpId="0" nodeType="withEffect">
                                  <p:stCondLst>
                                    <p:cond delay="0"/>
                                  </p:stCondLst>
                                  <p:childTnLst>
                                    <p:set>
                                      <p:cBhvr>
                                        <p:cTn id="235" dur="1" fill="hold">
                                          <p:stCondLst>
                                            <p:cond delay="0"/>
                                          </p:stCondLst>
                                        </p:cTn>
                                        <p:tgtEl>
                                          <p:spTgt spid="61"/>
                                        </p:tgtEl>
                                        <p:attrNameLst>
                                          <p:attrName>style.visibility</p:attrName>
                                        </p:attrNameLst>
                                      </p:cBhvr>
                                      <p:to>
                                        <p:strVal val="hidden"/>
                                      </p:to>
                                    </p:set>
                                  </p:childTnLst>
                                </p:cTn>
                              </p:par>
                              <p:par>
                                <p:cTn id="236" presetID="1" presetClass="exit" presetSubtype="0" fill="hold" grpId="0" nodeType="withEffect">
                                  <p:stCondLst>
                                    <p:cond delay="0"/>
                                  </p:stCondLst>
                                  <p:childTnLst>
                                    <p:set>
                                      <p:cBhvr>
                                        <p:cTn id="237" dur="1" fill="hold">
                                          <p:stCondLst>
                                            <p:cond delay="0"/>
                                          </p:stCondLst>
                                        </p:cTn>
                                        <p:tgtEl>
                                          <p:spTgt spid="62"/>
                                        </p:tgtEl>
                                        <p:attrNameLst>
                                          <p:attrName>style.visibility</p:attrName>
                                        </p:attrNameLst>
                                      </p:cBhvr>
                                      <p:to>
                                        <p:strVal val="hidden"/>
                                      </p:to>
                                    </p:set>
                                  </p:childTnLst>
                                </p:cTn>
                              </p:par>
                              <p:par>
                                <p:cTn id="238" presetID="1" presetClass="exit" presetSubtype="0" fill="hold" grpId="0" nodeType="withEffect">
                                  <p:stCondLst>
                                    <p:cond delay="0"/>
                                  </p:stCondLst>
                                  <p:childTnLst>
                                    <p:set>
                                      <p:cBhvr>
                                        <p:cTn id="239" dur="1" fill="hold">
                                          <p:stCondLst>
                                            <p:cond delay="0"/>
                                          </p:stCondLst>
                                        </p:cTn>
                                        <p:tgtEl>
                                          <p:spTgt spid="63"/>
                                        </p:tgtEl>
                                        <p:attrNameLst>
                                          <p:attrName>style.visibility</p:attrName>
                                        </p:attrNameLst>
                                      </p:cBhvr>
                                      <p:to>
                                        <p:strVal val="hidden"/>
                                      </p:to>
                                    </p:set>
                                  </p:childTnLst>
                                </p:cTn>
                              </p:par>
                              <p:par>
                                <p:cTn id="240" presetID="1" presetClass="exit" presetSubtype="0" fill="hold" grpId="0" nodeType="withEffect">
                                  <p:stCondLst>
                                    <p:cond delay="0"/>
                                  </p:stCondLst>
                                  <p:childTnLst>
                                    <p:set>
                                      <p:cBhvr>
                                        <p:cTn id="241" dur="1" fill="hold">
                                          <p:stCondLst>
                                            <p:cond delay="0"/>
                                          </p:stCondLst>
                                        </p:cTn>
                                        <p:tgtEl>
                                          <p:spTgt spid="64"/>
                                        </p:tgtEl>
                                        <p:attrNameLst>
                                          <p:attrName>style.visibility</p:attrName>
                                        </p:attrNameLst>
                                      </p:cBhvr>
                                      <p:to>
                                        <p:strVal val="hidden"/>
                                      </p:to>
                                    </p:set>
                                  </p:childTnLst>
                                </p:cTn>
                              </p:par>
                              <p:par>
                                <p:cTn id="242" presetID="1" presetClass="exit" presetSubtype="0" fill="hold" grpId="0" nodeType="withEffect">
                                  <p:stCondLst>
                                    <p:cond delay="0"/>
                                  </p:stCondLst>
                                  <p:childTnLst>
                                    <p:set>
                                      <p:cBhvr>
                                        <p:cTn id="243" dur="1" fill="hold">
                                          <p:stCondLst>
                                            <p:cond delay="0"/>
                                          </p:stCondLst>
                                        </p:cTn>
                                        <p:tgtEl>
                                          <p:spTgt spid="6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P spid="30" grpId="0"/>
      <p:bldP spid="31" grpId="0"/>
      <p:bldP spid="32" grpId="0"/>
      <p:bldP spid="33" grpId="0"/>
      <p:bldP spid="34" grpId="0"/>
      <p:bldP spid="35" grpId="0"/>
      <p:bldP spid="36" grpId="0"/>
      <p:bldP spid="37" grpId="0"/>
      <p:bldP spid="38" grpId="0"/>
      <p:bldP spid="39" grpId="0"/>
      <p:bldP spid="40" grpId="0"/>
      <p:bldP spid="42" grpId="0"/>
      <p:bldP spid="43" grpId="0"/>
      <p:bldP spid="44" grpId="0"/>
      <p:bldP spid="45" grpId="0"/>
      <p:bldP spid="46" grpId="0"/>
      <p:bldP spid="47" grpId="0"/>
      <p:bldP spid="48" grpId="0"/>
      <p:bldP spid="49" grpId="0"/>
      <p:bldP spid="50" grpId="0"/>
      <p:bldP spid="51" grpId="0"/>
      <p:bldP spid="52" grpId="0"/>
      <p:bldP spid="53" grpId="0"/>
      <p:bldP spid="54" grpId="0"/>
      <p:bldP spid="55" grpId="0"/>
      <p:bldP spid="56" grpId="0"/>
      <p:bldP spid="57" grpId="0"/>
      <p:bldP spid="58" grpId="0"/>
      <p:bldP spid="59" grpId="0"/>
      <p:bldP spid="60" grpId="0"/>
      <p:bldP spid="61" grpId="0"/>
      <p:bldP spid="62" grpId="0"/>
      <p:bldP spid="63" grpId="0"/>
      <p:bldP spid="64" grpId="0"/>
      <p:bldP spid="65" grpId="0"/>
      <p:bldP spid="66" grpId="0"/>
      <p:bldP spid="67" grpId="0"/>
      <p:bldP spid="68" grpId="0"/>
      <p:bldP spid="69" grpId="0"/>
      <p:bldP spid="70" grpId="0"/>
      <p:bldP spid="71" grpId="0"/>
      <p:bldP spid="72" grpId="0"/>
      <p:bldP spid="73" grpId="0"/>
      <p:bldP spid="74" grpId="0"/>
      <p:bldP spid="75" grpId="0"/>
      <p:bldP spid="76" grpId="0"/>
      <p:bldP spid="77" grpId="0"/>
      <p:bldP spid="78" grpId="0"/>
      <p:bldP spid="79" grpId="0"/>
      <p:bldP spid="80" grpId="0"/>
      <p:bldP spid="82" grpId="0"/>
      <p:bldP spid="83" grpId="0"/>
      <p:bldP spid="84" grpId="0"/>
      <p:bldP spid="85" grpId="0"/>
      <p:bldP spid="86" grpId="0"/>
      <p:bldP spid="87" grpId="0"/>
      <p:bldP spid="88" grpId="0"/>
      <p:bldP spid="89" grpId="0"/>
      <p:bldP spid="90" grpId="0"/>
      <p:bldP spid="91" grpId="0"/>
      <p:bldP spid="92" grpId="0"/>
      <p:bldP spid="93" grpId="0"/>
      <p:bldP spid="94" grpId="0"/>
      <p:bldP spid="95" grpId="0"/>
      <p:bldP spid="96" grpId="0"/>
      <p:bldP spid="97" grpId="0"/>
      <p:bldP spid="98" grpId="0"/>
      <p:bldP spid="99" grpId="0"/>
      <p:bldP spid="100" grpId="0"/>
      <p:bldP spid="101" grpId="0"/>
      <p:bldP spid="102" grpId="0"/>
      <p:bldP spid="103" grpId="0"/>
      <p:bldP spid="104" grpId="0"/>
      <p:bldP spid="105" grpId="0"/>
      <p:bldP spid="106" grpId="0"/>
      <p:bldP spid="107" grpId="0"/>
      <p:bldP spid="108" grpId="0"/>
      <p:bldP spid="109" grpId="0"/>
      <p:bldP spid="110" grpId="0"/>
      <p:bldP spid="111" grpId="0"/>
      <p:bldP spid="112" grpId="0"/>
      <p:bldP spid="113" grpId="0"/>
      <p:bldP spid="114" grpId="0"/>
      <p:bldP spid="115" grpId="0"/>
      <p:bldP spid="116" grpId="0"/>
      <p:bldP spid="117" grpId="0"/>
      <p:bldP spid="118" grpId="0"/>
      <p:bldP spid="119" grpId="0"/>
      <p:bldP spid="120" grpId="0"/>
      <p:bldP spid="121" grpId="0"/>
      <p:bldP spid="122" grpId="0"/>
      <p:bldP spid="123" grpId="0"/>
      <p:bldP spid="124" grpId="0"/>
      <p:bldP spid="125"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AEBB33A2-3516-E2CE-98B2-65F78FB952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01140C-B238-8B9D-9334-A781661F7E49}"/>
              </a:ext>
            </a:extLst>
          </p:cNvPr>
          <p:cNvSpPr>
            <a:spLocks noGrp="1"/>
          </p:cNvSpPr>
          <p:nvPr>
            <p:ph type="title"/>
          </p:nvPr>
        </p:nvSpPr>
        <p:spPr/>
        <p:txBody>
          <a:bodyPr/>
          <a:lstStyle/>
          <a:p>
            <a:r>
              <a:rPr lang="en-US"/>
              <a:t>XXX XXXXXXXXXX</a:t>
            </a:r>
          </a:p>
        </p:txBody>
      </p:sp>
      <p:sp>
        <p:nvSpPr>
          <p:cNvPr id="3" name="Content Placeholder 2">
            <a:extLst>
              <a:ext uri="{FF2B5EF4-FFF2-40B4-BE49-F238E27FC236}">
                <a16:creationId xmlns:a16="http://schemas.microsoft.com/office/drawing/2014/main" id="{66B2FED1-EFB7-A671-6777-57C147465C71}"/>
              </a:ext>
            </a:extLst>
          </p:cNvPr>
          <p:cNvSpPr>
            <a:spLocks noGrp="1"/>
          </p:cNvSpPr>
          <p:nvPr>
            <p:ph idx="1"/>
          </p:nvPr>
        </p:nvSpPr>
        <p:spPr/>
        <p:txBody>
          <a:bodyPr/>
          <a:lstStyle/>
          <a:p>
            <a:pPr marL="0" indent="0">
              <a:buNone/>
            </a:pPr>
            <a:r>
              <a:rPr lang="en-US"/>
              <a:t>XXXX XXX XXXX X XXXXXX X XXXX XX XXXXXXX XX XXXXXX XX XXXXX XXXXXXXXXX XXX XXXXXXXXXXXX </a:t>
            </a:r>
          </a:p>
          <a:p>
            <a:pPr marL="0" indent="0">
              <a:buNone/>
            </a:pPr>
            <a:r>
              <a:rPr lang="en-US"/>
              <a:t>XXXXXXX XXXXX X XXXX XXXX XX XXXXX XXX XXXXXXXXXX XXX XXX XXXXXX XX XXXXXXXXXX </a:t>
            </a:r>
          </a:p>
          <a:p>
            <a:pPr marL="0" indent="0">
              <a:buNone/>
            </a:pPr>
            <a:r>
              <a:rPr lang="en-US"/>
              <a:t>XXXXXXXXX X XXXX XX XXXXXXXXX XXXXXX XX XXXXXX XXXX XX XXXXXX XX XX XXXXXXXXX XXXXX XXXX XXXXXX XX XXXXX XX XXXXXX XXXXXXX</a:t>
            </a:r>
            <a:endParaRPr lang="en-US" dirty="0"/>
          </a:p>
        </p:txBody>
      </p:sp>
      <p:sp>
        <p:nvSpPr>
          <p:cNvPr id="132" name="Graphic 127">
            <a:extLst>
              <a:ext uri="{FF2B5EF4-FFF2-40B4-BE49-F238E27FC236}">
                <a16:creationId xmlns:a16="http://schemas.microsoft.com/office/drawing/2014/main" id="{F165C44C-85CD-8C78-F55B-6C55D8DD0F73}"/>
              </a:ext>
            </a:extLst>
          </p:cNvPr>
          <p:cNvSpPr/>
          <p:nvPr/>
        </p:nvSpPr>
        <p:spPr>
          <a:xfrm rot="16200000" flipV="1">
            <a:off x="561654" y="-263663"/>
            <a:ext cx="3829558" cy="15209314"/>
          </a:xfrm>
          <a:custGeom>
            <a:avLst/>
            <a:gdLst>
              <a:gd name="csX0" fmla="*/ 3086062 w 3829558"/>
              <a:gd name="csY0" fmla="*/ 3905196 h 15209314"/>
              <a:gd name="csX1" fmla="*/ 3809673 w 3829558"/>
              <a:gd name="csY1" fmla="*/ 9695864 h 15209314"/>
              <a:gd name="csX2" fmla="*/ 2440601 w 3829558"/>
              <a:gd name="csY2" fmla="*/ 13914361 h 15209314"/>
              <a:gd name="csX3" fmla="*/ 741562 w 3829558"/>
              <a:gd name="csY3" fmla="*/ 14802979 h 15209314"/>
              <a:gd name="csX4" fmla="*/ 290029 w 3829558"/>
              <a:gd name="csY4" fmla="*/ 9051372 h 15209314"/>
              <a:gd name="csX5" fmla="*/ 64262 w 3829558"/>
              <a:gd name="csY5" fmla="*/ 2928692 h 15209314"/>
              <a:gd name="csX6" fmla="*/ 1517273 w 3829558"/>
              <a:gd name="csY6" fmla="*/ 18711 h 15209314"/>
              <a:gd name="csX7" fmla="*/ 3086062 w 3829558"/>
              <a:gd name="csY7" fmla="*/ 3905196 h 152093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829558" h="15209314">
                <a:moveTo>
                  <a:pt x="3086062" y="3905196"/>
                </a:moveTo>
                <a:cubicBezTo>
                  <a:pt x="3540489" y="5838674"/>
                  <a:pt x="3922556" y="7938157"/>
                  <a:pt x="3809673" y="9695864"/>
                </a:cubicBezTo>
                <a:cubicBezTo>
                  <a:pt x="3699684" y="11443806"/>
                  <a:pt x="3094745" y="12849972"/>
                  <a:pt x="2440601" y="13914361"/>
                </a:cubicBezTo>
                <a:cubicBezTo>
                  <a:pt x="1786456" y="14978750"/>
                  <a:pt x="1083106" y="15701363"/>
                  <a:pt x="741562" y="14802979"/>
                </a:cubicBezTo>
                <a:cubicBezTo>
                  <a:pt x="400018" y="13894831"/>
                  <a:pt x="420279" y="11365686"/>
                  <a:pt x="290029" y="9051372"/>
                </a:cubicBezTo>
                <a:cubicBezTo>
                  <a:pt x="156884" y="6746823"/>
                  <a:pt x="-126771" y="4657104"/>
                  <a:pt x="64262" y="2928692"/>
                </a:cubicBezTo>
                <a:cubicBezTo>
                  <a:pt x="255295" y="1190516"/>
                  <a:pt x="923912" y="-176590"/>
                  <a:pt x="1517273" y="18711"/>
                </a:cubicBezTo>
                <a:cubicBezTo>
                  <a:pt x="2110634" y="214012"/>
                  <a:pt x="2634528" y="1971719"/>
                  <a:pt x="3086062" y="3905196"/>
                </a:cubicBezTo>
                <a:close/>
              </a:path>
            </a:pathLst>
          </a:custGeom>
          <a:solidFill>
            <a:schemeClr val="accent2">
              <a:lumMod val="40000"/>
              <a:lumOff val="60000"/>
            </a:schemeClr>
          </a:solidFill>
          <a:ln w="28908" cap="flat">
            <a:noFill/>
            <a:prstDash val="solid"/>
            <a:miter/>
          </a:ln>
        </p:spPr>
        <p:txBody>
          <a:bodyPr/>
          <a:lstStyle/>
          <a:p>
            <a:endParaRPr lang="en-US"/>
          </a:p>
        </p:txBody>
      </p:sp>
      <p:sp>
        <p:nvSpPr>
          <p:cNvPr id="133" name="Graphic 129">
            <a:extLst>
              <a:ext uri="{FF2B5EF4-FFF2-40B4-BE49-F238E27FC236}">
                <a16:creationId xmlns:a16="http://schemas.microsoft.com/office/drawing/2014/main" id="{24262C09-9014-27C3-AC24-7B8321B14151}"/>
              </a:ext>
            </a:extLst>
          </p:cNvPr>
          <p:cNvSpPr/>
          <p:nvPr/>
        </p:nvSpPr>
        <p:spPr>
          <a:xfrm rot="5400000" flipH="1">
            <a:off x="1617718" y="1564450"/>
            <a:ext cx="1717428" cy="10587099"/>
          </a:xfrm>
          <a:custGeom>
            <a:avLst/>
            <a:gdLst>
              <a:gd name="csX0" fmla="*/ 714496 w 977405"/>
              <a:gd name="csY0" fmla="*/ 349032 h 1125362"/>
              <a:gd name="csX1" fmla="*/ 977386 w 977405"/>
              <a:gd name="csY1" fmla="*/ 710982 h 1125362"/>
              <a:gd name="csX2" fmla="*/ 679254 w 977405"/>
              <a:gd name="csY2" fmla="*/ 1034832 h 1125362"/>
              <a:gd name="csX3" fmla="*/ 229674 w 977405"/>
              <a:gd name="csY3" fmla="*/ 1087220 h 1125362"/>
              <a:gd name="csX4" fmla="*/ 84894 w 977405"/>
              <a:gd name="csY4" fmla="*/ 635735 h 1125362"/>
              <a:gd name="csX5" fmla="*/ 19171 w 977405"/>
              <a:gd name="csY5" fmla="*/ 154722 h 1125362"/>
              <a:gd name="csX6" fmla="*/ 395409 w 977405"/>
              <a:gd name="csY6" fmla="*/ 14705 h 1125362"/>
              <a:gd name="csX7" fmla="*/ 714496 w 977405"/>
              <a:gd name="csY7" fmla="*/ 349032 h 11253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977405" h="1125362">
                <a:moveTo>
                  <a:pt x="714496" y="349032"/>
                </a:moveTo>
                <a:cubicBezTo>
                  <a:pt x="825939" y="482382"/>
                  <a:pt x="973576" y="593825"/>
                  <a:pt x="977386" y="710982"/>
                </a:cubicBezTo>
                <a:cubicBezTo>
                  <a:pt x="982149" y="828140"/>
                  <a:pt x="843084" y="951965"/>
                  <a:pt x="679254" y="1034832"/>
                </a:cubicBezTo>
                <a:cubicBezTo>
                  <a:pt x="515424" y="1118652"/>
                  <a:pt x="326829" y="1161515"/>
                  <a:pt x="229674" y="1087220"/>
                </a:cubicBezTo>
                <a:cubicBezTo>
                  <a:pt x="132519" y="1011972"/>
                  <a:pt x="126804" y="819567"/>
                  <a:pt x="84894" y="635735"/>
                </a:cubicBezTo>
                <a:cubicBezTo>
                  <a:pt x="42031" y="451902"/>
                  <a:pt x="-36074" y="275690"/>
                  <a:pt x="19171" y="154722"/>
                </a:cubicBezTo>
                <a:cubicBezTo>
                  <a:pt x="74416" y="34707"/>
                  <a:pt x="263011" y="-31015"/>
                  <a:pt x="395409" y="14705"/>
                </a:cubicBezTo>
                <a:cubicBezTo>
                  <a:pt x="527806" y="60425"/>
                  <a:pt x="603054" y="215682"/>
                  <a:pt x="714496" y="349032"/>
                </a:cubicBezTo>
                <a:close/>
              </a:path>
            </a:pathLst>
          </a:custGeom>
          <a:solidFill>
            <a:schemeClr val="accent2">
              <a:lumMod val="60000"/>
              <a:lumOff val="40000"/>
            </a:schemeClr>
          </a:solidFill>
          <a:ln w="9525" cap="flat">
            <a:noFill/>
            <a:prstDash val="solid"/>
            <a:miter/>
          </a:ln>
        </p:spPr>
        <p:txBody>
          <a:bodyPr/>
          <a:lstStyle/>
          <a:p>
            <a:endParaRPr lang="en-US"/>
          </a:p>
        </p:txBody>
      </p:sp>
      <p:sp>
        <p:nvSpPr>
          <p:cNvPr id="134" name="Graphic 127">
            <a:extLst>
              <a:ext uri="{FF2B5EF4-FFF2-40B4-BE49-F238E27FC236}">
                <a16:creationId xmlns:a16="http://schemas.microsoft.com/office/drawing/2014/main" id="{8ED74A4B-BD96-3F3F-2303-BB4B58EF5D8B}"/>
              </a:ext>
            </a:extLst>
          </p:cNvPr>
          <p:cNvSpPr/>
          <p:nvPr/>
        </p:nvSpPr>
        <p:spPr>
          <a:xfrm rot="6026319" flipV="1">
            <a:off x="8696004" y="-7945449"/>
            <a:ext cx="3829558" cy="15209314"/>
          </a:xfrm>
          <a:custGeom>
            <a:avLst/>
            <a:gdLst>
              <a:gd name="csX0" fmla="*/ 3086062 w 3829558"/>
              <a:gd name="csY0" fmla="*/ 3905196 h 15209314"/>
              <a:gd name="csX1" fmla="*/ 3809673 w 3829558"/>
              <a:gd name="csY1" fmla="*/ 9695864 h 15209314"/>
              <a:gd name="csX2" fmla="*/ 2440601 w 3829558"/>
              <a:gd name="csY2" fmla="*/ 13914361 h 15209314"/>
              <a:gd name="csX3" fmla="*/ 741562 w 3829558"/>
              <a:gd name="csY3" fmla="*/ 14802979 h 15209314"/>
              <a:gd name="csX4" fmla="*/ 290029 w 3829558"/>
              <a:gd name="csY4" fmla="*/ 9051372 h 15209314"/>
              <a:gd name="csX5" fmla="*/ 64262 w 3829558"/>
              <a:gd name="csY5" fmla="*/ 2928692 h 15209314"/>
              <a:gd name="csX6" fmla="*/ 1517273 w 3829558"/>
              <a:gd name="csY6" fmla="*/ 18711 h 15209314"/>
              <a:gd name="csX7" fmla="*/ 3086062 w 3829558"/>
              <a:gd name="csY7" fmla="*/ 3905196 h 152093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829558" h="15209314">
                <a:moveTo>
                  <a:pt x="3086062" y="3905196"/>
                </a:moveTo>
                <a:cubicBezTo>
                  <a:pt x="3540489" y="5838674"/>
                  <a:pt x="3922556" y="7938157"/>
                  <a:pt x="3809673" y="9695864"/>
                </a:cubicBezTo>
                <a:cubicBezTo>
                  <a:pt x="3699684" y="11443806"/>
                  <a:pt x="3094745" y="12849972"/>
                  <a:pt x="2440601" y="13914361"/>
                </a:cubicBezTo>
                <a:cubicBezTo>
                  <a:pt x="1786456" y="14978750"/>
                  <a:pt x="1083106" y="15701363"/>
                  <a:pt x="741562" y="14802979"/>
                </a:cubicBezTo>
                <a:cubicBezTo>
                  <a:pt x="400018" y="13894831"/>
                  <a:pt x="420279" y="11365686"/>
                  <a:pt x="290029" y="9051372"/>
                </a:cubicBezTo>
                <a:cubicBezTo>
                  <a:pt x="156884" y="6746823"/>
                  <a:pt x="-126771" y="4657104"/>
                  <a:pt x="64262" y="2928692"/>
                </a:cubicBezTo>
                <a:cubicBezTo>
                  <a:pt x="255295" y="1190516"/>
                  <a:pt x="923912" y="-176590"/>
                  <a:pt x="1517273" y="18711"/>
                </a:cubicBezTo>
                <a:cubicBezTo>
                  <a:pt x="2110634" y="214012"/>
                  <a:pt x="2634528" y="1971719"/>
                  <a:pt x="3086062" y="3905196"/>
                </a:cubicBezTo>
                <a:close/>
              </a:path>
            </a:pathLst>
          </a:custGeom>
          <a:solidFill>
            <a:schemeClr val="accent2">
              <a:lumMod val="40000"/>
              <a:lumOff val="60000"/>
            </a:schemeClr>
          </a:solidFill>
          <a:ln w="28908" cap="flat">
            <a:noFill/>
            <a:prstDash val="solid"/>
            <a:miter/>
          </a:ln>
        </p:spPr>
        <p:txBody>
          <a:bodyPr/>
          <a:lstStyle/>
          <a:p>
            <a:endParaRPr lang="en-US"/>
          </a:p>
        </p:txBody>
      </p:sp>
      <p:sp>
        <p:nvSpPr>
          <p:cNvPr id="135" name="Graphic 129">
            <a:extLst>
              <a:ext uri="{FF2B5EF4-FFF2-40B4-BE49-F238E27FC236}">
                <a16:creationId xmlns:a16="http://schemas.microsoft.com/office/drawing/2014/main" id="{55EE1BB7-E629-D241-AF6F-275D09036F7A}"/>
              </a:ext>
            </a:extLst>
          </p:cNvPr>
          <p:cNvSpPr/>
          <p:nvPr/>
        </p:nvSpPr>
        <p:spPr>
          <a:xfrm rot="16826319" flipH="1">
            <a:off x="9664497" y="-5159000"/>
            <a:ext cx="1717428" cy="10587099"/>
          </a:xfrm>
          <a:custGeom>
            <a:avLst/>
            <a:gdLst>
              <a:gd name="csX0" fmla="*/ 714496 w 977405"/>
              <a:gd name="csY0" fmla="*/ 349032 h 1125362"/>
              <a:gd name="csX1" fmla="*/ 977386 w 977405"/>
              <a:gd name="csY1" fmla="*/ 710982 h 1125362"/>
              <a:gd name="csX2" fmla="*/ 679254 w 977405"/>
              <a:gd name="csY2" fmla="*/ 1034832 h 1125362"/>
              <a:gd name="csX3" fmla="*/ 229674 w 977405"/>
              <a:gd name="csY3" fmla="*/ 1087220 h 1125362"/>
              <a:gd name="csX4" fmla="*/ 84894 w 977405"/>
              <a:gd name="csY4" fmla="*/ 635735 h 1125362"/>
              <a:gd name="csX5" fmla="*/ 19171 w 977405"/>
              <a:gd name="csY5" fmla="*/ 154722 h 1125362"/>
              <a:gd name="csX6" fmla="*/ 395409 w 977405"/>
              <a:gd name="csY6" fmla="*/ 14705 h 1125362"/>
              <a:gd name="csX7" fmla="*/ 714496 w 977405"/>
              <a:gd name="csY7" fmla="*/ 349032 h 11253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977405" h="1125362">
                <a:moveTo>
                  <a:pt x="714496" y="349032"/>
                </a:moveTo>
                <a:cubicBezTo>
                  <a:pt x="825939" y="482382"/>
                  <a:pt x="973576" y="593825"/>
                  <a:pt x="977386" y="710982"/>
                </a:cubicBezTo>
                <a:cubicBezTo>
                  <a:pt x="982149" y="828140"/>
                  <a:pt x="843084" y="951965"/>
                  <a:pt x="679254" y="1034832"/>
                </a:cubicBezTo>
                <a:cubicBezTo>
                  <a:pt x="515424" y="1118652"/>
                  <a:pt x="326829" y="1161515"/>
                  <a:pt x="229674" y="1087220"/>
                </a:cubicBezTo>
                <a:cubicBezTo>
                  <a:pt x="132519" y="1011972"/>
                  <a:pt x="126804" y="819567"/>
                  <a:pt x="84894" y="635735"/>
                </a:cubicBezTo>
                <a:cubicBezTo>
                  <a:pt x="42031" y="451902"/>
                  <a:pt x="-36074" y="275690"/>
                  <a:pt x="19171" y="154722"/>
                </a:cubicBezTo>
                <a:cubicBezTo>
                  <a:pt x="74416" y="34707"/>
                  <a:pt x="263011" y="-31015"/>
                  <a:pt x="395409" y="14705"/>
                </a:cubicBezTo>
                <a:cubicBezTo>
                  <a:pt x="527806" y="60425"/>
                  <a:pt x="603054" y="215682"/>
                  <a:pt x="714496" y="349032"/>
                </a:cubicBezTo>
                <a:close/>
              </a:path>
            </a:pathLst>
          </a:custGeom>
          <a:solidFill>
            <a:schemeClr val="accent2">
              <a:lumMod val="60000"/>
              <a:lumOff val="40000"/>
            </a:schemeClr>
          </a:solidFill>
          <a:ln w="9525" cap="flat">
            <a:noFill/>
            <a:prstDash val="solid"/>
            <a:miter/>
          </a:ln>
        </p:spPr>
        <p:txBody>
          <a:bodyPr/>
          <a:lstStyle/>
          <a:p>
            <a:endParaRPr lang="en-US"/>
          </a:p>
        </p:txBody>
      </p:sp>
      <p:sp>
        <p:nvSpPr>
          <p:cNvPr id="140" name="Graphic 138">
            <a:extLst>
              <a:ext uri="{FF2B5EF4-FFF2-40B4-BE49-F238E27FC236}">
                <a16:creationId xmlns:a16="http://schemas.microsoft.com/office/drawing/2014/main" id="{81DBADA5-FEC3-16DD-6697-2A18CD06FE3E}"/>
              </a:ext>
            </a:extLst>
          </p:cNvPr>
          <p:cNvSpPr/>
          <p:nvPr/>
        </p:nvSpPr>
        <p:spPr>
          <a:xfrm>
            <a:off x="5438185" y="2627947"/>
            <a:ext cx="1379216" cy="1547236"/>
          </a:xfrm>
          <a:custGeom>
            <a:avLst/>
            <a:gdLst>
              <a:gd name="csX0" fmla="*/ 1214175 w 1379216"/>
              <a:gd name="csY0" fmla="*/ 338238 h 1547236"/>
              <a:gd name="csX1" fmla="*/ 1362765 w 1379216"/>
              <a:gd name="csY1" fmla="*/ 959268 h 1547236"/>
              <a:gd name="csX2" fmla="*/ 954142 w 1379216"/>
              <a:gd name="csY2" fmla="*/ 1441233 h 1547236"/>
              <a:gd name="csX3" fmla="*/ 331207 w 1379216"/>
              <a:gd name="csY3" fmla="*/ 1496478 h 1547236"/>
              <a:gd name="csX4" fmla="*/ 16882 w 1379216"/>
              <a:gd name="csY4" fmla="*/ 963078 h 1547236"/>
              <a:gd name="csX5" fmla="*/ 122610 w 1379216"/>
              <a:gd name="csY5" fmla="*/ 336333 h 1547236"/>
              <a:gd name="csX6" fmla="*/ 658867 w 1379216"/>
              <a:gd name="csY6" fmla="*/ 100 h 1547236"/>
              <a:gd name="csX7" fmla="*/ 1214175 w 1379216"/>
              <a:gd name="csY7" fmla="*/ 338238 h 15472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379216" h="1547236">
                <a:moveTo>
                  <a:pt x="1214175" y="338238"/>
                </a:moveTo>
                <a:cubicBezTo>
                  <a:pt x="1350382" y="527785"/>
                  <a:pt x="1411342" y="757338"/>
                  <a:pt x="1362765" y="959268"/>
                </a:cubicBezTo>
                <a:cubicBezTo>
                  <a:pt x="1315140" y="1161198"/>
                  <a:pt x="1156072" y="1334553"/>
                  <a:pt x="954142" y="1441233"/>
                </a:cubicBezTo>
                <a:cubicBezTo>
                  <a:pt x="752212" y="1547913"/>
                  <a:pt x="506467" y="1587918"/>
                  <a:pt x="331207" y="1496478"/>
                </a:cubicBezTo>
                <a:cubicBezTo>
                  <a:pt x="156900" y="1405990"/>
                  <a:pt x="54982" y="1184058"/>
                  <a:pt x="16882" y="963078"/>
                </a:cubicBezTo>
                <a:cubicBezTo>
                  <a:pt x="-22170" y="742098"/>
                  <a:pt x="4500" y="521118"/>
                  <a:pt x="122610" y="336333"/>
                </a:cubicBezTo>
                <a:cubicBezTo>
                  <a:pt x="239767" y="151548"/>
                  <a:pt x="449317" y="1052"/>
                  <a:pt x="658867" y="100"/>
                </a:cubicBezTo>
                <a:cubicBezTo>
                  <a:pt x="868417" y="100"/>
                  <a:pt x="1078920" y="148690"/>
                  <a:pt x="1214175" y="338238"/>
                </a:cubicBezTo>
                <a:close/>
              </a:path>
            </a:pathLst>
          </a:custGeom>
          <a:solidFill>
            <a:schemeClr val="accent1">
              <a:lumMod val="20000"/>
              <a:lumOff val="80000"/>
            </a:schemeClr>
          </a:solidFill>
          <a:ln w="9525" cap="flat">
            <a:noFill/>
            <a:prstDash val="solid"/>
            <a:miter/>
          </a:ln>
        </p:spPr>
        <p:txBody>
          <a:bodyPr/>
          <a:lstStyle/>
          <a:p>
            <a:endParaRPr lang="en-US"/>
          </a:p>
        </p:txBody>
      </p:sp>
    </p:spTree>
    <p:extLst>
      <p:ext uri="{BB962C8B-B14F-4D97-AF65-F5344CB8AC3E}">
        <p14:creationId xmlns:p14="http://schemas.microsoft.com/office/powerpoint/2010/main" val="15949013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Word"/>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iterate type="lt">
                                    <p:tmPct val="0"/>
                                  </p:iterate>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 calcmode="lin" valueType="num">
                                      <p:cBhvr>
                                        <p:cTn id="9" dur="500" fill="hold"/>
                                        <p:tgtEl>
                                          <p:spTgt spid="3">
                                            <p:txEl>
                                              <p:pRg st="0" end="0"/>
                                            </p:txEl>
                                          </p:spTgt>
                                        </p:tgtEl>
                                        <p:attrNameLst>
                                          <p:attrName>style.rotation</p:attrName>
                                        </p:attrNameLst>
                                      </p:cBhvr>
                                      <p:tavLst>
                                        <p:tav tm="0">
                                          <p:val>
                                            <p:fltVal val="360"/>
                                          </p:val>
                                        </p:tav>
                                        <p:tav tm="100000">
                                          <p:val>
                                            <p:fltVal val="0"/>
                                          </p:val>
                                        </p:tav>
                                      </p:tavLst>
                                    </p:anim>
                                    <p:animEffect transition="in" filter="fade">
                                      <p:cBhvr>
                                        <p:cTn id="10" dur="500"/>
                                        <p:tgtEl>
                                          <p:spTgt spid="3">
                                            <p:txEl>
                                              <p:pRg st="0" end="0"/>
                                            </p:txEl>
                                          </p:spTgt>
                                        </p:tgtEl>
                                      </p:cBhvr>
                                    </p:animEffect>
                                  </p:childTnLst>
                                </p:cTn>
                              </p:par>
                              <p:par>
                                <p:cTn id="11" presetID="49" presetClass="entr" presetSubtype="0" decel="100000" fill="hold" nodeType="withEffect">
                                  <p:stCondLst>
                                    <p:cond delay="0"/>
                                  </p:stCondLst>
                                  <p:iterate type="lt">
                                    <p:tmPct val="0"/>
                                  </p:iterate>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p:cTn id="13"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4" dur="500" fill="hold"/>
                                        <p:tgtEl>
                                          <p:spTgt spid="3">
                                            <p:txEl>
                                              <p:pRg st="1" end="1"/>
                                            </p:txEl>
                                          </p:spTgt>
                                        </p:tgtEl>
                                        <p:attrNameLst>
                                          <p:attrName>ppt_h</p:attrName>
                                        </p:attrNameLst>
                                      </p:cBhvr>
                                      <p:tavLst>
                                        <p:tav tm="0">
                                          <p:val>
                                            <p:fltVal val="0"/>
                                          </p:val>
                                        </p:tav>
                                        <p:tav tm="100000">
                                          <p:val>
                                            <p:strVal val="#ppt_h"/>
                                          </p:val>
                                        </p:tav>
                                      </p:tavLst>
                                    </p:anim>
                                    <p:anim calcmode="lin" valueType="num">
                                      <p:cBhvr>
                                        <p:cTn id="15" dur="500" fill="hold"/>
                                        <p:tgtEl>
                                          <p:spTgt spid="3">
                                            <p:txEl>
                                              <p:pRg st="1" end="1"/>
                                            </p:txEl>
                                          </p:spTgt>
                                        </p:tgtEl>
                                        <p:attrNameLst>
                                          <p:attrName>style.rotation</p:attrName>
                                        </p:attrNameLst>
                                      </p:cBhvr>
                                      <p:tavLst>
                                        <p:tav tm="0">
                                          <p:val>
                                            <p:fltVal val="360"/>
                                          </p:val>
                                        </p:tav>
                                        <p:tav tm="100000">
                                          <p:val>
                                            <p:fltVal val="0"/>
                                          </p:val>
                                        </p:tav>
                                      </p:tavLst>
                                    </p:anim>
                                    <p:animEffect transition="in" filter="fade">
                                      <p:cBhvr>
                                        <p:cTn id="16" dur="500"/>
                                        <p:tgtEl>
                                          <p:spTgt spid="3">
                                            <p:txEl>
                                              <p:pRg st="1" end="1"/>
                                            </p:txEl>
                                          </p:spTgt>
                                        </p:tgtEl>
                                      </p:cBhvr>
                                    </p:animEffect>
                                  </p:childTnLst>
                                </p:cTn>
                              </p:par>
                              <p:par>
                                <p:cTn id="17" presetID="49" presetClass="entr" presetSubtype="0" decel="100000" fill="hold" nodeType="withEffect">
                                  <p:stCondLst>
                                    <p:cond delay="0"/>
                                  </p:stCondLst>
                                  <p:iterate type="lt">
                                    <p:tmPct val="0"/>
                                  </p:iterate>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p:cTn id="19"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0" dur="500" fill="hold"/>
                                        <p:tgtEl>
                                          <p:spTgt spid="3">
                                            <p:txEl>
                                              <p:pRg st="2" end="2"/>
                                            </p:txEl>
                                          </p:spTgt>
                                        </p:tgtEl>
                                        <p:attrNameLst>
                                          <p:attrName>ppt_h</p:attrName>
                                        </p:attrNameLst>
                                      </p:cBhvr>
                                      <p:tavLst>
                                        <p:tav tm="0">
                                          <p:val>
                                            <p:fltVal val="0"/>
                                          </p:val>
                                        </p:tav>
                                        <p:tav tm="100000">
                                          <p:val>
                                            <p:strVal val="#ppt_h"/>
                                          </p:val>
                                        </p:tav>
                                      </p:tavLst>
                                    </p:anim>
                                    <p:anim calcmode="lin" valueType="num">
                                      <p:cBhvr>
                                        <p:cTn id="21" dur="500" fill="hold"/>
                                        <p:tgtEl>
                                          <p:spTgt spid="3">
                                            <p:txEl>
                                              <p:pRg st="2" end="2"/>
                                            </p:txEl>
                                          </p:spTgt>
                                        </p:tgtEl>
                                        <p:attrNameLst>
                                          <p:attrName>style.rotation</p:attrName>
                                        </p:attrNameLst>
                                      </p:cBhvr>
                                      <p:tavLst>
                                        <p:tav tm="0">
                                          <p:val>
                                            <p:fltVal val="360"/>
                                          </p:val>
                                        </p:tav>
                                        <p:tav tm="100000">
                                          <p:val>
                                            <p:fltVal val="0"/>
                                          </p:val>
                                        </p:tav>
                                      </p:tavLst>
                                    </p:anim>
                                    <p:animEffect transition="in" filter="fade">
                                      <p:cBhvr>
                                        <p:cTn id="22" dur="500"/>
                                        <p:tgtEl>
                                          <p:spTgt spid="3">
                                            <p:txEl>
                                              <p:pRg st="2" end="2"/>
                                            </p:txEl>
                                          </p:spTgt>
                                        </p:tgtEl>
                                      </p:cBhvr>
                                    </p:animEffect>
                                  </p:childTnLst>
                                </p:cTn>
                              </p:par>
                              <p:par>
                                <p:cTn id="23" presetID="2" presetClass="entr" presetSubtype="12" decel="100000" fill="hold" grpId="0" nodeType="withEffect">
                                  <p:stCondLst>
                                    <p:cond delay="100"/>
                                  </p:stCondLst>
                                  <p:childTnLst>
                                    <p:set>
                                      <p:cBhvr>
                                        <p:cTn id="24" dur="1" fill="hold">
                                          <p:stCondLst>
                                            <p:cond delay="0"/>
                                          </p:stCondLst>
                                        </p:cTn>
                                        <p:tgtEl>
                                          <p:spTgt spid="132"/>
                                        </p:tgtEl>
                                        <p:attrNameLst>
                                          <p:attrName>style.visibility</p:attrName>
                                        </p:attrNameLst>
                                      </p:cBhvr>
                                      <p:to>
                                        <p:strVal val="visible"/>
                                      </p:to>
                                    </p:set>
                                    <p:anim calcmode="lin" valueType="num">
                                      <p:cBhvr additive="base">
                                        <p:cTn id="25" dur="500" fill="hold"/>
                                        <p:tgtEl>
                                          <p:spTgt spid="132"/>
                                        </p:tgtEl>
                                        <p:attrNameLst>
                                          <p:attrName>ppt_x</p:attrName>
                                        </p:attrNameLst>
                                      </p:cBhvr>
                                      <p:tavLst>
                                        <p:tav tm="0">
                                          <p:val>
                                            <p:strVal val="0-#ppt_w/2"/>
                                          </p:val>
                                        </p:tav>
                                        <p:tav tm="100000">
                                          <p:val>
                                            <p:strVal val="#ppt_x"/>
                                          </p:val>
                                        </p:tav>
                                      </p:tavLst>
                                    </p:anim>
                                    <p:anim calcmode="lin" valueType="num">
                                      <p:cBhvr additive="base">
                                        <p:cTn id="26" dur="500" fill="hold"/>
                                        <p:tgtEl>
                                          <p:spTgt spid="132"/>
                                        </p:tgtEl>
                                        <p:attrNameLst>
                                          <p:attrName>ppt_y</p:attrName>
                                        </p:attrNameLst>
                                      </p:cBhvr>
                                      <p:tavLst>
                                        <p:tav tm="0">
                                          <p:val>
                                            <p:strVal val="1+#ppt_h/2"/>
                                          </p:val>
                                        </p:tav>
                                        <p:tav tm="100000">
                                          <p:val>
                                            <p:strVal val="#ppt_y"/>
                                          </p:val>
                                        </p:tav>
                                      </p:tavLst>
                                    </p:anim>
                                  </p:childTnLst>
                                </p:cTn>
                              </p:par>
                              <p:par>
                                <p:cTn id="27" presetID="2" presetClass="entr" presetSubtype="3" decel="100000" fill="hold" grpId="0" nodeType="withEffect">
                                  <p:stCondLst>
                                    <p:cond delay="100"/>
                                  </p:stCondLst>
                                  <p:childTnLst>
                                    <p:set>
                                      <p:cBhvr>
                                        <p:cTn id="28" dur="1" fill="hold">
                                          <p:stCondLst>
                                            <p:cond delay="0"/>
                                          </p:stCondLst>
                                        </p:cTn>
                                        <p:tgtEl>
                                          <p:spTgt spid="134"/>
                                        </p:tgtEl>
                                        <p:attrNameLst>
                                          <p:attrName>style.visibility</p:attrName>
                                        </p:attrNameLst>
                                      </p:cBhvr>
                                      <p:to>
                                        <p:strVal val="visible"/>
                                      </p:to>
                                    </p:set>
                                    <p:anim calcmode="lin" valueType="num">
                                      <p:cBhvr additive="base">
                                        <p:cTn id="29" dur="500" fill="hold"/>
                                        <p:tgtEl>
                                          <p:spTgt spid="134"/>
                                        </p:tgtEl>
                                        <p:attrNameLst>
                                          <p:attrName>ppt_x</p:attrName>
                                        </p:attrNameLst>
                                      </p:cBhvr>
                                      <p:tavLst>
                                        <p:tav tm="0">
                                          <p:val>
                                            <p:strVal val="1+#ppt_w/2"/>
                                          </p:val>
                                        </p:tav>
                                        <p:tav tm="100000">
                                          <p:val>
                                            <p:strVal val="#ppt_x"/>
                                          </p:val>
                                        </p:tav>
                                      </p:tavLst>
                                    </p:anim>
                                    <p:anim calcmode="lin" valueType="num">
                                      <p:cBhvr additive="base">
                                        <p:cTn id="30" dur="500" fill="hold"/>
                                        <p:tgtEl>
                                          <p:spTgt spid="134"/>
                                        </p:tgtEl>
                                        <p:attrNameLst>
                                          <p:attrName>ppt_y</p:attrName>
                                        </p:attrNameLst>
                                      </p:cBhvr>
                                      <p:tavLst>
                                        <p:tav tm="0">
                                          <p:val>
                                            <p:strVal val="0-#ppt_h/2"/>
                                          </p:val>
                                        </p:tav>
                                        <p:tav tm="100000">
                                          <p:val>
                                            <p:strVal val="#ppt_y"/>
                                          </p:val>
                                        </p:tav>
                                      </p:tavLst>
                                    </p:anim>
                                  </p:childTnLst>
                                </p:cTn>
                              </p:par>
                              <p:par>
                                <p:cTn id="31" presetID="2" presetClass="entr" presetSubtype="12" decel="100000" fill="hold" grpId="0" nodeType="withEffect">
                                  <p:stCondLst>
                                    <p:cond delay="200"/>
                                  </p:stCondLst>
                                  <p:childTnLst>
                                    <p:set>
                                      <p:cBhvr>
                                        <p:cTn id="32" dur="1" fill="hold">
                                          <p:stCondLst>
                                            <p:cond delay="0"/>
                                          </p:stCondLst>
                                        </p:cTn>
                                        <p:tgtEl>
                                          <p:spTgt spid="133"/>
                                        </p:tgtEl>
                                        <p:attrNameLst>
                                          <p:attrName>style.visibility</p:attrName>
                                        </p:attrNameLst>
                                      </p:cBhvr>
                                      <p:to>
                                        <p:strVal val="visible"/>
                                      </p:to>
                                    </p:set>
                                    <p:anim calcmode="lin" valueType="num">
                                      <p:cBhvr additive="base">
                                        <p:cTn id="33" dur="500" fill="hold"/>
                                        <p:tgtEl>
                                          <p:spTgt spid="133"/>
                                        </p:tgtEl>
                                        <p:attrNameLst>
                                          <p:attrName>ppt_x</p:attrName>
                                        </p:attrNameLst>
                                      </p:cBhvr>
                                      <p:tavLst>
                                        <p:tav tm="0">
                                          <p:val>
                                            <p:strVal val="0-#ppt_w/2"/>
                                          </p:val>
                                        </p:tav>
                                        <p:tav tm="100000">
                                          <p:val>
                                            <p:strVal val="#ppt_x"/>
                                          </p:val>
                                        </p:tav>
                                      </p:tavLst>
                                    </p:anim>
                                    <p:anim calcmode="lin" valueType="num">
                                      <p:cBhvr additive="base">
                                        <p:cTn id="34" dur="500" fill="hold"/>
                                        <p:tgtEl>
                                          <p:spTgt spid="133"/>
                                        </p:tgtEl>
                                        <p:attrNameLst>
                                          <p:attrName>ppt_y</p:attrName>
                                        </p:attrNameLst>
                                      </p:cBhvr>
                                      <p:tavLst>
                                        <p:tav tm="0">
                                          <p:val>
                                            <p:strVal val="1+#ppt_h/2"/>
                                          </p:val>
                                        </p:tav>
                                        <p:tav tm="100000">
                                          <p:val>
                                            <p:strVal val="#ppt_y"/>
                                          </p:val>
                                        </p:tav>
                                      </p:tavLst>
                                    </p:anim>
                                  </p:childTnLst>
                                </p:cTn>
                              </p:par>
                              <p:par>
                                <p:cTn id="35" presetID="2" presetClass="entr" presetSubtype="3" decel="100000" fill="hold" grpId="0" nodeType="withEffect">
                                  <p:stCondLst>
                                    <p:cond delay="200"/>
                                  </p:stCondLst>
                                  <p:childTnLst>
                                    <p:set>
                                      <p:cBhvr>
                                        <p:cTn id="36" dur="1" fill="hold">
                                          <p:stCondLst>
                                            <p:cond delay="0"/>
                                          </p:stCondLst>
                                        </p:cTn>
                                        <p:tgtEl>
                                          <p:spTgt spid="135"/>
                                        </p:tgtEl>
                                        <p:attrNameLst>
                                          <p:attrName>style.visibility</p:attrName>
                                        </p:attrNameLst>
                                      </p:cBhvr>
                                      <p:to>
                                        <p:strVal val="visible"/>
                                      </p:to>
                                    </p:set>
                                    <p:anim calcmode="lin" valueType="num">
                                      <p:cBhvr additive="base">
                                        <p:cTn id="37" dur="500" fill="hold"/>
                                        <p:tgtEl>
                                          <p:spTgt spid="135"/>
                                        </p:tgtEl>
                                        <p:attrNameLst>
                                          <p:attrName>ppt_x</p:attrName>
                                        </p:attrNameLst>
                                      </p:cBhvr>
                                      <p:tavLst>
                                        <p:tav tm="0">
                                          <p:val>
                                            <p:strVal val="1+#ppt_w/2"/>
                                          </p:val>
                                        </p:tav>
                                        <p:tav tm="100000">
                                          <p:val>
                                            <p:strVal val="#ppt_x"/>
                                          </p:val>
                                        </p:tav>
                                      </p:tavLst>
                                    </p:anim>
                                    <p:anim calcmode="lin" valueType="num">
                                      <p:cBhvr additive="base">
                                        <p:cTn id="38" dur="500" fill="hold"/>
                                        <p:tgtEl>
                                          <p:spTgt spid="135"/>
                                        </p:tgtEl>
                                        <p:attrNameLst>
                                          <p:attrName>ppt_y</p:attrName>
                                        </p:attrNameLst>
                                      </p:cBhvr>
                                      <p:tavLst>
                                        <p:tav tm="0">
                                          <p:val>
                                            <p:strVal val="0-#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decel="100000" fill="hold" grpId="0" nodeType="clickEffect">
                                  <p:stCondLst>
                                    <p:cond delay="0"/>
                                  </p:stCondLst>
                                  <p:childTnLst>
                                    <p:set>
                                      <p:cBhvr>
                                        <p:cTn id="42" dur="1" fill="hold">
                                          <p:stCondLst>
                                            <p:cond delay="0"/>
                                          </p:stCondLst>
                                        </p:cTn>
                                        <p:tgtEl>
                                          <p:spTgt spid="140"/>
                                        </p:tgtEl>
                                        <p:attrNameLst>
                                          <p:attrName>style.visibility</p:attrName>
                                        </p:attrNameLst>
                                      </p:cBhvr>
                                      <p:to>
                                        <p:strVal val="visible"/>
                                      </p:to>
                                    </p:set>
                                    <p:anim calcmode="lin" valueType="num">
                                      <p:cBhvr additive="base">
                                        <p:cTn id="43" dur="500" fill="hold"/>
                                        <p:tgtEl>
                                          <p:spTgt spid="140"/>
                                        </p:tgtEl>
                                        <p:attrNameLst>
                                          <p:attrName>ppt_x</p:attrName>
                                        </p:attrNameLst>
                                      </p:cBhvr>
                                      <p:tavLst>
                                        <p:tav tm="0">
                                          <p:val>
                                            <p:strVal val="#ppt_x"/>
                                          </p:val>
                                        </p:tav>
                                        <p:tav tm="100000">
                                          <p:val>
                                            <p:strVal val="#ppt_x"/>
                                          </p:val>
                                        </p:tav>
                                      </p:tavLst>
                                    </p:anim>
                                    <p:anim calcmode="lin" valueType="num">
                                      <p:cBhvr additive="base">
                                        <p:cTn id="44" dur="500" fill="hold"/>
                                        <p:tgtEl>
                                          <p:spTgt spid="140"/>
                                        </p:tgtEl>
                                        <p:attrNameLst>
                                          <p:attrName>ppt_y</p:attrName>
                                        </p:attrNameLst>
                                      </p:cBhvr>
                                      <p:tavLst>
                                        <p:tav tm="0">
                                          <p:val>
                                            <p:strVal val="1+#ppt_h/2"/>
                                          </p:val>
                                        </p:tav>
                                        <p:tav tm="100000">
                                          <p:val>
                                            <p:strVal val="#ppt_y"/>
                                          </p:val>
                                        </p:tav>
                                      </p:tavLst>
                                    </p:anim>
                                  </p:childTnLst>
                                </p:cTn>
                              </p:par>
                              <p:par>
                                <p:cTn id="45" presetID="6" presetClass="emph" presetSubtype="0" accel="50000" decel="50000" fill="hold" grpId="2" nodeType="withEffect">
                                  <p:stCondLst>
                                    <p:cond delay="200"/>
                                  </p:stCondLst>
                                  <p:childTnLst>
                                    <p:animScale>
                                      <p:cBhvr>
                                        <p:cTn id="46" dur="500" fill="hold"/>
                                        <p:tgtEl>
                                          <p:spTgt spid="140"/>
                                        </p:tgtEl>
                                      </p:cBhvr>
                                      <p:by x="1600000" y="1600000"/>
                                    </p:animScale>
                                  </p:childTnLst>
                                </p:cTn>
                              </p:par>
                              <p:par>
                                <p:cTn id="47" presetID="8" presetClass="emph" presetSubtype="0" accel="50000" decel="50000" fill="hold" grpId="1" nodeType="withEffect">
                                  <p:stCondLst>
                                    <p:cond delay="300"/>
                                  </p:stCondLst>
                                  <p:childTnLst>
                                    <p:animRot by="21600000">
                                      <p:cBhvr>
                                        <p:cTn id="48" dur="500" fill="hold"/>
                                        <p:tgtEl>
                                          <p:spTgt spid="140"/>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 grpId="0" animBg="1"/>
      <p:bldP spid="133" grpId="0" animBg="1"/>
      <p:bldP spid="134" grpId="0" animBg="1"/>
      <p:bldP spid="135" grpId="0" animBg="1"/>
      <p:bldP spid="140" grpId="0" animBg="1"/>
      <p:bldP spid="140" grpId="1" animBg="1"/>
      <p:bldP spid="140" grpId="2"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2689EB31-BF8C-190F-475E-D731140888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4FB6A6-5E0A-F018-D10F-F6081F800FC9}"/>
              </a:ext>
            </a:extLst>
          </p:cNvPr>
          <p:cNvSpPr>
            <a:spLocks noGrp="1"/>
          </p:cNvSpPr>
          <p:nvPr>
            <p:ph type="title"/>
          </p:nvPr>
        </p:nvSpPr>
        <p:spPr>
          <a:xfrm>
            <a:off x="4469160" y="602478"/>
            <a:ext cx="10515600" cy="1325563"/>
          </a:xfrm>
        </p:spPr>
        <p:txBody>
          <a:bodyPr/>
          <a:lstStyle/>
          <a:p>
            <a:r>
              <a:rPr lang="en-US"/>
              <a:t>XXXXXXXX XXXXXXX XXXXXXXXXX</a:t>
            </a:r>
          </a:p>
        </p:txBody>
      </p:sp>
      <p:sp>
        <p:nvSpPr>
          <p:cNvPr id="3" name="Content Placeholder 2">
            <a:extLst>
              <a:ext uri="{FF2B5EF4-FFF2-40B4-BE49-F238E27FC236}">
                <a16:creationId xmlns:a16="http://schemas.microsoft.com/office/drawing/2014/main" id="{8F14FE64-689D-4444-6D29-166FDDE3DC6B}"/>
              </a:ext>
            </a:extLst>
          </p:cNvPr>
          <p:cNvSpPr>
            <a:spLocks noGrp="1"/>
          </p:cNvSpPr>
          <p:nvPr>
            <p:ph idx="1"/>
          </p:nvPr>
        </p:nvSpPr>
        <p:spPr>
          <a:xfrm>
            <a:off x="838200" y="2141537"/>
            <a:ext cx="10515600" cy="4351338"/>
          </a:xfrm>
        </p:spPr>
        <p:txBody>
          <a:bodyPr/>
          <a:lstStyle/>
          <a:p>
            <a:pPr marL="0" indent="0">
              <a:buNone/>
            </a:pPr>
            <a:r>
              <a:rPr lang="en-US"/>
              <a:t>XXX XXX XXXXXXXXX XXXXXX XX XX XXXXXXXX XXXX XX XX XXXXXXXX XXXXXXXXX</a:t>
            </a:r>
          </a:p>
          <a:p>
            <a:pPr marL="0" indent="0">
              <a:buNone/>
            </a:pPr>
            <a:r>
              <a:rPr lang="en-US"/>
              <a:t>X XXX XXXX XXXX XX XXXXXXX XXX XXX XXXXXXXXX XX XXXXXX XX XXXXXXXX XXX XXXXXXXXXX XXX XXXXXXXXX</a:t>
            </a:r>
          </a:p>
          <a:p>
            <a:pPr marL="0" indent="0">
              <a:buNone/>
            </a:pPr>
            <a:r>
              <a:rPr lang="en-US"/>
              <a:t>XXXXXXXXXXXX XXX XXXXXXXXX XXXXXXX XXXX X XXXXXXXX XXXXXX XXXXXXXXXX XXX XXX XXXXXXX XXX XXXX XX XX XXXXXXXX XXXXXXXX XXXXXXXXX XXXXXXX</a:t>
            </a:r>
          </a:p>
        </p:txBody>
      </p:sp>
      <p:sp>
        <p:nvSpPr>
          <p:cNvPr id="7" name="Graphic 127">
            <a:extLst>
              <a:ext uri="{FF2B5EF4-FFF2-40B4-BE49-F238E27FC236}">
                <a16:creationId xmlns:a16="http://schemas.microsoft.com/office/drawing/2014/main" id="{3F0C1B00-2244-8F18-4EF9-FC1B498284B1}"/>
              </a:ext>
            </a:extLst>
          </p:cNvPr>
          <p:cNvSpPr/>
          <p:nvPr/>
        </p:nvSpPr>
        <p:spPr>
          <a:xfrm rot="5400000" flipH="1" flipV="1">
            <a:off x="7629205" y="-263662"/>
            <a:ext cx="3829558" cy="15209314"/>
          </a:xfrm>
          <a:custGeom>
            <a:avLst/>
            <a:gdLst>
              <a:gd name="csX0" fmla="*/ 3086062 w 3829558"/>
              <a:gd name="csY0" fmla="*/ 3905196 h 15209314"/>
              <a:gd name="csX1" fmla="*/ 3809673 w 3829558"/>
              <a:gd name="csY1" fmla="*/ 9695864 h 15209314"/>
              <a:gd name="csX2" fmla="*/ 2440601 w 3829558"/>
              <a:gd name="csY2" fmla="*/ 13914361 h 15209314"/>
              <a:gd name="csX3" fmla="*/ 741562 w 3829558"/>
              <a:gd name="csY3" fmla="*/ 14802979 h 15209314"/>
              <a:gd name="csX4" fmla="*/ 290029 w 3829558"/>
              <a:gd name="csY4" fmla="*/ 9051372 h 15209314"/>
              <a:gd name="csX5" fmla="*/ 64262 w 3829558"/>
              <a:gd name="csY5" fmla="*/ 2928692 h 15209314"/>
              <a:gd name="csX6" fmla="*/ 1517273 w 3829558"/>
              <a:gd name="csY6" fmla="*/ 18711 h 15209314"/>
              <a:gd name="csX7" fmla="*/ 3086062 w 3829558"/>
              <a:gd name="csY7" fmla="*/ 3905196 h 152093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829558" h="15209314">
                <a:moveTo>
                  <a:pt x="3086062" y="3905196"/>
                </a:moveTo>
                <a:cubicBezTo>
                  <a:pt x="3540489" y="5838674"/>
                  <a:pt x="3922556" y="7938157"/>
                  <a:pt x="3809673" y="9695864"/>
                </a:cubicBezTo>
                <a:cubicBezTo>
                  <a:pt x="3699684" y="11443806"/>
                  <a:pt x="3094745" y="12849972"/>
                  <a:pt x="2440601" y="13914361"/>
                </a:cubicBezTo>
                <a:cubicBezTo>
                  <a:pt x="1786456" y="14978750"/>
                  <a:pt x="1083106" y="15701363"/>
                  <a:pt x="741562" y="14802979"/>
                </a:cubicBezTo>
                <a:cubicBezTo>
                  <a:pt x="400018" y="13894831"/>
                  <a:pt x="420279" y="11365686"/>
                  <a:pt x="290029" y="9051372"/>
                </a:cubicBezTo>
                <a:cubicBezTo>
                  <a:pt x="156884" y="6746823"/>
                  <a:pt x="-126771" y="4657104"/>
                  <a:pt x="64262" y="2928692"/>
                </a:cubicBezTo>
                <a:cubicBezTo>
                  <a:pt x="255295" y="1190516"/>
                  <a:pt x="923912" y="-176590"/>
                  <a:pt x="1517273" y="18711"/>
                </a:cubicBezTo>
                <a:cubicBezTo>
                  <a:pt x="2110634" y="214012"/>
                  <a:pt x="2634528" y="1971719"/>
                  <a:pt x="3086062" y="3905196"/>
                </a:cubicBezTo>
                <a:close/>
              </a:path>
            </a:pathLst>
          </a:custGeom>
          <a:solidFill>
            <a:schemeClr val="accent2">
              <a:lumMod val="40000"/>
              <a:lumOff val="60000"/>
            </a:schemeClr>
          </a:solidFill>
          <a:ln w="28908" cap="flat">
            <a:noFill/>
            <a:prstDash val="solid"/>
            <a:miter/>
          </a:ln>
        </p:spPr>
        <p:txBody>
          <a:bodyPr/>
          <a:lstStyle/>
          <a:p>
            <a:endParaRPr lang="en-US"/>
          </a:p>
        </p:txBody>
      </p:sp>
      <p:sp>
        <p:nvSpPr>
          <p:cNvPr id="8" name="Graphic 129">
            <a:extLst>
              <a:ext uri="{FF2B5EF4-FFF2-40B4-BE49-F238E27FC236}">
                <a16:creationId xmlns:a16="http://schemas.microsoft.com/office/drawing/2014/main" id="{4DF86918-749C-049D-6C95-1742B2D5763B}"/>
              </a:ext>
            </a:extLst>
          </p:cNvPr>
          <p:cNvSpPr/>
          <p:nvPr/>
        </p:nvSpPr>
        <p:spPr>
          <a:xfrm rot="16200000">
            <a:off x="8685269" y="1564451"/>
            <a:ext cx="1717428" cy="10587099"/>
          </a:xfrm>
          <a:custGeom>
            <a:avLst/>
            <a:gdLst>
              <a:gd name="csX0" fmla="*/ 714496 w 977405"/>
              <a:gd name="csY0" fmla="*/ 349032 h 1125362"/>
              <a:gd name="csX1" fmla="*/ 977386 w 977405"/>
              <a:gd name="csY1" fmla="*/ 710982 h 1125362"/>
              <a:gd name="csX2" fmla="*/ 679254 w 977405"/>
              <a:gd name="csY2" fmla="*/ 1034832 h 1125362"/>
              <a:gd name="csX3" fmla="*/ 229674 w 977405"/>
              <a:gd name="csY3" fmla="*/ 1087220 h 1125362"/>
              <a:gd name="csX4" fmla="*/ 84894 w 977405"/>
              <a:gd name="csY4" fmla="*/ 635735 h 1125362"/>
              <a:gd name="csX5" fmla="*/ 19171 w 977405"/>
              <a:gd name="csY5" fmla="*/ 154722 h 1125362"/>
              <a:gd name="csX6" fmla="*/ 395409 w 977405"/>
              <a:gd name="csY6" fmla="*/ 14705 h 1125362"/>
              <a:gd name="csX7" fmla="*/ 714496 w 977405"/>
              <a:gd name="csY7" fmla="*/ 349032 h 11253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977405" h="1125362">
                <a:moveTo>
                  <a:pt x="714496" y="349032"/>
                </a:moveTo>
                <a:cubicBezTo>
                  <a:pt x="825939" y="482382"/>
                  <a:pt x="973576" y="593825"/>
                  <a:pt x="977386" y="710982"/>
                </a:cubicBezTo>
                <a:cubicBezTo>
                  <a:pt x="982149" y="828140"/>
                  <a:pt x="843084" y="951965"/>
                  <a:pt x="679254" y="1034832"/>
                </a:cubicBezTo>
                <a:cubicBezTo>
                  <a:pt x="515424" y="1118652"/>
                  <a:pt x="326829" y="1161515"/>
                  <a:pt x="229674" y="1087220"/>
                </a:cubicBezTo>
                <a:cubicBezTo>
                  <a:pt x="132519" y="1011972"/>
                  <a:pt x="126804" y="819567"/>
                  <a:pt x="84894" y="635735"/>
                </a:cubicBezTo>
                <a:cubicBezTo>
                  <a:pt x="42031" y="451902"/>
                  <a:pt x="-36074" y="275690"/>
                  <a:pt x="19171" y="154722"/>
                </a:cubicBezTo>
                <a:cubicBezTo>
                  <a:pt x="74416" y="34707"/>
                  <a:pt x="263011" y="-31015"/>
                  <a:pt x="395409" y="14705"/>
                </a:cubicBezTo>
                <a:cubicBezTo>
                  <a:pt x="527806" y="60425"/>
                  <a:pt x="603054" y="215682"/>
                  <a:pt x="714496" y="349032"/>
                </a:cubicBezTo>
                <a:close/>
              </a:path>
            </a:pathLst>
          </a:custGeom>
          <a:solidFill>
            <a:schemeClr val="accent2">
              <a:lumMod val="60000"/>
              <a:lumOff val="40000"/>
            </a:schemeClr>
          </a:solidFill>
          <a:ln w="9525" cap="flat">
            <a:noFill/>
            <a:prstDash val="solid"/>
            <a:miter/>
          </a:ln>
        </p:spPr>
        <p:txBody>
          <a:bodyPr/>
          <a:lstStyle/>
          <a:p>
            <a:endParaRPr lang="en-US"/>
          </a:p>
        </p:txBody>
      </p:sp>
      <p:sp>
        <p:nvSpPr>
          <p:cNvPr id="9" name="Graphic 127">
            <a:extLst>
              <a:ext uri="{FF2B5EF4-FFF2-40B4-BE49-F238E27FC236}">
                <a16:creationId xmlns:a16="http://schemas.microsoft.com/office/drawing/2014/main" id="{E7E94E59-1B42-AB2B-7426-F265C6C78B24}"/>
              </a:ext>
            </a:extLst>
          </p:cNvPr>
          <p:cNvSpPr/>
          <p:nvPr/>
        </p:nvSpPr>
        <p:spPr>
          <a:xfrm rot="15573681" flipH="1" flipV="1">
            <a:off x="481749" y="-8194679"/>
            <a:ext cx="3829558" cy="15209314"/>
          </a:xfrm>
          <a:custGeom>
            <a:avLst/>
            <a:gdLst>
              <a:gd name="csX0" fmla="*/ 3086062 w 3829558"/>
              <a:gd name="csY0" fmla="*/ 3905196 h 15209314"/>
              <a:gd name="csX1" fmla="*/ 3809673 w 3829558"/>
              <a:gd name="csY1" fmla="*/ 9695864 h 15209314"/>
              <a:gd name="csX2" fmla="*/ 2440601 w 3829558"/>
              <a:gd name="csY2" fmla="*/ 13914361 h 15209314"/>
              <a:gd name="csX3" fmla="*/ 741562 w 3829558"/>
              <a:gd name="csY3" fmla="*/ 14802979 h 15209314"/>
              <a:gd name="csX4" fmla="*/ 290029 w 3829558"/>
              <a:gd name="csY4" fmla="*/ 9051372 h 15209314"/>
              <a:gd name="csX5" fmla="*/ 64262 w 3829558"/>
              <a:gd name="csY5" fmla="*/ 2928692 h 15209314"/>
              <a:gd name="csX6" fmla="*/ 1517273 w 3829558"/>
              <a:gd name="csY6" fmla="*/ 18711 h 15209314"/>
              <a:gd name="csX7" fmla="*/ 3086062 w 3829558"/>
              <a:gd name="csY7" fmla="*/ 3905196 h 152093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829558" h="15209314">
                <a:moveTo>
                  <a:pt x="3086062" y="3905196"/>
                </a:moveTo>
                <a:cubicBezTo>
                  <a:pt x="3540489" y="5838674"/>
                  <a:pt x="3922556" y="7938157"/>
                  <a:pt x="3809673" y="9695864"/>
                </a:cubicBezTo>
                <a:cubicBezTo>
                  <a:pt x="3699684" y="11443806"/>
                  <a:pt x="3094745" y="12849972"/>
                  <a:pt x="2440601" y="13914361"/>
                </a:cubicBezTo>
                <a:cubicBezTo>
                  <a:pt x="1786456" y="14978750"/>
                  <a:pt x="1083106" y="15701363"/>
                  <a:pt x="741562" y="14802979"/>
                </a:cubicBezTo>
                <a:cubicBezTo>
                  <a:pt x="400018" y="13894831"/>
                  <a:pt x="420279" y="11365686"/>
                  <a:pt x="290029" y="9051372"/>
                </a:cubicBezTo>
                <a:cubicBezTo>
                  <a:pt x="156884" y="6746823"/>
                  <a:pt x="-126771" y="4657104"/>
                  <a:pt x="64262" y="2928692"/>
                </a:cubicBezTo>
                <a:cubicBezTo>
                  <a:pt x="255295" y="1190516"/>
                  <a:pt x="923912" y="-176590"/>
                  <a:pt x="1517273" y="18711"/>
                </a:cubicBezTo>
                <a:cubicBezTo>
                  <a:pt x="2110634" y="214012"/>
                  <a:pt x="2634528" y="1971719"/>
                  <a:pt x="3086062" y="3905196"/>
                </a:cubicBezTo>
                <a:close/>
              </a:path>
            </a:pathLst>
          </a:custGeom>
          <a:solidFill>
            <a:schemeClr val="accent2">
              <a:lumMod val="40000"/>
              <a:lumOff val="60000"/>
            </a:schemeClr>
          </a:solidFill>
          <a:ln w="28908" cap="flat">
            <a:noFill/>
            <a:prstDash val="solid"/>
            <a:miter/>
          </a:ln>
        </p:spPr>
        <p:txBody>
          <a:bodyPr/>
          <a:lstStyle/>
          <a:p>
            <a:endParaRPr lang="en-US"/>
          </a:p>
        </p:txBody>
      </p:sp>
      <p:sp>
        <p:nvSpPr>
          <p:cNvPr id="10" name="Graphic 129">
            <a:extLst>
              <a:ext uri="{FF2B5EF4-FFF2-40B4-BE49-F238E27FC236}">
                <a16:creationId xmlns:a16="http://schemas.microsoft.com/office/drawing/2014/main" id="{3712173F-9989-6F57-60FA-C8BD57FA4C05}"/>
              </a:ext>
            </a:extLst>
          </p:cNvPr>
          <p:cNvSpPr/>
          <p:nvPr/>
        </p:nvSpPr>
        <p:spPr>
          <a:xfrm rot="4773681">
            <a:off x="1450242" y="-5408230"/>
            <a:ext cx="1717428" cy="10587099"/>
          </a:xfrm>
          <a:custGeom>
            <a:avLst/>
            <a:gdLst>
              <a:gd name="csX0" fmla="*/ 714496 w 977405"/>
              <a:gd name="csY0" fmla="*/ 349032 h 1125362"/>
              <a:gd name="csX1" fmla="*/ 977386 w 977405"/>
              <a:gd name="csY1" fmla="*/ 710982 h 1125362"/>
              <a:gd name="csX2" fmla="*/ 679254 w 977405"/>
              <a:gd name="csY2" fmla="*/ 1034832 h 1125362"/>
              <a:gd name="csX3" fmla="*/ 229674 w 977405"/>
              <a:gd name="csY3" fmla="*/ 1087220 h 1125362"/>
              <a:gd name="csX4" fmla="*/ 84894 w 977405"/>
              <a:gd name="csY4" fmla="*/ 635735 h 1125362"/>
              <a:gd name="csX5" fmla="*/ 19171 w 977405"/>
              <a:gd name="csY5" fmla="*/ 154722 h 1125362"/>
              <a:gd name="csX6" fmla="*/ 395409 w 977405"/>
              <a:gd name="csY6" fmla="*/ 14705 h 1125362"/>
              <a:gd name="csX7" fmla="*/ 714496 w 977405"/>
              <a:gd name="csY7" fmla="*/ 349032 h 11253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977405" h="1125362">
                <a:moveTo>
                  <a:pt x="714496" y="349032"/>
                </a:moveTo>
                <a:cubicBezTo>
                  <a:pt x="825939" y="482382"/>
                  <a:pt x="973576" y="593825"/>
                  <a:pt x="977386" y="710982"/>
                </a:cubicBezTo>
                <a:cubicBezTo>
                  <a:pt x="982149" y="828140"/>
                  <a:pt x="843084" y="951965"/>
                  <a:pt x="679254" y="1034832"/>
                </a:cubicBezTo>
                <a:cubicBezTo>
                  <a:pt x="515424" y="1118652"/>
                  <a:pt x="326829" y="1161515"/>
                  <a:pt x="229674" y="1087220"/>
                </a:cubicBezTo>
                <a:cubicBezTo>
                  <a:pt x="132519" y="1011972"/>
                  <a:pt x="126804" y="819567"/>
                  <a:pt x="84894" y="635735"/>
                </a:cubicBezTo>
                <a:cubicBezTo>
                  <a:pt x="42031" y="451902"/>
                  <a:pt x="-36074" y="275690"/>
                  <a:pt x="19171" y="154722"/>
                </a:cubicBezTo>
                <a:cubicBezTo>
                  <a:pt x="74416" y="34707"/>
                  <a:pt x="263011" y="-31015"/>
                  <a:pt x="395409" y="14705"/>
                </a:cubicBezTo>
                <a:cubicBezTo>
                  <a:pt x="527806" y="60425"/>
                  <a:pt x="603054" y="215682"/>
                  <a:pt x="714496" y="349032"/>
                </a:cubicBezTo>
                <a:close/>
              </a:path>
            </a:pathLst>
          </a:custGeom>
          <a:solidFill>
            <a:schemeClr val="accent2">
              <a:lumMod val="60000"/>
              <a:lumOff val="40000"/>
            </a:schemeClr>
          </a:solidFill>
          <a:ln w="9525" cap="flat">
            <a:noFill/>
            <a:prstDash val="solid"/>
            <a:miter/>
          </a:ln>
        </p:spPr>
        <p:txBody>
          <a:bodyPr/>
          <a:lstStyle/>
          <a:p>
            <a:endParaRPr lang="en-US"/>
          </a:p>
        </p:txBody>
      </p:sp>
    </p:spTree>
    <p:extLst>
      <p:ext uri="{BB962C8B-B14F-4D97-AF65-F5344CB8AC3E}">
        <p14:creationId xmlns:p14="http://schemas.microsoft.com/office/powerpoint/2010/main" val="3441847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decel="10000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49" presetClass="entr" presetSubtype="0" decel="100000" fill="hold" grpId="0" nodeType="afterEffect">
                                  <p:stCondLst>
                                    <p:cond delay="0"/>
                                  </p:stCondLst>
                                  <p:iterate type="lt">
                                    <p:tmPct val="0"/>
                                  </p:iterate>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p:cTn id="12"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3" dur="500" fill="hold"/>
                                        <p:tgtEl>
                                          <p:spTgt spid="3">
                                            <p:txEl>
                                              <p:pRg st="0" end="0"/>
                                            </p:txEl>
                                          </p:spTgt>
                                        </p:tgtEl>
                                        <p:attrNameLst>
                                          <p:attrName>ppt_h</p:attrName>
                                        </p:attrNameLst>
                                      </p:cBhvr>
                                      <p:tavLst>
                                        <p:tav tm="0">
                                          <p:val>
                                            <p:fltVal val="0"/>
                                          </p:val>
                                        </p:tav>
                                        <p:tav tm="100000">
                                          <p:val>
                                            <p:strVal val="#ppt_h"/>
                                          </p:val>
                                        </p:tav>
                                      </p:tavLst>
                                    </p:anim>
                                    <p:anim calcmode="lin" valueType="num">
                                      <p:cBhvr>
                                        <p:cTn id="14" dur="500" fill="hold"/>
                                        <p:tgtEl>
                                          <p:spTgt spid="3">
                                            <p:txEl>
                                              <p:pRg st="0" end="0"/>
                                            </p:txEl>
                                          </p:spTgt>
                                        </p:tgtEl>
                                        <p:attrNameLst>
                                          <p:attrName>style.rotation</p:attrName>
                                        </p:attrNameLst>
                                      </p:cBhvr>
                                      <p:tavLst>
                                        <p:tav tm="0">
                                          <p:val>
                                            <p:fltVal val="360"/>
                                          </p:val>
                                        </p:tav>
                                        <p:tav tm="100000">
                                          <p:val>
                                            <p:fltVal val="0"/>
                                          </p:val>
                                        </p:tav>
                                      </p:tavLst>
                                    </p:anim>
                                    <p:animEffect transition="in" filter="fade">
                                      <p:cBhvr>
                                        <p:cTn id="15" dur="500"/>
                                        <p:tgtEl>
                                          <p:spTgt spid="3">
                                            <p:txEl>
                                              <p:pRg st="0" end="0"/>
                                            </p:txEl>
                                          </p:spTgt>
                                        </p:tgtEl>
                                      </p:cBhvr>
                                    </p:animEffect>
                                  </p:childTnLst>
                                </p:cTn>
                              </p:par>
                              <p:par>
                                <p:cTn id="16" presetID="49" presetClass="entr" presetSubtype="0" decel="100000" fill="hold" grpId="0" nodeType="withEffect">
                                  <p:stCondLst>
                                    <p:cond delay="0"/>
                                  </p:stCondLst>
                                  <p:iterate type="lt">
                                    <p:tmPct val="0"/>
                                  </p:iterate>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p:cTn id="18"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9" dur="5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0" dur="500" fill="hold"/>
                                        <p:tgtEl>
                                          <p:spTgt spid="3">
                                            <p:txEl>
                                              <p:pRg st="1" end="1"/>
                                            </p:txEl>
                                          </p:spTgt>
                                        </p:tgtEl>
                                        <p:attrNameLst>
                                          <p:attrName>style.rotation</p:attrName>
                                        </p:attrNameLst>
                                      </p:cBhvr>
                                      <p:tavLst>
                                        <p:tav tm="0">
                                          <p:val>
                                            <p:fltVal val="360"/>
                                          </p:val>
                                        </p:tav>
                                        <p:tav tm="100000">
                                          <p:val>
                                            <p:fltVal val="0"/>
                                          </p:val>
                                        </p:tav>
                                      </p:tavLst>
                                    </p:anim>
                                    <p:animEffect transition="in" filter="fade">
                                      <p:cBhvr>
                                        <p:cTn id="21" dur="500"/>
                                        <p:tgtEl>
                                          <p:spTgt spid="3">
                                            <p:txEl>
                                              <p:pRg st="1" end="1"/>
                                            </p:txEl>
                                          </p:spTgt>
                                        </p:tgtEl>
                                      </p:cBhvr>
                                    </p:animEffect>
                                  </p:childTnLst>
                                </p:cTn>
                              </p:par>
                              <p:par>
                                <p:cTn id="22" presetID="49" presetClass="entr" presetSubtype="0" decel="100000" fill="hold" grpId="0" nodeType="withEffect">
                                  <p:stCondLst>
                                    <p:cond delay="0"/>
                                  </p:stCondLst>
                                  <p:iterate type="lt">
                                    <p:tmPct val="0"/>
                                  </p:iterate>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p:cTn id="24"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5" dur="500" fill="hold"/>
                                        <p:tgtEl>
                                          <p:spTgt spid="3">
                                            <p:txEl>
                                              <p:pRg st="2" end="2"/>
                                            </p:txEl>
                                          </p:spTgt>
                                        </p:tgtEl>
                                        <p:attrNameLst>
                                          <p:attrName>ppt_h</p:attrName>
                                        </p:attrNameLst>
                                      </p:cBhvr>
                                      <p:tavLst>
                                        <p:tav tm="0">
                                          <p:val>
                                            <p:fltVal val="0"/>
                                          </p:val>
                                        </p:tav>
                                        <p:tav tm="100000">
                                          <p:val>
                                            <p:strVal val="#ppt_h"/>
                                          </p:val>
                                        </p:tav>
                                      </p:tavLst>
                                    </p:anim>
                                    <p:anim calcmode="lin" valueType="num">
                                      <p:cBhvr>
                                        <p:cTn id="26" dur="500" fill="hold"/>
                                        <p:tgtEl>
                                          <p:spTgt spid="3">
                                            <p:txEl>
                                              <p:pRg st="2" end="2"/>
                                            </p:txEl>
                                          </p:spTgt>
                                        </p:tgtEl>
                                        <p:attrNameLst>
                                          <p:attrName>style.rotation</p:attrName>
                                        </p:attrNameLst>
                                      </p:cBhvr>
                                      <p:tavLst>
                                        <p:tav tm="0">
                                          <p:val>
                                            <p:fltVal val="360"/>
                                          </p:val>
                                        </p:tav>
                                        <p:tav tm="100000">
                                          <p:val>
                                            <p:fltVal val="0"/>
                                          </p:val>
                                        </p:tav>
                                      </p:tavLst>
                                    </p:anim>
                                    <p:animEffect transition="in" filter="fade">
                                      <p:cBhvr>
                                        <p:cTn id="27" dur="500"/>
                                        <p:tgtEl>
                                          <p:spTgt spid="3">
                                            <p:txEl>
                                              <p:pRg st="2" end="2"/>
                                            </p:txEl>
                                          </p:spTgt>
                                        </p:tgtEl>
                                      </p:cBhvr>
                                    </p:animEffect>
                                  </p:childTnLst>
                                </p:cTn>
                              </p:par>
                              <p:par>
                                <p:cTn id="28" presetID="2" presetClass="entr" presetSubtype="6" decel="100000" fill="hold" grpId="0" nodeType="withEffect">
                                  <p:stCondLst>
                                    <p:cond delay="100"/>
                                  </p:stCondLst>
                                  <p:childTnLst>
                                    <p:set>
                                      <p:cBhvr>
                                        <p:cTn id="29" dur="1" fill="hold">
                                          <p:stCondLst>
                                            <p:cond delay="0"/>
                                          </p:stCondLst>
                                        </p:cTn>
                                        <p:tgtEl>
                                          <p:spTgt spid="7"/>
                                        </p:tgtEl>
                                        <p:attrNameLst>
                                          <p:attrName>style.visibility</p:attrName>
                                        </p:attrNameLst>
                                      </p:cBhvr>
                                      <p:to>
                                        <p:strVal val="visible"/>
                                      </p:to>
                                    </p:set>
                                    <p:anim calcmode="lin" valueType="num">
                                      <p:cBhvr additive="base">
                                        <p:cTn id="30" dur="500" fill="hold"/>
                                        <p:tgtEl>
                                          <p:spTgt spid="7"/>
                                        </p:tgtEl>
                                        <p:attrNameLst>
                                          <p:attrName>ppt_x</p:attrName>
                                        </p:attrNameLst>
                                      </p:cBhvr>
                                      <p:tavLst>
                                        <p:tav tm="0">
                                          <p:val>
                                            <p:strVal val="1+#ppt_w/2"/>
                                          </p:val>
                                        </p:tav>
                                        <p:tav tm="100000">
                                          <p:val>
                                            <p:strVal val="#ppt_x"/>
                                          </p:val>
                                        </p:tav>
                                      </p:tavLst>
                                    </p:anim>
                                    <p:anim calcmode="lin" valueType="num">
                                      <p:cBhvr additive="base">
                                        <p:cTn id="31" dur="500" fill="hold"/>
                                        <p:tgtEl>
                                          <p:spTgt spid="7"/>
                                        </p:tgtEl>
                                        <p:attrNameLst>
                                          <p:attrName>ppt_y</p:attrName>
                                        </p:attrNameLst>
                                      </p:cBhvr>
                                      <p:tavLst>
                                        <p:tav tm="0">
                                          <p:val>
                                            <p:strVal val="1+#ppt_h/2"/>
                                          </p:val>
                                        </p:tav>
                                        <p:tav tm="100000">
                                          <p:val>
                                            <p:strVal val="#ppt_y"/>
                                          </p:val>
                                        </p:tav>
                                      </p:tavLst>
                                    </p:anim>
                                  </p:childTnLst>
                                </p:cTn>
                              </p:par>
                              <p:par>
                                <p:cTn id="32" presetID="2" presetClass="entr" presetSubtype="9" decel="100000" fill="hold" grpId="0" nodeType="withEffect">
                                  <p:stCondLst>
                                    <p:cond delay="100"/>
                                  </p:stCondLst>
                                  <p:childTnLst>
                                    <p:set>
                                      <p:cBhvr>
                                        <p:cTn id="33" dur="1" fill="hold">
                                          <p:stCondLst>
                                            <p:cond delay="0"/>
                                          </p:stCondLst>
                                        </p:cTn>
                                        <p:tgtEl>
                                          <p:spTgt spid="9"/>
                                        </p:tgtEl>
                                        <p:attrNameLst>
                                          <p:attrName>style.visibility</p:attrName>
                                        </p:attrNameLst>
                                      </p:cBhvr>
                                      <p:to>
                                        <p:strVal val="visible"/>
                                      </p:to>
                                    </p:set>
                                    <p:anim calcmode="lin" valueType="num">
                                      <p:cBhvr additive="base">
                                        <p:cTn id="34" dur="500" fill="hold"/>
                                        <p:tgtEl>
                                          <p:spTgt spid="9"/>
                                        </p:tgtEl>
                                        <p:attrNameLst>
                                          <p:attrName>ppt_x</p:attrName>
                                        </p:attrNameLst>
                                      </p:cBhvr>
                                      <p:tavLst>
                                        <p:tav tm="0">
                                          <p:val>
                                            <p:strVal val="0-#ppt_w/2"/>
                                          </p:val>
                                        </p:tav>
                                        <p:tav tm="100000">
                                          <p:val>
                                            <p:strVal val="#ppt_x"/>
                                          </p:val>
                                        </p:tav>
                                      </p:tavLst>
                                    </p:anim>
                                    <p:anim calcmode="lin" valueType="num">
                                      <p:cBhvr additive="base">
                                        <p:cTn id="35" dur="500" fill="hold"/>
                                        <p:tgtEl>
                                          <p:spTgt spid="9"/>
                                        </p:tgtEl>
                                        <p:attrNameLst>
                                          <p:attrName>ppt_y</p:attrName>
                                        </p:attrNameLst>
                                      </p:cBhvr>
                                      <p:tavLst>
                                        <p:tav tm="0">
                                          <p:val>
                                            <p:strVal val="0-#ppt_h/2"/>
                                          </p:val>
                                        </p:tav>
                                        <p:tav tm="100000">
                                          <p:val>
                                            <p:strVal val="#ppt_y"/>
                                          </p:val>
                                        </p:tav>
                                      </p:tavLst>
                                    </p:anim>
                                  </p:childTnLst>
                                </p:cTn>
                              </p:par>
                              <p:par>
                                <p:cTn id="36" presetID="2" presetClass="entr" presetSubtype="6" decel="100000" fill="hold" grpId="0" nodeType="withEffect">
                                  <p:stCondLst>
                                    <p:cond delay="200"/>
                                  </p:stCondLst>
                                  <p:childTnLst>
                                    <p:set>
                                      <p:cBhvr>
                                        <p:cTn id="37" dur="1" fill="hold">
                                          <p:stCondLst>
                                            <p:cond delay="0"/>
                                          </p:stCondLst>
                                        </p:cTn>
                                        <p:tgtEl>
                                          <p:spTgt spid="8"/>
                                        </p:tgtEl>
                                        <p:attrNameLst>
                                          <p:attrName>style.visibility</p:attrName>
                                        </p:attrNameLst>
                                      </p:cBhvr>
                                      <p:to>
                                        <p:strVal val="visible"/>
                                      </p:to>
                                    </p:set>
                                    <p:anim calcmode="lin" valueType="num">
                                      <p:cBhvr additive="base">
                                        <p:cTn id="38" dur="500" fill="hold"/>
                                        <p:tgtEl>
                                          <p:spTgt spid="8"/>
                                        </p:tgtEl>
                                        <p:attrNameLst>
                                          <p:attrName>ppt_x</p:attrName>
                                        </p:attrNameLst>
                                      </p:cBhvr>
                                      <p:tavLst>
                                        <p:tav tm="0">
                                          <p:val>
                                            <p:strVal val="1+#ppt_w/2"/>
                                          </p:val>
                                        </p:tav>
                                        <p:tav tm="100000">
                                          <p:val>
                                            <p:strVal val="#ppt_x"/>
                                          </p:val>
                                        </p:tav>
                                      </p:tavLst>
                                    </p:anim>
                                    <p:anim calcmode="lin" valueType="num">
                                      <p:cBhvr additive="base">
                                        <p:cTn id="39" dur="500" fill="hold"/>
                                        <p:tgtEl>
                                          <p:spTgt spid="8"/>
                                        </p:tgtEl>
                                        <p:attrNameLst>
                                          <p:attrName>ppt_y</p:attrName>
                                        </p:attrNameLst>
                                      </p:cBhvr>
                                      <p:tavLst>
                                        <p:tav tm="0">
                                          <p:val>
                                            <p:strVal val="1+#ppt_h/2"/>
                                          </p:val>
                                        </p:tav>
                                        <p:tav tm="100000">
                                          <p:val>
                                            <p:strVal val="#ppt_y"/>
                                          </p:val>
                                        </p:tav>
                                      </p:tavLst>
                                    </p:anim>
                                  </p:childTnLst>
                                </p:cTn>
                              </p:par>
                              <p:par>
                                <p:cTn id="40" presetID="2" presetClass="entr" presetSubtype="9" decel="100000" fill="hold" grpId="0" nodeType="withEffect">
                                  <p:stCondLst>
                                    <p:cond delay="200"/>
                                  </p:stCondLst>
                                  <p:childTnLst>
                                    <p:set>
                                      <p:cBhvr>
                                        <p:cTn id="41" dur="1" fill="hold">
                                          <p:stCondLst>
                                            <p:cond delay="0"/>
                                          </p:stCondLst>
                                        </p:cTn>
                                        <p:tgtEl>
                                          <p:spTgt spid="10"/>
                                        </p:tgtEl>
                                        <p:attrNameLst>
                                          <p:attrName>style.visibility</p:attrName>
                                        </p:attrNameLst>
                                      </p:cBhvr>
                                      <p:to>
                                        <p:strVal val="visible"/>
                                      </p:to>
                                    </p:set>
                                    <p:anim calcmode="lin" valueType="num">
                                      <p:cBhvr additive="base">
                                        <p:cTn id="42" dur="500" fill="hold"/>
                                        <p:tgtEl>
                                          <p:spTgt spid="10"/>
                                        </p:tgtEl>
                                        <p:attrNameLst>
                                          <p:attrName>ppt_x</p:attrName>
                                        </p:attrNameLst>
                                      </p:cBhvr>
                                      <p:tavLst>
                                        <p:tav tm="0">
                                          <p:val>
                                            <p:strVal val="0-#ppt_w/2"/>
                                          </p:val>
                                        </p:tav>
                                        <p:tav tm="100000">
                                          <p:val>
                                            <p:strVal val="#ppt_x"/>
                                          </p:val>
                                        </p:tav>
                                      </p:tavLst>
                                    </p:anim>
                                    <p:anim calcmode="lin" valueType="num">
                                      <p:cBhvr additive="base">
                                        <p:cTn id="43" dur="500" fill="hold"/>
                                        <p:tgtEl>
                                          <p:spTgt spid="1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P spid="7" grpId="0" animBg="1"/>
      <p:bldP spid="8" grpId="0" animBg="1"/>
      <p:bldP spid="9" grpId="0" animBg="1"/>
      <p:bldP spid="1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3C5F3793-7C31-663F-38A0-997278F9FB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D35C8A-2FF7-ADB5-0EF8-5B24A0439F1D}"/>
              </a:ext>
            </a:extLst>
          </p:cNvPr>
          <p:cNvSpPr>
            <a:spLocks noGrp="1"/>
          </p:cNvSpPr>
          <p:nvPr>
            <p:ph type="title"/>
          </p:nvPr>
        </p:nvSpPr>
        <p:spPr/>
        <p:txBody>
          <a:bodyPr/>
          <a:lstStyle/>
          <a:p>
            <a:r>
              <a:rPr lang="en-US"/>
              <a:t>XXX XXXXXXX</a:t>
            </a:r>
          </a:p>
        </p:txBody>
      </p:sp>
      <p:sp>
        <p:nvSpPr>
          <p:cNvPr id="3" name="Content Placeholder 2">
            <a:extLst>
              <a:ext uri="{FF2B5EF4-FFF2-40B4-BE49-F238E27FC236}">
                <a16:creationId xmlns:a16="http://schemas.microsoft.com/office/drawing/2014/main" id="{B6EE503B-ADE3-03E9-58EA-21C526035A66}"/>
              </a:ext>
            </a:extLst>
          </p:cNvPr>
          <p:cNvSpPr>
            <a:spLocks noGrp="1"/>
          </p:cNvSpPr>
          <p:nvPr>
            <p:ph idx="1"/>
          </p:nvPr>
        </p:nvSpPr>
        <p:spPr/>
        <p:txBody>
          <a:bodyPr>
            <a:normAutofit fontScale="85000" lnSpcReduction="20000"/>
          </a:bodyPr>
          <a:lstStyle/>
          <a:p>
            <a:pPr marL="0" indent="0">
              <a:buNone/>
            </a:pPr>
            <a:r>
              <a:rPr lang="en-US"/>
              <a:t>XX XXXXXXXX XXXX XXX </a:t>
            </a:r>
            <a:r>
              <a:rPr lang="en-US" u="sng"/>
              <a:t>XXXXXXXXX</a:t>
            </a:r>
            <a:r>
              <a:rPr lang="en-US"/>
              <a:t> XXX XXXXXXX XXXXX XXX XXXXXXXX </a:t>
            </a:r>
            <a:r>
              <a:rPr lang="en-US" u="sng"/>
              <a:t>XXXXXX</a:t>
            </a:r>
            <a:endParaRPr lang="en-US"/>
          </a:p>
          <a:p>
            <a:pPr marL="0" indent="0">
              <a:buNone/>
            </a:pPr>
            <a:r>
              <a:rPr lang="en-US"/>
              <a:t>XX XXXXXXXXXXX XXXX </a:t>
            </a:r>
            <a:r>
              <a:rPr lang="en-US" u="sng"/>
              <a:t>XXXXXXXXXX</a:t>
            </a:r>
            <a:r>
              <a:rPr lang="en-US"/>
              <a:t> XXXX XXXX XXXXXXXXXXX XXXXXXXXXX XXX </a:t>
            </a:r>
            <a:r>
              <a:rPr lang="en-US" u="sng"/>
              <a:t>XXXXXX</a:t>
            </a:r>
            <a:r>
              <a:rPr lang="en-US"/>
              <a:t> XX XXX XXXXXXX</a:t>
            </a:r>
          </a:p>
          <a:p>
            <a:pPr marL="0" indent="0">
              <a:buNone/>
            </a:pPr>
            <a:r>
              <a:rPr lang="en-US"/>
              <a:t>XX XXXXXXXXXXX XXX XX </a:t>
            </a:r>
            <a:r>
              <a:rPr lang="en-US" u="sng"/>
              <a:t>XXXXXXXX</a:t>
            </a:r>
            <a:r>
              <a:rPr lang="en-US"/>
              <a:t> XXX </a:t>
            </a:r>
            <a:r>
              <a:rPr lang="en-US" u="sng"/>
              <a:t>XXXX</a:t>
            </a:r>
            <a:r>
              <a:rPr lang="en-US"/>
              <a:t> X XXX XXXXXXXXXX</a:t>
            </a:r>
          </a:p>
          <a:p>
            <a:pPr marL="0" indent="0">
              <a:buNone/>
            </a:pPr>
            <a:r>
              <a:rPr lang="en-US"/>
              <a:t>XX XXXX </a:t>
            </a:r>
            <a:r>
              <a:rPr lang="en-US" u="sng"/>
              <a:t>XXXXXXXXXX</a:t>
            </a:r>
            <a:r>
              <a:rPr lang="en-US"/>
              <a:t> XX XXX </a:t>
            </a:r>
            <a:r>
              <a:rPr lang="en-US" u="sng"/>
              <a:t>XXXXXXXXXXXX</a:t>
            </a:r>
            <a:r>
              <a:rPr lang="en-US"/>
              <a:t> XX XXX XXXXXXXXXXX</a:t>
            </a:r>
          </a:p>
          <a:p>
            <a:pPr marL="0" indent="0">
              <a:buNone/>
            </a:pPr>
            <a:r>
              <a:rPr lang="en-US"/>
              <a:t>XX XXXXXXXXXXX XXX XXXXXXX XXX XXXXXXXXX XXX XXXXXXXX XX XXXXXXX </a:t>
            </a:r>
            <a:r>
              <a:rPr lang="en-US" u="sng"/>
              <a:t>XXXXXXXXXXXXX</a:t>
            </a:r>
            <a:r>
              <a:rPr lang="en-US"/>
              <a:t>XXX</a:t>
            </a:r>
          </a:p>
          <a:p>
            <a:pPr marL="0" indent="0">
              <a:buNone/>
            </a:pPr>
            <a:r>
              <a:rPr lang="en-US"/>
              <a:t>XX XXXXXXXXXXX XXXXXXXXXX XXXX XXXXXX XX </a:t>
            </a:r>
            <a:r>
              <a:rPr lang="en-US" u="sng"/>
              <a:t>XXXXXX</a:t>
            </a:r>
            <a:r>
              <a:rPr lang="en-US"/>
              <a:t> </a:t>
            </a:r>
            <a:r>
              <a:rPr lang="en-US" u="sng"/>
              <a:t>XXXXXXXXXXXX</a:t>
            </a:r>
            <a:endParaRPr lang="en-US"/>
          </a:p>
          <a:p>
            <a:pPr marL="0" indent="0">
              <a:buNone/>
            </a:pPr>
            <a:r>
              <a:rPr lang="en-US"/>
              <a:t>XX XXXXXXXXX XXX XXXXXXXX XXX </a:t>
            </a:r>
            <a:r>
              <a:rPr lang="en-US" u="sng"/>
              <a:t>XXXXXX</a:t>
            </a:r>
            <a:r>
              <a:rPr lang="en-US"/>
              <a:t> XX </a:t>
            </a:r>
            <a:r>
              <a:rPr lang="en-US" u="sng"/>
              <a:t>XXXXXXX</a:t>
            </a:r>
            <a:r>
              <a:rPr lang="en-US"/>
              <a:t> XXX XXXXXXX</a:t>
            </a:r>
          </a:p>
        </p:txBody>
      </p:sp>
    </p:spTree>
    <p:extLst>
      <p:ext uri="{BB962C8B-B14F-4D97-AF65-F5344CB8AC3E}">
        <p14:creationId xmlns:p14="http://schemas.microsoft.com/office/powerpoint/2010/main" val="474950598"/>
      </p:ext>
    </p:extLst>
  </p:cSld>
  <p:clrMapOvr>
    <a:masterClrMapping/>
  </p:clrMapOvr>
  <mc:AlternateContent xmlns:mc="http://schemas.openxmlformats.org/markup-compatibility/2006" xmlns:p14="http://schemas.microsoft.com/office/powerpoint/2010/main">
    <mc:Choice Requires="p14">
      <p:transition spd="med" p14:dur="670">
        <p14:flythrough/>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641E7EC8-FFD0-94EA-102F-53F1625178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B3E511-A83E-DB23-7F55-97FC923C1A35}"/>
              </a:ext>
            </a:extLst>
          </p:cNvPr>
          <p:cNvSpPr>
            <a:spLocks noGrp="1"/>
          </p:cNvSpPr>
          <p:nvPr>
            <p:ph type="title"/>
          </p:nvPr>
        </p:nvSpPr>
        <p:spPr/>
        <p:txBody>
          <a:bodyPr/>
          <a:lstStyle/>
          <a:p>
            <a:r>
              <a:rPr lang="en-US"/>
              <a:t>XXX XXXXXXX</a:t>
            </a:r>
          </a:p>
        </p:txBody>
      </p:sp>
      <p:sp>
        <p:nvSpPr>
          <p:cNvPr id="3" name="Content Placeholder 2">
            <a:extLst>
              <a:ext uri="{FF2B5EF4-FFF2-40B4-BE49-F238E27FC236}">
                <a16:creationId xmlns:a16="http://schemas.microsoft.com/office/drawing/2014/main" id="{5351D747-C936-355E-2ED9-50A63F307857}"/>
              </a:ext>
            </a:extLst>
          </p:cNvPr>
          <p:cNvSpPr>
            <a:spLocks noGrp="1"/>
          </p:cNvSpPr>
          <p:nvPr>
            <p:ph idx="1"/>
          </p:nvPr>
        </p:nvSpPr>
        <p:spPr/>
        <p:txBody>
          <a:bodyPr/>
          <a:lstStyle/>
          <a:p>
            <a:pPr marL="0" indent="0">
              <a:buNone/>
            </a:pPr>
            <a:r>
              <a:rPr lang="en-US"/>
              <a:t>XX XXXXXXXXXXXXXXXX</a:t>
            </a:r>
          </a:p>
          <a:p>
            <a:pPr marL="0" indent="0">
              <a:buNone/>
            </a:pPr>
            <a:r>
              <a:rPr lang="en-US"/>
              <a:t>XX XXXXXXXXXXXXXXXXX</a:t>
            </a:r>
          </a:p>
          <a:p>
            <a:pPr marL="0" indent="0">
              <a:buNone/>
            </a:pPr>
            <a:r>
              <a:rPr lang="en-US"/>
              <a:t>XX XXXXXXXXXXXXX</a:t>
            </a:r>
          </a:p>
          <a:p>
            <a:pPr marL="0" indent="0">
              <a:buNone/>
            </a:pPr>
            <a:r>
              <a:rPr lang="en-US"/>
              <a:t>XX XXXXXXXXXXXXXXXXXXXXXXX</a:t>
            </a:r>
          </a:p>
          <a:p>
            <a:pPr marL="0" indent="0">
              <a:buNone/>
            </a:pPr>
            <a:r>
              <a:rPr lang="en-US"/>
              <a:t>XX XXXXXXXXXXXXX</a:t>
            </a:r>
          </a:p>
          <a:p>
            <a:pPr marL="0" indent="0">
              <a:buNone/>
            </a:pPr>
            <a:r>
              <a:rPr lang="en-US"/>
              <a:t>XX XXXXXX XXXXXXXXXXXXXX</a:t>
            </a:r>
          </a:p>
          <a:p>
            <a:pPr marL="0" indent="0">
              <a:buNone/>
            </a:pPr>
            <a:r>
              <a:rPr lang="en-US"/>
              <a:t>XX XXXXXXXXXXXXXX</a:t>
            </a:r>
          </a:p>
        </p:txBody>
      </p:sp>
    </p:spTree>
    <p:extLst>
      <p:ext uri="{BB962C8B-B14F-4D97-AF65-F5344CB8AC3E}">
        <p14:creationId xmlns:p14="http://schemas.microsoft.com/office/powerpoint/2010/main" val="1247041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00">
        <p159:morph option="byWord"/>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86CEF087-B521-BC49-A05D-F88932AB0E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BD158E-0BED-C62E-A9C4-E1ECB547DBB0}"/>
              </a:ext>
            </a:extLst>
          </p:cNvPr>
          <p:cNvSpPr>
            <a:spLocks noGrp="1"/>
          </p:cNvSpPr>
          <p:nvPr>
            <p:ph type="title"/>
          </p:nvPr>
        </p:nvSpPr>
        <p:spPr/>
        <p:txBody>
          <a:bodyPr/>
          <a:lstStyle/>
          <a:p>
            <a:r>
              <a:rPr lang="en-US"/>
              <a:t>XXX XXXXXXX</a:t>
            </a:r>
          </a:p>
        </p:txBody>
      </p:sp>
      <p:sp>
        <p:nvSpPr>
          <p:cNvPr id="3" name="Content Placeholder 2">
            <a:extLst>
              <a:ext uri="{FF2B5EF4-FFF2-40B4-BE49-F238E27FC236}">
                <a16:creationId xmlns:a16="http://schemas.microsoft.com/office/drawing/2014/main" id="{6253C2D2-7E51-306D-702D-F3452DA8EF41}"/>
              </a:ext>
            </a:extLst>
          </p:cNvPr>
          <p:cNvSpPr>
            <a:spLocks noGrp="1"/>
          </p:cNvSpPr>
          <p:nvPr>
            <p:ph idx="1"/>
          </p:nvPr>
        </p:nvSpPr>
        <p:spPr>
          <a:xfrm>
            <a:off x="9623425" y="2055813"/>
            <a:ext cx="2581275" cy="2746375"/>
          </a:xfrm>
        </p:spPr>
        <p:txBody>
          <a:bodyPr anchor="ctr">
            <a:normAutofit lnSpcReduction="10000"/>
          </a:bodyPr>
          <a:lstStyle/>
          <a:p>
            <a:pPr marL="0" indent="0">
              <a:buNone/>
            </a:pPr>
            <a:r>
              <a:rPr lang="en-US" sz="1400"/>
              <a:t>XX XXXXXXXXXXXXXXXX</a:t>
            </a:r>
          </a:p>
          <a:p>
            <a:pPr marL="0" indent="0">
              <a:buNone/>
            </a:pPr>
            <a:r>
              <a:rPr lang="en-US" sz="1400"/>
              <a:t>XX XXXXXXXXXXXXXXXXX</a:t>
            </a:r>
          </a:p>
          <a:p>
            <a:pPr marL="0" indent="0">
              <a:buNone/>
            </a:pPr>
            <a:r>
              <a:rPr lang="en-US" sz="1400"/>
              <a:t>XX XXXXXXXXXXXXX</a:t>
            </a:r>
          </a:p>
          <a:p>
            <a:pPr marL="0" indent="0">
              <a:buNone/>
            </a:pPr>
            <a:r>
              <a:rPr lang="en-US" sz="1400"/>
              <a:t>XX XXXXXXXXXXXXXXXXXXXXXXX</a:t>
            </a:r>
          </a:p>
          <a:p>
            <a:pPr marL="0" indent="0">
              <a:buNone/>
            </a:pPr>
            <a:r>
              <a:rPr lang="en-US" sz="1400"/>
              <a:t>XX XXXXXXXXXXXXX</a:t>
            </a:r>
          </a:p>
          <a:p>
            <a:pPr marL="0" indent="0">
              <a:buNone/>
            </a:pPr>
            <a:r>
              <a:rPr lang="en-US" sz="1400"/>
              <a:t>XX XXXXXX XXXXXXXXXXXXXX</a:t>
            </a:r>
          </a:p>
          <a:p>
            <a:pPr marL="0" indent="0">
              <a:buNone/>
            </a:pPr>
            <a:r>
              <a:rPr lang="en-US" sz="1400"/>
              <a:t>XX XXXXXXXXXXXXXX</a:t>
            </a:r>
          </a:p>
        </p:txBody>
      </p:sp>
    </p:spTree>
    <p:extLst>
      <p:ext uri="{BB962C8B-B14F-4D97-AF65-F5344CB8AC3E}">
        <p14:creationId xmlns:p14="http://schemas.microsoft.com/office/powerpoint/2010/main" val="27735571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Word"/>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xit" presetSubtype="2" accel="100000" fill="hold" grpId="0" nodeType="withEffect">
                                  <p:stCondLst>
                                    <p:cond delay="0"/>
                                  </p:stCondLst>
                                  <p:childTnLst>
                                    <p:anim calcmode="lin" valueType="num">
                                      <p:cBhvr additive="base">
                                        <p:cTn id="6" dur="500"/>
                                        <p:tgtEl>
                                          <p:spTgt spid="3">
                                            <p:txEl>
                                              <p:pRg st="0" end="0"/>
                                            </p:txEl>
                                          </p:spTgt>
                                        </p:tgtEl>
                                        <p:attrNameLst>
                                          <p:attrName>ppt_x</p:attrName>
                                        </p:attrNameLst>
                                      </p:cBhvr>
                                      <p:tavLst>
                                        <p:tav tm="0">
                                          <p:val>
                                            <p:strVal val="ppt_x"/>
                                          </p:val>
                                        </p:tav>
                                        <p:tav tm="100000">
                                          <p:val>
                                            <p:strVal val="1+ppt_w/2"/>
                                          </p:val>
                                        </p:tav>
                                      </p:tavLst>
                                    </p:anim>
                                    <p:anim calcmode="lin" valueType="num">
                                      <p:cBhvr additive="base">
                                        <p:cTn id="7" dur="500"/>
                                        <p:tgtEl>
                                          <p:spTgt spid="3">
                                            <p:txEl>
                                              <p:pRg st="0" end="0"/>
                                            </p:txEl>
                                          </p:spTgt>
                                        </p:tgtEl>
                                        <p:attrNameLst>
                                          <p:attrName>ppt_y</p:attrName>
                                        </p:attrNameLst>
                                      </p:cBhvr>
                                      <p:tavLst>
                                        <p:tav tm="0">
                                          <p:val>
                                            <p:strVal val="ppt_y"/>
                                          </p:val>
                                        </p:tav>
                                        <p:tav tm="100000">
                                          <p:val>
                                            <p:strVal val="ppt_y"/>
                                          </p:val>
                                        </p:tav>
                                      </p:tavLst>
                                    </p:anim>
                                    <p:set>
                                      <p:cBhvr>
                                        <p:cTn id="8" dur="1" fill="hold">
                                          <p:stCondLst>
                                            <p:cond delay="499"/>
                                          </p:stCondLst>
                                        </p:cTn>
                                        <p:tgtEl>
                                          <p:spTgt spid="3">
                                            <p:txEl>
                                              <p:pRg st="0" end="0"/>
                                            </p:txEl>
                                          </p:spTgt>
                                        </p:tgtEl>
                                        <p:attrNameLst>
                                          <p:attrName>style.visibility</p:attrName>
                                        </p:attrNameLst>
                                      </p:cBhvr>
                                      <p:to>
                                        <p:strVal val="hidden"/>
                                      </p:to>
                                    </p:set>
                                  </p:childTnLst>
                                </p:cTn>
                              </p:par>
                              <p:par>
                                <p:cTn id="9" presetID="2" presetClass="exit" presetSubtype="2" accel="100000" fill="hold" grpId="0" nodeType="withEffect">
                                  <p:stCondLst>
                                    <p:cond delay="0"/>
                                  </p:stCondLst>
                                  <p:childTnLst>
                                    <p:anim calcmode="lin" valueType="num">
                                      <p:cBhvr additive="base">
                                        <p:cTn id="10" dur="500"/>
                                        <p:tgtEl>
                                          <p:spTgt spid="3">
                                            <p:txEl>
                                              <p:pRg st="1" end="1"/>
                                            </p:txEl>
                                          </p:spTgt>
                                        </p:tgtEl>
                                        <p:attrNameLst>
                                          <p:attrName>ppt_x</p:attrName>
                                        </p:attrNameLst>
                                      </p:cBhvr>
                                      <p:tavLst>
                                        <p:tav tm="0">
                                          <p:val>
                                            <p:strVal val="ppt_x"/>
                                          </p:val>
                                        </p:tav>
                                        <p:tav tm="100000">
                                          <p:val>
                                            <p:strVal val="1+ppt_w/2"/>
                                          </p:val>
                                        </p:tav>
                                      </p:tavLst>
                                    </p:anim>
                                    <p:anim calcmode="lin" valueType="num">
                                      <p:cBhvr additive="base">
                                        <p:cTn id="11" dur="500"/>
                                        <p:tgtEl>
                                          <p:spTgt spid="3">
                                            <p:txEl>
                                              <p:pRg st="1" end="1"/>
                                            </p:txEl>
                                          </p:spTgt>
                                        </p:tgtEl>
                                        <p:attrNameLst>
                                          <p:attrName>ppt_y</p:attrName>
                                        </p:attrNameLst>
                                      </p:cBhvr>
                                      <p:tavLst>
                                        <p:tav tm="0">
                                          <p:val>
                                            <p:strVal val="ppt_y"/>
                                          </p:val>
                                        </p:tav>
                                        <p:tav tm="100000">
                                          <p:val>
                                            <p:strVal val="ppt_y"/>
                                          </p:val>
                                        </p:tav>
                                      </p:tavLst>
                                    </p:anim>
                                    <p:set>
                                      <p:cBhvr>
                                        <p:cTn id="12" dur="1" fill="hold">
                                          <p:stCondLst>
                                            <p:cond delay="499"/>
                                          </p:stCondLst>
                                        </p:cTn>
                                        <p:tgtEl>
                                          <p:spTgt spid="3">
                                            <p:txEl>
                                              <p:pRg st="1" end="1"/>
                                            </p:txEl>
                                          </p:spTgt>
                                        </p:tgtEl>
                                        <p:attrNameLst>
                                          <p:attrName>style.visibility</p:attrName>
                                        </p:attrNameLst>
                                      </p:cBhvr>
                                      <p:to>
                                        <p:strVal val="hidden"/>
                                      </p:to>
                                    </p:set>
                                  </p:childTnLst>
                                </p:cTn>
                              </p:par>
                              <p:par>
                                <p:cTn id="13" presetID="2" presetClass="exit" presetSubtype="2" accel="100000" fill="hold" grpId="0" nodeType="withEffect">
                                  <p:stCondLst>
                                    <p:cond delay="0"/>
                                  </p:stCondLst>
                                  <p:childTnLst>
                                    <p:anim calcmode="lin" valueType="num">
                                      <p:cBhvr additive="base">
                                        <p:cTn id="14" dur="500"/>
                                        <p:tgtEl>
                                          <p:spTgt spid="3">
                                            <p:txEl>
                                              <p:pRg st="2" end="2"/>
                                            </p:txEl>
                                          </p:spTgt>
                                        </p:tgtEl>
                                        <p:attrNameLst>
                                          <p:attrName>ppt_x</p:attrName>
                                        </p:attrNameLst>
                                      </p:cBhvr>
                                      <p:tavLst>
                                        <p:tav tm="0">
                                          <p:val>
                                            <p:strVal val="ppt_x"/>
                                          </p:val>
                                        </p:tav>
                                        <p:tav tm="100000">
                                          <p:val>
                                            <p:strVal val="1+ppt_w/2"/>
                                          </p:val>
                                        </p:tav>
                                      </p:tavLst>
                                    </p:anim>
                                    <p:anim calcmode="lin" valueType="num">
                                      <p:cBhvr additive="base">
                                        <p:cTn id="15" dur="500"/>
                                        <p:tgtEl>
                                          <p:spTgt spid="3">
                                            <p:txEl>
                                              <p:pRg st="2" end="2"/>
                                            </p:txEl>
                                          </p:spTgt>
                                        </p:tgtEl>
                                        <p:attrNameLst>
                                          <p:attrName>ppt_y</p:attrName>
                                        </p:attrNameLst>
                                      </p:cBhvr>
                                      <p:tavLst>
                                        <p:tav tm="0">
                                          <p:val>
                                            <p:strVal val="ppt_y"/>
                                          </p:val>
                                        </p:tav>
                                        <p:tav tm="100000">
                                          <p:val>
                                            <p:strVal val="ppt_y"/>
                                          </p:val>
                                        </p:tav>
                                      </p:tavLst>
                                    </p:anim>
                                    <p:set>
                                      <p:cBhvr>
                                        <p:cTn id="16" dur="1" fill="hold">
                                          <p:stCondLst>
                                            <p:cond delay="499"/>
                                          </p:stCondLst>
                                        </p:cTn>
                                        <p:tgtEl>
                                          <p:spTgt spid="3">
                                            <p:txEl>
                                              <p:pRg st="2" end="2"/>
                                            </p:txEl>
                                          </p:spTgt>
                                        </p:tgtEl>
                                        <p:attrNameLst>
                                          <p:attrName>style.visibility</p:attrName>
                                        </p:attrNameLst>
                                      </p:cBhvr>
                                      <p:to>
                                        <p:strVal val="hidden"/>
                                      </p:to>
                                    </p:set>
                                  </p:childTnLst>
                                </p:cTn>
                              </p:par>
                              <p:par>
                                <p:cTn id="17" presetID="2" presetClass="exit" presetSubtype="2" accel="100000" fill="hold" grpId="0" nodeType="withEffect">
                                  <p:stCondLst>
                                    <p:cond delay="0"/>
                                  </p:stCondLst>
                                  <p:childTnLst>
                                    <p:anim calcmode="lin" valueType="num">
                                      <p:cBhvr additive="base">
                                        <p:cTn id="18" dur="500"/>
                                        <p:tgtEl>
                                          <p:spTgt spid="3">
                                            <p:txEl>
                                              <p:pRg st="3" end="3"/>
                                            </p:txEl>
                                          </p:spTgt>
                                        </p:tgtEl>
                                        <p:attrNameLst>
                                          <p:attrName>ppt_x</p:attrName>
                                        </p:attrNameLst>
                                      </p:cBhvr>
                                      <p:tavLst>
                                        <p:tav tm="0">
                                          <p:val>
                                            <p:strVal val="ppt_x"/>
                                          </p:val>
                                        </p:tav>
                                        <p:tav tm="100000">
                                          <p:val>
                                            <p:strVal val="1+ppt_w/2"/>
                                          </p:val>
                                        </p:tav>
                                      </p:tavLst>
                                    </p:anim>
                                    <p:anim calcmode="lin" valueType="num">
                                      <p:cBhvr additive="base">
                                        <p:cTn id="19" dur="500"/>
                                        <p:tgtEl>
                                          <p:spTgt spid="3">
                                            <p:txEl>
                                              <p:pRg st="3" end="3"/>
                                            </p:txEl>
                                          </p:spTgt>
                                        </p:tgtEl>
                                        <p:attrNameLst>
                                          <p:attrName>ppt_y</p:attrName>
                                        </p:attrNameLst>
                                      </p:cBhvr>
                                      <p:tavLst>
                                        <p:tav tm="0">
                                          <p:val>
                                            <p:strVal val="ppt_y"/>
                                          </p:val>
                                        </p:tav>
                                        <p:tav tm="100000">
                                          <p:val>
                                            <p:strVal val="ppt_y"/>
                                          </p:val>
                                        </p:tav>
                                      </p:tavLst>
                                    </p:anim>
                                    <p:set>
                                      <p:cBhvr>
                                        <p:cTn id="20" dur="1" fill="hold">
                                          <p:stCondLst>
                                            <p:cond delay="499"/>
                                          </p:stCondLst>
                                        </p:cTn>
                                        <p:tgtEl>
                                          <p:spTgt spid="3">
                                            <p:txEl>
                                              <p:pRg st="3" end="3"/>
                                            </p:txEl>
                                          </p:spTgt>
                                        </p:tgtEl>
                                        <p:attrNameLst>
                                          <p:attrName>style.visibility</p:attrName>
                                        </p:attrNameLst>
                                      </p:cBhvr>
                                      <p:to>
                                        <p:strVal val="hidden"/>
                                      </p:to>
                                    </p:set>
                                  </p:childTnLst>
                                </p:cTn>
                              </p:par>
                              <p:par>
                                <p:cTn id="21" presetID="2" presetClass="exit" presetSubtype="2" accel="100000" fill="hold" grpId="0" nodeType="withEffect">
                                  <p:stCondLst>
                                    <p:cond delay="0"/>
                                  </p:stCondLst>
                                  <p:childTnLst>
                                    <p:anim calcmode="lin" valueType="num">
                                      <p:cBhvr additive="base">
                                        <p:cTn id="22" dur="500"/>
                                        <p:tgtEl>
                                          <p:spTgt spid="3">
                                            <p:txEl>
                                              <p:pRg st="4" end="4"/>
                                            </p:txEl>
                                          </p:spTgt>
                                        </p:tgtEl>
                                        <p:attrNameLst>
                                          <p:attrName>ppt_x</p:attrName>
                                        </p:attrNameLst>
                                      </p:cBhvr>
                                      <p:tavLst>
                                        <p:tav tm="0">
                                          <p:val>
                                            <p:strVal val="ppt_x"/>
                                          </p:val>
                                        </p:tav>
                                        <p:tav tm="100000">
                                          <p:val>
                                            <p:strVal val="1+ppt_w/2"/>
                                          </p:val>
                                        </p:tav>
                                      </p:tavLst>
                                    </p:anim>
                                    <p:anim calcmode="lin" valueType="num">
                                      <p:cBhvr additive="base">
                                        <p:cTn id="23" dur="500"/>
                                        <p:tgtEl>
                                          <p:spTgt spid="3">
                                            <p:txEl>
                                              <p:pRg st="4" end="4"/>
                                            </p:txEl>
                                          </p:spTgt>
                                        </p:tgtEl>
                                        <p:attrNameLst>
                                          <p:attrName>ppt_y</p:attrName>
                                        </p:attrNameLst>
                                      </p:cBhvr>
                                      <p:tavLst>
                                        <p:tav tm="0">
                                          <p:val>
                                            <p:strVal val="ppt_y"/>
                                          </p:val>
                                        </p:tav>
                                        <p:tav tm="100000">
                                          <p:val>
                                            <p:strVal val="ppt_y"/>
                                          </p:val>
                                        </p:tav>
                                      </p:tavLst>
                                    </p:anim>
                                    <p:set>
                                      <p:cBhvr>
                                        <p:cTn id="24" dur="1" fill="hold">
                                          <p:stCondLst>
                                            <p:cond delay="499"/>
                                          </p:stCondLst>
                                        </p:cTn>
                                        <p:tgtEl>
                                          <p:spTgt spid="3">
                                            <p:txEl>
                                              <p:pRg st="4" end="4"/>
                                            </p:txEl>
                                          </p:spTgt>
                                        </p:tgtEl>
                                        <p:attrNameLst>
                                          <p:attrName>style.visibility</p:attrName>
                                        </p:attrNameLst>
                                      </p:cBhvr>
                                      <p:to>
                                        <p:strVal val="hidden"/>
                                      </p:to>
                                    </p:set>
                                  </p:childTnLst>
                                </p:cTn>
                              </p:par>
                              <p:par>
                                <p:cTn id="25" presetID="2" presetClass="exit" presetSubtype="2" accel="100000" fill="hold" grpId="0" nodeType="withEffect">
                                  <p:stCondLst>
                                    <p:cond delay="0"/>
                                  </p:stCondLst>
                                  <p:childTnLst>
                                    <p:anim calcmode="lin" valueType="num">
                                      <p:cBhvr additive="base">
                                        <p:cTn id="26" dur="500"/>
                                        <p:tgtEl>
                                          <p:spTgt spid="3">
                                            <p:txEl>
                                              <p:pRg st="5" end="5"/>
                                            </p:txEl>
                                          </p:spTgt>
                                        </p:tgtEl>
                                        <p:attrNameLst>
                                          <p:attrName>ppt_x</p:attrName>
                                        </p:attrNameLst>
                                      </p:cBhvr>
                                      <p:tavLst>
                                        <p:tav tm="0">
                                          <p:val>
                                            <p:strVal val="ppt_x"/>
                                          </p:val>
                                        </p:tav>
                                        <p:tav tm="100000">
                                          <p:val>
                                            <p:strVal val="1+ppt_w/2"/>
                                          </p:val>
                                        </p:tav>
                                      </p:tavLst>
                                    </p:anim>
                                    <p:anim calcmode="lin" valueType="num">
                                      <p:cBhvr additive="base">
                                        <p:cTn id="27" dur="500"/>
                                        <p:tgtEl>
                                          <p:spTgt spid="3">
                                            <p:txEl>
                                              <p:pRg st="5" end="5"/>
                                            </p:txEl>
                                          </p:spTgt>
                                        </p:tgtEl>
                                        <p:attrNameLst>
                                          <p:attrName>ppt_y</p:attrName>
                                        </p:attrNameLst>
                                      </p:cBhvr>
                                      <p:tavLst>
                                        <p:tav tm="0">
                                          <p:val>
                                            <p:strVal val="ppt_y"/>
                                          </p:val>
                                        </p:tav>
                                        <p:tav tm="100000">
                                          <p:val>
                                            <p:strVal val="ppt_y"/>
                                          </p:val>
                                        </p:tav>
                                      </p:tavLst>
                                    </p:anim>
                                    <p:set>
                                      <p:cBhvr>
                                        <p:cTn id="28" dur="1" fill="hold">
                                          <p:stCondLst>
                                            <p:cond delay="499"/>
                                          </p:stCondLst>
                                        </p:cTn>
                                        <p:tgtEl>
                                          <p:spTgt spid="3">
                                            <p:txEl>
                                              <p:pRg st="5" end="5"/>
                                            </p:txEl>
                                          </p:spTgt>
                                        </p:tgtEl>
                                        <p:attrNameLst>
                                          <p:attrName>style.visibility</p:attrName>
                                        </p:attrNameLst>
                                      </p:cBhvr>
                                      <p:to>
                                        <p:strVal val="hidden"/>
                                      </p:to>
                                    </p:set>
                                  </p:childTnLst>
                                </p:cTn>
                              </p:par>
                              <p:par>
                                <p:cTn id="29" presetID="2" presetClass="exit" presetSubtype="2" accel="100000" fill="hold" grpId="0" nodeType="withEffect">
                                  <p:stCondLst>
                                    <p:cond delay="0"/>
                                  </p:stCondLst>
                                  <p:childTnLst>
                                    <p:anim calcmode="lin" valueType="num">
                                      <p:cBhvr additive="base">
                                        <p:cTn id="30" dur="500"/>
                                        <p:tgtEl>
                                          <p:spTgt spid="3">
                                            <p:txEl>
                                              <p:pRg st="6" end="6"/>
                                            </p:txEl>
                                          </p:spTgt>
                                        </p:tgtEl>
                                        <p:attrNameLst>
                                          <p:attrName>ppt_x</p:attrName>
                                        </p:attrNameLst>
                                      </p:cBhvr>
                                      <p:tavLst>
                                        <p:tav tm="0">
                                          <p:val>
                                            <p:strVal val="ppt_x"/>
                                          </p:val>
                                        </p:tav>
                                        <p:tav tm="100000">
                                          <p:val>
                                            <p:strVal val="1+ppt_w/2"/>
                                          </p:val>
                                        </p:tav>
                                      </p:tavLst>
                                    </p:anim>
                                    <p:anim calcmode="lin" valueType="num">
                                      <p:cBhvr additive="base">
                                        <p:cTn id="31" dur="500"/>
                                        <p:tgtEl>
                                          <p:spTgt spid="3">
                                            <p:txEl>
                                              <p:pRg st="6" end="6"/>
                                            </p:txEl>
                                          </p:spTgt>
                                        </p:tgtEl>
                                        <p:attrNameLst>
                                          <p:attrName>ppt_y</p:attrName>
                                        </p:attrNameLst>
                                      </p:cBhvr>
                                      <p:tavLst>
                                        <p:tav tm="0">
                                          <p:val>
                                            <p:strVal val="ppt_y"/>
                                          </p:val>
                                        </p:tav>
                                        <p:tav tm="100000">
                                          <p:val>
                                            <p:strVal val="ppt_y"/>
                                          </p:val>
                                        </p:tav>
                                      </p:tavLst>
                                    </p:anim>
                                    <p:set>
                                      <p:cBhvr>
                                        <p:cTn id="32" dur="1" fill="hold">
                                          <p:stCondLst>
                                            <p:cond delay="499"/>
                                          </p:stCondLst>
                                        </p:cTn>
                                        <p:tgtEl>
                                          <p:spTgt spid="3">
                                            <p:txEl>
                                              <p:pRg st="6" end="6"/>
                                            </p:txEl>
                                          </p:spTgt>
                                        </p:tgtEl>
                                        <p:attrNameLst>
                                          <p:attrName>style.visibility</p:attrName>
                                        </p:attrNameLst>
                                      </p:cBhvr>
                                      <p:to>
                                        <p:strVal val="hidden"/>
                                      </p:to>
                                    </p:set>
                                  </p:childTnLst>
                                </p:cTn>
                              </p:par>
                              <p:par>
                                <p:cTn id="33" presetID="2" presetClass="exit" presetSubtype="1" accel="100000" fill="hold" grpId="0" nodeType="withEffect">
                                  <p:stCondLst>
                                    <p:cond delay="0"/>
                                  </p:stCondLst>
                                  <p:childTnLst>
                                    <p:anim calcmode="lin" valueType="num">
                                      <p:cBhvr additive="base">
                                        <p:cTn id="34" dur="500"/>
                                        <p:tgtEl>
                                          <p:spTgt spid="2"/>
                                        </p:tgtEl>
                                        <p:attrNameLst>
                                          <p:attrName>ppt_x</p:attrName>
                                        </p:attrNameLst>
                                      </p:cBhvr>
                                      <p:tavLst>
                                        <p:tav tm="0">
                                          <p:val>
                                            <p:strVal val="ppt_x"/>
                                          </p:val>
                                        </p:tav>
                                        <p:tav tm="100000">
                                          <p:val>
                                            <p:strVal val="ppt_x"/>
                                          </p:val>
                                        </p:tav>
                                      </p:tavLst>
                                    </p:anim>
                                    <p:anim calcmode="lin" valueType="num">
                                      <p:cBhvr additive="base">
                                        <p:cTn id="35" dur="500"/>
                                        <p:tgtEl>
                                          <p:spTgt spid="2"/>
                                        </p:tgtEl>
                                        <p:attrNameLst>
                                          <p:attrName>ppt_y</p:attrName>
                                        </p:attrNameLst>
                                      </p:cBhvr>
                                      <p:tavLst>
                                        <p:tav tm="0">
                                          <p:val>
                                            <p:strVal val="ppt_y"/>
                                          </p:val>
                                        </p:tav>
                                        <p:tav tm="100000">
                                          <p:val>
                                            <p:strVal val="0-ppt_h/2"/>
                                          </p:val>
                                        </p:tav>
                                      </p:tavLst>
                                    </p:anim>
                                    <p:set>
                                      <p:cBhvr>
                                        <p:cTn id="36"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A7C3D-C8ED-A88C-5B6A-6781C50350A2}"/>
              </a:ext>
            </a:extLst>
          </p:cNvPr>
          <p:cNvSpPr>
            <a:spLocks noGrp="1"/>
          </p:cNvSpPr>
          <p:nvPr>
            <p:ph type="title"/>
          </p:nvPr>
        </p:nvSpPr>
        <p:spPr/>
        <p:txBody>
          <a:bodyPr/>
          <a:lstStyle/>
          <a:p>
            <a:r>
              <a:rPr lang="en-US"/>
              <a:t>XXX XXXXXXXXXXX</a:t>
            </a:r>
          </a:p>
        </p:txBody>
      </p:sp>
    </p:spTree>
    <p:extLst>
      <p:ext uri="{BB962C8B-B14F-4D97-AF65-F5344CB8AC3E}">
        <p14:creationId xmlns:p14="http://schemas.microsoft.com/office/powerpoint/2010/main" val="3718783228"/>
      </p:ext>
    </p:extLst>
  </p:cSld>
  <p:clrMapOvr>
    <a:masterClrMapping/>
  </p:clrMapOvr>
  <mc:AlternateContent xmlns:mc="http://schemas.openxmlformats.org/markup-compatibility/2006" xmlns:p14="http://schemas.microsoft.com/office/powerpoint/2010/main">
    <mc:Choice Requires="p14">
      <p:transition spd="med" p14:dur="670">
        <p14:conveyor dir="l"/>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8" accel="100000" fill="hold" grpId="0" nodeType="clickEffect">
                                  <p:stCondLst>
                                    <p:cond delay="0"/>
                                  </p:stCondLst>
                                  <p:childTnLst>
                                    <p:anim calcmode="lin" valueType="num">
                                      <p:cBhvr additive="base">
                                        <p:cTn id="6" dur="500"/>
                                        <p:tgtEl>
                                          <p:spTgt spid="2"/>
                                        </p:tgtEl>
                                        <p:attrNameLst>
                                          <p:attrName>ppt_x</p:attrName>
                                        </p:attrNameLst>
                                      </p:cBhvr>
                                      <p:tavLst>
                                        <p:tav tm="0">
                                          <p:val>
                                            <p:strVal val="ppt_x"/>
                                          </p:val>
                                        </p:tav>
                                        <p:tav tm="100000">
                                          <p:val>
                                            <p:strVal val="0-ppt_w/2"/>
                                          </p:val>
                                        </p:tav>
                                      </p:tavLst>
                                    </p:anim>
                                    <p:anim calcmode="lin" valueType="num">
                                      <p:cBhvr additive="base">
                                        <p:cTn id="7" dur="500"/>
                                        <p:tgtEl>
                                          <p:spTgt spid="2"/>
                                        </p:tgtEl>
                                        <p:attrNameLst>
                                          <p:attrName>ppt_y</p:attrName>
                                        </p:attrNameLst>
                                      </p:cBhvr>
                                      <p:tavLst>
                                        <p:tav tm="0">
                                          <p:val>
                                            <p:strVal val="ppt_y"/>
                                          </p:val>
                                        </p:tav>
                                        <p:tav tm="100000">
                                          <p:val>
                                            <p:strVal val="ppt_y"/>
                                          </p:val>
                                        </p:tav>
                                      </p:tavLst>
                                    </p:anim>
                                    <p:set>
                                      <p:cBhvr>
                                        <p:cTn id="8"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FBD0C-3986-3F2B-C1FA-E5BFE92DB802}"/>
              </a:ext>
            </a:extLst>
          </p:cNvPr>
          <p:cNvSpPr>
            <a:spLocks noGrp="1"/>
          </p:cNvSpPr>
          <p:nvPr>
            <p:ph type="title"/>
          </p:nvPr>
        </p:nvSpPr>
        <p:spPr/>
        <p:txBody>
          <a:bodyPr/>
          <a:lstStyle/>
          <a:p>
            <a:r>
              <a:rPr lang="en-US"/>
              <a:t>XXXXX XXXXXXXXXX</a:t>
            </a:r>
          </a:p>
        </p:txBody>
      </p:sp>
      <p:sp>
        <p:nvSpPr>
          <p:cNvPr id="3" name="Content Placeholder 2">
            <a:extLst>
              <a:ext uri="{FF2B5EF4-FFF2-40B4-BE49-F238E27FC236}">
                <a16:creationId xmlns:a16="http://schemas.microsoft.com/office/drawing/2014/main" id="{1D26F87E-9527-BE9F-9DE6-807DBB3E52B4}"/>
              </a:ext>
            </a:extLst>
          </p:cNvPr>
          <p:cNvSpPr>
            <a:spLocks noGrp="1"/>
          </p:cNvSpPr>
          <p:nvPr>
            <p:ph idx="1"/>
          </p:nvPr>
        </p:nvSpPr>
        <p:spPr>
          <a:xfrm>
            <a:off x="838200" y="1825625"/>
            <a:ext cx="10287000" cy="4351338"/>
          </a:xfrm>
        </p:spPr>
        <p:txBody>
          <a:bodyPr/>
          <a:lstStyle/>
          <a:p>
            <a:pPr marL="0" indent="0">
              <a:buNone/>
            </a:pPr>
            <a:r>
              <a:rPr lang="en-US"/>
              <a:t>XXXXXXXXXX XXXX XX XXX XXX X XXXXXXX XXX XX XXXXXX XXX XXXXXXX XX XXXXX XXXXXXXXXXX XXXX XXXXXX XX XX XXX XXXX XXXXXXXX XXXX XXX XXXXX XXXXXXXXXX XXXXXXXXX XX XXXX XXXXXX XX X XXXXXXXX XXXXXXX</a:t>
            </a:r>
          </a:p>
          <a:p>
            <a:pPr marL="0" indent="0">
              <a:buNone/>
            </a:pPr>
            <a:r>
              <a:rPr lang="en-US"/>
              <a:t>XXXXXX XXXXX XXXXXX X XXXXXXX XXXXXXX XXXXXX XXXX XXX XX XXXX XXXXXXXX XX XXX XXXX XXXXXXXXXXX X XXXXX XX XXXXX XXXX</a:t>
            </a:r>
          </a:p>
        </p:txBody>
      </p:sp>
      <p:sp>
        <p:nvSpPr>
          <p:cNvPr id="4" name="Graphic 127">
            <a:extLst>
              <a:ext uri="{FF2B5EF4-FFF2-40B4-BE49-F238E27FC236}">
                <a16:creationId xmlns:a16="http://schemas.microsoft.com/office/drawing/2014/main" id="{E085D788-9E0F-ECAE-A008-587204B9903C}"/>
              </a:ext>
            </a:extLst>
          </p:cNvPr>
          <p:cNvSpPr/>
          <p:nvPr/>
        </p:nvSpPr>
        <p:spPr>
          <a:xfrm rot="16200000" flipV="1">
            <a:off x="561654" y="-263663"/>
            <a:ext cx="3829558" cy="15209314"/>
          </a:xfrm>
          <a:custGeom>
            <a:avLst/>
            <a:gdLst>
              <a:gd name="csX0" fmla="*/ 3086062 w 3829558"/>
              <a:gd name="csY0" fmla="*/ 3905196 h 15209314"/>
              <a:gd name="csX1" fmla="*/ 3809673 w 3829558"/>
              <a:gd name="csY1" fmla="*/ 9695864 h 15209314"/>
              <a:gd name="csX2" fmla="*/ 2440601 w 3829558"/>
              <a:gd name="csY2" fmla="*/ 13914361 h 15209314"/>
              <a:gd name="csX3" fmla="*/ 741562 w 3829558"/>
              <a:gd name="csY3" fmla="*/ 14802979 h 15209314"/>
              <a:gd name="csX4" fmla="*/ 290029 w 3829558"/>
              <a:gd name="csY4" fmla="*/ 9051372 h 15209314"/>
              <a:gd name="csX5" fmla="*/ 64262 w 3829558"/>
              <a:gd name="csY5" fmla="*/ 2928692 h 15209314"/>
              <a:gd name="csX6" fmla="*/ 1517273 w 3829558"/>
              <a:gd name="csY6" fmla="*/ 18711 h 15209314"/>
              <a:gd name="csX7" fmla="*/ 3086062 w 3829558"/>
              <a:gd name="csY7" fmla="*/ 3905196 h 152093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829558" h="15209314">
                <a:moveTo>
                  <a:pt x="3086062" y="3905196"/>
                </a:moveTo>
                <a:cubicBezTo>
                  <a:pt x="3540489" y="5838674"/>
                  <a:pt x="3922556" y="7938157"/>
                  <a:pt x="3809673" y="9695864"/>
                </a:cubicBezTo>
                <a:cubicBezTo>
                  <a:pt x="3699684" y="11443806"/>
                  <a:pt x="3094745" y="12849972"/>
                  <a:pt x="2440601" y="13914361"/>
                </a:cubicBezTo>
                <a:cubicBezTo>
                  <a:pt x="1786456" y="14978750"/>
                  <a:pt x="1083106" y="15701363"/>
                  <a:pt x="741562" y="14802979"/>
                </a:cubicBezTo>
                <a:cubicBezTo>
                  <a:pt x="400018" y="13894831"/>
                  <a:pt x="420279" y="11365686"/>
                  <a:pt x="290029" y="9051372"/>
                </a:cubicBezTo>
                <a:cubicBezTo>
                  <a:pt x="156884" y="6746823"/>
                  <a:pt x="-126771" y="4657104"/>
                  <a:pt x="64262" y="2928692"/>
                </a:cubicBezTo>
                <a:cubicBezTo>
                  <a:pt x="255295" y="1190516"/>
                  <a:pt x="923912" y="-176590"/>
                  <a:pt x="1517273" y="18711"/>
                </a:cubicBezTo>
                <a:cubicBezTo>
                  <a:pt x="2110634" y="214012"/>
                  <a:pt x="2634528" y="1971719"/>
                  <a:pt x="3086062" y="3905196"/>
                </a:cubicBezTo>
                <a:close/>
              </a:path>
            </a:pathLst>
          </a:custGeom>
          <a:solidFill>
            <a:schemeClr val="accent4">
              <a:lumMod val="60000"/>
              <a:lumOff val="40000"/>
            </a:schemeClr>
          </a:solidFill>
          <a:ln w="28908" cap="flat">
            <a:noFill/>
            <a:prstDash val="solid"/>
            <a:miter/>
          </a:ln>
        </p:spPr>
        <p:txBody>
          <a:bodyPr/>
          <a:lstStyle/>
          <a:p>
            <a:endParaRPr lang="en-US"/>
          </a:p>
        </p:txBody>
      </p:sp>
      <p:sp>
        <p:nvSpPr>
          <p:cNvPr id="5" name="Graphic 129">
            <a:extLst>
              <a:ext uri="{FF2B5EF4-FFF2-40B4-BE49-F238E27FC236}">
                <a16:creationId xmlns:a16="http://schemas.microsoft.com/office/drawing/2014/main" id="{FD3C26D1-6C7C-62FE-4430-20265D8BEA5B}"/>
              </a:ext>
            </a:extLst>
          </p:cNvPr>
          <p:cNvSpPr/>
          <p:nvPr/>
        </p:nvSpPr>
        <p:spPr>
          <a:xfrm rot="5400000" flipH="1">
            <a:off x="1458060" y="1726562"/>
            <a:ext cx="1717428" cy="10587099"/>
          </a:xfrm>
          <a:custGeom>
            <a:avLst/>
            <a:gdLst>
              <a:gd name="csX0" fmla="*/ 714496 w 977405"/>
              <a:gd name="csY0" fmla="*/ 349032 h 1125362"/>
              <a:gd name="csX1" fmla="*/ 977386 w 977405"/>
              <a:gd name="csY1" fmla="*/ 710982 h 1125362"/>
              <a:gd name="csX2" fmla="*/ 679254 w 977405"/>
              <a:gd name="csY2" fmla="*/ 1034832 h 1125362"/>
              <a:gd name="csX3" fmla="*/ 229674 w 977405"/>
              <a:gd name="csY3" fmla="*/ 1087220 h 1125362"/>
              <a:gd name="csX4" fmla="*/ 84894 w 977405"/>
              <a:gd name="csY4" fmla="*/ 635735 h 1125362"/>
              <a:gd name="csX5" fmla="*/ 19171 w 977405"/>
              <a:gd name="csY5" fmla="*/ 154722 h 1125362"/>
              <a:gd name="csX6" fmla="*/ 395409 w 977405"/>
              <a:gd name="csY6" fmla="*/ 14705 h 1125362"/>
              <a:gd name="csX7" fmla="*/ 714496 w 977405"/>
              <a:gd name="csY7" fmla="*/ 349032 h 11253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977405" h="1125362">
                <a:moveTo>
                  <a:pt x="714496" y="349032"/>
                </a:moveTo>
                <a:cubicBezTo>
                  <a:pt x="825939" y="482382"/>
                  <a:pt x="973576" y="593825"/>
                  <a:pt x="977386" y="710982"/>
                </a:cubicBezTo>
                <a:cubicBezTo>
                  <a:pt x="982149" y="828140"/>
                  <a:pt x="843084" y="951965"/>
                  <a:pt x="679254" y="1034832"/>
                </a:cubicBezTo>
                <a:cubicBezTo>
                  <a:pt x="515424" y="1118652"/>
                  <a:pt x="326829" y="1161515"/>
                  <a:pt x="229674" y="1087220"/>
                </a:cubicBezTo>
                <a:cubicBezTo>
                  <a:pt x="132519" y="1011972"/>
                  <a:pt x="126804" y="819567"/>
                  <a:pt x="84894" y="635735"/>
                </a:cubicBezTo>
                <a:cubicBezTo>
                  <a:pt x="42031" y="451902"/>
                  <a:pt x="-36074" y="275690"/>
                  <a:pt x="19171" y="154722"/>
                </a:cubicBezTo>
                <a:cubicBezTo>
                  <a:pt x="74416" y="34707"/>
                  <a:pt x="263011" y="-31015"/>
                  <a:pt x="395409" y="14705"/>
                </a:cubicBezTo>
                <a:cubicBezTo>
                  <a:pt x="527806" y="60425"/>
                  <a:pt x="603054" y="215682"/>
                  <a:pt x="714496" y="349032"/>
                </a:cubicBezTo>
                <a:close/>
              </a:path>
            </a:pathLst>
          </a:custGeom>
          <a:solidFill>
            <a:schemeClr val="accent4">
              <a:lumMod val="75000"/>
            </a:schemeClr>
          </a:solidFill>
          <a:ln w="9525" cap="flat">
            <a:noFill/>
            <a:prstDash val="solid"/>
            <a:miter/>
          </a:ln>
        </p:spPr>
        <p:txBody>
          <a:bodyPr/>
          <a:lstStyle/>
          <a:p>
            <a:endParaRPr lang="en-US"/>
          </a:p>
        </p:txBody>
      </p:sp>
      <p:sp>
        <p:nvSpPr>
          <p:cNvPr id="6" name="Graphic 127">
            <a:extLst>
              <a:ext uri="{FF2B5EF4-FFF2-40B4-BE49-F238E27FC236}">
                <a16:creationId xmlns:a16="http://schemas.microsoft.com/office/drawing/2014/main" id="{3B34DB16-3D58-8723-59A2-FAD874BAA52C}"/>
              </a:ext>
            </a:extLst>
          </p:cNvPr>
          <p:cNvSpPr/>
          <p:nvPr/>
        </p:nvSpPr>
        <p:spPr>
          <a:xfrm rot="6026319" flipV="1">
            <a:off x="8696004" y="-7945449"/>
            <a:ext cx="3829558" cy="15209314"/>
          </a:xfrm>
          <a:custGeom>
            <a:avLst/>
            <a:gdLst>
              <a:gd name="csX0" fmla="*/ 3086062 w 3829558"/>
              <a:gd name="csY0" fmla="*/ 3905196 h 15209314"/>
              <a:gd name="csX1" fmla="*/ 3809673 w 3829558"/>
              <a:gd name="csY1" fmla="*/ 9695864 h 15209314"/>
              <a:gd name="csX2" fmla="*/ 2440601 w 3829558"/>
              <a:gd name="csY2" fmla="*/ 13914361 h 15209314"/>
              <a:gd name="csX3" fmla="*/ 741562 w 3829558"/>
              <a:gd name="csY3" fmla="*/ 14802979 h 15209314"/>
              <a:gd name="csX4" fmla="*/ 290029 w 3829558"/>
              <a:gd name="csY4" fmla="*/ 9051372 h 15209314"/>
              <a:gd name="csX5" fmla="*/ 64262 w 3829558"/>
              <a:gd name="csY5" fmla="*/ 2928692 h 15209314"/>
              <a:gd name="csX6" fmla="*/ 1517273 w 3829558"/>
              <a:gd name="csY6" fmla="*/ 18711 h 15209314"/>
              <a:gd name="csX7" fmla="*/ 3086062 w 3829558"/>
              <a:gd name="csY7" fmla="*/ 3905196 h 152093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829558" h="15209314">
                <a:moveTo>
                  <a:pt x="3086062" y="3905196"/>
                </a:moveTo>
                <a:cubicBezTo>
                  <a:pt x="3540489" y="5838674"/>
                  <a:pt x="3922556" y="7938157"/>
                  <a:pt x="3809673" y="9695864"/>
                </a:cubicBezTo>
                <a:cubicBezTo>
                  <a:pt x="3699684" y="11443806"/>
                  <a:pt x="3094745" y="12849972"/>
                  <a:pt x="2440601" y="13914361"/>
                </a:cubicBezTo>
                <a:cubicBezTo>
                  <a:pt x="1786456" y="14978750"/>
                  <a:pt x="1083106" y="15701363"/>
                  <a:pt x="741562" y="14802979"/>
                </a:cubicBezTo>
                <a:cubicBezTo>
                  <a:pt x="400018" y="13894831"/>
                  <a:pt x="420279" y="11365686"/>
                  <a:pt x="290029" y="9051372"/>
                </a:cubicBezTo>
                <a:cubicBezTo>
                  <a:pt x="156884" y="6746823"/>
                  <a:pt x="-126771" y="4657104"/>
                  <a:pt x="64262" y="2928692"/>
                </a:cubicBezTo>
                <a:cubicBezTo>
                  <a:pt x="255295" y="1190516"/>
                  <a:pt x="923912" y="-176590"/>
                  <a:pt x="1517273" y="18711"/>
                </a:cubicBezTo>
                <a:cubicBezTo>
                  <a:pt x="2110634" y="214012"/>
                  <a:pt x="2634528" y="1971719"/>
                  <a:pt x="3086062" y="3905196"/>
                </a:cubicBezTo>
                <a:close/>
              </a:path>
            </a:pathLst>
          </a:custGeom>
          <a:solidFill>
            <a:schemeClr val="accent4">
              <a:lumMod val="60000"/>
              <a:lumOff val="40000"/>
            </a:schemeClr>
          </a:solidFill>
          <a:ln w="28908" cap="flat">
            <a:noFill/>
            <a:prstDash val="solid"/>
            <a:miter/>
          </a:ln>
        </p:spPr>
        <p:txBody>
          <a:bodyPr/>
          <a:lstStyle/>
          <a:p>
            <a:endParaRPr lang="en-US"/>
          </a:p>
        </p:txBody>
      </p:sp>
      <p:sp>
        <p:nvSpPr>
          <p:cNvPr id="7" name="Graphic 129">
            <a:extLst>
              <a:ext uri="{FF2B5EF4-FFF2-40B4-BE49-F238E27FC236}">
                <a16:creationId xmlns:a16="http://schemas.microsoft.com/office/drawing/2014/main" id="{05FB1535-5164-F72F-25FC-4E55B1A5D347}"/>
              </a:ext>
            </a:extLst>
          </p:cNvPr>
          <p:cNvSpPr/>
          <p:nvPr/>
        </p:nvSpPr>
        <p:spPr>
          <a:xfrm rot="16826319" flipH="1">
            <a:off x="9664497" y="-5159000"/>
            <a:ext cx="1717428" cy="10587099"/>
          </a:xfrm>
          <a:custGeom>
            <a:avLst/>
            <a:gdLst>
              <a:gd name="csX0" fmla="*/ 714496 w 977405"/>
              <a:gd name="csY0" fmla="*/ 349032 h 1125362"/>
              <a:gd name="csX1" fmla="*/ 977386 w 977405"/>
              <a:gd name="csY1" fmla="*/ 710982 h 1125362"/>
              <a:gd name="csX2" fmla="*/ 679254 w 977405"/>
              <a:gd name="csY2" fmla="*/ 1034832 h 1125362"/>
              <a:gd name="csX3" fmla="*/ 229674 w 977405"/>
              <a:gd name="csY3" fmla="*/ 1087220 h 1125362"/>
              <a:gd name="csX4" fmla="*/ 84894 w 977405"/>
              <a:gd name="csY4" fmla="*/ 635735 h 1125362"/>
              <a:gd name="csX5" fmla="*/ 19171 w 977405"/>
              <a:gd name="csY5" fmla="*/ 154722 h 1125362"/>
              <a:gd name="csX6" fmla="*/ 395409 w 977405"/>
              <a:gd name="csY6" fmla="*/ 14705 h 1125362"/>
              <a:gd name="csX7" fmla="*/ 714496 w 977405"/>
              <a:gd name="csY7" fmla="*/ 349032 h 11253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977405" h="1125362">
                <a:moveTo>
                  <a:pt x="714496" y="349032"/>
                </a:moveTo>
                <a:cubicBezTo>
                  <a:pt x="825939" y="482382"/>
                  <a:pt x="973576" y="593825"/>
                  <a:pt x="977386" y="710982"/>
                </a:cubicBezTo>
                <a:cubicBezTo>
                  <a:pt x="982149" y="828140"/>
                  <a:pt x="843084" y="951965"/>
                  <a:pt x="679254" y="1034832"/>
                </a:cubicBezTo>
                <a:cubicBezTo>
                  <a:pt x="515424" y="1118652"/>
                  <a:pt x="326829" y="1161515"/>
                  <a:pt x="229674" y="1087220"/>
                </a:cubicBezTo>
                <a:cubicBezTo>
                  <a:pt x="132519" y="1011972"/>
                  <a:pt x="126804" y="819567"/>
                  <a:pt x="84894" y="635735"/>
                </a:cubicBezTo>
                <a:cubicBezTo>
                  <a:pt x="42031" y="451902"/>
                  <a:pt x="-36074" y="275690"/>
                  <a:pt x="19171" y="154722"/>
                </a:cubicBezTo>
                <a:cubicBezTo>
                  <a:pt x="74416" y="34707"/>
                  <a:pt x="263011" y="-31015"/>
                  <a:pt x="395409" y="14705"/>
                </a:cubicBezTo>
                <a:cubicBezTo>
                  <a:pt x="527806" y="60425"/>
                  <a:pt x="603054" y="215682"/>
                  <a:pt x="714496" y="349032"/>
                </a:cubicBezTo>
                <a:close/>
              </a:path>
            </a:pathLst>
          </a:custGeom>
          <a:solidFill>
            <a:schemeClr val="accent4">
              <a:lumMod val="75000"/>
            </a:schemeClr>
          </a:solidFill>
          <a:ln w="9525" cap="flat">
            <a:noFill/>
            <a:prstDash val="solid"/>
            <a:miter/>
          </a:ln>
        </p:spPr>
        <p:txBody>
          <a:bodyPr/>
          <a:lstStyle/>
          <a:p>
            <a:endParaRPr lang="en-US"/>
          </a:p>
        </p:txBody>
      </p:sp>
      <p:sp>
        <p:nvSpPr>
          <p:cNvPr id="9" name="Content Placeholder 2">
            <a:extLst>
              <a:ext uri="{FF2B5EF4-FFF2-40B4-BE49-F238E27FC236}">
                <a16:creationId xmlns:a16="http://schemas.microsoft.com/office/drawing/2014/main" id="{D6A43035-77D4-0CA1-851A-240C5BFB39D9}"/>
              </a:ext>
            </a:extLst>
          </p:cNvPr>
          <p:cNvSpPr txBox="1">
            <a:spLocks/>
          </p:cNvSpPr>
          <p:nvPr/>
        </p:nvSpPr>
        <p:spPr>
          <a:xfrm rot="444111">
            <a:off x="552222" y="5927241"/>
            <a:ext cx="5938251" cy="468313"/>
          </a:xfrm>
          <a:prstGeom prst="rect">
            <a:avLst/>
          </a:prstGeom>
        </p:spPr>
        <p:txBody>
          <a:bodyPr vert="horz" lIns="91440" tIns="45720" rIns="91440" bIns="45720" rtlCol="0" anchor="ctr">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3200"/>
              <a:t>XX XX XXXXXXXXXX XXXXXXXXXXXXX</a:t>
            </a:r>
          </a:p>
        </p:txBody>
      </p:sp>
    </p:spTree>
    <p:extLst>
      <p:ext uri="{BB962C8B-B14F-4D97-AF65-F5344CB8AC3E}">
        <p14:creationId xmlns:p14="http://schemas.microsoft.com/office/powerpoint/2010/main" val="4118968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9" decel="10000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400" fill="hold"/>
                                        <p:tgtEl>
                                          <p:spTgt spid="2"/>
                                        </p:tgtEl>
                                        <p:attrNameLst>
                                          <p:attrName>ppt_x</p:attrName>
                                        </p:attrNameLst>
                                      </p:cBhvr>
                                      <p:tavLst>
                                        <p:tav tm="0">
                                          <p:val>
                                            <p:strVal val="0-#ppt_w/2"/>
                                          </p:val>
                                        </p:tav>
                                        <p:tav tm="100000">
                                          <p:val>
                                            <p:strVal val="#ppt_x"/>
                                          </p:val>
                                        </p:tav>
                                      </p:tavLst>
                                    </p:anim>
                                    <p:anim calcmode="lin" valueType="num">
                                      <p:cBhvr additive="base">
                                        <p:cTn id="8" dur="40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12" decel="100000" fill="hold" grpId="0" nodeType="withEffect">
                                  <p:stCondLst>
                                    <p:cond delay="10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0-#ppt_w/2"/>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par>
                                <p:cTn id="13" presetID="2" presetClass="entr" presetSubtype="3" decel="100000" fill="hold" grpId="0" nodeType="withEffect">
                                  <p:stCondLst>
                                    <p:cond delay="10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1+#ppt_w/2"/>
                                          </p:val>
                                        </p:tav>
                                        <p:tav tm="100000">
                                          <p:val>
                                            <p:strVal val="#ppt_x"/>
                                          </p:val>
                                        </p:tav>
                                      </p:tavLst>
                                    </p:anim>
                                    <p:anim calcmode="lin" valueType="num">
                                      <p:cBhvr additive="base">
                                        <p:cTn id="16" dur="500" fill="hold"/>
                                        <p:tgtEl>
                                          <p:spTgt spid="6"/>
                                        </p:tgtEl>
                                        <p:attrNameLst>
                                          <p:attrName>ppt_y</p:attrName>
                                        </p:attrNameLst>
                                      </p:cBhvr>
                                      <p:tavLst>
                                        <p:tav tm="0">
                                          <p:val>
                                            <p:strVal val="0-#ppt_h/2"/>
                                          </p:val>
                                        </p:tav>
                                        <p:tav tm="100000">
                                          <p:val>
                                            <p:strVal val="#ppt_y"/>
                                          </p:val>
                                        </p:tav>
                                      </p:tavLst>
                                    </p:anim>
                                  </p:childTnLst>
                                </p:cTn>
                              </p:par>
                              <p:par>
                                <p:cTn id="17" presetID="22" presetClass="entr" presetSubtype="1" fill="hold" nodeType="withEffect">
                                  <p:stCondLst>
                                    <p:cond delay="100"/>
                                  </p:stCondLst>
                                  <p:iterate type="lt">
                                    <p:tmPct val="0"/>
                                  </p:iterate>
                                  <p:childTnLst>
                                    <p:set>
                                      <p:cBhvr>
                                        <p:cTn id="18" dur="1" fill="hold">
                                          <p:stCondLst>
                                            <p:cond delay="0"/>
                                          </p:stCondLst>
                                        </p:cTn>
                                        <p:tgtEl>
                                          <p:spTgt spid="3">
                                            <p:txEl>
                                              <p:pRg st="0" end="0"/>
                                            </p:txEl>
                                          </p:spTgt>
                                        </p:tgtEl>
                                        <p:attrNameLst>
                                          <p:attrName>style.visibility</p:attrName>
                                        </p:attrNameLst>
                                      </p:cBhvr>
                                      <p:to>
                                        <p:strVal val="visible"/>
                                      </p:to>
                                    </p:set>
                                    <p:animEffect transition="in" filter="wipe(up)">
                                      <p:cBhvr>
                                        <p:cTn id="19" dur="500"/>
                                        <p:tgtEl>
                                          <p:spTgt spid="3">
                                            <p:txEl>
                                              <p:pRg st="0" end="0"/>
                                            </p:txEl>
                                          </p:spTgt>
                                        </p:tgtEl>
                                      </p:cBhvr>
                                    </p:animEffect>
                                  </p:childTnLst>
                                </p:cTn>
                              </p:par>
                              <p:par>
                                <p:cTn id="20" presetID="22" presetClass="entr" presetSubtype="1" fill="hold" nodeType="withEffect">
                                  <p:stCondLst>
                                    <p:cond delay="100"/>
                                  </p:stCondLst>
                                  <p:iterate type="lt">
                                    <p:tmPct val="0"/>
                                  </p:iterate>
                                  <p:childTnLst>
                                    <p:set>
                                      <p:cBhvr>
                                        <p:cTn id="21" dur="1" fill="hold">
                                          <p:stCondLst>
                                            <p:cond delay="0"/>
                                          </p:stCondLst>
                                        </p:cTn>
                                        <p:tgtEl>
                                          <p:spTgt spid="3">
                                            <p:txEl>
                                              <p:pRg st="1" end="1"/>
                                            </p:txEl>
                                          </p:spTgt>
                                        </p:tgtEl>
                                        <p:attrNameLst>
                                          <p:attrName>style.visibility</p:attrName>
                                        </p:attrNameLst>
                                      </p:cBhvr>
                                      <p:to>
                                        <p:strVal val="visible"/>
                                      </p:to>
                                    </p:set>
                                    <p:animEffect transition="in" filter="wipe(up)">
                                      <p:cBhvr>
                                        <p:cTn id="22" dur="500"/>
                                        <p:tgtEl>
                                          <p:spTgt spid="3">
                                            <p:txEl>
                                              <p:pRg st="1" end="1"/>
                                            </p:txEl>
                                          </p:spTgt>
                                        </p:tgtEl>
                                      </p:cBhvr>
                                    </p:animEffect>
                                  </p:childTnLst>
                                </p:cTn>
                              </p:par>
                              <p:par>
                                <p:cTn id="23" presetID="2" presetClass="entr" presetSubtype="12" decel="100000" fill="hold" grpId="0" nodeType="withEffect">
                                  <p:stCondLst>
                                    <p:cond delay="15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0-#ppt_w/2"/>
                                          </p:val>
                                        </p:tav>
                                        <p:tav tm="100000">
                                          <p:val>
                                            <p:strVal val="#ppt_x"/>
                                          </p:val>
                                        </p:tav>
                                      </p:tavLst>
                                    </p:anim>
                                    <p:anim calcmode="lin" valueType="num">
                                      <p:cBhvr additive="base">
                                        <p:cTn id="26" dur="500" fill="hold"/>
                                        <p:tgtEl>
                                          <p:spTgt spid="9"/>
                                        </p:tgtEl>
                                        <p:attrNameLst>
                                          <p:attrName>ppt_y</p:attrName>
                                        </p:attrNameLst>
                                      </p:cBhvr>
                                      <p:tavLst>
                                        <p:tav tm="0">
                                          <p:val>
                                            <p:strVal val="1+#ppt_h/2"/>
                                          </p:val>
                                        </p:tav>
                                        <p:tav tm="100000">
                                          <p:val>
                                            <p:strVal val="#ppt_y"/>
                                          </p:val>
                                        </p:tav>
                                      </p:tavLst>
                                    </p:anim>
                                  </p:childTnLst>
                                </p:cTn>
                              </p:par>
                              <p:par>
                                <p:cTn id="27" presetID="2" presetClass="entr" presetSubtype="12" decel="100000" fill="hold" grpId="0" nodeType="withEffect">
                                  <p:stCondLst>
                                    <p:cond delay="200"/>
                                  </p:stCondLst>
                                  <p:childTnLst>
                                    <p:set>
                                      <p:cBhvr>
                                        <p:cTn id="28" dur="1" fill="hold">
                                          <p:stCondLst>
                                            <p:cond delay="0"/>
                                          </p:stCondLst>
                                        </p:cTn>
                                        <p:tgtEl>
                                          <p:spTgt spid="5"/>
                                        </p:tgtEl>
                                        <p:attrNameLst>
                                          <p:attrName>style.visibility</p:attrName>
                                        </p:attrNameLst>
                                      </p:cBhvr>
                                      <p:to>
                                        <p:strVal val="visible"/>
                                      </p:to>
                                    </p:set>
                                    <p:anim calcmode="lin" valueType="num">
                                      <p:cBhvr additive="base">
                                        <p:cTn id="29" dur="500" fill="hold"/>
                                        <p:tgtEl>
                                          <p:spTgt spid="5"/>
                                        </p:tgtEl>
                                        <p:attrNameLst>
                                          <p:attrName>ppt_x</p:attrName>
                                        </p:attrNameLst>
                                      </p:cBhvr>
                                      <p:tavLst>
                                        <p:tav tm="0">
                                          <p:val>
                                            <p:strVal val="0-#ppt_w/2"/>
                                          </p:val>
                                        </p:tav>
                                        <p:tav tm="100000">
                                          <p:val>
                                            <p:strVal val="#ppt_x"/>
                                          </p:val>
                                        </p:tav>
                                      </p:tavLst>
                                    </p:anim>
                                    <p:anim calcmode="lin" valueType="num">
                                      <p:cBhvr additive="base">
                                        <p:cTn id="30" dur="500" fill="hold"/>
                                        <p:tgtEl>
                                          <p:spTgt spid="5"/>
                                        </p:tgtEl>
                                        <p:attrNameLst>
                                          <p:attrName>ppt_y</p:attrName>
                                        </p:attrNameLst>
                                      </p:cBhvr>
                                      <p:tavLst>
                                        <p:tav tm="0">
                                          <p:val>
                                            <p:strVal val="1+#ppt_h/2"/>
                                          </p:val>
                                        </p:tav>
                                        <p:tav tm="100000">
                                          <p:val>
                                            <p:strVal val="#ppt_y"/>
                                          </p:val>
                                        </p:tav>
                                      </p:tavLst>
                                    </p:anim>
                                  </p:childTnLst>
                                </p:cTn>
                              </p:par>
                              <p:par>
                                <p:cTn id="31" presetID="2" presetClass="entr" presetSubtype="3" decel="100000" fill="hold" grpId="0" nodeType="withEffect">
                                  <p:stCondLst>
                                    <p:cond delay="200"/>
                                  </p:stCondLst>
                                  <p:childTnLst>
                                    <p:set>
                                      <p:cBhvr>
                                        <p:cTn id="32" dur="1" fill="hold">
                                          <p:stCondLst>
                                            <p:cond delay="0"/>
                                          </p:stCondLst>
                                        </p:cTn>
                                        <p:tgtEl>
                                          <p:spTgt spid="7"/>
                                        </p:tgtEl>
                                        <p:attrNameLst>
                                          <p:attrName>style.visibility</p:attrName>
                                        </p:attrNameLst>
                                      </p:cBhvr>
                                      <p:to>
                                        <p:strVal val="visible"/>
                                      </p:to>
                                    </p:set>
                                    <p:anim calcmode="lin" valueType="num">
                                      <p:cBhvr additive="base">
                                        <p:cTn id="33" dur="500" fill="hold"/>
                                        <p:tgtEl>
                                          <p:spTgt spid="7"/>
                                        </p:tgtEl>
                                        <p:attrNameLst>
                                          <p:attrName>ppt_x</p:attrName>
                                        </p:attrNameLst>
                                      </p:cBhvr>
                                      <p:tavLst>
                                        <p:tav tm="0">
                                          <p:val>
                                            <p:strVal val="1+#ppt_w/2"/>
                                          </p:val>
                                        </p:tav>
                                        <p:tav tm="100000">
                                          <p:val>
                                            <p:strVal val="#ppt_x"/>
                                          </p:val>
                                        </p:tav>
                                      </p:tavLst>
                                    </p:anim>
                                    <p:anim calcmode="lin" valueType="num">
                                      <p:cBhvr additive="base">
                                        <p:cTn id="34" dur="500" fill="hold"/>
                                        <p:tgtEl>
                                          <p:spTgt spid="7"/>
                                        </p:tgtEl>
                                        <p:attrNameLst>
                                          <p:attrName>ppt_y</p:attrName>
                                        </p:attrNameLst>
                                      </p:cBhvr>
                                      <p:tavLst>
                                        <p:tav tm="0">
                                          <p:val>
                                            <p:strVal val="0-#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xit" presetSubtype="8" accel="100000" fill="hold" grpId="1" nodeType="clickEffect">
                                  <p:stCondLst>
                                    <p:cond delay="0"/>
                                  </p:stCondLst>
                                  <p:childTnLst>
                                    <p:anim calcmode="lin" valueType="num">
                                      <p:cBhvr additive="base">
                                        <p:cTn id="38" dur="500"/>
                                        <p:tgtEl>
                                          <p:spTgt spid="2"/>
                                        </p:tgtEl>
                                        <p:attrNameLst>
                                          <p:attrName>ppt_x</p:attrName>
                                        </p:attrNameLst>
                                      </p:cBhvr>
                                      <p:tavLst>
                                        <p:tav tm="0">
                                          <p:val>
                                            <p:strVal val="ppt_x"/>
                                          </p:val>
                                        </p:tav>
                                        <p:tav tm="100000">
                                          <p:val>
                                            <p:strVal val="0-ppt_w/2"/>
                                          </p:val>
                                        </p:tav>
                                      </p:tavLst>
                                    </p:anim>
                                    <p:anim calcmode="lin" valueType="num">
                                      <p:cBhvr additive="base">
                                        <p:cTn id="39" dur="500"/>
                                        <p:tgtEl>
                                          <p:spTgt spid="2"/>
                                        </p:tgtEl>
                                        <p:attrNameLst>
                                          <p:attrName>ppt_y</p:attrName>
                                        </p:attrNameLst>
                                      </p:cBhvr>
                                      <p:tavLst>
                                        <p:tav tm="0">
                                          <p:val>
                                            <p:strVal val="ppt_y"/>
                                          </p:val>
                                        </p:tav>
                                        <p:tav tm="100000">
                                          <p:val>
                                            <p:strVal val="ppt_y"/>
                                          </p:val>
                                        </p:tav>
                                      </p:tavLst>
                                    </p:anim>
                                    <p:set>
                                      <p:cBhvr>
                                        <p:cTn id="40" dur="1" fill="hold">
                                          <p:stCondLst>
                                            <p:cond delay="499"/>
                                          </p:stCondLst>
                                        </p:cTn>
                                        <p:tgtEl>
                                          <p:spTgt spid="2"/>
                                        </p:tgtEl>
                                        <p:attrNameLst>
                                          <p:attrName>style.visibility</p:attrName>
                                        </p:attrNameLst>
                                      </p:cBhvr>
                                      <p:to>
                                        <p:strVal val="hidden"/>
                                      </p:to>
                                    </p:set>
                                  </p:childTnLst>
                                </p:cTn>
                              </p:par>
                              <p:par>
                                <p:cTn id="41" presetID="2" presetClass="exit" presetSubtype="8" accel="100000" fill="hold" grpId="0" nodeType="withEffect">
                                  <p:stCondLst>
                                    <p:cond delay="100"/>
                                  </p:stCondLst>
                                  <p:iterate type="lt">
                                    <p:tmPct val="0"/>
                                  </p:iterate>
                                  <p:childTnLst>
                                    <p:anim calcmode="lin" valueType="num">
                                      <p:cBhvr additive="base">
                                        <p:cTn id="42" dur="500"/>
                                        <p:tgtEl>
                                          <p:spTgt spid="3">
                                            <p:txEl>
                                              <p:pRg st="0" end="0"/>
                                            </p:txEl>
                                          </p:spTgt>
                                        </p:tgtEl>
                                        <p:attrNameLst>
                                          <p:attrName>ppt_x</p:attrName>
                                        </p:attrNameLst>
                                      </p:cBhvr>
                                      <p:tavLst>
                                        <p:tav tm="0">
                                          <p:val>
                                            <p:strVal val="ppt_x"/>
                                          </p:val>
                                        </p:tav>
                                        <p:tav tm="100000">
                                          <p:val>
                                            <p:strVal val="0-ppt_w/2"/>
                                          </p:val>
                                        </p:tav>
                                      </p:tavLst>
                                    </p:anim>
                                    <p:anim calcmode="lin" valueType="num">
                                      <p:cBhvr additive="base">
                                        <p:cTn id="43" dur="500"/>
                                        <p:tgtEl>
                                          <p:spTgt spid="3">
                                            <p:txEl>
                                              <p:pRg st="0" end="0"/>
                                            </p:txEl>
                                          </p:spTgt>
                                        </p:tgtEl>
                                        <p:attrNameLst>
                                          <p:attrName>ppt_y</p:attrName>
                                        </p:attrNameLst>
                                      </p:cBhvr>
                                      <p:tavLst>
                                        <p:tav tm="0">
                                          <p:val>
                                            <p:strVal val="ppt_y"/>
                                          </p:val>
                                        </p:tav>
                                        <p:tav tm="100000">
                                          <p:val>
                                            <p:strVal val="ppt_y"/>
                                          </p:val>
                                        </p:tav>
                                      </p:tavLst>
                                    </p:anim>
                                    <p:set>
                                      <p:cBhvr>
                                        <p:cTn id="44" dur="1" fill="hold">
                                          <p:stCondLst>
                                            <p:cond delay="499"/>
                                          </p:stCondLst>
                                        </p:cTn>
                                        <p:tgtEl>
                                          <p:spTgt spid="3">
                                            <p:txEl>
                                              <p:pRg st="0" end="0"/>
                                            </p:txEl>
                                          </p:spTgt>
                                        </p:tgtEl>
                                        <p:attrNameLst>
                                          <p:attrName>style.visibility</p:attrName>
                                        </p:attrNameLst>
                                      </p:cBhvr>
                                      <p:to>
                                        <p:strVal val="hidden"/>
                                      </p:to>
                                    </p:set>
                                  </p:childTnLst>
                                </p:cTn>
                              </p:par>
                              <p:par>
                                <p:cTn id="45" presetID="2" presetClass="exit" presetSubtype="8" accel="100000" fill="hold" grpId="0" nodeType="withEffect">
                                  <p:stCondLst>
                                    <p:cond delay="200"/>
                                  </p:stCondLst>
                                  <p:iterate type="lt">
                                    <p:tmPct val="0"/>
                                  </p:iterate>
                                  <p:childTnLst>
                                    <p:anim calcmode="lin" valueType="num">
                                      <p:cBhvr additive="base">
                                        <p:cTn id="46" dur="500"/>
                                        <p:tgtEl>
                                          <p:spTgt spid="3">
                                            <p:txEl>
                                              <p:pRg st="1" end="1"/>
                                            </p:txEl>
                                          </p:spTgt>
                                        </p:tgtEl>
                                        <p:attrNameLst>
                                          <p:attrName>ppt_x</p:attrName>
                                        </p:attrNameLst>
                                      </p:cBhvr>
                                      <p:tavLst>
                                        <p:tav tm="0">
                                          <p:val>
                                            <p:strVal val="ppt_x"/>
                                          </p:val>
                                        </p:tav>
                                        <p:tav tm="100000">
                                          <p:val>
                                            <p:strVal val="0-ppt_w/2"/>
                                          </p:val>
                                        </p:tav>
                                      </p:tavLst>
                                    </p:anim>
                                    <p:anim calcmode="lin" valueType="num">
                                      <p:cBhvr additive="base">
                                        <p:cTn id="47" dur="500"/>
                                        <p:tgtEl>
                                          <p:spTgt spid="3">
                                            <p:txEl>
                                              <p:pRg st="1" end="1"/>
                                            </p:txEl>
                                          </p:spTgt>
                                        </p:tgtEl>
                                        <p:attrNameLst>
                                          <p:attrName>ppt_y</p:attrName>
                                        </p:attrNameLst>
                                      </p:cBhvr>
                                      <p:tavLst>
                                        <p:tav tm="0">
                                          <p:val>
                                            <p:strVal val="ppt_y"/>
                                          </p:val>
                                        </p:tav>
                                        <p:tav tm="100000">
                                          <p:val>
                                            <p:strVal val="ppt_y"/>
                                          </p:val>
                                        </p:tav>
                                      </p:tavLst>
                                    </p:anim>
                                    <p:set>
                                      <p:cBhvr>
                                        <p:cTn id="48" dur="1" fill="hold">
                                          <p:stCondLst>
                                            <p:cond delay="499"/>
                                          </p:stCondLst>
                                        </p:cTn>
                                        <p:tgtEl>
                                          <p:spTgt spid="3">
                                            <p:txEl>
                                              <p:pRg st="1" end="1"/>
                                            </p:txEl>
                                          </p:spTgt>
                                        </p:tgtEl>
                                        <p:attrNameLst>
                                          <p:attrName>style.visibility</p:attrName>
                                        </p:attrNameLst>
                                      </p:cBhvr>
                                      <p:to>
                                        <p:strVal val="hidden"/>
                                      </p:to>
                                    </p:set>
                                  </p:childTnLst>
                                </p:cTn>
                              </p:par>
                              <p:par>
                                <p:cTn id="49" presetID="2" presetClass="exit" presetSubtype="8" accel="100000" fill="hold" grpId="1" nodeType="withEffect">
                                  <p:stCondLst>
                                    <p:cond delay="300"/>
                                  </p:stCondLst>
                                  <p:childTnLst>
                                    <p:anim calcmode="lin" valueType="num">
                                      <p:cBhvr additive="base">
                                        <p:cTn id="50" dur="500"/>
                                        <p:tgtEl>
                                          <p:spTgt spid="9"/>
                                        </p:tgtEl>
                                        <p:attrNameLst>
                                          <p:attrName>ppt_x</p:attrName>
                                        </p:attrNameLst>
                                      </p:cBhvr>
                                      <p:tavLst>
                                        <p:tav tm="0">
                                          <p:val>
                                            <p:strVal val="ppt_x"/>
                                          </p:val>
                                        </p:tav>
                                        <p:tav tm="100000">
                                          <p:val>
                                            <p:strVal val="0-ppt_w/2"/>
                                          </p:val>
                                        </p:tav>
                                      </p:tavLst>
                                    </p:anim>
                                    <p:anim calcmode="lin" valueType="num">
                                      <p:cBhvr additive="base">
                                        <p:cTn id="51" dur="500"/>
                                        <p:tgtEl>
                                          <p:spTgt spid="9"/>
                                        </p:tgtEl>
                                        <p:attrNameLst>
                                          <p:attrName>ppt_y</p:attrName>
                                        </p:attrNameLst>
                                      </p:cBhvr>
                                      <p:tavLst>
                                        <p:tav tm="0">
                                          <p:val>
                                            <p:strVal val="ppt_y"/>
                                          </p:val>
                                        </p:tav>
                                        <p:tav tm="100000">
                                          <p:val>
                                            <p:strVal val="ppt_y"/>
                                          </p:val>
                                        </p:tav>
                                      </p:tavLst>
                                    </p:anim>
                                    <p:set>
                                      <p:cBhvr>
                                        <p:cTn id="52"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build="p"/>
      <p:bldP spid="4" grpId="0" animBg="1"/>
      <p:bldP spid="5" grpId="0" animBg="1"/>
      <p:bldP spid="6" grpId="0" animBg="1"/>
      <p:bldP spid="7" grpId="0" animBg="1"/>
      <p:bldP spid="9" grpId="0"/>
      <p:bldP spid="9" grpId="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4">
            <a:lumMod val="40000"/>
            <a:lumOff val="60000"/>
          </a:schemeClr>
        </a:solidFill>
        <a:effectLst/>
      </p:bgPr>
    </p:bg>
    <p:spTree>
      <p:nvGrpSpPr>
        <p:cNvPr id="1" name="">
          <a:extLst>
            <a:ext uri="{FF2B5EF4-FFF2-40B4-BE49-F238E27FC236}">
              <a16:creationId xmlns:a16="http://schemas.microsoft.com/office/drawing/2014/main" id="{CDF4C780-7131-042D-FB67-9711E174B2F3}"/>
            </a:ext>
          </a:extLst>
        </p:cNvPr>
        <p:cNvGrpSpPr/>
        <p:nvPr/>
      </p:nvGrpSpPr>
      <p:grpSpPr>
        <a:xfrm>
          <a:off x="0" y="0"/>
          <a:ext cx="0" cy="0"/>
          <a:chOff x="0" y="0"/>
          <a:chExt cx="0" cy="0"/>
        </a:xfrm>
      </p:grpSpPr>
      <p:sp>
        <p:nvSpPr>
          <p:cNvPr id="4" name="Graphic 127">
            <a:extLst>
              <a:ext uri="{FF2B5EF4-FFF2-40B4-BE49-F238E27FC236}">
                <a16:creationId xmlns:a16="http://schemas.microsoft.com/office/drawing/2014/main" id="{80BAA338-F367-8983-1754-697849401765}"/>
              </a:ext>
            </a:extLst>
          </p:cNvPr>
          <p:cNvSpPr/>
          <p:nvPr/>
        </p:nvSpPr>
        <p:spPr>
          <a:xfrm rot="16200000" flipV="1">
            <a:off x="561654" y="-263663"/>
            <a:ext cx="3829558" cy="15209314"/>
          </a:xfrm>
          <a:custGeom>
            <a:avLst/>
            <a:gdLst>
              <a:gd name="csX0" fmla="*/ 3086062 w 3829558"/>
              <a:gd name="csY0" fmla="*/ 3905196 h 15209314"/>
              <a:gd name="csX1" fmla="*/ 3809673 w 3829558"/>
              <a:gd name="csY1" fmla="*/ 9695864 h 15209314"/>
              <a:gd name="csX2" fmla="*/ 2440601 w 3829558"/>
              <a:gd name="csY2" fmla="*/ 13914361 h 15209314"/>
              <a:gd name="csX3" fmla="*/ 741562 w 3829558"/>
              <a:gd name="csY3" fmla="*/ 14802979 h 15209314"/>
              <a:gd name="csX4" fmla="*/ 290029 w 3829558"/>
              <a:gd name="csY4" fmla="*/ 9051372 h 15209314"/>
              <a:gd name="csX5" fmla="*/ 64262 w 3829558"/>
              <a:gd name="csY5" fmla="*/ 2928692 h 15209314"/>
              <a:gd name="csX6" fmla="*/ 1517273 w 3829558"/>
              <a:gd name="csY6" fmla="*/ 18711 h 15209314"/>
              <a:gd name="csX7" fmla="*/ 3086062 w 3829558"/>
              <a:gd name="csY7" fmla="*/ 3905196 h 152093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829558" h="15209314">
                <a:moveTo>
                  <a:pt x="3086062" y="3905196"/>
                </a:moveTo>
                <a:cubicBezTo>
                  <a:pt x="3540489" y="5838674"/>
                  <a:pt x="3922556" y="7938157"/>
                  <a:pt x="3809673" y="9695864"/>
                </a:cubicBezTo>
                <a:cubicBezTo>
                  <a:pt x="3699684" y="11443806"/>
                  <a:pt x="3094745" y="12849972"/>
                  <a:pt x="2440601" y="13914361"/>
                </a:cubicBezTo>
                <a:cubicBezTo>
                  <a:pt x="1786456" y="14978750"/>
                  <a:pt x="1083106" y="15701363"/>
                  <a:pt x="741562" y="14802979"/>
                </a:cubicBezTo>
                <a:cubicBezTo>
                  <a:pt x="400018" y="13894831"/>
                  <a:pt x="420279" y="11365686"/>
                  <a:pt x="290029" y="9051372"/>
                </a:cubicBezTo>
                <a:cubicBezTo>
                  <a:pt x="156884" y="6746823"/>
                  <a:pt x="-126771" y="4657104"/>
                  <a:pt x="64262" y="2928692"/>
                </a:cubicBezTo>
                <a:cubicBezTo>
                  <a:pt x="255295" y="1190516"/>
                  <a:pt x="923912" y="-176590"/>
                  <a:pt x="1517273" y="18711"/>
                </a:cubicBezTo>
                <a:cubicBezTo>
                  <a:pt x="2110634" y="214012"/>
                  <a:pt x="2634528" y="1971719"/>
                  <a:pt x="3086062" y="3905196"/>
                </a:cubicBezTo>
                <a:close/>
              </a:path>
            </a:pathLst>
          </a:custGeom>
          <a:solidFill>
            <a:schemeClr val="accent4">
              <a:lumMod val="60000"/>
              <a:lumOff val="40000"/>
            </a:schemeClr>
          </a:solidFill>
          <a:ln w="28908" cap="flat">
            <a:noFill/>
            <a:prstDash val="solid"/>
            <a:miter/>
          </a:ln>
        </p:spPr>
        <p:txBody>
          <a:bodyPr/>
          <a:lstStyle/>
          <a:p>
            <a:endParaRPr lang="en-US"/>
          </a:p>
        </p:txBody>
      </p:sp>
      <p:sp>
        <p:nvSpPr>
          <p:cNvPr id="5" name="Graphic 129">
            <a:extLst>
              <a:ext uri="{FF2B5EF4-FFF2-40B4-BE49-F238E27FC236}">
                <a16:creationId xmlns:a16="http://schemas.microsoft.com/office/drawing/2014/main" id="{8B8CC350-0B53-7EC1-1417-1C2E153A92F0}"/>
              </a:ext>
            </a:extLst>
          </p:cNvPr>
          <p:cNvSpPr/>
          <p:nvPr/>
        </p:nvSpPr>
        <p:spPr>
          <a:xfrm rot="5400000" flipH="1">
            <a:off x="1458060" y="1726562"/>
            <a:ext cx="1717428" cy="10587099"/>
          </a:xfrm>
          <a:custGeom>
            <a:avLst/>
            <a:gdLst>
              <a:gd name="csX0" fmla="*/ 714496 w 977405"/>
              <a:gd name="csY0" fmla="*/ 349032 h 1125362"/>
              <a:gd name="csX1" fmla="*/ 977386 w 977405"/>
              <a:gd name="csY1" fmla="*/ 710982 h 1125362"/>
              <a:gd name="csX2" fmla="*/ 679254 w 977405"/>
              <a:gd name="csY2" fmla="*/ 1034832 h 1125362"/>
              <a:gd name="csX3" fmla="*/ 229674 w 977405"/>
              <a:gd name="csY3" fmla="*/ 1087220 h 1125362"/>
              <a:gd name="csX4" fmla="*/ 84894 w 977405"/>
              <a:gd name="csY4" fmla="*/ 635735 h 1125362"/>
              <a:gd name="csX5" fmla="*/ 19171 w 977405"/>
              <a:gd name="csY5" fmla="*/ 154722 h 1125362"/>
              <a:gd name="csX6" fmla="*/ 395409 w 977405"/>
              <a:gd name="csY6" fmla="*/ 14705 h 1125362"/>
              <a:gd name="csX7" fmla="*/ 714496 w 977405"/>
              <a:gd name="csY7" fmla="*/ 349032 h 11253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977405" h="1125362">
                <a:moveTo>
                  <a:pt x="714496" y="349032"/>
                </a:moveTo>
                <a:cubicBezTo>
                  <a:pt x="825939" y="482382"/>
                  <a:pt x="973576" y="593825"/>
                  <a:pt x="977386" y="710982"/>
                </a:cubicBezTo>
                <a:cubicBezTo>
                  <a:pt x="982149" y="828140"/>
                  <a:pt x="843084" y="951965"/>
                  <a:pt x="679254" y="1034832"/>
                </a:cubicBezTo>
                <a:cubicBezTo>
                  <a:pt x="515424" y="1118652"/>
                  <a:pt x="326829" y="1161515"/>
                  <a:pt x="229674" y="1087220"/>
                </a:cubicBezTo>
                <a:cubicBezTo>
                  <a:pt x="132519" y="1011972"/>
                  <a:pt x="126804" y="819567"/>
                  <a:pt x="84894" y="635735"/>
                </a:cubicBezTo>
                <a:cubicBezTo>
                  <a:pt x="42031" y="451902"/>
                  <a:pt x="-36074" y="275690"/>
                  <a:pt x="19171" y="154722"/>
                </a:cubicBezTo>
                <a:cubicBezTo>
                  <a:pt x="74416" y="34707"/>
                  <a:pt x="263011" y="-31015"/>
                  <a:pt x="395409" y="14705"/>
                </a:cubicBezTo>
                <a:cubicBezTo>
                  <a:pt x="527806" y="60425"/>
                  <a:pt x="603054" y="215682"/>
                  <a:pt x="714496" y="349032"/>
                </a:cubicBezTo>
                <a:close/>
              </a:path>
            </a:pathLst>
          </a:custGeom>
          <a:solidFill>
            <a:schemeClr val="accent4">
              <a:lumMod val="75000"/>
            </a:schemeClr>
          </a:solidFill>
          <a:ln w="9525" cap="flat">
            <a:noFill/>
            <a:prstDash val="solid"/>
            <a:miter/>
          </a:ln>
        </p:spPr>
        <p:txBody>
          <a:bodyPr/>
          <a:lstStyle/>
          <a:p>
            <a:endParaRPr lang="en-US"/>
          </a:p>
        </p:txBody>
      </p:sp>
      <p:sp>
        <p:nvSpPr>
          <p:cNvPr id="6" name="Graphic 127">
            <a:extLst>
              <a:ext uri="{FF2B5EF4-FFF2-40B4-BE49-F238E27FC236}">
                <a16:creationId xmlns:a16="http://schemas.microsoft.com/office/drawing/2014/main" id="{4E1E9642-2725-4F37-BCA9-819390542010}"/>
              </a:ext>
            </a:extLst>
          </p:cNvPr>
          <p:cNvSpPr/>
          <p:nvPr/>
        </p:nvSpPr>
        <p:spPr>
          <a:xfrm rot="6026319" flipV="1">
            <a:off x="8696004" y="-7945449"/>
            <a:ext cx="3829558" cy="15209314"/>
          </a:xfrm>
          <a:custGeom>
            <a:avLst/>
            <a:gdLst>
              <a:gd name="csX0" fmla="*/ 3086062 w 3829558"/>
              <a:gd name="csY0" fmla="*/ 3905196 h 15209314"/>
              <a:gd name="csX1" fmla="*/ 3809673 w 3829558"/>
              <a:gd name="csY1" fmla="*/ 9695864 h 15209314"/>
              <a:gd name="csX2" fmla="*/ 2440601 w 3829558"/>
              <a:gd name="csY2" fmla="*/ 13914361 h 15209314"/>
              <a:gd name="csX3" fmla="*/ 741562 w 3829558"/>
              <a:gd name="csY3" fmla="*/ 14802979 h 15209314"/>
              <a:gd name="csX4" fmla="*/ 290029 w 3829558"/>
              <a:gd name="csY4" fmla="*/ 9051372 h 15209314"/>
              <a:gd name="csX5" fmla="*/ 64262 w 3829558"/>
              <a:gd name="csY5" fmla="*/ 2928692 h 15209314"/>
              <a:gd name="csX6" fmla="*/ 1517273 w 3829558"/>
              <a:gd name="csY6" fmla="*/ 18711 h 15209314"/>
              <a:gd name="csX7" fmla="*/ 3086062 w 3829558"/>
              <a:gd name="csY7" fmla="*/ 3905196 h 152093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829558" h="15209314">
                <a:moveTo>
                  <a:pt x="3086062" y="3905196"/>
                </a:moveTo>
                <a:cubicBezTo>
                  <a:pt x="3540489" y="5838674"/>
                  <a:pt x="3922556" y="7938157"/>
                  <a:pt x="3809673" y="9695864"/>
                </a:cubicBezTo>
                <a:cubicBezTo>
                  <a:pt x="3699684" y="11443806"/>
                  <a:pt x="3094745" y="12849972"/>
                  <a:pt x="2440601" y="13914361"/>
                </a:cubicBezTo>
                <a:cubicBezTo>
                  <a:pt x="1786456" y="14978750"/>
                  <a:pt x="1083106" y="15701363"/>
                  <a:pt x="741562" y="14802979"/>
                </a:cubicBezTo>
                <a:cubicBezTo>
                  <a:pt x="400018" y="13894831"/>
                  <a:pt x="420279" y="11365686"/>
                  <a:pt x="290029" y="9051372"/>
                </a:cubicBezTo>
                <a:cubicBezTo>
                  <a:pt x="156884" y="6746823"/>
                  <a:pt x="-126771" y="4657104"/>
                  <a:pt x="64262" y="2928692"/>
                </a:cubicBezTo>
                <a:cubicBezTo>
                  <a:pt x="255295" y="1190516"/>
                  <a:pt x="923912" y="-176590"/>
                  <a:pt x="1517273" y="18711"/>
                </a:cubicBezTo>
                <a:cubicBezTo>
                  <a:pt x="2110634" y="214012"/>
                  <a:pt x="2634528" y="1971719"/>
                  <a:pt x="3086062" y="3905196"/>
                </a:cubicBezTo>
                <a:close/>
              </a:path>
            </a:pathLst>
          </a:custGeom>
          <a:solidFill>
            <a:schemeClr val="accent4">
              <a:lumMod val="60000"/>
              <a:lumOff val="40000"/>
            </a:schemeClr>
          </a:solidFill>
          <a:ln w="28908" cap="flat">
            <a:noFill/>
            <a:prstDash val="solid"/>
            <a:miter/>
          </a:ln>
        </p:spPr>
        <p:txBody>
          <a:bodyPr/>
          <a:lstStyle/>
          <a:p>
            <a:endParaRPr lang="en-US"/>
          </a:p>
        </p:txBody>
      </p:sp>
      <p:sp>
        <p:nvSpPr>
          <p:cNvPr id="7" name="Graphic 129">
            <a:extLst>
              <a:ext uri="{FF2B5EF4-FFF2-40B4-BE49-F238E27FC236}">
                <a16:creationId xmlns:a16="http://schemas.microsoft.com/office/drawing/2014/main" id="{A9FD71D5-5ED0-6835-0C10-760934E8CF55}"/>
              </a:ext>
            </a:extLst>
          </p:cNvPr>
          <p:cNvSpPr/>
          <p:nvPr/>
        </p:nvSpPr>
        <p:spPr>
          <a:xfrm rot="16826319" flipH="1">
            <a:off x="9664497" y="-5159000"/>
            <a:ext cx="1717428" cy="10587099"/>
          </a:xfrm>
          <a:custGeom>
            <a:avLst/>
            <a:gdLst>
              <a:gd name="csX0" fmla="*/ 714496 w 977405"/>
              <a:gd name="csY0" fmla="*/ 349032 h 1125362"/>
              <a:gd name="csX1" fmla="*/ 977386 w 977405"/>
              <a:gd name="csY1" fmla="*/ 710982 h 1125362"/>
              <a:gd name="csX2" fmla="*/ 679254 w 977405"/>
              <a:gd name="csY2" fmla="*/ 1034832 h 1125362"/>
              <a:gd name="csX3" fmla="*/ 229674 w 977405"/>
              <a:gd name="csY3" fmla="*/ 1087220 h 1125362"/>
              <a:gd name="csX4" fmla="*/ 84894 w 977405"/>
              <a:gd name="csY4" fmla="*/ 635735 h 1125362"/>
              <a:gd name="csX5" fmla="*/ 19171 w 977405"/>
              <a:gd name="csY5" fmla="*/ 154722 h 1125362"/>
              <a:gd name="csX6" fmla="*/ 395409 w 977405"/>
              <a:gd name="csY6" fmla="*/ 14705 h 1125362"/>
              <a:gd name="csX7" fmla="*/ 714496 w 977405"/>
              <a:gd name="csY7" fmla="*/ 349032 h 11253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977405" h="1125362">
                <a:moveTo>
                  <a:pt x="714496" y="349032"/>
                </a:moveTo>
                <a:cubicBezTo>
                  <a:pt x="825939" y="482382"/>
                  <a:pt x="973576" y="593825"/>
                  <a:pt x="977386" y="710982"/>
                </a:cubicBezTo>
                <a:cubicBezTo>
                  <a:pt x="982149" y="828140"/>
                  <a:pt x="843084" y="951965"/>
                  <a:pt x="679254" y="1034832"/>
                </a:cubicBezTo>
                <a:cubicBezTo>
                  <a:pt x="515424" y="1118652"/>
                  <a:pt x="326829" y="1161515"/>
                  <a:pt x="229674" y="1087220"/>
                </a:cubicBezTo>
                <a:cubicBezTo>
                  <a:pt x="132519" y="1011972"/>
                  <a:pt x="126804" y="819567"/>
                  <a:pt x="84894" y="635735"/>
                </a:cubicBezTo>
                <a:cubicBezTo>
                  <a:pt x="42031" y="451902"/>
                  <a:pt x="-36074" y="275690"/>
                  <a:pt x="19171" y="154722"/>
                </a:cubicBezTo>
                <a:cubicBezTo>
                  <a:pt x="74416" y="34707"/>
                  <a:pt x="263011" y="-31015"/>
                  <a:pt x="395409" y="14705"/>
                </a:cubicBezTo>
                <a:cubicBezTo>
                  <a:pt x="527806" y="60425"/>
                  <a:pt x="603054" y="215682"/>
                  <a:pt x="714496" y="349032"/>
                </a:cubicBezTo>
                <a:close/>
              </a:path>
            </a:pathLst>
          </a:custGeom>
          <a:solidFill>
            <a:schemeClr val="accent4">
              <a:lumMod val="75000"/>
            </a:schemeClr>
          </a:solidFill>
          <a:ln w="9525" cap="flat">
            <a:noFill/>
            <a:prstDash val="solid"/>
            <a:miter/>
          </a:ln>
        </p:spPr>
        <p:txBody>
          <a:bodyPr/>
          <a:lstStyle/>
          <a:p>
            <a:endParaRPr lang="en-US"/>
          </a:p>
        </p:txBody>
      </p:sp>
      <p:pic>
        <p:nvPicPr>
          <p:cNvPr id="13" name="Picture 12">
            <a:extLst>
              <a:ext uri="{FF2B5EF4-FFF2-40B4-BE49-F238E27FC236}">
                <a16:creationId xmlns:a16="http://schemas.microsoft.com/office/drawing/2014/main" id="{211A2287-F8A6-3166-1F16-2D34881468E4}"/>
              </a:ext>
            </a:extLst>
          </p:cNvPr>
          <p:cNvPicPr>
            <a:picLocks noChangeAspect="1"/>
          </p:cNvPicPr>
          <p:nvPr/>
        </p:nvPicPr>
        <p:blipFill>
          <a:blip r:embed="rId3">
            <a:extLst>
              <a:ext uri="{28A0092B-C50C-407E-A947-70E740481C1C}">
                <a14:useLocalDpi xmlns:a14="http://schemas.microsoft.com/office/drawing/2010/main" val="0"/>
              </a:ext>
            </a:extLst>
          </a:blip>
          <a:srcRect t="2737" b="2737"/>
          <a:stretch/>
        </p:blipFill>
        <p:spPr>
          <a:xfrm>
            <a:off x="321730" y="321732"/>
            <a:ext cx="5674897" cy="3017405"/>
          </a:xfrm>
          <a:prstGeom prst="rect">
            <a:avLst/>
          </a:prstGeom>
        </p:spPr>
      </p:pic>
      <p:pic>
        <p:nvPicPr>
          <p:cNvPr id="14" name="Picture 13">
            <a:extLst>
              <a:ext uri="{FF2B5EF4-FFF2-40B4-BE49-F238E27FC236}">
                <a16:creationId xmlns:a16="http://schemas.microsoft.com/office/drawing/2014/main" id="{BE080028-4616-79A8-CB4D-FD33163DE298}"/>
              </a:ext>
            </a:extLst>
          </p:cNvPr>
          <p:cNvPicPr>
            <a:picLocks noChangeAspect="1"/>
          </p:cNvPicPr>
          <p:nvPr/>
        </p:nvPicPr>
        <p:blipFill>
          <a:blip r:embed="rId4"/>
          <a:srcRect t="18062" r="-2" b="-2"/>
          <a:stretch>
            <a:fillRect/>
          </a:stretch>
        </p:blipFill>
        <p:spPr>
          <a:xfrm>
            <a:off x="321730" y="3510853"/>
            <a:ext cx="5674897" cy="2789954"/>
          </a:xfrm>
          <a:prstGeom prst="rect">
            <a:avLst/>
          </a:prstGeom>
        </p:spPr>
      </p:pic>
      <p:pic>
        <p:nvPicPr>
          <p:cNvPr id="15" name="Picture 14">
            <a:extLst>
              <a:ext uri="{FF2B5EF4-FFF2-40B4-BE49-F238E27FC236}">
                <a16:creationId xmlns:a16="http://schemas.microsoft.com/office/drawing/2014/main" id="{7F5F51FB-C364-6227-D0DE-B81782750F24}"/>
              </a:ext>
            </a:extLst>
          </p:cNvPr>
          <p:cNvPicPr>
            <a:picLocks noChangeAspect="1"/>
          </p:cNvPicPr>
          <p:nvPr/>
        </p:nvPicPr>
        <p:blipFill>
          <a:blip r:embed="rId5">
            <a:extLst>
              <a:ext uri="{28A0092B-C50C-407E-A947-70E740481C1C}">
                <a14:useLocalDpi xmlns:a14="http://schemas.microsoft.com/office/drawing/2010/main" val="0"/>
              </a:ext>
            </a:extLst>
          </a:blip>
          <a:srcRect l="26666" r="26666"/>
          <a:stretch/>
        </p:blipFill>
        <p:spPr>
          <a:xfrm>
            <a:off x="6195373" y="321733"/>
            <a:ext cx="5674897" cy="5979074"/>
          </a:xfrm>
          <a:prstGeom prst="rect">
            <a:avLst/>
          </a:prstGeom>
        </p:spPr>
      </p:pic>
    </p:spTree>
    <p:extLst>
      <p:ext uri="{BB962C8B-B14F-4D97-AF65-F5344CB8AC3E}">
        <p14:creationId xmlns:p14="http://schemas.microsoft.com/office/powerpoint/2010/main" val="363423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decel="10000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0-#ppt_w/2"/>
                                          </p:val>
                                        </p:tav>
                                        <p:tav tm="100000">
                                          <p:val>
                                            <p:strVal val="#ppt_x"/>
                                          </p:val>
                                        </p:tav>
                                      </p:tavLst>
                                    </p:anim>
                                    <p:anim calcmode="lin" valueType="num">
                                      <p:cBhvr additive="base">
                                        <p:cTn id="8" dur="500" fill="hold"/>
                                        <p:tgtEl>
                                          <p:spTgt spid="13"/>
                                        </p:tgtEl>
                                        <p:attrNameLst>
                                          <p:attrName>ppt_y</p:attrName>
                                        </p:attrNameLst>
                                      </p:cBhvr>
                                      <p:tavLst>
                                        <p:tav tm="0">
                                          <p:val>
                                            <p:strVal val="0-#ppt_h/2"/>
                                          </p:val>
                                        </p:tav>
                                        <p:tav tm="100000">
                                          <p:val>
                                            <p:strVal val="#ppt_y"/>
                                          </p:val>
                                        </p:tav>
                                      </p:tavLst>
                                    </p:anim>
                                  </p:childTnLst>
                                </p:cTn>
                              </p:par>
                              <p:par>
                                <p:cTn id="9" presetID="2" presetClass="entr" presetSubtype="12" decel="100000"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0-#ppt_w/2"/>
                                          </p:val>
                                        </p:tav>
                                        <p:tav tm="100000">
                                          <p:val>
                                            <p:strVal val="#ppt_x"/>
                                          </p:val>
                                        </p:tav>
                                      </p:tavLst>
                                    </p:anim>
                                    <p:anim calcmode="lin" valueType="num">
                                      <p:cBhvr additive="base">
                                        <p:cTn id="12" dur="500" fill="hold"/>
                                        <p:tgtEl>
                                          <p:spTgt spid="14"/>
                                        </p:tgtEl>
                                        <p:attrNameLst>
                                          <p:attrName>ppt_y</p:attrName>
                                        </p:attrNameLst>
                                      </p:cBhvr>
                                      <p:tavLst>
                                        <p:tav tm="0">
                                          <p:val>
                                            <p:strVal val="1+#ppt_h/2"/>
                                          </p:val>
                                        </p:tav>
                                        <p:tav tm="100000">
                                          <p:val>
                                            <p:strVal val="#ppt_y"/>
                                          </p:val>
                                        </p:tav>
                                      </p:tavLst>
                                    </p:anim>
                                  </p:childTnLst>
                                </p:cTn>
                              </p:par>
                              <p:par>
                                <p:cTn id="13" presetID="2" presetClass="entr" presetSubtype="2" decel="10000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anim calcmode="lin" valueType="num">
                                      <p:cBhvr additive="base">
                                        <p:cTn id="15" dur="500" fill="hold"/>
                                        <p:tgtEl>
                                          <p:spTgt spid="15"/>
                                        </p:tgtEl>
                                        <p:attrNameLst>
                                          <p:attrName>ppt_x</p:attrName>
                                        </p:attrNameLst>
                                      </p:cBhvr>
                                      <p:tavLst>
                                        <p:tav tm="0">
                                          <p:val>
                                            <p:strVal val="1+#ppt_w/2"/>
                                          </p:val>
                                        </p:tav>
                                        <p:tav tm="100000">
                                          <p:val>
                                            <p:strVal val="#ppt_x"/>
                                          </p:val>
                                        </p:tav>
                                      </p:tavLst>
                                    </p:anim>
                                    <p:anim calcmode="lin" valueType="num">
                                      <p:cBhvr additive="base">
                                        <p:cTn id="16"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xit" presetSubtype="9" accel="100000" fill="hold" nodeType="clickEffect">
                                  <p:stCondLst>
                                    <p:cond delay="0"/>
                                  </p:stCondLst>
                                  <p:childTnLst>
                                    <p:anim calcmode="lin" valueType="num">
                                      <p:cBhvr additive="base">
                                        <p:cTn id="20" dur="500"/>
                                        <p:tgtEl>
                                          <p:spTgt spid="13"/>
                                        </p:tgtEl>
                                        <p:attrNameLst>
                                          <p:attrName>ppt_x</p:attrName>
                                        </p:attrNameLst>
                                      </p:cBhvr>
                                      <p:tavLst>
                                        <p:tav tm="0">
                                          <p:val>
                                            <p:strVal val="ppt_x"/>
                                          </p:val>
                                        </p:tav>
                                        <p:tav tm="100000">
                                          <p:val>
                                            <p:strVal val="0-ppt_w/2"/>
                                          </p:val>
                                        </p:tav>
                                      </p:tavLst>
                                    </p:anim>
                                    <p:anim calcmode="lin" valueType="num">
                                      <p:cBhvr additive="base">
                                        <p:cTn id="21" dur="500"/>
                                        <p:tgtEl>
                                          <p:spTgt spid="13"/>
                                        </p:tgtEl>
                                        <p:attrNameLst>
                                          <p:attrName>ppt_y</p:attrName>
                                        </p:attrNameLst>
                                      </p:cBhvr>
                                      <p:tavLst>
                                        <p:tav tm="0">
                                          <p:val>
                                            <p:strVal val="ppt_y"/>
                                          </p:val>
                                        </p:tav>
                                        <p:tav tm="100000">
                                          <p:val>
                                            <p:strVal val="0-ppt_h/2"/>
                                          </p:val>
                                        </p:tav>
                                      </p:tavLst>
                                    </p:anim>
                                    <p:set>
                                      <p:cBhvr>
                                        <p:cTn id="22" dur="1" fill="hold">
                                          <p:stCondLst>
                                            <p:cond delay="499"/>
                                          </p:stCondLst>
                                        </p:cTn>
                                        <p:tgtEl>
                                          <p:spTgt spid="13"/>
                                        </p:tgtEl>
                                        <p:attrNameLst>
                                          <p:attrName>style.visibility</p:attrName>
                                        </p:attrNameLst>
                                      </p:cBhvr>
                                      <p:to>
                                        <p:strVal val="hidden"/>
                                      </p:to>
                                    </p:set>
                                  </p:childTnLst>
                                </p:cTn>
                              </p:par>
                              <p:par>
                                <p:cTn id="23" presetID="2" presetClass="exit" presetSubtype="12" accel="100000" fill="hold" nodeType="withEffect">
                                  <p:stCondLst>
                                    <p:cond delay="0"/>
                                  </p:stCondLst>
                                  <p:childTnLst>
                                    <p:anim calcmode="lin" valueType="num">
                                      <p:cBhvr additive="base">
                                        <p:cTn id="24" dur="500"/>
                                        <p:tgtEl>
                                          <p:spTgt spid="14"/>
                                        </p:tgtEl>
                                        <p:attrNameLst>
                                          <p:attrName>ppt_x</p:attrName>
                                        </p:attrNameLst>
                                      </p:cBhvr>
                                      <p:tavLst>
                                        <p:tav tm="0">
                                          <p:val>
                                            <p:strVal val="ppt_x"/>
                                          </p:val>
                                        </p:tav>
                                        <p:tav tm="100000">
                                          <p:val>
                                            <p:strVal val="0-ppt_w/2"/>
                                          </p:val>
                                        </p:tav>
                                      </p:tavLst>
                                    </p:anim>
                                    <p:anim calcmode="lin" valueType="num">
                                      <p:cBhvr additive="base">
                                        <p:cTn id="25" dur="500"/>
                                        <p:tgtEl>
                                          <p:spTgt spid="14"/>
                                        </p:tgtEl>
                                        <p:attrNameLst>
                                          <p:attrName>ppt_y</p:attrName>
                                        </p:attrNameLst>
                                      </p:cBhvr>
                                      <p:tavLst>
                                        <p:tav tm="0">
                                          <p:val>
                                            <p:strVal val="ppt_y"/>
                                          </p:val>
                                        </p:tav>
                                        <p:tav tm="100000">
                                          <p:val>
                                            <p:strVal val="1+ppt_h/2"/>
                                          </p:val>
                                        </p:tav>
                                      </p:tavLst>
                                    </p:anim>
                                    <p:set>
                                      <p:cBhvr>
                                        <p:cTn id="26" dur="1" fill="hold">
                                          <p:stCondLst>
                                            <p:cond delay="499"/>
                                          </p:stCondLst>
                                        </p:cTn>
                                        <p:tgtEl>
                                          <p:spTgt spid="14"/>
                                        </p:tgtEl>
                                        <p:attrNameLst>
                                          <p:attrName>style.visibility</p:attrName>
                                        </p:attrNameLst>
                                      </p:cBhvr>
                                      <p:to>
                                        <p:strVal val="hidden"/>
                                      </p:to>
                                    </p:set>
                                  </p:childTnLst>
                                </p:cTn>
                              </p:par>
                              <p:par>
                                <p:cTn id="27" presetID="2" presetClass="exit" presetSubtype="2" accel="100000" fill="hold" nodeType="withEffect">
                                  <p:stCondLst>
                                    <p:cond delay="0"/>
                                  </p:stCondLst>
                                  <p:childTnLst>
                                    <p:anim calcmode="lin" valueType="num">
                                      <p:cBhvr additive="base">
                                        <p:cTn id="28" dur="500"/>
                                        <p:tgtEl>
                                          <p:spTgt spid="15"/>
                                        </p:tgtEl>
                                        <p:attrNameLst>
                                          <p:attrName>ppt_x</p:attrName>
                                        </p:attrNameLst>
                                      </p:cBhvr>
                                      <p:tavLst>
                                        <p:tav tm="0">
                                          <p:val>
                                            <p:strVal val="ppt_x"/>
                                          </p:val>
                                        </p:tav>
                                        <p:tav tm="100000">
                                          <p:val>
                                            <p:strVal val="1+ppt_w/2"/>
                                          </p:val>
                                        </p:tav>
                                      </p:tavLst>
                                    </p:anim>
                                    <p:anim calcmode="lin" valueType="num">
                                      <p:cBhvr additive="base">
                                        <p:cTn id="29" dur="500"/>
                                        <p:tgtEl>
                                          <p:spTgt spid="15"/>
                                        </p:tgtEl>
                                        <p:attrNameLst>
                                          <p:attrName>ppt_y</p:attrName>
                                        </p:attrNameLst>
                                      </p:cBhvr>
                                      <p:tavLst>
                                        <p:tav tm="0">
                                          <p:val>
                                            <p:strVal val="ppt_y"/>
                                          </p:val>
                                        </p:tav>
                                        <p:tav tm="100000">
                                          <p:val>
                                            <p:strVal val="ppt_y"/>
                                          </p:val>
                                        </p:tav>
                                      </p:tavLst>
                                    </p:anim>
                                    <p:set>
                                      <p:cBhvr>
                                        <p:cTn id="30" dur="1" fill="hold">
                                          <p:stCondLst>
                                            <p:cond delay="499"/>
                                          </p:stCondLst>
                                        </p:cTn>
                                        <p:tgtEl>
                                          <p:spTgt spid="15"/>
                                        </p:tgtEl>
                                        <p:attrNameLst>
                                          <p:attrName>style.visibility</p:attrName>
                                        </p:attrNameLst>
                                      </p:cBhvr>
                                      <p:to>
                                        <p:strVal val="hidden"/>
                                      </p:to>
                                    </p:set>
                                  </p:childTnLst>
                                </p:cTn>
                              </p:par>
                              <p:par>
                                <p:cTn id="31" presetID="2" presetClass="exit" presetSubtype="12" accel="100000" fill="hold" grpId="0" nodeType="withEffect">
                                  <p:stCondLst>
                                    <p:cond delay="200"/>
                                  </p:stCondLst>
                                  <p:childTnLst>
                                    <p:anim calcmode="lin" valueType="num">
                                      <p:cBhvr additive="base">
                                        <p:cTn id="32" dur="500"/>
                                        <p:tgtEl>
                                          <p:spTgt spid="5"/>
                                        </p:tgtEl>
                                        <p:attrNameLst>
                                          <p:attrName>ppt_x</p:attrName>
                                        </p:attrNameLst>
                                      </p:cBhvr>
                                      <p:tavLst>
                                        <p:tav tm="0">
                                          <p:val>
                                            <p:strVal val="ppt_x"/>
                                          </p:val>
                                        </p:tav>
                                        <p:tav tm="100000">
                                          <p:val>
                                            <p:strVal val="0-ppt_w/2"/>
                                          </p:val>
                                        </p:tav>
                                      </p:tavLst>
                                    </p:anim>
                                    <p:anim calcmode="lin" valueType="num">
                                      <p:cBhvr additive="base">
                                        <p:cTn id="33" dur="500"/>
                                        <p:tgtEl>
                                          <p:spTgt spid="5"/>
                                        </p:tgtEl>
                                        <p:attrNameLst>
                                          <p:attrName>ppt_y</p:attrName>
                                        </p:attrNameLst>
                                      </p:cBhvr>
                                      <p:tavLst>
                                        <p:tav tm="0">
                                          <p:val>
                                            <p:strVal val="ppt_y"/>
                                          </p:val>
                                        </p:tav>
                                        <p:tav tm="100000">
                                          <p:val>
                                            <p:strVal val="1+ppt_h/2"/>
                                          </p:val>
                                        </p:tav>
                                      </p:tavLst>
                                    </p:anim>
                                    <p:set>
                                      <p:cBhvr>
                                        <p:cTn id="34" dur="1" fill="hold">
                                          <p:stCondLst>
                                            <p:cond delay="499"/>
                                          </p:stCondLst>
                                        </p:cTn>
                                        <p:tgtEl>
                                          <p:spTgt spid="5"/>
                                        </p:tgtEl>
                                        <p:attrNameLst>
                                          <p:attrName>style.visibility</p:attrName>
                                        </p:attrNameLst>
                                      </p:cBhvr>
                                      <p:to>
                                        <p:strVal val="hidden"/>
                                      </p:to>
                                    </p:set>
                                  </p:childTnLst>
                                </p:cTn>
                              </p:par>
                              <p:par>
                                <p:cTn id="35" presetID="2" presetClass="exit" presetSubtype="3" accel="100000" fill="hold" grpId="0" nodeType="withEffect">
                                  <p:stCondLst>
                                    <p:cond delay="200"/>
                                  </p:stCondLst>
                                  <p:childTnLst>
                                    <p:anim calcmode="lin" valueType="num">
                                      <p:cBhvr additive="base">
                                        <p:cTn id="36" dur="500"/>
                                        <p:tgtEl>
                                          <p:spTgt spid="7"/>
                                        </p:tgtEl>
                                        <p:attrNameLst>
                                          <p:attrName>ppt_x</p:attrName>
                                        </p:attrNameLst>
                                      </p:cBhvr>
                                      <p:tavLst>
                                        <p:tav tm="0">
                                          <p:val>
                                            <p:strVal val="ppt_x"/>
                                          </p:val>
                                        </p:tav>
                                        <p:tav tm="100000">
                                          <p:val>
                                            <p:strVal val="1+ppt_w/2"/>
                                          </p:val>
                                        </p:tav>
                                      </p:tavLst>
                                    </p:anim>
                                    <p:anim calcmode="lin" valueType="num">
                                      <p:cBhvr additive="base">
                                        <p:cTn id="37" dur="500"/>
                                        <p:tgtEl>
                                          <p:spTgt spid="7"/>
                                        </p:tgtEl>
                                        <p:attrNameLst>
                                          <p:attrName>ppt_y</p:attrName>
                                        </p:attrNameLst>
                                      </p:cBhvr>
                                      <p:tavLst>
                                        <p:tav tm="0">
                                          <p:val>
                                            <p:strVal val="ppt_y"/>
                                          </p:val>
                                        </p:tav>
                                        <p:tav tm="100000">
                                          <p:val>
                                            <p:strVal val="0-ppt_h/2"/>
                                          </p:val>
                                        </p:tav>
                                      </p:tavLst>
                                    </p:anim>
                                    <p:set>
                                      <p:cBhvr>
                                        <p:cTn id="38" dur="1" fill="hold">
                                          <p:stCondLst>
                                            <p:cond delay="499"/>
                                          </p:stCondLst>
                                        </p:cTn>
                                        <p:tgtEl>
                                          <p:spTgt spid="7"/>
                                        </p:tgtEl>
                                        <p:attrNameLst>
                                          <p:attrName>style.visibility</p:attrName>
                                        </p:attrNameLst>
                                      </p:cBhvr>
                                      <p:to>
                                        <p:strVal val="hidden"/>
                                      </p:to>
                                    </p:set>
                                  </p:childTnLst>
                                </p:cTn>
                              </p:par>
                              <p:par>
                                <p:cTn id="39" presetID="2" presetClass="exit" presetSubtype="12" accel="100000" fill="hold" grpId="0" nodeType="withEffect">
                                  <p:stCondLst>
                                    <p:cond delay="400"/>
                                  </p:stCondLst>
                                  <p:childTnLst>
                                    <p:anim calcmode="lin" valueType="num">
                                      <p:cBhvr additive="base">
                                        <p:cTn id="40" dur="500"/>
                                        <p:tgtEl>
                                          <p:spTgt spid="4"/>
                                        </p:tgtEl>
                                        <p:attrNameLst>
                                          <p:attrName>ppt_x</p:attrName>
                                        </p:attrNameLst>
                                      </p:cBhvr>
                                      <p:tavLst>
                                        <p:tav tm="0">
                                          <p:val>
                                            <p:strVal val="ppt_x"/>
                                          </p:val>
                                        </p:tav>
                                        <p:tav tm="100000">
                                          <p:val>
                                            <p:strVal val="0-ppt_w/2"/>
                                          </p:val>
                                        </p:tav>
                                      </p:tavLst>
                                    </p:anim>
                                    <p:anim calcmode="lin" valueType="num">
                                      <p:cBhvr additive="base">
                                        <p:cTn id="41" dur="500"/>
                                        <p:tgtEl>
                                          <p:spTgt spid="4"/>
                                        </p:tgtEl>
                                        <p:attrNameLst>
                                          <p:attrName>ppt_y</p:attrName>
                                        </p:attrNameLst>
                                      </p:cBhvr>
                                      <p:tavLst>
                                        <p:tav tm="0">
                                          <p:val>
                                            <p:strVal val="ppt_y"/>
                                          </p:val>
                                        </p:tav>
                                        <p:tav tm="100000">
                                          <p:val>
                                            <p:strVal val="1+ppt_h/2"/>
                                          </p:val>
                                        </p:tav>
                                      </p:tavLst>
                                    </p:anim>
                                    <p:set>
                                      <p:cBhvr>
                                        <p:cTn id="42" dur="1" fill="hold">
                                          <p:stCondLst>
                                            <p:cond delay="499"/>
                                          </p:stCondLst>
                                        </p:cTn>
                                        <p:tgtEl>
                                          <p:spTgt spid="4"/>
                                        </p:tgtEl>
                                        <p:attrNameLst>
                                          <p:attrName>style.visibility</p:attrName>
                                        </p:attrNameLst>
                                      </p:cBhvr>
                                      <p:to>
                                        <p:strVal val="hidden"/>
                                      </p:to>
                                    </p:set>
                                  </p:childTnLst>
                                </p:cTn>
                              </p:par>
                              <p:par>
                                <p:cTn id="43" presetID="2" presetClass="exit" presetSubtype="3" accel="100000" fill="hold" grpId="0" nodeType="withEffect">
                                  <p:stCondLst>
                                    <p:cond delay="400"/>
                                  </p:stCondLst>
                                  <p:childTnLst>
                                    <p:anim calcmode="lin" valueType="num">
                                      <p:cBhvr additive="base">
                                        <p:cTn id="44" dur="500"/>
                                        <p:tgtEl>
                                          <p:spTgt spid="6"/>
                                        </p:tgtEl>
                                        <p:attrNameLst>
                                          <p:attrName>ppt_x</p:attrName>
                                        </p:attrNameLst>
                                      </p:cBhvr>
                                      <p:tavLst>
                                        <p:tav tm="0">
                                          <p:val>
                                            <p:strVal val="ppt_x"/>
                                          </p:val>
                                        </p:tav>
                                        <p:tav tm="100000">
                                          <p:val>
                                            <p:strVal val="1+ppt_w/2"/>
                                          </p:val>
                                        </p:tav>
                                      </p:tavLst>
                                    </p:anim>
                                    <p:anim calcmode="lin" valueType="num">
                                      <p:cBhvr additive="base">
                                        <p:cTn id="45" dur="500"/>
                                        <p:tgtEl>
                                          <p:spTgt spid="6"/>
                                        </p:tgtEl>
                                        <p:attrNameLst>
                                          <p:attrName>ppt_y</p:attrName>
                                        </p:attrNameLst>
                                      </p:cBhvr>
                                      <p:tavLst>
                                        <p:tav tm="0">
                                          <p:val>
                                            <p:strVal val="ppt_y"/>
                                          </p:val>
                                        </p:tav>
                                        <p:tav tm="100000">
                                          <p:val>
                                            <p:strVal val="0-ppt_h/2"/>
                                          </p:val>
                                        </p:tav>
                                      </p:tavLst>
                                    </p:anim>
                                    <p:set>
                                      <p:cBhvr>
                                        <p:cTn id="46"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4">
            <a:lumMod val="40000"/>
            <a:lumOff val="60000"/>
          </a:schemeClr>
        </a:solidFill>
        <a:effectLst/>
      </p:bgPr>
    </p:bg>
    <p:spTree>
      <p:nvGrpSpPr>
        <p:cNvPr id="1" name="">
          <a:extLst>
            <a:ext uri="{FF2B5EF4-FFF2-40B4-BE49-F238E27FC236}">
              <a16:creationId xmlns:a16="http://schemas.microsoft.com/office/drawing/2014/main" id="{859B80A6-5634-CD6D-FF4C-180FD0B496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439C0F-7750-24E5-6742-515783568EAF}"/>
              </a:ext>
            </a:extLst>
          </p:cNvPr>
          <p:cNvSpPr>
            <a:spLocks noGrp="1"/>
          </p:cNvSpPr>
          <p:nvPr>
            <p:ph type="title"/>
          </p:nvPr>
        </p:nvSpPr>
        <p:spPr>
          <a:xfrm>
            <a:off x="2583199" y="540957"/>
            <a:ext cx="8903951" cy="1325563"/>
          </a:xfrm>
        </p:spPr>
        <p:txBody>
          <a:bodyPr/>
          <a:lstStyle/>
          <a:p>
            <a:r>
              <a:rPr lang="en-US"/>
              <a:t>XXXXXXXX XXX XXXXXXXXXX XXX XXXXX</a:t>
            </a:r>
          </a:p>
        </p:txBody>
      </p:sp>
      <p:sp>
        <p:nvSpPr>
          <p:cNvPr id="3" name="Content Placeholder 2">
            <a:extLst>
              <a:ext uri="{FF2B5EF4-FFF2-40B4-BE49-F238E27FC236}">
                <a16:creationId xmlns:a16="http://schemas.microsoft.com/office/drawing/2014/main" id="{33F12F89-A194-9096-456E-190F72584DFF}"/>
              </a:ext>
            </a:extLst>
          </p:cNvPr>
          <p:cNvSpPr>
            <a:spLocks noGrp="1"/>
          </p:cNvSpPr>
          <p:nvPr>
            <p:ph idx="1"/>
          </p:nvPr>
        </p:nvSpPr>
        <p:spPr>
          <a:xfrm>
            <a:off x="838200" y="2284558"/>
            <a:ext cx="10515600" cy="4351338"/>
          </a:xfrm>
        </p:spPr>
        <p:txBody>
          <a:bodyPr/>
          <a:lstStyle/>
          <a:p>
            <a:pPr marL="0" indent="0">
              <a:buNone/>
            </a:pPr>
            <a:r>
              <a:rPr lang="en-US"/>
              <a:t>XXXXX XXXXXXX XX X XXXXXXXX XXX XXXXXXX XXXXXX X XXXXX X XXXXX XXXXXXX XXX XXXX XXXXX XX XX XXXXXXX XX XXX XXXX XXXXX XXXXXXXXXXXX XXXXXXXXXX XXXX XXX X XXXXXXX X XXX XX XXX X XXXXX X XXX XXX XX XXXXXX X XXXXXXXXX XXXXX XXXXX XXXXX XXXXXXX X XXXXX XXXX XXXXXXXX XX XX XXXXXXXX XXXXX XXXXX X XXX XXX XX XXXXX XXX X XXX XXXX XXXXXXXXXXXX XX XXX XXXXX XXX XXXXXX XXXXXXXXXX XXXXX XXXXXX XX XXXXXX XXXXXX XXXXXXXXX</a:t>
            </a:r>
          </a:p>
        </p:txBody>
      </p:sp>
      <p:sp>
        <p:nvSpPr>
          <p:cNvPr id="4" name="Graphic 127">
            <a:extLst>
              <a:ext uri="{FF2B5EF4-FFF2-40B4-BE49-F238E27FC236}">
                <a16:creationId xmlns:a16="http://schemas.microsoft.com/office/drawing/2014/main" id="{03E2C444-6569-A961-CF40-AE4567E166E3}"/>
              </a:ext>
            </a:extLst>
          </p:cNvPr>
          <p:cNvSpPr/>
          <p:nvPr/>
        </p:nvSpPr>
        <p:spPr>
          <a:xfrm rot="5400000" flipH="1" flipV="1">
            <a:off x="1282630" y="228174"/>
            <a:ext cx="10728513" cy="19963253"/>
          </a:xfrm>
          <a:custGeom>
            <a:avLst/>
            <a:gdLst>
              <a:gd name="csX0" fmla="*/ 3086062 w 3829558"/>
              <a:gd name="csY0" fmla="*/ 3905196 h 15209314"/>
              <a:gd name="csX1" fmla="*/ 3809673 w 3829558"/>
              <a:gd name="csY1" fmla="*/ 9695864 h 15209314"/>
              <a:gd name="csX2" fmla="*/ 2440601 w 3829558"/>
              <a:gd name="csY2" fmla="*/ 13914361 h 15209314"/>
              <a:gd name="csX3" fmla="*/ 741562 w 3829558"/>
              <a:gd name="csY3" fmla="*/ 14802979 h 15209314"/>
              <a:gd name="csX4" fmla="*/ 290029 w 3829558"/>
              <a:gd name="csY4" fmla="*/ 9051372 h 15209314"/>
              <a:gd name="csX5" fmla="*/ 64262 w 3829558"/>
              <a:gd name="csY5" fmla="*/ 2928692 h 15209314"/>
              <a:gd name="csX6" fmla="*/ 1517273 w 3829558"/>
              <a:gd name="csY6" fmla="*/ 18711 h 15209314"/>
              <a:gd name="csX7" fmla="*/ 3086062 w 3829558"/>
              <a:gd name="csY7" fmla="*/ 3905196 h 15209314"/>
              <a:gd name="csX0" fmla="*/ 3085962 w 3829559"/>
              <a:gd name="csY0" fmla="*/ 6215146 h 17519365"/>
              <a:gd name="csX1" fmla="*/ 3809573 w 3829559"/>
              <a:gd name="csY1" fmla="*/ 12005814 h 17519365"/>
              <a:gd name="csX2" fmla="*/ 2440501 w 3829559"/>
              <a:gd name="csY2" fmla="*/ 16224311 h 17519365"/>
              <a:gd name="csX3" fmla="*/ 741462 w 3829559"/>
              <a:gd name="csY3" fmla="*/ 17112929 h 17519365"/>
              <a:gd name="csX4" fmla="*/ 289929 w 3829559"/>
              <a:gd name="csY4" fmla="*/ 11361322 h 17519365"/>
              <a:gd name="csX5" fmla="*/ 64162 w 3829559"/>
              <a:gd name="csY5" fmla="*/ 5238642 h 17519365"/>
              <a:gd name="csX6" fmla="*/ 1445174 w 3829559"/>
              <a:gd name="csY6" fmla="*/ 84873 h 17519365"/>
              <a:gd name="csX7" fmla="*/ 1517173 w 3829559"/>
              <a:gd name="csY7" fmla="*/ 2328661 h 17519365"/>
              <a:gd name="csX8" fmla="*/ 3085962 w 3829559"/>
              <a:gd name="csY8" fmla="*/ 6215146 h 17519365"/>
              <a:gd name="csX0" fmla="*/ 3085962 w 3829559"/>
              <a:gd name="csY0" fmla="*/ 6215146 h 17519365"/>
              <a:gd name="csX1" fmla="*/ 3809573 w 3829559"/>
              <a:gd name="csY1" fmla="*/ 12005814 h 17519365"/>
              <a:gd name="csX2" fmla="*/ 2440501 w 3829559"/>
              <a:gd name="csY2" fmla="*/ 16224311 h 17519365"/>
              <a:gd name="csX3" fmla="*/ 741462 w 3829559"/>
              <a:gd name="csY3" fmla="*/ 17112929 h 17519365"/>
              <a:gd name="csX4" fmla="*/ 289929 w 3829559"/>
              <a:gd name="csY4" fmla="*/ 11361322 h 17519365"/>
              <a:gd name="csX5" fmla="*/ 64162 w 3829559"/>
              <a:gd name="csY5" fmla="*/ 5238642 h 17519365"/>
              <a:gd name="csX6" fmla="*/ 1445174 w 3829559"/>
              <a:gd name="csY6" fmla="*/ 84873 h 17519365"/>
              <a:gd name="csX7" fmla="*/ 1517173 w 3829559"/>
              <a:gd name="csY7" fmla="*/ 2328661 h 17519365"/>
              <a:gd name="csX8" fmla="*/ 3085962 w 3829559"/>
              <a:gd name="csY8" fmla="*/ 6215146 h 17519365"/>
              <a:gd name="csX0" fmla="*/ 3085962 w 3829559"/>
              <a:gd name="csY0" fmla="*/ 6215146 h 17519365"/>
              <a:gd name="csX1" fmla="*/ 3809573 w 3829559"/>
              <a:gd name="csY1" fmla="*/ 12005814 h 17519365"/>
              <a:gd name="csX2" fmla="*/ 2440501 w 3829559"/>
              <a:gd name="csY2" fmla="*/ 16224311 h 17519365"/>
              <a:gd name="csX3" fmla="*/ 741462 w 3829559"/>
              <a:gd name="csY3" fmla="*/ 17112929 h 17519365"/>
              <a:gd name="csX4" fmla="*/ 289929 w 3829559"/>
              <a:gd name="csY4" fmla="*/ 11361322 h 17519365"/>
              <a:gd name="csX5" fmla="*/ 64162 w 3829559"/>
              <a:gd name="csY5" fmla="*/ 5238642 h 17519365"/>
              <a:gd name="csX6" fmla="*/ 1445174 w 3829559"/>
              <a:gd name="csY6" fmla="*/ 84873 h 17519365"/>
              <a:gd name="csX7" fmla="*/ 1517173 w 3829559"/>
              <a:gd name="csY7" fmla="*/ 2328661 h 17519365"/>
              <a:gd name="csX8" fmla="*/ 3085962 w 3829559"/>
              <a:gd name="csY8" fmla="*/ 6215146 h 17519365"/>
              <a:gd name="csX0" fmla="*/ 3085962 w 3829559"/>
              <a:gd name="csY0" fmla="*/ 6166200 h 17470419"/>
              <a:gd name="csX1" fmla="*/ 3809573 w 3829559"/>
              <a:gd name="csY1" fmla="*/ 11956868 h 17470419"/>
              <a:gd name="csX2" fmla="*/ 2440501 w 3829559"/>
              <a:gd name="csY2" fmla="*/ 16175365 h 17470419"/>
              <a:gd name="csX3" fmla="*/ 741462 w 3829559"/>
              <a:gd name="csY3" fmla="*/ 17063983 h 17470419"/>
              <a:gd name="csX4" fmla="*/ 289929 w 3829559"/>
              <a:gd name="csY4" fmla="*/ 11312376 h 17470419"/>
              <a:gd name="csX5" fmla="*/ 64162 w 3829559"/>
              <a:gd name="csY5" fmla="*/ 5189696 h 17470419"/>
              <a:gd name="csX6" fmla="*/ 1445174 w 3829559"/>
              <a:gd name="csY6" fmla="*/ 35927 h 17470419"/>
              <a:gd name="csX7" fmla="*/ 1517173 w 3829559"/>
              <a:gd name="csY7" fmla="*/ 2279715 h 17470419"/>
              <a:gd name="csX8" fmla="*/ 3085962 w 3829559"/>
              <a:gd name="csY8" fmla="*/ 6166200 h 17470419"/>
              <a:gd name="csX0" fmla="*/ 3518558 w 4262155"/>
              <a:gd name="csY0" fmla="*/ 8914932 h 20219151"/>
              <a:gd name="csX1" fmla="*/ 4242169 w 4262155"/>
              <a:gd name="csY1" fmla="*/ 14705600 h 20219151"/>
              <a:gd name="csX2" fmla="*/ 2873097 w 4262155"/>
              <a:gd name="csY2" fmla="*/ 18924097 h 20219151"/>
              <a:gd name="csX3" fmla="*/ 1174058 w 4262155"/>
              <a:gd name="csY3" fmla="*/ 19812715 h 20219151"/>
              <a:gd name="csX4" fmla="*/ 722525 w 4262155"/>
              <a:gd name="csY4" fmla="*/ 14061108 h 20219151"/>
              <a:gd name="csX5" fmla="*/ 496758 w 4262155"/>
              <a:gd name="csY5" fmla="*/ 7938428 h 20219151"/>
              <a:gd name="csX6" fmla="*/ 163270 w 4262155"/>
              <a:gd name="csY6" fmla="*/ 22409 h 20219151"/>
              <a:gd name="csX7" fmla="*/ 1949769 w 4262155"/>
              <a:gd name="csY7" fmla="*/ 5028447 h 20219151"/>
              <a:gd name="csX8" fmla="*/ 3518558 w 4262155"/>
              <a:gd name="csY8" fmla="*/ 8914932 h 20219151"/>
              <a:gd name="csX0" fmla="*/ 4597752 w 5341349"/>
              <a:gd name="csY0" fmla="*/ 8898040 h 20202259"/>
              <a:gd name="csX1" fmla="*/ 5321363 w 5341349"/>
              <a:gd name="csY1" fmla="*/ 14688708 h 20202259"/>
              <a:gd name="csX2" fmla="*/ 3952291 w 5341349"/>
              <a:gd name="csY2" fmla="*/ 18907205 h 20202259"/>
              <a:gd name="csX3" fmla="*/ 2253252 w 5341349"/>
              <a:gd name="csY3" fmla="*/ 19795823 h 20202259"/>
              <a:gd name="csX4" fmla="*/ 1801719 w 5341349"/>
              <a:gd name="csY4" fmla="*/ 14044216 h 20202259"/>
              <a:gd name="csX5" fmla="*/ 13852 w 5341349"/>
              <a:gd name="csY5" fmla="*/ 6016536 h 20202259"/>
              <a:gd name="csX6" fmla="*/ 1242464 w 5341349"/>
              <a:gd name="csY6" fmla="*/ 5517 h 20202259"/>
              <a:gd name="csX7" fmla="*/ 3028963 w 5341349"/>
              <a:gd name="csY7" fmla="*/ 5011555 h 20202259"/>
              <a:gd name="csX8" fmla="*/ 4597752 w 5341349"/>
              <a:gd name="csY8" fmla="*/ 8898040 h 20202259"/>
              <a:gd name="csX0" fmla="*/ 4716465 w 5460062"/>
              <a:gd name="csY0" fmla="*/ 8898040 h 20202259"/>
              <a:gd name="csX1" fmla="*/ 5440076 w 5460062"/>
              <a:gd name="csY1" fmla="*/ 14688708 h 20202259"/>
              <a:gd name="csX2" fmla="*/ 4071004 w 5460062"/>
              <a:gd name="csY2" fmla="*/ 18907205 h 20202259"/>
              <a:gd name="csX3" fmla="*/ 2371965 w 5460062"/>
              <a:gd name="csY3" fmla="*/ 19795823 h 20202259"/>
              <a:gd name="csX4" fmla="*/ 110682 w 5460062"/>
              <a:gd name="csY4" fmla="*/ 15968266 h 20202259"/>
              <a:gd name="csX5" fmla="*/ 132565 w 5460062"/>
              <a:gd name="csY5" fmla="*/ 6016536 h 20202259"/>
              <a:gd name="csX6" fmla="*/ 1361177 w 5460062"/>
              <a:gd name="csY6" fmla="*/ 5517 h 20202259"/>
              <a:gd name="csX7" fmla="*/ 3147676 w 5460062"/>
              <a:gd name="csY7" fmla="*/ 5011555 h 20202259"/>
              <a:gd name="csX8" fmla="*/ 4716465 w 5460062"/>
              <a:gd name="csY8" fmla="*/ 8898040 h 20202259"/>
              <a:gd name="csX0" fmla="*/ 4716465 w 5460062"/>
              <a:gd name="csY0" fmla="*/ 8898040 h 20420006"/>
              <a:gd name="csX1" fmla="*/ 5440076 w 5460062"/>
              <a:gd name="csY1" fmla="*/ 14688708 h 20420006"/>
              <a:gd name="csX2" fmla="*/ 4071004 w 5460062"/>
              <a:gd name="csY2" fmla="*/ 18907205 h 20420006"/>
              <a:gd name="csX3" fmla="*/ 1571865 w 5460062"/>
              <a:gd name="csY3" fmla="*/ 20100627 h 20420006"/>
              <a:gd name="csX4" fmla="*/ 110682 w 5460062"/>
              <a:gd name="csY4" fmla="*/ 15968266 h 20420006"/>
              <a:gd name="csX5" fmla="*/ 132565 w 5460062"/>
              <a:gd name="csY5" fmla="*/ 6016536 h 20420006"/>
              <a:gd name="csX6" fmla="*/ 1361177 w 5460062"/>
              <a:gd name="csY6" fmla="*/ 5517 h 20420006"/>
              <a:gd name="csX7" fmla="*/ 3147676 w 5460062"/>
              <a:gd name="csY7" fmla="*/ 5011555 h 20420006"/>
              <a:gd name="csX8" fmla="*/ 4716465 w 5460062"/>
              <a:gd name="csY8" fmla="*/ 8898040 h 20420006"/>
              <a:gd name="csX0" fmla="*/ 8609562 w 9353159"/>
              <a:gd name="csY0" fmla="*/ 8898040 h 20420006"/>
              <a:gd name="csX1" fmla="*/ 9333173 w 9353159"/>
              <a:gd name="csY1" fmla="*/ 14688708 h 20420006"/>
              <a:gd name="csX2" fmla="*/ 7964101 w 9353159"/>
              <a:gd name="csY2" fmla="*/ 18907205 h 20420006"/>
              <a:gd name="csX3" fmla="*/ 5464962 w 9353159"/>
              <a:gd name="csY3" fmla="*/ 20100627 h 20420006"/>
              <a:gd name="csX4" fmla="*/ 3279 w 9353159"/>
              <a:gd name="csY4" fmla="*/ 16958866 h 20420006"/>
              <a:gd name="csX5" fmla="*/ 4025662 w 9353159"/>
              <a:gd name="csY5" fmla="*/ 6016536 h 20420006"/>
              <a:gd name="csX6" fmla="*/ 5254274 w 9353159"/>
              <a:gd name="csY6" fmla="*/ 5517 h 20420006"/>
              <a:gd name="csX7" fmla="*/ 7040773 w 9353159"/>
              <a:gd name="csY7" fmla="*/ 5011555 h 20420006"/>
              <a:gd name="csX8" fmla="*/ 8609562 w 9353159"/>
              <a:gd name="csY8" fmla="*/ 8898040 h 20420006"/>
              <a:gd name="csX0" fmla="*/ 8716965 w 9460562"/>
              <a:gd name="csY0" fmla="*/ 8894840 h 20416806"/>
              <a:gd name="csX1" fmla="*/ 9440576 w 9460562"/>
              <a:gd name="csY1" fmla="*/ 14685508 h 20416806"/>
              <a:gd name="csX2" fmla="*/ 8071504 w 9460562"/>
              <a:gd name="csY2" fmla="*/ 18904005 h 20416806"/>
              <a:gd name="csX3" fmla="*/ 5572365 w 9460562"/>
              <a:gd name="csY3" fmla="*/ 20097427 h 20416806"/>
              <a:gd name="csX4" fmla="*/ 110682 w 9460562"/>
              <a:gd name="csY4" fmla="*/ 16955666 h 20416806"/>
              <a:gd name="csX5" fmla="*/ 132565 w 9460562"/>
              <a:gd name="csY5" fmla="*/ 4413139 h 20416806"/>
              <a:gd name="csX6" fmla="*/ 5361677 w 9460562"/>
              <a:gd name="csY6" fmla="*/ 2317 h 20416806"/>
              <a:gd name="csX7" fmla="*/ 7148176 w 9460562"/>
              <a:gd name="csY7" fmla="*/ 5008355 h 20416806"/>
              <a:gd name="csX8" fmla="*/ 8716965 w 9460562"/>
              <a:gd name="csY8" fmla="*/ 8894840 h 20416806"/>
              <a:gd name="csX0" fmla="*/ 8716965 w 9460562"/>
              <a:gd name="csY0" fmla="*/ 8894840 h 20420932"/>
              <a:gd name="csX1" fmla="*/ 9440576 w 9460562"/>
              <a:gd name="csY1" fmla="*/ 14685508 h 20420932"/>
              <a:gd name="csX2" fmla="*/ 8071504 w 9460562"/>
              <a:gd name="csY2" fmla="*/ 18904005 h 20420932"/>
              <a:gd name="csX3" fmla="*/ 5572365 w 9460562"/>
              <a:gd name="csY3" fmla="*/ 20097427 h 20420932"/>
              <a:gd name="csX4" fmla="*/ 110682 w 9460562"/>
              <a:gd name="csY4" fmla="*/ 16955666 h 20420932"/>
              <a:gd name="csX5" fmla="*/ 132565 w 9460562"/>
              <a:gd name="csY5" fmla="*/ 4413139 h 20420932"/>
              <a:gd name="csX6" fmla="*/ 5361677 w 9460562"/>
              <a:gd name="csY6" fmla="*/ 2317 h 20420932"/>
              <a:gd name="csX7" fmla="*/ 7148176 w 9460562"/>
              <a:gd name="csY7" fmla="*/ 5008355 h 20420932"/>
              <a:gd name="csX8" fmla="*/ 8716965 w 9460562"/>
              <a:gd name="csY8" fmla="*/ 8894840 h 20420932"/>
              <a:gd name="csX0" fmla="*/ 8716965 w 9460562"/>
              <a:gd name="csY0" fmla="*/ 8894840 h 20294154"/>
              <a:gd name="csX1" fmla="*/ 9440576 w 9460562"/>
              <a:gd name="csY1" fmla="*/ 14685508 h 20294154"/>
              <a:gd name="csX2" fmla="*/ 8071504 w 9460562"/>
              <a:gd name="csY2" fmla="*/ 18904005 h 20294154"/>
              <a:gd name="csX3" fmla="*/ 5572365 w 9460562"/>
              <a:gd name="csY3" fmla="*/ 20097427 h 20294154"/>
              <a:gd name="csX4" fmla="*/ 110682 w 9460562"/>
              <a:gd name="csY4" fmla="*/ 16955666 h 20294154"/>
              <a:gd name="csX5" fmla="*/ 132565 w 9460562"/>
              <a:gd name="csY5" fmla="*/ 4413139 h 20294154"/>
              <a:gd name="csX6" fmla="*/ 5361677 w 9460562"/>
              <a:gd name="csY6" fmla="*/ 2317 h 20294154"/>
              <a:gd name="csX7" fmla="*/ 7148176 w 9460562"/>
              <a:gd name="csY7" fmla="*/ 5008355 h 20294154"/>
              <a:gd name="csX8" fmla="*/ 8716965 w 9460562"/>
              <a:gd name="csY8" fmla="*/ 8894840 h 20294154"/>
              <a:gd name="csX0" fmla="*/ 8716965 w 9460562"/>
              <a:gd name="csY0" fmla="*/ 8894840 h 20094429"/>
              <a:gd name="csX1" fmla="*/ 9440576 w 9460562"/>
              <a:gd name="csY1" fmla="*/ 14685508 h 20094429"/>
              <a:gd name="csX2" fmla="*/ 8071504 w 9460562"/>
              <a:gd name="csY2" fmla="*/ 18904005 h 20094429"/>
              <a:gd name="csX3" fmla="*/ 3743565 w 9460562"/>
              <a:gd name="csY3" fmla="*/ 19868828 h 20094429"/>
              <a:gd name="csX4" fmla="*/ 110682 w 9460562"/>
              <a:gd name="csY4" fmla="*/ 16955666 h 20094429"/>
              <a:gd name="csX5" fmla="*/ 132565 w 9460562"/>
              <a:gd name="csY5" fmla="*/ 4413139 h 20094429"/>
              <a:gd name="csX6" fmla="*/ 5361677 w 9460562"/>
              <a:gd name="csY6" fmla="*/ 2317 h 20094429"/>
              <a:gd name="csX7" fmla="*/ 7148176 w 9460562"/>
              <a:gd name="csY7" fmla="*/ 5008355 h 20094429"/>
              <a:gd name="csX8" fmla="*/ 8716965 w 9460562"/>
              <a:gd name="csY8" fmla="*/ 8894840 h 20094429"/>
              <a:gd name="csX0" fmla="*/ 9936140 w 10679737"/>
              <a:gd name="csY0" fmla="*/ 8903491 h 20103080"/>
              <a:gd name="csX1" fmla="*/ 10659751 w 10679737"/>
              <a:gd name="csY1" fmla="*/ 14694159 h 20103080"/>
              <a:gd name="csX2" fmla="*/ 9290679 w 10679737"/>
              <a:gd name="csY2" fmla="*/ 18912656 h 20103080"/>
              <a:gd name="csX3" fmla="*/ 4962740 w 10679737"/>
              <a:gd name="csY3" fmla="*/ 19877479 h 20103080"/>
              <a:gd name="csX4" fmla="*/ 1329857 w 10679737"/>
              <a:gd name="csY4" fmla="*/ 16964317 h 20103080"/>
              <a:gd name="csX5" fmla="*/ 18239 w 10679737"/>
              <a:gd name="csY5" fmla="*/ 3812193 h 20103080"/>
              <a:gd name="csX6" fmla="*/ 6580852 w 10679737"/>
              <a:gd name="csY6" fmla="*/ 10968 h 20103080"/>
              <a:gd name="csX7" fmla="*/ 8367351 w 10679737"/>
              <a:gd name="csY7" fmla="*/ 5017006 h 20103080"/>
              <a:gd name="csX8" fmla="*/ 9936140 w 10679737"/>
              <a:gd name="csY8" fmla="*/ 8903491 h 20103080"/>
              <a:gd name="csX0" fmla="*/ 9984916 w 10728513"/>
              <a:gd name="csY0" fmla="*/ 8903491 h 19963253"/>
              <a:gd name="csX1" fmla="*/ 10708527 w 10728513"/>
              <a:gd name="csY1" fmla="*/ 14694159 h 19963253"/>
              <a:gd name="csX2" fmla="*/ 9339455 w 10728513"/>
              <a:gd name="csY2" fmla="*/ 18912656 h 19963253"/>
              <a:gd name="csX3" fmla="*/ 5011516 w 10728513"/>
              <a:gd name="csY3" fmla="*/ 19877479 h 19963253"/>
              <a:gd name="csX4" fmla="*/ 273736 w 10728513"/>
              <a:gd name="csY4" fmla="*/ 17307219 h 19963253"/>
              <a:gd name="csX5" fmla="*/ 67015 w 10728513"/>
              <a:gd name="csY5" fmla="*/ 3812193 h 19963253"/>
              <a:gd name="csX6" fmla="*/ 6629628 w 10728513"/>
              <a:gd name="csY6" fmla="*/ 10968 h 19963253"/>
              <a:gd name="csX7" fmla="*/ 8416127 w 10728513"/>
              <a:gd name="csY7" fmla="*/ 5017006 h 19963253"/>
              <a:gd name="csX8" fmla="*/ 9984916 w 10728513"/>
              <a:gd name="csY8" fmla="*/ 8903491 h 199632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0728513" h="19963253">
                <a:moveTo>
                  <a:pt x="9984916" y="8903491"/>
                </a:moveTo>
                <a:cubicBezTo>
                  <a:pt x="10439343" y="10836969"/>
                  <a:pt x="10821410" y="12936452"/>
                  <a:pt x="10708527" y="14694159"/>
                </a:cubicBezTo>
                <a:cubicBezTo>
                  <a:pt x="10598538" y="16442101"/>
                  <a:pt x="10288957" y="18048769"/>
                  <a:pt x="9339455" y="18912656"/>
                </a:cubicBezTo>
                <a:cubicBezTo>
                  <a:pt x="8389953" y="19776543"/>
                  <a:pt x="6522469" y="20145052"/>
                  <a:pt x="5011516" y="19877479"/>
                </a:cubicBezTo>
                <a:cubicBezTo>
                  <a:pt x="3500563" y="19609906"/>
                  <a:pt x="403986" y="19621533"/>
                  <a:pt x="273736" y="17307219"/>
                </a:cubicBezTo>
                <a:cubicBezTo>
                  <a:pt x="140591" y="15002670"/>
                  <a:pt x="-124018" y="5540605"/>
                  <a:pt x="67015" y="3812193"/>
                </a:cubicBezTo>
                <a:cubicBezTo>
                  <a:pt x="132556" y="2415385"/>
                  <a:pt x="5238109" y="-189834"/>
                  <a:pt x="6629628" y="10968"/>
                </a:cubicBezTo>
                <a:cubicBezTo>
                  <a:pt x="8021147" y="211770"/>
                  <a:pt x="7856912" y="3534919"/>
                  <a:pt x="8416127" y="5017006"/>
                </a:cubicBezTo>
                <a:cubicBezTo>
                  <a:pt x="8975342" y="6499093"/>
                  <a:pt x="9533382" y="6970014"/>
                  <a:pt x="9984916" y="8903491"/>
                </a:cubicBezTo>
                <a:close/>
              </a:path>
            </a:pathLst>
          </a:custGeom>
          <a:solidFill>
            <a:schemeClr val="accent4">
              <a:lumMod val="60000"/>
              <a:lumOff val="40000"/>
            </a:schemeClr>
          </a:solidFill>
          <a:ln w="28908" cap="flat">
            <a:noFill/>
            <a:prstDash val="solid"/>
            <a:miter/>
          </a:ln>
        </p:spPr>
        <p:txBody>
          <a:bodyPr/>
          <a:lstStyle/>
          <a:p>
            <a:endParaRPr lang="en-US">
              <a:noFill/>
            </a:endParaRPr>
          </a:p>
        </p:txBody>
      </p:sp>
      <p:sp>
        <p:nvSpPr>
          <p:cNvPr id="5" name="Graphic 129">
            <a:extLst>
              <a:ext uri="{FF2B5EF4-FFF2-40B4-BE49-F238E27FC236}">
                <a16:creationId xmlns:a16="http://schemas.microsoft.com/office/drawing/2014/main" id="{AE3D91DD-C3DD-A523-02E2-ECF917E1753C}"/>
              </a:ext>
            </a:extLst>
          </p:cNvPr>
          <p:cNvSpPr/>
          <p:nvPr/>
        </p:nvSpPr>
        <p:spPr>
          <a:xfrm rot="16200000">
            <a:off x="1944444" y="902919"/>
            <a:ext cx="9709043" cy="18740383"/>
          </a:xfrm>
          <a:custGeom>
            <a:avLst/>
            <a:gdLst>
              <a:gd name="csX0" fmla="*/ 714496 w 977405"/>
              <a:gd name="csY0" fmla="*/ 349032 h 1125362"/>
              <a:gd name="csX1" fmla="*/ 977386 w 977405"/>
              <a:gd name="csY1" fmla="*/ 710982 h 1125362"/>
              <a:gd name="csX2" fmla="*/ 679254 w 977405"/>
              <a:gd name="csY2" fmla="*/ 1034832 h 1125362"/>
              <a:gd name="csX3" fmla="*/ 229674 w 977405"/>
              <a:gd name="csY3" fmla="*/ 1087220 h 1125362"/>
              <a:gd name="csX4" fmla="*/ 84894 w 977405"/>
              <a:gd name="csY4" fmla="*/ 635735 h 1125362"/>
              <a:gd name="csX5" fmla="*/ 19171 w 977405"/>
              <a:gd name="csY5" fmla="*/ 154722 h 1125362"/>
              <a:gd name="csX6" fmla="*/ 395409 w 977405"/>
              <a:gd name="csY6" fmla="*/ 14705 h 1125362"/>
              <a:gd name="csX7" fmla="*/ 714496 w 977405"/>
              <a:gd name="csY7" fmla="*/ 349032 h 1125362"/>
              <a:gd name="csX0" fmla="*/ 714397 w 977405"/>
              <a:gd name="csY0" fmla="*/ 348932 h 1125363"/>
              <a:gd name="csX1" fmla="*/ 977287 w 977405"/>
              <a:gd name="csY1" fmla="*/ 710882 h 1125363"/>
              <a:gd name="csX2" fmla="*/ 679155 w 977405"/>
              <a:gd name="csY2" fmla="*/ 1034732 h 1125363"/>
              <a:gd name="csX3" fmla="*/ 229575 w 977405"/>
              <a:gd name="csY3" fmla="*/ 1087120 h 1125363"/>
              <a:gd name="csX4" fmla="*/ 84795 w 977405"/>
              <a:gd name="csY4" fmla="*/ 635635 h 1125363"/>
              <a:gd name="csX5" fmla="*/ 19072 w 977405"/>
              <a:gd name="csY5" fmla="*/ 154622 h 1125363"/>
              <a:gd name="csX6" fmla="*/ 395310 w 977405"/>
              <a:gd name="csY6" fmla="*/ 14605 h 1125363"/>
              <a:gd name="csX7" fmla="*/ 714397 w 977405"/>
              <a:gd name="csY7" fmla="*/ 348932 h 1125363"/>
              <a:gd name="csX0" fmla="*/ 1954611 w 2217619"/>
              <a:gd name="csY0" fmla="*/ 953674 h 1730105"/>
              <a:gd name="csX1" fmla="*/ 2217501 w 2217619"/>
              <a:gd name="csY1" fmla="*/ 1315624 h 1730105"/>
              <a:gd name="csX2" fmla="*/ 1919369 w 2217619"/>
              <a:gd name="csY2" fmla="*/ 1639474 h 1730105"/>
              <a:gd name="csX3" fmla="*/ 1469789 w 2217619"/>
              <a:gd name="csY3" fmla="*/ 1691862 h 1730105"/>
              <a:gd name="csX4" fmla="*/ 1325009 w 2217619"/>
              <a:gd name="csY4" fmla="*/ 1240377 h 1730105"/>
              <a:gd name="csX5" fmla="*/ 1667 w 2217619"/>
              <a:gd name="csY5" fmla="*/ 14189 h 1730105"/>
              <a:gd name="csX6" fmla="*/ 1635524 w 2217619"/>
              <a:gd name="csY6" fmla="*/ 619347 h 1730105"/>
              <a:gd name="csX7" fmla="*/ 1954611 w 2217619"/>
              <a:gd name="csY7" fmla="*/ 953674 h 1730105"/>
              <a:gd name="csX0" fmla="*/ 1955732 w 2218740"/>
              <a:gd name="csY0" fmla="*/ 970158 h 1746589"/>
              <a:gd name="csX1" fmla="*/ 2218622 w 2218740"/>
              <a:gd name="csY1" fmla="*/ 1332108 h 1746589"/>
              <a:gd name="csX2" fmla="*/ 1920490 w 2218740"/>
              <a:gd name="csY2" fmla="*/ 1655958 h 1746589"/>
              <a:gd name="csX3" fmla="*/ 1470910 w 2218740"/>
              <a:gd name="csY3" fmla="*/ 1708346 h 1746589"/>
              <a:gd name="csX4" fmla="*/ 1326130 w 2218740"/>
              <a:gd name="csY4" fmla="*/ 1256861 h 1746589"/>
              <a:gd name="csX5" fmla="*/ 2788 w 2218740"/>
              <a:gd name="csY5" fmla="*/ 30673 h 1746589"/>
              <a:gd name="csX6" fmla="*/ 819250 w 2218740"/>
              <a:gd name="csY6" fmla="*/ 396116 h 1746589"/>
              <a:gd name="csX7" fmla="*/ 1636645 w 2218740"/>
              <a:gd name="csY7" fmla="*/ 635831 h 1746589"/>
              <a:gd name="csX8" fmla="*/ 1955732 w 2218740"/>
              <a:gd name="csY8" fmla="*/ 970158 h 1746589"/>
              <a:gd name="csX0" fmla="*/ 1955732 w 2218740"/>
              <a:gd name="csY0" fmla="*/ 970158 h 1746589"/>
              <a:gd name="csX1" fmla="*/ 2218622 w 2218740"/>
              <a:gd name="csY1" fmla="*/ 1332108 h 1746589"/>
              <a:gd name="csX2" fmla="*/ 1920490 w 2218740"/>
              <a:gd name="csY2" fmla="*/ 1655958 h 1746589"/>
              <a:gd name="csX3" fmla="*/ 1470910 w 2218740"/>
              <a:gd name="csY3" fmla="*/ 1708346 h 1746589"/>
              <a:gd name="csX4" fmla="*/ 1326130 w 2218740"/>
              <a:gd name="csY4" fmla="*/ 1256861 h 1746589"/>
              <a:gd name="csX5" fmla="*/ 2788 w 2218740"/>
              <a:gd name="csY5" fmla="*/ 30673 h 1746589"/>
              <a:gd name="csX6" fmla="*/ 819250 w 2218740"/>
              <a:gd name="csY6" fmla="*/ 396116 h 1746589"/>
              <a:gd name="csX7" fmla="*/ 1636645 w 2218740"/>
              <a:gd name="csY7" fmla="*/ 635831 h 1746589"/>
              <a:gd name="csX8" fmla="*/ 1955732 w 2218740"/>
              <a:gd name="csY8" fmla="*/ 970158 h 1746589"/>
              <a:gd name="csX0" fmla="*/ 1956297 w 2219305"/>
              <a:gd name="csY0" fmla="*/ 975663 h 1752094"/>
              <a:gd name="csX1" fmla="*/ 2219187 w 2219305"/>
              <a:gd name="csY1" fmla="*/ 1337613 h 1752094"/>
              <a:gd name="csX2" fmla="*/ 1921055 w 2219305"/>
              <a:gd name="csY2" fmla="*/ 1661463 h 1752094"/>
              <a:gd name="csX3" fmla="*/ 1471475 w 2219305"/>
              <a:gd name="csY3" fmla="*/ 1713851 h 1752094"/>
              <a:gd name="csX4" fmla="*/ 1326695 w 2219305"/>
              <a:gd name="csY4" fmla="*/ 1262366 h 1752094"/>
              <a:gd name="csX5" fmla="*/ 3353 w 2219305"/>
              <a:gd name="csY5" fmla="*/ 36178 h 1752094"/>
              <a:gd name="csX6" fmla="*/ 819815 w 2219305"/>
              <a:gd name="csY6" fmla="*/ 401621 h 1752094"/>
              <a:gd name="csX7" fmla="*/ 1637210 w 2219305"/>
              <a:gd name="csY7" fmla="*/ 641336 h 1752094"/>
              <a:gd name="csX8" fmla="*/ 1956297 w 2219305"/>
              <a:gd name="csY8" fmla="*/ 975663 h 1752094"/>
              <a:gd name="csX0" fmla="*/ 1525771 w 1788779"/>
              <a:gd name="csY0" fmla="*/ 1078795 h 1855226"/>
              <a:gd name="csX1" fmla="*/ 1788661 w 1788779"/>
              <a:gd name="csY1" fmla="*/ 1440745 h 1855226"/>
              <a:gd name="csX2" fmla="*/ 1490529 w 1788779"/>
              <a:gd name="csY2" fmla="*/ 1764595 h 1855226"/>
              <a:gd name="csX3" fmla="*/ 1040949 w 1788779"/>
              <a:gd name="csY3" fmla="*/ 1816983 h 1855226"/>
              <a:gd name="csX4" fmla="*/ 896169 w 1788779"/>
              <a:gd name="csY4" fmla="*/ 1365498 h 1855226"/>
              <a:gd name="csX5" fmla="*/ 6489 w 1788779"/>
              <a:gd name="csY5" fmla="*/ 25914 h 1855226"/>
              <a:gd name="csX6" fmla="*/ 389289 w 1788779"/>
              <a:gd name="csY6" fmla="*/ 504753 h 1855226"/>
              <a:gd name="csX7" fmla="*/ 1206684 w 1788779"/>
              <a:gd name="csY7" fmla="*/ 744468 h 1855226"/>
              <a:gd name="csX8" fmla="*/ 1525771 w 1788779"/>
              <a:gd name="csY8" fmla="*/ 1078795 h 1855226"/>
              <a:gd name="csX0" fmla="*/ 1525771 w 1788779"/>
              <a:gd name="csY0" fmla="*/ 1078795 h 1855226"/>
              <a:gd name="csX1" fmla="*/ 1788661 w 1788779"/>
              <a:gd name="csY1" fmla="*/ 1440745 h 1855226"/>
              <a:gd name="csX2" fmla="*/ 1490529 w 1788779"/>
              <a:gd name="csY2" fmla="*/ 1764595 h 1855226"/>
              <a:gd name="csX3" fmla="*/ 1040949 w 1788779"/>
              <a:gd name="csY3" fmla="*/ 1816983 h 1855226"/>
              <a:gd name="csX4" fmla="*/ 896169 w 1788779"/>
              <a:gd name="csY4" fmla="*/ 1365498 h 1855226"/>
              <a:gd name="csX5" fmla="*/ 6489 w 1788779"/>
              <a:gd name="csY5" fmla="*/ 25914 h 1855226"/>
              <a:gd name="csX6" fmla="*/ 389289 w 1788779"/>
              <a:gd name="csY6" fmla="*/ 504753 h 1855226"/>
              <a:gd name="csX7" fmla="*/ 1206684 w 1788779"/>
              <a:gd name="csY7" fmla="*/ 744468 h 1855226"/>
              <a:gd name="csX8" fmla="*/ 1525771 w 1788779"/>
              <a:gd name="csY8" fmla="*/ 1078795 h 1855226"/>
              <a:gd name="csX0" fmla="*/ 1681014 w 1944022"/>
              <a:gd name="csY0" fmla="*/ 1076515 h 1852946"/>
              <a:gd name="csX1" fmla="*/ 1943904 w 1944022"/>
              <a:gd name="csY1" fmla="*/ 1438465 h 1852946"/>
              <a:gd name="csX2" fmla="*/ 1645772 w 1944022"/>
              <a:gd name="csY2" fmla="*/ 1762315 h 1852946"/>
              <a:gd name="csX3" fmla="*/ 1196192 w 1944022"/>
              <a:gd name="csY3" fmla="*/ 1814703 h 1852946"/>
              <a:gd name="csX4" fmla="*/ 1051412 w 1944022"/>
              <a:gd name="csY4" fmla="*/ 1363218 h 1852946"/>
              <a:gd name="csX5" fmla="*/ 161732 w 1944022"/>
              <a:gd name="csY5" fmla="*/ 23634 h 1852946"/>
              <a:gd name="csX6" fmla="*/ 544532 w 1944022"/>
              <a:gd name="csY6" fmla="*/ 502473 h 1852946"/>
              <a:gd name="csX7" fmla="*/ 1361927 w 1944022"/>
              <a:gd name="csY7" fmla="*/ 742188 h 1852946"/>
              <a:gd name="csX8" fmla="*/ 1681014 w 1944022"/>
              <a:gd name="csY8" fmla="*/ 1076515 h 1852946"/>
              <a:gd name="csX0" fmla="*/ 4763267 w 5026275"/>
              <a:gd name="csY0" fmla="*/ 1053765 h 1830196"/>
              <a:gd name="csX1" fmla="*/ 5026157 w 5026275"/>
              <a:gd name="csY1" fmla="*/ 1415715 h 1830196"/>
              <a:gd name="csX2" fmla="*/ 4728025 w 5026275"/>
              <a:gd name="csY2" fmla="*/ 1739565 h 1830196"/>
              <a:gd name="csX3" fmla="*/ 4278445 w 5026275"/>
              <a:gd name="csY3" fmla="*/ 1791953 h 1830196"/>
              <a:gd name="csX4" fmla="*/ 4133665 w 5026275"/>
              <a:gd name="csY4" fmla="*/ 1340468 h 1830196"/>
              <a:gd name="csX5" fmla="*/ 5711 w 5026275"/>
              <a:gd name="csY5" fmla="*/ 609319 h 1830196"/>
              <a:gd name="csX6" fmla="*/ 3243985 w 5026275"/>
              <a:gd name="csY6" fmla="*/ 884 h 1830196"/>
              <a:gd name="csX7" fmla="*/ 3626785 w 5026275"/>
              <a:gd name="csY7" fmla="*/ 479723 h 1830196"/>
              <a:gd name="csX8" fmla="*/ 4444180 w 5026275"/>
              <a:gd name="csY8" fmla="*/ 719438 h 1830196"/>
              <a:gd name="csX9" fmla="*/ 4763267 w 5026275"/>
              <a:gd name="csY9" fmla="*/ 1053765 h 1830196"/>
              <a:gd name="csX0" fmla="*/ 4764215 w 5027223"/>
              <a:gd name="csY0" fmla="*/ 1037597 h 1814028"/>
              <a:gd name="csX1" fmla="*/ 5027105 w 5027223"/>
              <a:gd name="csY1" fmla="*/ 1399547 h 1814028"/>
              <a:gd name="csX2" fmla="*/ 4728973 w 5027223"/>
              <a:gd name="csY2" fmla="*/ 1723397 h 1814028"/>
              <a:gd name="csX3" fmla="*/ 4279393 w 5027223"/>
              <a:gd name="csY3" fmla="*/ 1775785 h 1814028"/>
              <a:gd name="csX4" fmla="*/ 4134613 w 5027223"/>
              <a:gd name="csY4" fmla="*/ 1324300 h 1814028"/>
              <a:gd name="csX5" fmla="*/ 6659 w 5027223"/>
              <a:gd name="csY5" fmla="*/ 593151 h 1814028"/>
              <a:gd name="csX6" fmla="*/ 2832954 w 5027223"/>
              <a:gd name="csY6" fmla="*/ 915 h 1814028"/>
              <a:gd name="csX7" fmla="*/ 3627733 w 5027223"/>
              <a:gd name="csY7" fmla="*/ 463555 h 1814028"/>
              <a:gd name="csX8" fmla="*/ 4445128 w 5027223"/>
              <a:gd name="csY8" fmla="*/ 703270 h 1814028"/>
              <a:gd name="csX9" fmla="*/ 4764215 w 5027223"/>
              <a:gd name="csY9" fmla="*/ 1037597 h 1814028"/>
              <a:gd name="csX0" fmla="*/ 4764046 w 5027054"/>
              <a:gd name="csY0" fmla="*/ 1045680 h 1822111"/>
              <a:gd name="csX1" fmla="*/ 5026936 w 5027054"/>
              <a:gd name="csY1" fmla="*/ 1407630 h 1822111"/>
              <a:gd name="csX2" fmla="*/ 4728804 w 5027054"/>
              <a:gd name="csY2" fmla="*/ 1731480 h 1822111"/>
              <a:gd name="csX3" fmla="*/ 4279224 w 5027054"/>
              <a:gd name="csY3" fmla="*/ 1783868 h 1822111"/>
              <a:gd name="csX4" fmla="*/ 4134444 w 5027054"/>
              <a:gd name="csY4" fmla="*/ 1332383 h 1822111"/>
              <a:gd name="csX5" fmla="*/ 6490 w 5027054"/>
              <a:gd name="csY5" fmla="*/ 601234 h 1822111"/>
              <a:gd name="csX6" fmla="*/ 2897834 w 5027054"/>
              <a:gd name="csY6" fmla="*/ 898 h 1822111"/>
              <a:gd name="csX7" fmla="*/ 3627564 w 5027054"/>
              <a:gd name="csY7" fmla="*/ 471638 h 1822111"/>
              <a:gd name="csX8" fmla="*/ 4444959 w 5027054"/>
              <a:gd name="csY8" fmla="*/ 711353 h 1822111"/>
              <a:gd name="csX9" fmla="*/ 4764046 w 5027054"/>
              <a:gd name="csY9" fmla="*/ 1045680 h 1822111"/>
              <a:gd name="csX0" fmla="*/ 5023732 w 5286740"/>
              <a:gd name="csY0" fmla="*/ 1044819 h 1821250"/>
              <a:gd name="csX1" fmla="*/ 5286622 w 5286740"/>
              <a:gd name="csY1" fmla="*/ 1406769 h 1821250"/>
              <a:gd name="csX2" fmla="*/ 4988490 w 5286740"/>
              <a:gd name="csY2" fmla="*/ 1730619 h 1821250"/>
              <a:gd name="csX3" fmla="*/ 4538910 w 5286740"/>
              <a:gd name="csY3" fmla="*/ 1783007 h 1821250"/>
              <a:gd name="csX4" fmla="*/ 4394130 w 5286740"/>
              <a:gd name="csY4" fmla="*/ 1331522 h 1821250"/>
              <a:gd name="csX5" fmla="*/ 5979 w 5286740"/>
              <a:gd name="csY5" fmla="*/ 450528 h 1821250"/>
              <a:gd name="csX6" fmla="*/ 3157520 w 5286740"/>
              <a:gd name="csY6" fmla="*/ 37 h 1821250"/>
              <a:gd name="csX7" fmla="*/ 3887250 w 5286740"/>
              <a:gd name="csY7" fmla="*/ 470777 h 1821250"/>
              <a:gd name="csX8" fmla="*/ 4704645 w 5286740"/>
              <a:gd name="csY8" fmla="*/ 710492 h 1821250"/>
              <a:gd name="csX9" fmla="*/ 5023732 w 5286740"/>
              <a:gd name="csY9" fmla="*/ 1044819 h 1821250"/>
              <a:gd name="csX0" fmla="*/ 5023732 w 5286740"/>
              <a:gd name="csY0" fmla="*/ 1044819 h 1821250"/>
              <a:gd name="csX1" fmla="*/ 5286622 w 5286740"/>
              <a:gd name="csY1" fmla="*/ 1406769 h 1821250"/>
              <a:gd name="csX2" fmla="*/ 4988490 w 5286740"/>
              <a:gd name="csY2" fmla="*/ 1730619 h 1821250"/>
              <a:gd name="csX3" fmla="*/ 4538910 w 5286740"/>
              <a:gd name="csY3" fmla="*/ 1783007 h 1821250"/>
              <a:gd name="csX4" fmla="*/ 4394130 w 5286740"/>
              <a:gd name="csY4" fmla="*/ 1331522 h 1821250"/>
              <a:gd name="csX5" fmla="*/ 5979 w 5286740"/>
              <a:gd name="csY5" fmla="*/ 450528 h 1821250"/>
              <a:gd name="csX6" fmla="*/ 3157520 w 5286740"/>
              <a:gd name="csY6" fmla="*/ 37 h 1821250"/>
              <a:gd name="csX7" fmla="*/ 3887250 w 5286740"/>
              <a:gd name="csY7" fmla="*/ 470777 h 1821250"/>
              <a:gd name="csX8" fmla="*/ 4704645 w 5286740"/>
              <a:gd name="csY8" fmla="*/ 710492 h 1821250"/>
              <a:gd name="csX9" fmla="*/ 5023732 w 5286740"/>
              <a:gd name="csY9" fmla="*/ 1044819 h 1821250"/>
              <a:gd name="csX0" fmla="*/ 5023732 w 5286740"/>
              <a:gd name="csY0" fmla="*/ 1044819 h 1821250"/>
              <a:gd name="csX1" fmla="*/ 5286622 w 5286740"/>
              <a:gd name="csY1" fmla="*/ 1406769 h 1821250"/>
              <a:gd name="csX2" fmla="*/ 4988490 w 5286740"/>
              <a:gd name="csY2" fmla="*/ 1730619 h 1821250"/>
              <a:gd name="csX3" fmla="*/ 4538910 w 5286740"/>
              <a:gd name="csY3" fmla="*/ 1783007 h 1821250"/>
              <a:gd name="csX4" fmla="*/ 4394130 w 5286740"/>
              <a:gd name="csY4" fmla="*/ 1331522 h 1821250"/>
              <a:gd name="csX5" fmla="*/ 5979 w 5286740"/>
              <a:gd name="csY5" fmla="*/ 450528 h 1821250"/>
              <a:gd name="csX6" fmla="*/ 3157520 w 5286740"/>
              <a:gd name="csY6" fmla="*/ 37 h 1821250"/>
              <a:gd name="csX7" fmla="*/ 3887250 w 5286740"/>
              <a:gd name="csY7" fmla="*/ 470777 h 1821250"/>
              <a:gd name="csX8" fmla="*/ 4704645 w 5286740"/>
              <a:gd name="csY8" fmla="*/ 710492 h 1821250"/>
              <a:gd name="csX9" fmla="*/ 5023732 w 5286740"/>
              <a:gd name="csY9" fmla="*/ 1044819 h 1821250"/>
              <a:gd name="csX0" fmla="*/ 5019151 w 5282159"/>
              <a:gd name="csY0" fmla="*/ 1044819 h 1821250"/>
              <a:gd name="csX1" fmla="*/ 5282041 w 5282159"/>
              <a:gd name="csY1" fmla="*/ 1406769 h 1821250"/>
              <a:gd name="csX2" fmla="*/ 4983909 w 5282159"/>
              <a:gd name="csY2" fmla="*/ 1730619 h 1821250"/>
              <a:gd name="csX3" fmla="*/ 4534329 w 5282159"/>
              <a:gd name="csY3" fmla="*/ 1783007 h 1821250"/>
              <a:gd name="csX4" fmla="*/ 4389549 w 5282159"/>
              <a:gd name="csY4" fmla="*/ 1331522 h 1821250"/>
              <a:gd name="csX5" fmla="*/ 1398 w 5282159"/>
              <a:gd name="csY5" fmla="*/ 450528 h 1821250"/>
              <a:gd name="csX6" fmla="*/ 3152939 w 5282159"/>
              <a:gd name="csY6" fmla="*/ 37 h 1821250"/>
              <a:gd name="csX7" fmla="*/ 3882669 w 5282159"/>
              <a:gd name="csY7" fmla="*/ 470777 h 1821250"/>
              <a:gd name="csX8" fmla="*/ 4700064 w 5282159"/>
              <a:gd name="csY8" fmla="*/ 710492 h 1821250"/>
              <a:gd name="csX9" fmla="*/ 5019151 w 5282159"/>
              <a:gd name="csY9" fmla="*/ 1044819 h 1821250"/>
              <a:gd name="csX0" fmla="*/ 5235949 w 5498957"/>
              <a:gd name="csY0" fmla="*/ 1044828 h 1794706"/>
              <a:gd name="csX1" fmla="*/ 5498839 w 5498957"/>
              <a:gd name="csY1" fmla="*/ 1406778 h 1794706"/>
              <a:gd name="csX2" fmla="*/ 5200707 w 5498957"/>
              <a:gd name="csY2" fmla="*/ 1730628 h 1794706"/>
              <a:gd name="csX3" fmla="*/ 4751127 w 5498957"/>
              <a:gd name="csY3" fmla="*/ 1783016 h 1794706"/>
              <a:gd name="csX4" fmla="*/ 378149 w 5498957"/>
              <a:gd name="csY4" fmla="*/ 1647420 h 1794706"/>
              <a:gd name="csX5" fmla="*/ 218196 w 5498957"/>
              <a:gd name="csY5" fmla="*/ 450537 h 1794706"/>
              <a:gd name="csX6" fmla="*/ 3369737 w 5498957"/>
              <a:gd name="csY6" fmla="*/ 46 h 1794706"/>
              <a:gd name="csX7" fmla="*/ 4099467 w 5498957"/>
              <a:gd name="csY7" fmla="*/ 470786 h 1794706"/>
              <a:gd name="csX8" fmla="*/ 4916862 w 5498957"/>
              <a:gd name="csY8" fmla="*/ 710501 h 1794706"/>
              <a:gd name="csX9" fmla="*/ 5235949 w 5498957"/>
              <a:gd name="csY9" fmla="*/ 1044828 h 1794706"/>
              <a:gd name="csX0" fmla="*/ 5235949 w 5498957"/>
              <a:gd name="csY0" fmla="*/ 1044828 h 1794706"/>
              <a:gd name="csX1" fmla="*/ 5498839 w 5498957"/>
              <a:gd name="csY1" fmla="*/ 1406778 h 1794706"/>
              <a:gd name="csX2" fmla="*/ 5200707 w 5498957"/>
              <a:gd name="csY2" fmla="*/ 1730628 h 1794706"/>
              <a:gd name="csX3" fmla="*/ 4751127 w 5498957"/>
              <a:gd name="csY3" fmla="*/ 1783016 h 1794706"/>
              <a:gd name="csX4" fmla="*/ 378149 w 5498957"/>
              <a:gd name="csY4" fmla="*/ 1647420 h 1794706"/>
              <a:gd name="csX5" fmla="*/ 218196 w 5498957"/>
              <a:gd name="csY5" fmla="*/ 450537 h 1794706"/>
              <a:gd name="csX6" fmla="*/ 3369737 w 5498957"/>
              <a:gd name="csY6" fmla="*/ 46 h 1794706"/>
              <a:gd name="csX7" fmla="*/ 4099467 w 5498957"/>
              <a:gd name="csY7" fmla="*/ 470786 h 1794706"/>
              <a:gd name="csX8" fmla="*/ 4916862 w 5498957"/>
              <a:gd name="csY8" fmla="*/ 710501 h 1794706"/>
              <a:gd name="csX9" fmla="*/ 5235949 w 5498957"/>
              <a:gd name="csY9" fmla="*/ 1044828 h 1794706"/>
              <a:gd name="csX0" fmla="*/ 5200285 w 5463293"/>
              <a:gd name="csY0" fmla="*/ 1044828 h 1799770"/>
              <a:gd name="csX1" fmla="*/ 5463175 w 5463293"/>
              <a:gd name="csY1" fmla="*/ 1406778 h 1799770"/>
              <a:gd name="csX2" fmla="*/ 5165043 w 5463293"/>
              <a:gd name="csY2" fmla="*/ 1730628 h 1799770"/>
              <a:gd name="csX3" fmla="*/ 4715463 w 5463293"/>
              <a:gd name="csY3" fmla="*/ 1783016 h 1799770"/>
              <a:gd name="csX4" fmla="*/ 342485 w 5463293"/>
              <a:gd name="csY4" fmla="*/ 1647420 h 1799770"/>
              <a:gd name="csX5" fmla="*/ 182532 w 5463293"/>
              <a:gd name="csY5" fmla="*/ 450537 h 1799770"/>
              <a:gd name="csX6" fmla="*/ 3334073 w 5463293"/>
              <a:gd name="csY6" fmla="*/ 46 h 1799770"/>
              <a:gd name="csX7" fmla="*/ 4063803 w 5463293"/>
              <a:gd name="csY7" fmla="*/ 470786 h 1799770"/>
              <a:gd name="csX8" fmla="*/ 4881198 w 5463293"/>
              <a:gd name="csY8" fmla="*/ 710501 h 1799770"/>
              <a:gd name="csX9" fmla="*/ 5200285 w 5463293"/>
              <a:gd name="csY9" fmla="*/ 1044828 h 1799770"/>
              <a:gd name="csX0" fmla="*/ 5200285 w 5463293"/>
              <a:gd name="csY0" fmla="*/ 1044828 h 1799770"/>
              <a:gd name="csX1" fmla="*/ 5463175 w 5463293"/>
              <a:gd name="csY1" fmla="*/ 1406778 h 1799770"/>
              <a:gd name="csX2" fmla="*/ 5165043 w 5463293"/>
              <a:gd name="csY2" fmla="*/ 1730628 h 1799770"/>
              <a:gd name="csX3" fmla="*/ 4715463 w 5463293"/>
              <a:gd name="csY3" fmla="*/ 1783016 h 1799770"/>
              <a:gd name="csX4" fmla="*/ 342485 w 5463293"/>
              <a:gd name="csY4" fmla="*/ 1647420 h 1799770"/>
              <a:gd name="csX5" fmla="*/ 182532 w 5463293"/>
              <a:gd name="csY5" fmla="*/ 450537 h 1799770"/>
              <a:gd name="csX6" fmla="*/ 3334073 w 5463293"/>
              <a:gd name="csY6" fmla="*/ 46 h 1799770"/>
              <a:gd name="csX7" fmla="*/ 4063803 w 5463293"/>
              <a:gd name="csY7" fmla="*/ 470786 h 1799770"/>
              <a:gd name="csX8" fmla="*/ 4881198 w 5463293"/>
              <a:gd name="csY8" fmla="*/ 710501 h 1799770"/>
              <a:gd name="csX9" fmla="*/ 5200285 w 5463293"/>
              <a:gd name="csY9" fmla="*/ 1044828 h 1799770"/>
              <a:gd name="csX0" fmla="*/ 5200285 w 5463293"/>
              <a:gd name="csY0" fmla="*/ 1044828 h 1799770"/>
              <a:gd name="csX1" fmla="*/ 5463175 w 5463293"/>
              <a:gd name="csY1" fmla="*/ 1406778 h 1799770"/>
              <a:gd name="csX2" fmla="*/ 5165043 w 5463293"/>
              <a:gd name="csY2" fmla="*/ 1730628 h 1799770"/>
              <a:gd name="csX3" fmla="*/ 4715463 w 5463293"/>
              <a:gd name="csY3" fmla="*/ 1783016 h 1799770"/>
              <a:gd name="csX4" fmla="*/ 342485 w 5463293"/>
              <a:gd name="csY4" fmla="*/ 1647420 h 1799770"/>
              <a:gd name="csX5" fmla="*/ 182532 w 5463293"/>
              <a:gd name="csY5" fmla="*/ 450537 h 1799770"/>
              <a:gd name="csX6" fmla="*/ 3334073 w 5463293"/>
              <a:gd name="csY6" fmla="*/ 46 h 1799770"/>
              <a:gd name="csX7" fmla="*/ 4063803 w 5463293"/>
              <a:gd name="csY7" fmla="*/ 470786 h 1799770"/>
              <a:gd name="csX8" fmla="*/ 4881198 w 5463293"/>
              <a:gd name="csY8" fmla="*/ 710501 h 1799770"/>
              <a:gd name="csX9" fmla="*/ 5200285 w 5463293"/>
              <a:gd name="csY9" fmla="*/ 1044828 h 1799770"/>
              <a:gd name="csX0" fmla="*/ 5320168 w 5593529"/>
              <a:gd name="csY0" fmla="*/ 1044828 h 1857809"/>
              <a:gd name="csX1" fmla="*/ 5583058 w 5593529"/>
              <a:gd name="csY1" fmla="*/ 1406778 h 1857809"/>
              <a:gd name="csX2" fmla="*/ 5284926 w 5593529"/>
              <a:gd name="csY2" fmla="*/ 1730628 h 1857809"/>
              <a:gd name="csX3" fmla="*/ 3274165 w 5593529"/>
              <a:gd name="csY3" fmla="*/ 1855914 h 1857809"/>
              <a:gd name="csX4" fmla="*/ 462368 w 5593529"/>
              <a:gd name="csY4" fmla="*/ 1647420 h 1857809"/>
              <a:gd name="csX5" fmla="*/ 302415 w 5593529"/>
              <a:gd name="csY5" fmla="*/ 450537 h 1857809"/>
              <a:gd name="csX6" fmla="*/ 3453956 w 5593529"/>
              <a:gd name="csY6" fmla="*/ 46 h 1857809"/>
              <a:gd name="csX7" fmla="*/ 4183686 w 5593529"/>
              <a:gd name="csY7" fmla="*/ 470786 h 1857809"/>
              <a:gd name="csX8" fmla="*/ 5001081 w 5593529"/>
              <a:gd name="csY8" fmla="*/ 710501 h 1857809"/>
              <a:gd name="csX9" fmla="*/ 5320168 w 5593529"/>
              <a:gd name="csY9" fmla="*/ 1044828 h 1857809"/>
              <a:gd name="csX0" fmla="*/ 5303906 w 5590401"/>
              <a:gd name="csY0" fmla="*/ 1044828 h 1986298"/>
              <a:gd name="csX1" fmla="*/ 5566796 w 5590401"/>
              <a:gd name="csY1" fmla="*/ 1406778 h 1986298"/>
              <a:gd name="csX2" fmla="*/ 5268664 w 5590401"/>
              <a:gd name="csY2" fmla="*/ 1730628 h 1986298"/>
              <a:gd name="csX3" fmla="*/ 2932657 w 5590401"/>
              <a:gd name="csY3" fmla="*/ 1985510 h 1986298"/>
              <a:gd name="csX4" fmla="*/ 446106 w 5590401"/>
              <a:gd name="csY4" fmla="*/ 1647420 h 1986298"/>
              <a:gd name="csX5" fmla="*/ 286153 w 5590401"/>
              <a:gd name="csY5" fmla="*/ 450537 h 1986298"/>
              <a:gd name="csX6" fmla="*/ 3437694 w 5590401"/>
              <a:gd name="csY6" fmla="*/ 46 h 1986298"/>
              <a:gd name="csX7" fmla="*/ 4167424 w 5590401"/>
              <a:gd name="csY7" fmla="*/ 470786 h 1986298"/>
              <a:gd name="csX8" fmla="*/ 4984819 w 5590401"/>
              <a:gd name="csY8" fmla="*/ 710501 h 1986298"/>
              <a:gd name="csX9" fmla="*/ 5303906 w 5590401"/>
              <a:gd name="csY9" fmla="*/ 1044828 h 1986298"/>
              <a:gd name="csX0" fmla="*/ 5303906 w 5566904"/>
              <a:gd name="csY0" fmla="*/ 1044828 h 1992814"/>
              <a:gd name="csX1" fmla="*/ 5566796 w 5566904"/>
              <a:gd name="csY1" fmla="*/ 1406778 h 1992814"/>
              <a:gd name="csX2" fmla="*/ 5268664 w 5566904"/>
              <a:gd name="csY2" fmla="*/ 1730628 h 1992814"/>
              <a:gd name="csX3" fmla="*/ 4666136 w 5566904"/>
              <a:gd name="csY3" fmla="*/ 1867989 h 1992814"/>
              <a:gd name="csX4" fmla="*/ 2932657 w 5566904"/>
              <a:gd name="csY4" fmla="*/ 1985510 h 1992814"/>
              <a:gd name="csX5" fmla="*/ 446106 w 5566904"/>
              <a:gd name="csY5" fmla="*/ 1647420 h 1992814"/>
              <a:gd name="csX6" fmla="*/ 286153 w 5566904"/>
              <a:gd name="csY6" fmla="*/ 450537 h 1992814"/>
              <a:gd name="csX7" fmla="*/ 3437694 w 5566904"/>
              <a:gd name="csY7" fmla="*/ 46 h 1992814"/>
              <a:gd name="csX8" fmla="*/ 4167424 w 5566904"/>
              <a:gd name="csY8" fmla="*/ 470786 h 1992814"/>
              <a:gd name="csX9" fmla="*/ 4984819 w 5566904"/>
              <a:gd name="csY9" fmla="*/ 710501 h 1992814"/>
              <a:gd name="csX10" fmla="*/ 5303906 w 5566904"/>
              <a:gd name="csY10" fmla="*/ 1044828 h 1992814"/>
              <a:gd name="csX0" fmla="*/ 5303906 w 5566904"/>
              <a:gd name="csY0" fmla="*/ 1044828 h 1992814"/>
              <a:gd name="csX1" fmla="*/ 5566796 w 5566904"/>
              <a:gd name="csY1" fmla="*/ 1406778 h 1992814"/>
              <a:gd name="csX2" fmla="*/ 5268664 w 5566904"/>
              <a:gd name="csY2" fmla="*/ 1730628 h 1992814"/>
              <a:gd name="csX3" fmla="*/ 4666136 w 5566904"/>
              <a:gd name="csY3" fmla="*/ 1867989 h 1992814"/>
              <a:gd name="csX4" fmla="*/ 2932657 w 5566904"/>
              <a:gd name="csY4" fmla="*/ 1985510 h 1992814"/>
              <a:gd name="csX5" fmla="*/ 446106 w 5566904"/>
              <a:gd name="csY5" fmla="*/ 1647420 h 1992814"/>
              <a:gd name="csX6" fmla="*/ 286153 w 5566904"/>
              <a:gd name="csY6" fmla="*/ 450537 h 1992814"/>
              <a:gd name="csX7" fmla="*/ 3437694 w 5566904"/>
              <a:gd name="csY7" fmla="*/ 46 h 1992814"/>
              <a:gd name="csX8" fmla="*/ 4167424 w 5566904"/>
              <a:gd name="csY8" fmla="*/ 470786 h 1992814"/>
              <a:gd name="csX9" fmla="*/ 4984819 w 5566904"/>
              <a:gd name="csY9" fmla="*/ 710501 h 1992814"/>
              <a:gd name="csX10" fmla="*/ 5303906 w 5566904"/>
              <a:gd name="csY10" fmla="*/ 1044828 h 1992814"/>
              <a:gd name="csX0" fmla="*/ 5303906 w 5566886"/>
              <a:gd name="csY0" fmla="*/ 1044828 h 1995191"/>
              <a:gd name="csX1" fmla="*/ 5566796 w 5566886"/>
              <a:gd name="csY1" fmla="*/ 1406778 h 1995191"/>
              <a:gd name="csX2" fmla="*/ 5268664 w 5566886"/>
              <a:gd name="csY2" fmla="*/ 1730628 h 1995191"/>
              <a:gd name="csX3" fmla="*/ 4861285 w 5566886"/>
              <a:gd name="csY3" fmla="*/ 1888239 h 1995191"/>
              <a:gd name="csX4" fmla="*/ 2932657 w 5566886"/>
              <a:gd name="csY4" fmla="*/ 1985510 h 1995191"/>
              <a:gd name="csX5" fmla="*/ 446106 w 5566886"/>
              <a:gd name="csY5" fmla="*/ 1647420 h 1995191"/>
              <a:gd name="csX6" fmla="*/ 286153 w 5566886"/>
              <a:gd name="csY6" fmla="*/ 450537 h 1995191"/>
              <a:gd name="csX7" fmla="*/ 3437694 w 5566886"/>
              <a:gd name="csY7" fmla="*/ 46 h 1995191"/>
              <a:gd name="csX8" fmla="*/ 4167424 w 5566886"/>
              <a:gd name="csY8" fmla="*/ 470786 h 1995191"/>
              <a:gd name="csX9" fmla="*/ 4984819 w 5566886"/>
              <a:gd name="csY9" fmla="*/ 710501 h 1995191"/>
              <a:gd name="csX10" fmla="*/ 5303906 w 5566886"/>
              <a:gd name="csY10" fmla="*/ 1044828 h 1995191"/>
              <a:gd name="csX0" fmla="*/ 5268865 w 5531845"/>
              <a:gd name="csY0" fmla="*/ 1044831 h 1991805"/>
              <a:gd name="csX1" fmla="*/ 5531755 w 5531845"/>
              <a:gd name="csY1" fmla="*/ 1406781 h 1991805"/>
              <a:gd name="csX2" fmla="*/ 5233623 w 5531845"/>
              <a:gd name="csY2" fmla="*/ 1730631 h 1991805"/>
              <a:gd name="csX3" fmla="*/ 4826244 w 5531845"/>
              <a:gd name="csY3" fmla="*/ 1888242 h 1991805"/>
              <a:gd name="csX4" fmla="*/ 2897616 w 5531845"/>
              <a:gd name="csY4" fmla="*/ 1985513 h 1991805"/>
              <a:gd name="csX5" fmla="*/ 497799 w 5531845"/>
              <a:gd name="csY5" fmla="*/ 1708171 h 1991805"/>
              <a:gd name="csX6" fmla="*/ 251112 w 5531845"/>
              <a:gd name="csY6" fmla="*/ 450540 h 1991805"/>
              <a:gd name="csX7" fmla="*/ 3402653 w 5531845"/>
              <a:gd name="csY7" fmla="*/ 49 h 1991805"/>
              <a:gd name="csX8" fmla="*/ 4132383 w 5531845"/>
              <a:gd name="csY8" fmla="*/ 470789 h 1991805"/>
              <a:gd name="csX9" fmla="*/ 4949778 w 5531845"/>
              <a:gd name="csY9" fmla="*/ 710504 h 1991805"/>
              <a:gd name="csX10" fmla="*/ 5268865 w 5531845"/>
              <a:gd name="csY10" fmla="*/ 1044831 h 1991805"/>
              <a:gd name="csX0" fmla="*/ 5187606 w 5450586"/>
              <a:gd name="csY0" fmla="*/ 1044831 h 1991805"/>
              <a:gd name="csX1" fmla="*/ 5450496 w 5450586"/>
              <a:gd name="csY1" fmla="*/ 1406781 h 1991805"/>
              <a:gd name="csX2" fmla="*/ 5152364 w 5450586"/>
              <a:gd name="csY2" fmla="*/ 1730631 h 1991805"/>
              <a:gd name="csX3" fmla="*/ 4744985 w 5450586"/>
              <a:gd name="csY3" fmla="*/ 1888242 h 1991805"/>
              <a:gd name="csX4" fmla="*/ 2816357 w 5450586"/>
              <a:gd name="csY4" fmla="*/ 1985513 h 1991805"/>
              <a:gd name="csX5" fmla="*/ 416540 w 5450586"/>
              <a:gd name="csY5" fmla="*/ 1708171 h 1991805"/>
              <a:gd name="csX6" fmla="*/ 169853 w 5450586"/>
              <a:gd name="csY6" fmla="*/ 450540 h 1991805"/>
              <a:gd name="csX7" fmla="*/ 3321394 w 5450586"/>
              <a:gd name="csY7" fmla="*/ 49 h 1991805"/>
              <a:gd name="csX8" fmla="*/ 4051124 w 5450586"/>
              <a:gd name="csY8" fmla="*/ 470789 h 1991805"/>
              <a:gd name="csX9" fmla="*/ 4868519 w 5450586"/>
              <a:gd name="csY9" fmla="*/ 710504 h 1991805"/>
              <a:gd name="csX10" fmla="*/ 5187606 w 5450586"/>
              <a:gd name="csY10" fmla="*/ 1044831 h 1991805"/>
              <a:gd name="csX0" fmla="*/ 5262529 w 5525509"/>
              <a:gd name="csY0" fmla="*/ 1044831 h 1992020"/>
              <a:gd name="csX1" fmla="*/ 5525419 w 5525509"/>
              <a:gd name="csY1" fmla="*/ 1406781 h 1992020"/>
              <a:gd name="csX2" fmla="*/ 5227287 w 5525509"/>
              <a:gd name="csY2" fmla="*/ 1730631 h 1992020"/>
              <a:gd name="csX3" fmla="*/ 4819908 w 5525509"/>
              <a:gd name="csY3" fmla="*/ 1888242 h 1992020"/>
              <a:gd name="csX4" fmla="*/ 2891280 w 5525509"/>
              <a:gd name="csY4" fmla="*/ 1985513 h 1992020"/>
              <a:gd name="csX5" fmla="*/ 231267 w 5525509"/>
              <a:gd name="csY5" fmla="*/ 1704121 h 1992020"/>
              <a:gd name="csX6" fmla="*/ 244776 w 5525509"/>
              <a:gd name="csY6" fmla="*/ 450540 h 1992020"/>
              <a:gd name="csX7" fmla="*/ 3396317 w 5525509"/>
              <a:gd name="csY7" fmla="*/ 49 h 1992020"/>
              <a:gd name="csX8" fmla="*/ 4126047 w 5525509"/>
              <a:gd name="csY8" fmla="*/ 470789 h 1992020"/>
              <a:gd name="csX9" fmla="*/ 4943442 w 5525509"/>
              <a:gd name="csY9" fmla="*/ 710504 h 1992020"/>
              <a:gd name="csX10" fmla="*/ 5262529 w 5525509"/>
              <a:gd name="csY10" fmla="*/ 1044831 h 19920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525509" h="1992020">
                <a:moveTo>
                  <a:pt x="5262529" y="1044831"/>
                </a:moveTo>
                <a:cubicBezTo>
                  <a:pt x="5373972" y="1178181"/>
                  <a:pt x="5521609" y="1289624"/>
                  <a:pt x="5525419" y="1406781"/>
                </a:cubicBezTo>
                <a:cubicBezTo>
                  <a:pt x="5530182" y="1523939"/>
                  <a:pt x="5344872" y="1650388"/>
                  <a:pt x="5227287" y="1730631"/>
                </a:cubicBezTo>
                <a:cubicBezTo>
                  <a:pt x="5109702" y="1810874"/>
                  <a:pt x="5209242" y="1845762"/>
                  <a:pt x="4819908" y="1888242"/>
                </a:cubicBezTo>
                <a:cubicBezTo>
                  <a:pt x="4430574" y="1930722"/>
                  <a:pt x="3656053" y="2016200"/>
                  <a:pt x="2891280" y="1985513"/>
                </a:cubicBezTo>
                <a:cubicBezTo>
                  <a:pt x="2126507" y="1954826"/>
                  <a:pt x="260372" y="1951850"/>
                  <a:pt x="231267" y="1704121"/>
                </a:cubicBezTo>
                <a:cubicBezTo>
                  <a:pt x="202162" y="1456392"/>
                  <a:pt x="-282732" y="734552"/>
                  <a:pt x="244776" y="450540"/>
                </a:cubicBezTo>
                <a:cubicBezTo>
                  <a:pt x="772284" y="166528"/>
                  <a:pt x="2749439" y="-3326"/>
                  <a:pt x="3396317" y="49"/>
                </a:cubicBezTo>
                <a:cubicBezTo>
                  <a:pt x="4043196" y="3424"/>
                  <a:pt x="3868193" y="352380"/>
                  <a:pt x="4126047" y="470789"/>
                </a:cubicBezTo>
                <a:cubicBezTo>
                  <a:pt x="4383901" y="589198"/>
                  <a:pt x="4790167" y="613480"/>
                  <a:pt x="4943442" y="710504"/>
                </a:cubicBezTo>
                <a:cubicBezTo>
                  <a:pt x="5075839" y="756224"/>
                  <a:pt x="5151087" y="911481"/>
                  <a:pt x="5262529" y="1044831"/>
                </a:cubicBezTo>
                <a:close/>
              </a:path>
            </a:pathLst>
          </a:custGeom>
          <a:solidFill>
            <a:schemeClr val="accent4">
              <a:lumMod val="75000"/>
            </a:schemeClr>
          </a:solidFill>
          <a:ln w="9525" cap="flat">
            <a:noFill/>
            <a:prstDash val="solid"/>
            <a:miter/>
          </a:ln>
        </p:spPr>
        <p:txBody>
          <a:bodyPr/>
          <a:lstStyle/>
          <a:p>
            <a:endParaRPr lang="en-US">
              <a:noFill/>
            </a:endParaRPr>
          </a:p>
        </p:txBody>
      </p:sp>
      <p:sp>
        <p:nvSpPr>
          <p:cNvPr id="6" name="Graphic 127">
            <a:extLst>
              <a:ext uri="{FF2B5EF4-FFF2-40B4-BE49-F238E27FC236}">
                <a16:creationId xmlns:a16="http://schemas.microsoft.com/office/drawing/2014/main" id="{68E7041B-6710-5AE1-CCD5-E3BE92A6B82C}"/>
              </a:ext>
            </a:extLst>
          </p:cNvPr>
          <p:cNvSpPr/>
          <p:nvPr/>
        </p:nvSpPr>
        <p:spPr>
          <a:xfrm rot="15573681" flipH="1" flipV="1">
            <a:off x="-813652" y="-8194679"/>
            <a:ext cx="3829558" cy="15209314"/>
          </a:xfrm>
          <a:custGeom>
            <a:avLst/>
            <a:gdLst>
              <a:gd name="csX0" fmla="*/ 3086062 w 3829558"/>
              <a:gd name="csY0" fmla="*/ 3905196 h 15209314"/>
              <a:gd name="csX1" fmla="*/ 3809673 w 3829558"/>
              <a:gd name="csY1" fmla="*/ 9695864 h 15209314"/>
              <a:gd name="csX2" fmla="*/ 2440601 w 3829558"/>
              <a:gd name="csY2" fmla="*/ 13914361 h 15209314"/>
              <a:gd name="csX3" fmla="*/ 741562 w 3829558"/>
              <a:gd name="csY3" fmla="*/ 14802979 h 15209314"/>
              <a:gd name="csX4" fmla="*/ 290029 w 3829558"/>
              <a:gd name="csY4" fmla="*/ 9051372 h 15209314"/>
              <a:gd name="csX5" fmla="*/ 64262 w 3829558"/>
              <a:gd name="csY5" fmla="*/ 2928692 h 15209314"/>
              <a:gd name="csX6" fmla="*/ 1517273 w 3829558"/>
              <a:gd name="csY6" fmla="*/ 18711 h 15209314"/>
              <a:gd name="csX7" fmla="*/ 3086062 w 3829558"/>
              <a:gd name="csY7" fmla="*/ 3905196 h 152093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829558" h="15209314">
                <a:moveTo>
                  <a:pt x="3086062" y="3905196"/>
                </a:moveTo>
                <a:cubicBezTo>
                  <a:pt x="3540489" y="5838674"/>
                  <a:pt x="3922556" y="7938157"/>
                  <a:pt x="3809673" y="9695864"/>
                </a:cubicBezTo>
                <a:cubicBezTo>
                  <a:pt x="3699684" y="11443806"/>
                  <a:pt x="3094745" y="12849972"/>
                  <a:pt x="2440601" y="13914361"/>
                </a:cubicBezTo>
                <a:cubicBezTo>
                  <a:pt x="1786456" y="14978750"/>
                  <a:pt x="1083106" y="15701363"/>
                  <a:pt x="741562" y="14802979"/>
                </a:cubicBezTo>
                <a:cubicBezTo>
                  <a:pt x="400018" y="13894831"/>
                  <a:pt x="420279" y="11365686"/>
                  <a:pt x="290029" y="9051372"/>
                </a:cubicBezTo>
                <a:cubicBezTo>
                  <a:pt x="156884" y="6746823"/>
                  <a:pt x="-126771" y="4657104"/>
                  <a:pt x="64262" y="2928692"/>
                </a:cubicBezTo>
                <a:cubicBezTo>
                  <a:pt x="255295" y="1190516"/>
                  <a:pt x="923912" y="-176590"/>
                  <a:pt x="1517273" y="18711"/>
                </a:cubicBezTo>
                <a:cubicBezTo>
                  <a:pt x="2110634" y="214012"/>
                  <a:pt x="2634528" y="1971719"/>
                  <a:pt x="3086062" y="3905196"/>
                </a:cubicBezTo>
                <a:close/>
              </a:path>
            </a:pathLst>
          </a:custGeom>
          <a:solidFill>
            <a:schemeClr val="accent4">
              <a:lumMod val="60000"/>
              <a:lumOff val="40000"/>
            </a:schemeClr>
          </a:solidFill>
          <a:ln w="28908" cap="flat">
            <a:noFill/>
            <a:prstDash val="solid"/>
            <a:miter/>
          </a:ln>
        </p:spPr>
        <p:txBody>
          <a:bodyPr/>
          <a:lstStyle/>
          <a:p>
            <a:endParaRPr lang="en-US">
              <a:noFill/>
            </a:endParaRPr>
          </a:p>
        </p:txBody>
      </p:sp>
      <p:sp>
        <p:nvSpPr>
          <p:cNvPr id="7" name="Graphic 129">
            <a:extLst>
              <a:ext uri="{FF2B5EF4-FFF2-40B4-BE49-F238E27FC236}">
                <a16:creationId xmlns:a16="http://schemas.microsoft.com/office/drawing/2014/main" id="{8736069C-FBA6-8FBC-D396-32AE3F381824}"/>
              </a:ext>
            </a:extLst>
          </p:cNvPr>
          <p:cNvSpPr/>
          <p:nvPr/>
        </p:nvSpPr>
        <p:spPr>
          <a:xfrm rot="4773681">
            <a:off x="154841" y="-5408230"/>
            <a:ext cx="1717428" cy="10587099"/>
          </a:xfrm>
          <a:custGeom>
            <a:avLst/>
            <a:gdLst>
              <a:gd name="csX0" fmla="*/ 714496 w 977405"/>
              <a:gd name="csY0" fmla="*/ 349032 h 1125362"/>
              <a:gd name="csX1" fmla="*/ 977386 w 977405"/>
              <a:gd name="csY1" fmla="*/ 710982 h 1125362"/>
              <a:gd name="csX2" fmla="*/ 679254 w 977405"/>
              <a:gd name="csY2" fmla="*/ 1034832 h 1125362"/>
              <a:gd name="csX3" fmla="*/ 229674 w 977405"/>
              <a:gd name="csY3" fmla="*/ 1087220 h 1125362"/>
              <a:gd name="csX4" fmla="*/ 84894 w 977405"/>
              <a:gd name="csY4" fmla="*/ 635735 h 1125362"/>
              <a:gd name="csX5" fmla="*/ 19171 w 977405"/>
              <a:gd name="csY5" fmla="*/ 154722 h 1125362"/>
              <a:gd name="csX6" fmla="*/ 395409 w 977405"/>
              <a:gd name="csY6" fmla="*/ 14705 h 1125362"/>
              <a:gd name="csX7" fmla="*/ 714496 w 977405"/>
              <a:gd name="csY7" fmla="*/ 349032 h 11253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977405" h="1125362">
                <a:moveTo>
                  <a:pt x="714496" y="349032"/>
                </a:moveTo>
                <a:cubicBezTo>
                  <a:pt x="825939" y="482382"/>
                  <a:pt x="973576" y="593825"/>
                  <a:pt x="977386" y="710982"/>
                </a:cubicBezTo>
                <a:cubicBezTo>
                  <a:pt x="982149" y="828140"/>
                  <a:pt x="843084" y="951965"/>
                  <a:pt x="679254" y="1034832"/>
                </a:cubicBezTo>
                <a:cubicBezTo>
                  <a:pt x="515424" y="1118652"/>
                  <a:pt x="326829" y="1161515"/>
                  <a:pt x="229674" y="1087220"/>
                </a:cubicBezTo>
                <a:cubicBezTo>
                  <a:pt x="132519" y="1011972"/>
                  <a:pt x="126804" y="819567"/>
                  <a:pt x="84894" y="635735"/>
                </a:cubicBezTo>
                <a:cubicBezTo>
                  <a:pt x="42031" y="451902"/>
                  <a:pt x="-36074" y="275690"/>
                  <a:pt x="19171" y="154722"/>
                </a:cubicBezTo>
                <a:cubicBezTo>
                  <a:pt x="74416" y="34707"/>
                  <a:pt x="263011" y="-31015"/>
                  <a:pt x="395409" y="14705"/>
                </a:cubicBezTo>
                <a:cubicBezTo>
                  <a:pt x="527806" y="60425"/>
                  <a:pt x="603054" y="215682"/>
                  <a:pt x="714496" y="349032"/>
                </a:cubicBezTo>
                <a:close/>
              </a:path>
            </a:pathLst>
          </a:custGeom>
          <a:solidFill>
            <a:schemeClr val="accent4">
              <a:lumMod val="75000"/>
            </a:schemeClr>
          </a:solidFill>
          <a:ln w="9525" cap="flat">
            <a:noFill/>
            <a:prstDash val="solid"/>
            <a:miter/>
          </a:ln>
        </p:spPr>
        <p:txBody>
          <a:bodyPr/>
          <a:lstStyle/>
          <a:p>
            <a:endParaRPr lang="en-US">
              <a:noFill/>
            </a:endParaRPr>
          </a:p>
        </p:txBody>
      </p:sp>
      <p:sp>
        <p:nvSpPr>
          <p:cNvPr id="19" name="Graphic 129">
            <a:extLst>
              <a:ext uri="{FF2B5EF4-FFF2-40B4-BE49-F238E27FC236}">
                <a16:creationId xmlns:a16="http://schemas.microsoft.com/office/drawing/2014/main" id="{C5A4A182-498E-BE4D-42A4-FB86872AA051}"/>
              </a:ext>
            </a:extLst>
          </p:cNvPr>
          <p:cNvSpPr/>
          <p:nvPr/>
        </p:nvSpPr>
        <p:spPr>
          <a:xfrm rot="16200000">
            <a:off x="2505204" y="1221541"/>
            <a:ext cx="8782217" cy="18018623"/>
          </a:xfrm>
          <a:custGeom>
            <a:avLst/>
            <a:gdLst>
              <a:gd name="csX0" fmla="*/ 714496 w 977405"/>
              <a:gd name="csY0" fmla="*/ 349032 h 1125362"/>
              <a:gd name="csX1" fmla="*/ 977386 w 977405"/>
              <a:gd name="csY1" fmla="*/ 710982 h 1125362"/>
              <a:gd name="csX2" fmla="*/ 679254 w 977405"/>
              <a:gd name="csY2" fmla="*/ 1034832 h 1125362"/>
              <a:gd name="csX3" fmla="*/ 229674 w 977405"/>
              <a:gd name="csY3" fmla="*/ 1087220 h 1125362"/>
              <a:gd name="csX4" fmla="*/ 84894 w 977405"/>
              <a:gd name="csY4" fmla="*/ 635735 h 1125362"/>
              <a:gd name="csX5" fmla="*/ 19171 w 977405"/>
              <a:gd name="csY5" fmla="*/ 154722 h 1125362"/>
              <a:gd name="csX6" fmla="*/ 395409 w 977405"/>
              <a:gd name="csY6" fmla="*/ 14705 h 1125362"/>
              <a:gd name="csX7" fmla="*/ 714496 w 977405"/>
              <a:gd name="csY7" fmla="*/ 349032 h 1125362"/>
              <a:gd name="csX0" fmla="*/ 714397 w 977405"/>
              <a:gd name="csY0" fmla="*/ 348932 h 1125363"/>
              <a:gd name="csX1" fmla="*/ 977287 w 977405"/>
              <a:gd name="csY1" fmla="*/ 710882 h 1125363"/>
              <a:gd name="csX2" fmla="*/ 679155 w 977405"/>
              <a:gd name="csY2" fmla="*/ 1034732 h 1125363"/>
              <a:gd name="csX3" fmla="*/ 229575 w 977405"/>
              <a:gd name="csY3" fmla="*/ 1087120 h 1125363"/>
              <a:gd name="csX4" fmla="*/ 84795 w 977405"/>
              <a:gd name="csY4" fmla="*/ 635635 h 1125363"/>
              <a:gd name="csX5" fmla="*/ 19072 w 977405"/>
              <a:gd name="csY5" fmla="*/ 154622 h 1125363"/>
              <a:gd name="csX6" fmla="*/ 395310 w 977405"/>
              <a:gd name="csY6" fmla="*/ 14605 h 1125363"/>
              <a:gd name="csX7" fmla="*/ 714397 w 977405"/>
              <a:gd name="csY7" fmla="*/ 348932 h 1125363"/>
              <a:gd name="csX0" fmla="*/ 1954611 w 2217619"/>
              <a:gd name="csY0" fmla="*/ 953674 h 1730105"/>
              <a:gd name="csX1" fmla="*/ 2217501 w 2217619"/>
              <a:gd name="csY1" fmla="*/ 1315624 h 1730105"/>
              <a:gd name="csX2" fmla="*/ 1919369 w 2217619"/>
              <a:gd name="csY2" fmla="*/ 1639474 h 1730105"/>
              <a:gd name="csX3" fmla="*/ 1469789 w 2217619"/>
              <a:gd name="csY3" fmla="*/ 1691862 h 1730105"/>
              <a:gd name="csX4" fmla="*/ 1325009 w 2217619"/>
              <a:gd name="csY4" fmla="*/ 1240377 h 1730105"/>
              <a:gd name="csX5" fmla="*/ 1667 w 2217619"/>
              <a:gd name="csY5" fmla="*/ 14189 h 1730105"/>
              <a:gd name="csX6" fmla="*/ 1635524 w 2217619"/>
              <a:gd name="csY6" fmla="*/ 619347 h 1730105"/>
              <a:gd name="csX7" fmla="*/ 1954611 w 2217619"/>
              <a:gd name="csY7" fmla="*/ 953674 h 1730105"/>
              <a:gd name="csX0" fmla="*/ 1955732 w 2218740"/>
              <a:gd name="csY0" fmla="*/ 970158 h 1746589"/>
              <a:gd name="csX1" fmla="*/ 2218622 w 2218740"/>
              <a:gd name="csY1" fmla="*/ 1332108 h 1746589"/>
              <a:gd name="csX2" fmla="*/ 1920490 w 2218740"/>
              <a:gd name="csY2" fmla="*/ 1655958 h 1746589"/>
              <a:gd name="csX3" fmla="*/ 1470910 w 2218740"/>
              <a:gd name="csY3" fmla="*/ 1708346 h 1746589"/>
              <a:gd name="csX4" fmla="*/ 1326130 w 2218740"/>
              <a:gd name="csY4" fmla="*/ 1256861 h 1746589"/>
              <a:gd name="csX5" fmla="*/ 2788 w 2218740"/>
              <a:gd name="csY5" fmla="*/ 30673 h 1746589"/>
              <a:gd name="csX6" fmla="*/ 819250 w 2218740"/>
              <a:gd name="csY6" fmla="*/ 396116 h 1746589"/>
              <a:gd name="csX7" fmla="*/ 1636645 w 2218740"/>
              <a:gd name="csY7" fmla="*/ 635831 h 1746589"/>
              <a:gd name="csX8" fmla="*/ 1955732 w 2218740"/>
              <a:gd name="csY8" fmla="*/ 970158 h 1746589"/>
              <a:gd name="csX0" fmla="*/ 1955732 w 2218740"/>
              <a:gd name="csY0" fmla="*/ 970158 h 1746589"/>
              <a:gd name="csX1" fmla="*/ 2218622 w 2218740"/>
              <a:gd name="csY1" fmla="*/ 1332108 h 1746589"/>
              <a:gd name="csX2" fmla="*/ 1920490 w 2218740"/>
              <a:gd name="csY2" fmla="*/ 1655958 h 1746589"/>
              <a:gd name="csX3" fmla="*/ 1470910 w 2218740"/>
              <a:gd name="csY3" fmla="*/ 1708346 h 1746589"/>
              <a:gd name="csX4" fmla="*/ 1326130 w 2218740"/>
              <a:gd name="csY4" fmla="*/ 1256861 h 1746589"/>
              <a:gd name="csX5" fmla="*/ 2788 w 2218740"/>
              <a:gd name="csY5" fmla="*/ 30673 h 1746589"/>
              <a:gd name="csX6" fmla="*/ 819250 w 2218740"/>
              <a:gd name="csY6" fmla="*/ 396116 h 1746589"/>
              <a:gd name="csX7" fmla="*/ 1636645 w 2218740"/>
              <a:gd name="csY7" fmla="*/ 635831 h 1746589"/>
              <a:gd name="csX8" fmla="*/ 1955732 w 2218740"/>
              <a:gd name="csY8" fmla="*/ 970158 h 1746589"/>
              <a:gd name="csX0" fmla="*/ 1956297 w 2219305"/>
              <a:gd name="csY0" fmla="*/ 975663 h 1752094"/>
              <a:gd name="csX1" fmla="*/ 2219187 w 2219305"/>
              <a:gd name="csY1" fmla="*/ 1337613 h 1752094"/>
              <a:gd name="csX2" fmla="*/ 1921055 w 2219305"/>
              <a:gd name="csY2" fmla="*/ 1661463 h 1752094"/>
              <a:gd name="csX3" fmla="*/ 1471475 w 2219305"/>
              <a:gd name="csY3" fmla="*/ 1713851 h 1752094"/>
              <a:gd name="csX4" fmla="*/ 1326695 w 2219305"/>
              <a:gd name="csY4" fmla="*/ 1262366 h 1752094"/>
              <a:gd name="csX5" fmla="*/ 3353 w 2219305"/>
              <a:gd name="csY5" fmla="*/ 36178 h 1752094"/>
              <a:gd name="csX6" fmla="*/ 819815 w 2219305"/>
              <a:gd name="csY6" fmla="*/ 401621 h 1752094"/>
              <a:gd name="csX7" fmla="*/ 1637210 w 2219305"/>
              <a:gd name="csY7" fmla="*/ 641336 h 1752094"/>
              <a:gd name="csX8" fmla="*/ 1956297 w 2219305"/>
              <a:gd name="csY8" fmla="*/ 975663 h 1752094"/>
              <a:gd name="csX0" fmla="*/ 1525771 w 1788779"/>
              <a:gd name="csY0" fmla="*/ 1078795 h 1855226"/>
              <a:gd name="csX1" fmla="*/ 1788661 w 1788779"/>
              <a:gd name="csY1" fmla="*/ 1440745 h 1855226"/>
              <a:gd name="csX2" fmla="*/ 1490529 w 1788779"/>
              <a:gd name="csY2" fmla="*/ 1764595 h 1855226"/>
              <a:gd name="csX3" fmla="*/ 1040949 w 1788779"/>
              <a:gd name="csY3" fmla="*/ 1816983 h 1855226"/>
              <a:gd name="csX4" fmla="*/ 896169 w 1788779"/>
              <a:gd name="csY4" fmla="*/ 1365498 h 1855226"/>
              <a:gd name="csX5" fmla="*/ 6489 w 1788779"/>
              <a:gd name="csY5" fmla="*/ 25914 h 1855226"/>
              <a:gd name="csX6" fmla="*/ 389289 w 1788779"/>
              <a:gd name="csY6" fmla="*/ 504753 h 1855226"/>
              <a:gd name="csX7" fmla="*/ 1206684 w 1788779"/>
              <a:gd name="csY7" fmla="*/ 744468 h 1855226"/>
              <a:gd name="csX8" fmla="*/ 1525771 w 1788779"/>
              <a:gd name="csY8" fmla="*/ 1078795 h 1855226"/>
              <a:gd name="csX0" fmla="*/ 1525771 w 1788779"/>
              <a:gd name="csY0" fmla="*/ 1078795 h 1855226"/>
              <a:gd name="csX1" fmla="*/ 1788661 w 1788779"/>
              <a:gd name="csY1" fmla="*/ 1440745 h 1855226"/>
              <a:gd name="csX2" fmla="*/ 1490529 w 1788779"/>
              <a:gd name="csY2" fmla="*/ 1764595 h 1855226"/>
              <a:gd name="csX3" fmla="*/ 1040949 w 1788779"/>
              <a:gd name="csY3" fmla="*/ 1816983 h 1855226"/>
              <a:gd name="csX4" fmla="*/ 896169 w 1788779"/>
              <a:gd name="csY4" fmla="*/ 1365498 h 1855226"/>
              <a:gd name="csX5" fmla="*/ 6489 w 1788779"/>
              <a:gd name="csY5" fmla="*/ 25914 h 1855226"/>
              <a:gd name="csX6" fmla="*/ 389289 w 1788779"/>
              <a:gd name="csY6" fmla="*/ 504753 h 1855226"/>
              <a:gd name="csX7" fmla="*/ 1206684 w 1788779"/>
              <a:gd name="csY7" fmla="*/ 744468 h 1855226"/>
              <a:gd name="csX8" fmla="*/ 1525771 w 1788779"/>
              <a:gd name="csY8" fmla="*/ 1078795 h 1855226"/>
              <a:gd name="csX0" fmla="*/ 1681014 w 1944022"/>
              <a:gd name="csY0" fmla="*/ 1076515 h 1852946"/>
              <a:gd name="csX1" fmla="*/ 1943904 w 1944022"/>
              <a:gd name="csY1" fmla="*/ 1438465 h 1852946"/>
              <a:gd name="csX2" fmla="*/ 1645772 w 1944022"/>
              <a:gd name="csY2" fmla="*/ 1762315 h 1852946"/>
              <a:gd name="csX3" fmla="*/ 1196192 w 1944022"/>
              <a:gd name="csY3" fmla="*/ 1814703 h 1852946"/>
              <a:gd name="csX4" fmla="*/ 1051412 w 1944022"/>
              <a:gd name="csY4" fmla="*/ 1363218 h 1852946"/>
              <a:gd name="csX5" fmla="*/ 161732 w 1944022"/>
              <a:gd name="csY5" fmla="*/ 23634 h 1852946"/>
              <a:gd name="csX6" fmla="*/ 544532 w 1944022"/>
              <a:gd name="csY6" fmla="*/ 502473 h 1852946"/>
              <a:gd name="csX7" fmla="*/ 1361927 w 1944022"/>
              <a:gd name="csY7" fmla="*/ 742188 h 1852946"/>
              <a:gd name="csX8" fmla="*/ 1681014 w 1944022"/>
              <a:gd name="csY8" fmla="*/ 1076515 h 1852946"/>
              <a:gd name="csX0" fmla="*/ 4763267 w 5026275"/>
              <a:gd name="csY0" fmla="*/ 1053765 h 1830196"/>
              <a:gd name="csX1" fmla="*/ 5026157 w 5026275"/>
              <a:gd name="csY1" fmla="*/ 1415715 h 1830196"/>
              <a:gd name="csX2" fmla="*/ 4728025 w 5026275"/>
              <a:gd name="csY2" fmla="*/ 1739565 h 1830196"/>
              <a:gd name="csX3" fmla="*/ 4278445 w 5026275"/>
              <a:gd name="csY3" fmla="*/ 1791953 h 1830196"/>
              <a:gd name="csX4" fmla="*/ 4133665 w 5026275"/>
              <a:gd name="csY4" fmla="*/ 1340468 h 1830196"/>
              <a:gd name="csX5" fmla="*/ 5711 w 5026275"/>
              <a:gd name="csY5" fmla="*/ 609319 h 1830196"/>
              <a:gd name="csX6" fmla="*/ 3243985 w 5026275"/>
              <a:gd name="csY6" fmla="*/ 884 h 1830196"/>
              <a:gd name="csX7" fmla="*/ 3626785 w 5026275"/>
              <a:gd name="csY7" fmla="*/ 479723 h 1830196"/>
              <a:gd name="csX8" fmla="*/ 4444180 w 5026275"/>
              <a:gd name="csY8" fmla="*/ 719438 h 1830196"/>
              <a:gd name="csX9" fmla="*/ 4763267 w 5026275"/>
              <a:gd name="csY9" fmla="*/ 1053765 h 1830196"/>
              <a:gd name="csX0" fmla="*/ 4764215 w 5027223"/>
              <a:gd name="csY0" fmla="*/ 1037597 h 1814028"/>
              <a:gd name="csX1" fmla="*/ 5027105 w 5027223"/>
              <a:gd name="csY1" fmla="*/ 1399547 h 1814028"/>
              <a:gd name="csX2" fmla="*/ 4728973 w 5027223"/>
              <a:gd name="csY2" fmla="*/ 1723397 h 1814028"/>
              <a:gd name="csX3" fmla="*/ 4279393 w 5027223"/>
              <a:gd name="csY3" fmla="*/ 1775785 h 1814028"/>
              <a:gd name="csX4" fmla="*/ 4134613 w 5027223"/>
              <a:gd name="csY4" fmla="*/ 1324300 h 1814028"/>
              <a:gd name="csX5" fmla="*/ 6659 w 5027223"/>
              <a:gd name="csY5" fmla="*/ 593151 h 1814028"/>
              <a:gd name="csX6" fmla="*/ 2832954 w 5027223"/>
              <a:gd name="csY6" fmla="*/ 915 h 1814028"/>
              <a:gd name="csX7" fmla="*/ 3627733 w 5027223"/>
              <a:gd name="csY7" fmla="*/ 463555 h 1814028"/>
              <a:gd name="csX8" fmla="*/ 4445128 w 5027223"/>
              <a:gd name="csY8" fmla="*/ 703270 h 1814028"/>
              <a:gd name="csX9" fmla="*/ 4764215 w 5027223"/>
              <a:gd name="csY9" fmla="*/ 1037597 h 1814028"/>
              <a:gd name="csX0" fmla="*/ 4764046 w 5027054"/>
              <a:gd name="csY0" fmla="*/ 1045680 h 1822111"/>
              <a:gd name="csX1" fmla="*/ 5026936 w 5027054"/>
              <a:gd name="csY1" fmla="*/ 1407630 h 1822111"/>
              <a:gd name="csX2" fmla="*/ 4728804 w 5027054"/>
              <a:gd name="csY2" fmla="*/ 1731480 h 1822111"/>
              <a:gd name="csX3" fmla="*/ 4279224 w 5027054"/>
              <a:gd name="csY3" fmla="*/ 1783868 h 1822111"/>
              <a:gd name="csX4" fmla="*/ 4134444 w 5027054"/>
              <a:gd name="csY4" fmla="*/ 1332383 h 1822111"/>
              <a:gd name="csX5" fmla="*/ 6490 w 5027054"/>
              <a:gd name="csY5" fmla="*/ 601234 h 1822111"/>
              <a:gd name="csX6" fmla="*/ 2897834 w 5027054"/>
              <a:gd name="csY6" fmla="*/ 898 h 1822111"/>
              <a:gd name="csX7" fmla="*/ 3627564 w 5027054"/>
              <a:gd name="csY7" fmla="*/ 471638 h 1822111"/>
              <a:gd name="csX8" fmla="*/ 4444959 w 5027054"/>
              <a:gd name="csY8" fmla="*/ 711353 h 1822111"/>
              <a:gd name="csX9" fmla="*/ 4764046 w 5027054"/>
              <a:gd name="csY9" fmla="*/ 1045680 h 1822111"/>
              <a:gd name="csX0" fmla="*/ 5023732 w 5286740"/>
              <a:gd name="csY0" fmla="*/ 1044819 h 1821250"/>
              <a:gd name="csX1" fmla="*/ 5286622 w 5286740"/>
              <a:gd name="csY1" fmla="*/ 1406769 h 1821250"/>
              <a:gd name="csX2" fmla="*/ 4988490 w 5286740"/>
              <a:gd name="csY2" fmla="*/ 1730619 h 1821250"/>
              <a:gd name="csX3" fmla="*/ 4538910 w 5286740"/>
              <a:gd name="csY3" fmla="*/ 1783007 h 1821250"/>
              <a:gd name="csX4" fmla="*/ 4394130 w 5286740"/>
              <a:gd name="csY4" fmla="*/ 1331522 h 1821250"/>
              <a:gd name="csX5" fmla="*/ 5979 w 5286740"/>
              <a:gd name="csY5" fmla="*/ 450528 h 1821250"/>
              <a:gd name="csX6" fmla="*/ 3157520 w 5286740"/>
              <a:gd name="csY6" fmla="*/ 37 h 1821250"/>
              <a:gd name="csX7" fmla="*/ 3887250 w 5286740"/>
              <a:gd name="csY7" fmla="*/ 470777 h 1821250"/>
              <a:gd name="csX8" fmla="*/ 4704645 w 5286740"/>
              <a:gd name="csY8" fmla="*/ 710492 h 1821250"/>
              <a:gd name="csX9" fmla="*/ 5023732 w 5286740"/>
              <a:gd name="csY9" fmla="*/ 1044819 h 1821250"/>
              <a:gd name="csX0" fmla="*/ 5023732 w 5286740"/>
              <a:gd name="csY0" fmla="*/ 1044819 h 1821250"/>
              <a:gd name="csX1" fmla="*/ 5286622 w 5286740"/>
              <a:gd name="csY1" fmla="*/ 1406769 h 1821250"/>
              <a:gd name="csX2" fmla="*/ 4988490 w 5286740"/>
              <a:gd name="csY2" fmla="*/ 1730619 h 1821250"/>
              <a:gd name="csX3" fmla="*/ 4538910 w 5286740"/>
              <a:gd name="csY3" fmla="*/ 1783007 h 1821250"/>
              <a:gd name="csX4" fmla="*/ 4394130 w 5286740"/>
              <a:gd name="csY4" fmla="*/ 1331522 h 1821250"/>
              <a:gd name="csX5" fmla="*/ 5979 w 5286740"/>
              <a:gd name="csY5" fmla="*/ 450528 h 1821250"/>
              <a:gd name="csX6" fmla="*/ 3157520 w 5286740"/>
              <a:gd name="csY6" fmla="*/ 37 h 1821250"/>
              <a:gd name="csX7" fmla="*/ 3887250 w 5286740"/>
              <a:gd name="csY7" fmla="*/ 470777 h 1821250"/>
              <a:gd name="csX8" fmla="*/ 4704645 w 5286740"/>
              <a:gd name="csY8" fmla="*/ 710492 h 1821250"/>
              <a:gd name="csX9" fmla="*/ 5023732 w 5286740"/>
              <a:gd name="csY9" fmla="*/ 1044819 h 1821250"/>
              <a:gd name="csX0" fmla="*/ 5023732 w 5286740"/>
              <a:gd name="csY0" fmla="*/ 1044819 h 1821250"/>
              <a:gd name="csX1" fmla="*/ 5286622 w 5286740"/>
              <a:gd name="csY1" fmla="*/ 1406769 h 1821250"/>
              <a:gd name="csX2" fmla="*/ 4988490 w 5286740"/>
              <a:gd name="csY2" fmla="*/ 1730619 h 1821250"/>
              <a:gd name="csX3" fmla="*/ 4538910 w 5286740"/>
              <a:gd name="csY3" fmla="*/ 1783007 h 1821250"/>
              <a:gd name="csX4" fmla="*/ 4394130 w 5286740"/>
              <a:gd name="csY4" fmla="*/ 1331522 h 1821250"/>
              <a:gd name="csX5" fmla="*/ 5979 w 5286740"/>
              <a:gd name="csY5" fmla="*/ 450528 h 1821250"/>
              <a:gd name="csX6" fmla="*/ 3157520 w 5286740"/>
              <a:gd name="csY6" fmla="*/ 37 h 1821250"/>
              <a:gd name="csX7" fmla="*/ 3887250 w 5286740"/>
              <a:gd name="csY7" fmla="*/ 470777 h 1821250"/>
              <a:gd name="csX8" fmla="*/ 4704645 w 5286740"/>
              <a:gd name="csY8" fmla="*/ 710492 h 1821250"/>
              <a:gd name="csX9" fmla="*/ 5023732 w 5286740"/>
              <a:gd name="csY9" fmla="*/ 1044819 h 1821250"/>
              <a:gd name="csX0" fmla="*/ 5019151 w 5282159"/>
              <a:gd name="csY0" fmla="*/ 1044819 h 1821250"/>
              <a:gd name="csX1" fmla="*/ 5282041 w 5282159"/>
              <a:gd name="csY1" fmla="*/ 1406769 h 1821250"/>
              <a:gd name="csX2" fmla="*/ 4983909 w 5282159"/>
              <a:gd name="csY2" fmla="*/ 1730619 h 1821250"/>
              <a:gd name="csX3" fmla="*/ 4534329 w 5282159"/>
              <a:gd name="csY3" fmla="*/ 1783007 h 1821250"/>
              <a:gd name="csX4" fmla="*/ 4389549 w 5282159"/>
              <a:gd name="csY4" fmla="*/ 1331522 h 1821250"/>
              <a:gd name="csX5" fmla="*/ 1398 w 5282159"/>
              <a:gd name="csY5" fmla="*/ 450528 h 1821250"/>
              <a:gd name="csX6" fmla="*/ 3152939 w 5282159"/>
              <a:gd name="csY6" fmla="*/ 37 h 1821250"/>
              <a:gd name="csX7" fmla="*/ 3882669 w 5282159"/>
              <a:gd name="csY7" fmla="*/ 470777 h 1821250"/>
              <a:gd name="csX8" fmla="*/ 4700064 w 5282159"/>
              <a:gd name="csY8" fmla="*/ 710492 h 1821250"/>
              <a:gd name="csX9" fmla="*/ 5019151 w 5282159"/>
              <a:gd name="csY9" fmla="*/ 1044819 h 1821250"/>
              <a:gd name="csX0" fmla="*/ 5235949 w 5498957"/>
              <a:gd name="csY0" fmla="*/ 1044828 h 1794706"/>
              <a:gd name="csX1" fmla="*/ 5498839 w 5498957"/>
              <a:gd name="csY1" fmla="*/ 1406778 h 1794706"/>
              <a:gd name="csX2" fmla="*/ 5200707 w 5498957"/>
              <a:gd name="csY2" fmla="*/ 1730628 h 1794706"/>
              <a:gd name="csX3" fmla="*/ 4751127 w 5498957"/>
              <a:gd name="csY3" fmla="*/ 1783016 h 1794706"/>
              <a:gd name="csX4" fmla="*/ 378149 w 5498957"/>
              <a:gd name="csY4" fmla="*/ 1647420 h 1794706"/>
              <a:gd name="csX5" fmla="*/ 218196 w 5498957"/>
              <a:gd name="csY5" fmla="*/ 450537 h 1794706"/>
              <a:gd name="csX6" fmla="*/ 3369737 w 5498957"/>
              <a:gd name="csY6" fmla="*/ 46 h 1794706"/>
              <a:gd name="csX7" fmla="*/ 4099467 w 5498957"/>
              <a:gd name="csY7" fmla="*/ 470786 h 1794706"/>
              <a:gd name="csX8" fmla="*/ 4916862 w 5498957"/>
              <a:gd name="csY8" fmla="*/ 710501 h 1794706"/>
              <a:gd name="csX9" fmla="*/ 5235949 w 5498957"/>
              <a:gd name="csY9" fmla="*/ 1044828 h 1794706"/>
              <a:gd name="csX0" fmla="*/ 5235949 w 5498957"/>
              <a:gd name="csY0" fmla="*/ 1044828 h 1794706"/>
              <a:gd name="csX1" fmla="*/ 5498839 w 5498957"/>
              <a:gd name="csY1" fmla="*/ 1406778 h 1794706"/>
              <a:gd name="csX2" fmla="*/ 5200707 w 5498957"/>
              <a:gd name="csY2" fmla="*/ 1730628 h 1794706"/>
              <a:gd name="csX3" fmla="*/ 4751127 w 5498957"/>
              <a:gd name="csY3" fmla="*/ 1783016 h 1794706"/>
              <a:gd name="csX4" fmla="*/ 378149 w 5498957"/>
              <a:gd name="csY4" fmla="*/ 1647420 h 1794706"/>
              <a:gd name="csX5" fmla="*/ 218196 w 5498957"/>
              <a:gd name="csY5" fmla="*/ 450537 h 1794706"/>
              <a:gd name="csX6" fmla="*/ 3369737 w 5498957"/>
              <a:gd name="csY6" fmla="*/ 46 h 1794706"/>
              <a:gd name="csX7" fmla="*/ 4099467 w 5498957"/>
              <a:gd name="csY7" fmla="*/ 470786 h 1794706"/>
              <a:gd name="csX8" fmla="*/ 4916862 w 5498957"/>
              <a:gd name="csY8" fmla="*/ 710501 h 1794706"/>
              <a:gd name="csX9" fmla="*/ 5235949 w 5498957"/>
              <a:gd name="csY9" fmla="*/ 1044828 h 1794706"/>
              <a:gd name="csX0" fmla="*/ 5200285 w 5463293"/>
              <a:gd name="csY0" fmla="*/ 1044828 h 1799770"/>
              <a:gd name="csX1" fmla="*/ 5463175 w 5463293"/>
              <a:gd name="csY1" fmla="*/ 1406778 h 1799770"/>
              <a:gd name="csX2" fmla="*/ 5165043 w 5463293"/>
              <a:gd name="csY2" fmla="*/ 1730628 h 1799770"/>
              <a:gd name="csX3" fmla="*/ 4715463 w 5463293"/>
              <a:gd name="csY3" fmla="*/ 1783016 h 1799770"/>
              <a:gd name="csX4" fmla="*/ 342485 w 5463293"/>
              <a:gd name="csY4" fmla="*/ 1647420 h 1799770"/>
              <a:gd name="csX5" fmla="*/ 182532 w 5463293"/>
              <a:gd name="csY5" fmla="*/ 450537 h 1799770"/>
              <a:gd name="csX6" fmla="*/ 3334073 w 5463293"/>
              <a:gd name="csY6" fmla="*/ 46 h 1799770"/>
              <a:gd name="csX7" fmla="*/ 4063803 w 5463293"/>
              <a:gd name="csY7" fmla="*/ 470786 h 1799770"/>
              <a:gd name="csX8" fmla="*/ 4881198 w 5463293"/>
              <a:gd name="csY8" fmla="*/ 710501 h 1799770"/>
              <a:gd name="csX9" fmla="*/ 5200285 w 5463293"/>
              <a:gd name="csY9" fmla="*/ 1044828 h 1799770"/>
              <a:gd name="csX0" fmla="*/ 5200285 w 5463293"/>
              <a:gd name="csY0" fmla="*/ 1044828 h 1799770"/>
              <a:gd name="csX1" fmla="*/ 5463175 w 5463293"/>
              <a:gd name="csY1" fmla="*/ 1406778 h 1799770"/>
              <a:gd name="csX2" fmla="*/ 5165043 w 5463293"/>
              <a:gd name="csY2" fmla="*/ 1730628 h 1799770"/>
              <a:gd name="csX3" fmla="*/ 4715463 w 5463293"/>
              <a:gd name="csY3" fmla="*/ 1783016 h 1799770"/>
              <a:gd name="csX4" fmla="*/ 342485 w 5463293"/>
              <a:gd name="csY4" fmla="*/ 1647420 h 1799770"/>
              <a:gd name="csX5" fmla="*/ 182532 w 5463293"/>
              <a:gd name="csY5" fmla="*/ 450537 h 1799770"/>
              <a:gd name="csX6" fmla="*/ 3334073 w 5463293"/>
              <a:gd name="csY6" fmla="*/ 46 h 1799770"/>
              <a:gd name="csX7" fmla="*/ 4063803 w 5463293"/>
              <a:gd name="csY7" fmla="*/ 470786 h 1799770"/>
              <a:gd name="csX8" fmla="*/ 4881198 w 5463293"/>
              <a:gd name="csY8" fmla="*/ 710501 h 1799770"/>
              <a:gd name="csX9" fmla="*/ 5200285 w 5463293"/>
              <a:gd name="csY9" fmla="*/ 1044828 h 1799770"/>
              <a:gd name="csX0" fmla="*/ 5200285 w 5463293"/>
              <a:gd name="csY0" fmla="*/ 1044828 h 1799770"/>
              <a:gd name="csX1" fmla="*/ 5463175 w 5463293"/>
              <a:gd name="csY1" fmla="*/ 1406778 h 1799770"/>
              <a:gd name="csX2" fmla="*/ 5165043 w 5463293"/>
              <a:gd name="csY2" fmla="*/ 1730628 h 1799770"/>
              <a:gd name="csX3" fmla="*/ 4715463 w 5463293"/>
              <a:gd name="csY3" fmla="*/ 1783016 h 1799770"/>
              <a:gd name="csX4" fmla="*/ 342485 w 5463293"/>
              <a:gd name="csY4" fmla="*/ 1647420 h 1799770"/>
              <a:gd name="csX5" fmla="*/ 182532 w 5463293"/>
              <a:gd name="csY5" fmla="*/ 450537 h 1799770"/>
              <a:gd name="csX6" fmla="*/ 3334073 w 5463293"/>
              <a:gd name="csY6" fmla="*/ 46 h 1799770"/>
              <a:gd name="csX7" fmla="*/ 4063803 w 5463293"/>
              <a:gd name="csY7" fmla="*/ 470786 h 1799770"/>
              <a:gd name="csX8" fmla="*/ 4881198 w 5463293"/>
              <a:gd name="csY8" fmla="*/ 710501 h 1799770"/>
              <a:gd name="csX9" fmla="*/ 5200285 w 5463293"/>
              <a:gd name="csY9" fmla="*/ 1044828 h 1799770"/>
              <a:gd name="csX0" fmla="*/ 5320168 w 5593529"/>
              <a:gd name="csY0" fmla="*/ 1044828 h 1857809"/>
              <a:gd name="csX1" fmla="*/ 5583058 w 5593529"/>
              <a:gd name="csY1" fmla="*/ 1406778 h 1857809"/>
              <a:gd name="csX2" fmla="*/ 5284926 w 5593529"/>
              <a:gd name="csY2" fmla="*/ 1730628 h 1857809"/>
              <a:gd name="csX3" fmla="*/ 3274165 w 5593529"/>
              <a:gd name="csY3" fmla="*/ 1855914 h 1857809"/>
              <a:gd name="csX4" fmla="*/ 462368 w 5593529"/>
              <a:gd name="csY4" fmla="*/ 1647420 h 1857809"/>
              <a:gd name="csX5" fmla="*/ 302415 w 5593529"/>
              <a:gd name="csY5" fmla="*/ 450537 h 1857809"/>
              <a:gd name="csX6" fmla="*/ 3453956 w 5593529"/>
              <a:gd name="csY6" fmla="*/ 46 h 1857809"/>
              <a:gd name="csX7" fmla="*/ 4183686 w 5593529"/>
              <a:gd name="csY7" fmla="*/ 470786 h 1857809"/>
              <a:gd name="csX8" fmla="*/ 5001081 w 5593529"/>
              <a:gd name="csY8" fmla="*/ 710501 h 1857809"/>
              <a:gd name="csX9" fmla="*/ 5320168 w 5593529"/>
              <a:gd name="csY9" fmla="*/ 1044828 h 1857809"/>
              <a:gd name="csX0" fmla="*/ 5303906 w 5590401"/>
              <a:gd name="csY0" fmla="*/ 1044828 h 1986298"/>
              <a:gd name="csX1" fmla="*/ 5566796 w 5590401"/>
              <a:gd name="csY1" fmla="*/ 1406778 h 1986298"/>
              <a:gd name="csX2" fmla="*/ 5268664 w 5590401"/>
              <a:gd name="csY2" fmla="*/ 1730628 h 1986298"/>
              <a:gd name="csX3" fmla="*/ 2932657 w 5590401"/>
              <a:gd name="csY3" fmla="*/ 1985510 h 1986298"/>
              <a:gd name="csX4" fmla="*/ 446106 w 5590401"/>
              <a:gd name="csY4" fmla="*/ 1647420 h 1986298"/>
              <a:gd name="csX5" fmla="*/ 286153 w 5590401"/>
              <a:gd name="csY5" fmla="*/ 450537 h 1986298"/>
              <a:gd name="csX6" fmla="*/ 3437694 w 5590401"/>
              <a:gd name="csY6" fmla="*/ 46 h 1986298"/>
              <a:gd name="csX7" fmla="*/ 4167424 w 5590401"/>
              <a:gd name="csY7" fmla="*/ 470786 h 1986298"/>
              <a:gd name="csX8" fmla="*/ 4984819 w 5590401"/>
              <a:gd name="csY8" fmla="*/ 710501 h 1986298"/>
              <a:gd name="csX9" fmla="*/ 5303906 w 5590401"/>
              <a:gd name="csY9" fmla="*/ 1044828 h 1986298"/>
              <a:gd name="csX0" fmla="*/ 5303906 w 5566904"/>
              <a:gd name="csY0" fmla="*/ 1044828 h 1992814"/>
              <a:gd name="csX1" fmla="*/ 5566796 w 5566904"/>
              <a:gd name="csY1" fmla="*/ 1406778 h 1992814"/>
              <a:gd name="csX2" fmla="*/ 5268664 w 5566904"/>
              <a:gd name="csY2" fmla="*/ 1730628 h 1992814"/>
              <a:gd name="csX3" fmla="*/ 4666136 w 5566904"/>
              <a:gd name="csY3" fmla="*/ 1867989 h 1992814"/>
              <a:gd name="csX4" fmla="*/ 2932657 w 5566904"/>
              <a:gd name="csY4" fmla="*/ 1985510 h 1992814"/>
              <a:gd name="csX5" fmla="*/ 446106 w 5566904"/>
              <a:gd name="csY5" fmla="*/ 1647420 h 1992814"/>
              <a:gd name="csX6" fmla="*/ 286153 w 5566904"/>
              <a:gd name="csY6" fmla="*/ 450537 h 1992814"/>
              <a:gd name="csX7" fmla="*/ 3437694 w 5566904"/>
              <a:gd name="csY7" fmla="*/ 46 h 1992814"/>
              <a:gd name="csX8" fmla="*/ 4167424 w 5566904"/>
              <a:gd name="csY8" fmla="*/ 470786 h 1992814"/>
              <a:gd name="csX9" fmla="*/ 4984819 w 5566904"/>
              <a:gd name="csY9" fmla="*/ 710501 h 1992814"/>
              <a:gd name="csX10" fmla="*/ 5303906 w 5566904"/>
              <a:gd name="csY10" fmla="*/ 1044828 h 1992814"/>
              <a:gd name="csX0" fmla="*/ 5303906 w 5566904"/>
              <a:gd name="csY0" fmla="*/ 1044828 h 1992814"/>
              <a:gd name="csX1" fmla="*/ 5566796 w 5566904"/>
              <a:gd name="csY1" fmla="*/ 1406778 h 1992814"/>
              <a:gd name="csX2" fmla="*/ 5268664 w 5566904"/>
              <a:gd name="csY2" fmla="*/ 1730628 h 1992814"/>
              <a:gd name="csX3" fmla="*/ 4666136 w 5566904"/>
              <a:gd name="csY3" fmla="*/ 1867989 h 1992814"/>
              <a:gd name="csX4" fmla="*/ 2932657 w 5566904"/>
              <a:gd name="csY4" fmla="*/ 1985510 h 1992814"/>
              <a:gd name="csX5" fmla="*/ 446106 w 5566904"/>
              <a:gd name="csY5" fmla="*/ 1647420 h 1992814"/>
              <a:gd name="csX6" fmla="*/ 286153 w 5566904"/>
              <a:gd name="csY6" fmla="*/ 450537 h 1992814"/>
              <a:gd name="csX7" fmla="*/ 3437694 w 5566904"/>
              <a:gd name="csY7" fmla="*/ 46 h 1992814"/>
              <a:gd name="csX8" fmla="*/ 4167424 w 5566904"/>
              <a:gd name="csY8" fmla="*/ 470786 h 1992814"/>
              <a:gd name="csX9" fmla="*/ 4984819 w 5566904"/>
              <a:gd name="csY9" fmla="*/ 710501 h 1992814"/>
              <a:gd name="csX10" fmla="*/ 5303906 w 5566904"/>
              <a:gd name="csY10" fmla="*/ 1044828 h 1992814"/>
              <a:gd name="csX0" fmla="*/ 5303906 w 5566886"/>
              <a:gd name="csY0" fmla="*/ 1044828 h 1995191"/>
              <a:gd name="csX1" fmla="*/ 5566796 w 5566886"/>
              <a:gd name="csY1" fmla="*/ 1406778 h 1995191"/>
              <a:gd name="csX2" fmla="*/ 5268664 w 5566886"/>
              <a:gd name="csY2" fmla="*/ 1730628 h 1995191"/>
              <a:gd name="csX3" fmla="*/ 4861285 w 5566886"/>
              <a:gd name="csY3" fmla="*/ 1888239 h 1995191"/>
              <a:gd name="csX4" fmla="*/ 2932657 w 5566886"/>
              <a:gd name="csY4" fmla="*/ 1985510 h 1995191"/>
              <a:gd name="csX5" fmla="*/ 446106 w 5566886"/>
              <a:gd name="csY5" fmla="*/ 1647420 h 1995191"/>
              <a:gd name="csX6" fmla="*/ 286153 w 5566886"/>
              <a:gd name="csY6" fmla="*/ 450537 h 1995191"/>
              <a:gd name="csX7" fmla="*/ 3437694 w 5566886"/>
              <a:gd name="csY7" fmla="*/ 46 h 1995191"/>
              <a:gd name="csX8" fmla="*/ 4167424 w 5566886"/>
              <a:gd name="csY8" fmla="*/ 470786 h 1995191"/>
              <a:gd name="csX9" fmla="*/ 4984819 w 5566886"/>
              <a:gd name="csY9" fmla="*/ 710501 h 1995191"/>
              <a:gd name="csX10" fmla="*/ 5303906 w 5566886"/>
              <a:gd name="csY10" fmla="*/ 1044828 h 1995191"/>
              <a:gd name="csX0" fmla="*/ 5268865 w 5531845"/>
              <a:gd name="csY0" fmla="*/ 1044831 h 1991805"/>
              <a:gd name="csX1" fmla="*/ 5531755 w 5531845"/>
              <a:gd name="csY1" fmla="*/ 1406781 h 1991805"/>
              <a:gd name="csX2" fmla="*/ 5233623 w 5531845"/>
              <a:gd name="csY2" fmla="*/ 1730631 h 1991805"/>
              <a:gd name="csX3" fmla="*/ 4826244 w 5531845"/>
              <a:gd name="csY3" fmla="*/ 1888242 h 1991805"/>
              <a:gd name="csX4" fmla="*/ 2897616 w 5531845"/>
              <a:gd name="csY4" fmla="*/ 1985513 h 1991805"/>
              <a:gd name="csX5" fmla="*/ 497799 w 5531845"/>
              <a:gd name="csY5" fmla="*/ 1708171 h 1991805"/>
              <a:gd name="csX6" fmla="*/ 251112 w 5531845"/>
              <a:gd name="csY6" fmla="*/ 450540 h 1991805"/>
              <a:gd name="csX7" fmla="*/ 3402653 w 5531845"/>
              <a:gd name="csY7" fmla="*/ 49 h 1991805"/>
              <a:gd name="csX8" fmla="*/ 4132383 w 5531845"/>
              <a:gd name="csY8" fmla="*/ 470789 h 1991805"/>
              <a:gd name="csX9" fmla="*/ 4949778 w 5531845"/>
              <a:gd name="csY9" fmla="*/ 710504 h 1991805"/>
              <a:gd name="csX10" fmla="*/ 5268865 w 5531845"/>
              <a:gd name="csY10" fmla="*/ 1044831 h 1991805"/>
              <a:gd name="csX0" fmla="*/ 5187606 w 5450586"/>
              <a:gd name="csY0" fmla="*/ 1044831 h 1991805"/>
              <a:gd name="csX1" fmla="*/ 5450496 w 5450586"/>
              <a:gd name="csY1" fmla="*/ 1406781 h 1991805"/>
              <a:gd name="csX2" fmla="*/ 5152364 w 5450586"/>
              <a:gd name="csY2" fmla="*/ 1730631 h 1991805"/>
              <a:gd name="csX3" fmla="*/ 4744985 w 5450586"/>
              <a:gd name="csY3" fmla="*/ 1888242 h 1991805"/>
              <a:gd name="csX4" fmla="*/ 2816357 w 5450586"/>
              <a:gd name="csY4" fmla="*/ 1985513 h 1991805"/>
              <a:gd name="csX5" fmla="*/ 416540 w 5450586"/>
              <a:gd name="csY5" fmla="*/ 1708171 h 1991805"/>
              <a:gd name="csX6" fmla="*/ 169853 w 5450586"/>
              <a:gd name="csY6" fmla="*/ 450540 h 1991805"/>
              <a:gd name="csX7" fmla="*/ 3321394 w 5450586"/>
              <a:gd name="csY7" fmla="*/ 49 h 1991805"/>
              <a:gd name="csX8" fmla="*/ 4051124 w 5450586"/>
              <a:gd name="csY8" fmla="*/ 470789 h 1991805"/>
              <a:gd name="csX9" fmla="*/ 4868519 w 5450586"/>
              <a:gd name="csY9" fmla="*/ 710504 h 1991805"/>
              <a:gd name="csX10" fmla="*/ 5187606 w 5450586"/>
              <a:gd name="csY10" fmla="*/ 1044831 h 1991805"/>
              <a:gd name="csX0" fmla="*/ 5262529 w 5525509"/>
              <a:gd name="csY0" fmla="*/ 1044831 h 1992020"/>
              <a:gd name="csX1" fmla="*/ 5525419 w 5525509"/>
              <a:gd name="csY1" fmla="*/ 1406781 h 1992020"/>
              <a:gd name="csX2" fmla="*/ 5227287 w 5525509"/>
              <a:gd name="csY2" fmla="*/ 1730631 h 1992020"/>
              <a:gd name="csX3" fmla="*/ 4819908 w 5525509"/>
              <a:gd name="csY3" fmla="*/ 1888242 h 1992020"/>
              <a:gd name="csX4" fmla="*/ 2891280 w 5525509"/>
              <a:gd name="csY4" fmla="*/ 1985513 h 1992020"/>
              <a:gd name="csX5" fmla="*/ 231267 w 5525509"/>
              <a:gd name="csY5" fmla="*/ 1704121 h 1992020"/>
              <a:gd name="csX6" fmla="*/ 244776 w 5525509"/>
              <a:gd name="csY6" fmla="*/ 450540 h 1992020"/>
              <a:gd name="csX7" fmla="*/ 3396317 w 5525509"/>
              <a:gd name="csY7" fmla="*/ 49 h 1992020"/>
              <a:gd name="csX8" fmla="*/ 4126047 w 5525509"/>
              <a:gd name="csY8" fmla="*/ 470789 h 1992020"/>
              <a:gd name="csX9" fmla="*/ 4943442 w 5525509"/>
              <a:gd name="csY9" fmla="*/ 710504 h 1992020"/>
              <a:gd name="csX10" fmla="*/ 5262529 w 5525509"/>
              <a:gd name="csY10" fmla="*/ 1044831 h 1992020"/>
              <a:gd name="csX0" fmla="*/ 5237591 w 5500571"/>
              <a:gd name="csY0" fmla="*/ 1044916 h 1992105"/>
              <a:gd name="csX1" fmla="*/ 5500481 w 5500571"/>
              <a:gd name="csY1" fmla="*/ 1406866 h 1992105"/>
              <a:gd name="csX2" fmla="*/ 5202349 w 5500571"/>
              <a:gd name="csY2" fmla="*/ 1730716 h 1992105"/>
              <a:gd name="csX3" fmla="*/ 4794970 w 5500571"/>
              <a:gd name="csY3" fmla="*/ 1888327 h 1992105"/>
              <a:gd name="csX4" fmla="*/ 2866342 w 5500571"/>
              <a:gd name="csY4" fmla="*/ 1985598 h 1992105"/>
              <a:gd name="csX5" fmla="*/ 206329 w 5500571"/>
              <a:gd name="csY5" fmla="*/ 1704206 h 1992105"/>
              <a:gd name="csX6" fmla="*/ 534243 w 5500571"/>
              <a:gd name="csY6" fmla="*/ 519473 h 1992105"/>
              <a:gd name="csX7" fmla="*/ 3371379 w 5500571"/>
              <a:gd name="csY7" fmla="*/ 134 h 1992105"/>
              <a:gd name="csX8" fmla="*/ 4101109 w 5500571"/>
              <a:gd name="csY8" fmla="*/ 470874 h 1992105"/>
              <a:gd name="csX9" fmla="*/ 4918504 w 5500571"/>
              <a:gd name="csY9" fmla="*/ 710589 h 1992105"/>
              <a:gd name="csX10" fmla="*/ 5237591 w 5500571"/>
              <a:gd name="csY10" fmla="*/ 1044916 h 1992105"/>
              <a:gd name="csX0" fmla="*/ 5070999 w 5333979"/>
              <a:gd name="csY0" fmla="*/ 1044916 h 1994231"/>
              <a:gd name="csX1" fmla="*/ 5333889 w 5333979"/>
              <a:gd name="csY1" fmla="*/ 1406866 h 1994231"/>
              <a:gd name="csX2" fmla="*/ 5035757 w 5333979"/>
              <a:gd name="csY2" fmla="*/ 1730716 h 1994231"/>
              <a:gd name="csX3" fmla="*/ 4628378 w 5333979"/>
              <a:gd name="csY3" fmla="*/ 1888327 h 1994231"/>
              <a:gd name="csX4" fmla="*/ 2699750 w 5333979"/>
              <a:gd name="csY4" fmla="*/ 1985598 h 1994231"/>
              <a:gd name="csX5" fmla="*/ 289094 w 5333979"/>
              <a:gd name="csY5" fmla="*/ 1665733 h 1994231"/>
              <a:gd name="csX6" fmla="*/ 367651 w 5333979"/>
              <a:gd name="csY6" fmla="*/ 519473 h 1994231"/>
              <a:gd name="csX7" fmla="*/ 3204787 w 5333979"/>
              <a:gd name="csY7" fmla="*/ 134 h 1994231"/>
              <a:gd name="csX8" fmla="*/ 3934517 w 5333979"/>
              <a:gd name="csY8" fmla="*/ 470874 h 1994231"/>
              <a:gd name="csX9" fmla="*/ 4751912 w 5333979"/>
              <a:gd name="csY9" fmla="*/ 710589 h 1994231"/>
              <a:gd name="csX10" fmla="*/ 5070999 w 5333979"/>
              <a:gd name="csY10" fmla="*/ 1044916 h 1994231"/>
              <a:gd name="csX0" fmla="*/ 5070999 w 5333979"/>
              <a:gd name="csY0" fmla="*/ 1044916 h 1926472"/>
              <a:gd name="csX1" fmla="*/ 5333889 w 5333979"/>
              <a:gd name="csY1" fmla="*/ 1406866 h 1926472"/>
              <a:gd name="csX2" fmla="*/ 5035757 w 5333979"/>
              <a:gd name="csY2" fmla="*/ 1730716 h 1926472"/>
              <a:gd name="csX3" fmla="*/ 4628378 w 5333979"/>
              <a:gd name="csY3" fmla="*/ 1888327 h 1926472"/>
              <a:gd name="csX4" fmla="*/ 2699750 w 5333979"/>
              <a:gd name="csY4" fmla="*/ 1908651 h 1926472"/>
              <a:gd name="csX5" fmla="*/ 289094 w 5333979"/>
              <a:gd name="csY5" fmla="*/ 1665733 h 1926472"/>
              <a:gd name="csX6" fmla="*/ 367651 w 5333979"/>
              <a:gd name="csY6" fmla="*/ 519473 h 1926472"/>
              <a:gd name="csX7" fmla="*/ 3204787 w 5333979"/>
              <a:gd name="csY7" fmla="*/ 134 h 1926472"/>
              <a:gd name="csX8" fmla="*/ 3934517 w 5333979"/>
              <a:gd name="csY8" fmla="*/ 470874 h 1926472"/>
              <a:gd name="csX9" fmla="*/ 4751912 w 5333979"/>
              <a:gd name="csY9" fmla="*/ 710589 h 1926472"/>
              <a:gd name="csX10" fmla="*/ 5070999 w 5333979"/>
              <a:gd name="csY10" fmla="*/ 1044916 h 1926472"/>
              <a:gd name="csX0" fmla="*/ 5070999 w 5333985"/>
              <a:gd name="csY0" fmla="*/ 1044916 h 1915150"/>
              <a:gd name="csX1" fmla="*/ 5333889 w 5333985"/>
              <a:gd name="csY1" fmla="*/ 1406866 h 1915150"/>
              <a:gd name="csX2" fmla="*/ 5035757 w 5333985"/>
              <a:gd name="csY2" fmla="*/ 1730716 h 1915150"/>
              <a:gd name="csX3" fmla="*/ 4552487 w 5333985"/>
              <a:gd name="csY3" fmla="*/ 1835679 h 1915150"/>
              <a:gd name="csX4" fmla="*/ 2699750 w 5333985"/>
              <a:gd name="csY4" fmla="*/ 1908651 h 1915150"/>
              <a:gd name="csX5" fmla="*/ 289094 w 5333985"/>
              <a:gd name="csY5" fmla="*/ 1665733 h 1915150"/>
              <a:gd name="csX6" fmla="*/ 367651 w 5333985"/>
              <a:gd name="csY6" fmla="*/ 519473 h 1915150"/>
              <a:gd name="csX7" fmla="*/ 3204787 w 5333985"/>
              <a:gd name="csY7" fmla="*/ 134 h 1915150"/>
              <a:gd name="csX8" fmla="*/ 3934517 w 5333985"/>
              <a:gd name="csY8" fmla="*/ 470874 h 1915150"/>
              <a:gd name="csX9" fmla="*/ 4751912 w 5333985"/>
              <a:gd name="csY9" fmla="*/ 710589 h 1915150"/>
              <a:gd name="csX10" fmla="*/ 5070999 w 5333985"/>
              <a:gd name="csY10" fmla="*/ 1044916 h 1915150"/>
              <a:gd name="csX0" fmla="*/ 4922170 w 5185156"/>
              <a:gd name="csY0" fmla="*/ 1044916 h 1915495"/>
              <a:gd name="csX1" fmla="*/ 5185060 w 5185156"/>
              <a:gd name="csY1" fmla="*/ 1406866 h 1915495"/>
              <a:gd name="csX2" fmla="*/ 4886928 w 5185156"/>
              <a:gd name="csY2" fmla="*/ 1730716 h 1915495"/>
              <a:gd name="csX3" fmla="*/ 4403658 w 5185156"/>
              <a:gd name="csY3" fmla="*/ 1835679 h 1915495"/>
              <a:gd name="csX4" fmla="*/ 2550921 w 5185156"/>
              <a:gd name="csY4" fmla="*/ 1908651 h 1915495"/>
              <a:gd name="csX5" fmla="*/ 454669 w 5185156"/>
              <a:gd name="csY5" fmla="*/ 1659658 h 1915495"/>
              <a:gd name="csX6" fmla="*/ 218822 w 5185156"/>
              <a:gd name="csY6" fmla="*/ 519473 h 1915495"/>
              <a:gd name="csX7" fmla="*/ 3055958 w 5185156"/>
              <a:gd name="csY7" fmla="*/ 134 h 1915495"/>
              <a:gd name="csX8" fmla="*/ 3785688 w 5185156"/>
              <a:gd name="csY8" fmla="*/ 470874 h 1915495"/>
              <a:gd name="csX9" fmla="*/ 4603083 w 5185156"/>
              <a:gd name="csY9" fmla="*/ 710589 h 1915495"/>
              <a:gd name="csX10" fmla="*/ 4922170 w 5185156"/>
              <a:gd name="csY10" fmla="*/ 1044916 h 1915495"/>
              <a:gd name="csX0" fmla="*/ 4793813 w 5056799"/>
              <a:gd name="csY0" fmla="*/ 1044951 h 1915530"/>
              <a:gd name="csX1" fmla="*/ 5056703 w 5056799"/>
              <a:gd name="csY1" fmla="*/ 1406901 h 1915530"/>
              <a:gd name="csX2" fmla="*/ 4758571 w 5056799"/>
              <a:gd name="csY2" fmla="*/ 1730751 h 1915530"/>
              <a:gd name="csX3" fmla="*/ 4275301 w 5056799"/>
              <a:gd name="csY3" fmla="*/ 1835714 h 1915530"/>
              <a:gd name="csX4" fmla="*/ 2422564 w 5056799"/>
              <a:gd name="csY4" fmla="*/ 1908686 h 1915530"/>
              <a:gd name="csX5" fmla="*/ 326312 w 5056799"/>
              <a:gd name="csY5" fmla="*/ 1659693 h 1915530"/>
              <a:gd name="csX6" fmla="*/ 274771 w 5056799"/>
              <a:gd name="csY6" fmla="*/ 525583 h 1915530"/>
              <a:gd name="csX7" fmla="*/ 2927601 w 5056799"/>
              <a:gd name="csY7" fmla="*/ 169 h 1915530"/>
              <a:gd name="csX8" fmla="*/ 3657331 w 5056799"/>
              <a:gd name="csY8" fmla="*/ 470909 h 1915530"/>
              <a:gd name="csX9" fmla="*/ 4474726 w 5056799"/>
              <a:gd name="csY9" fmla="*/ 710624 h 1915530"/>
              <a:gd name="csX10" fmla="*/ 4793813 w 5056799"/>
              <a:gd name="csY10" fmla="*/ 1044951 h 1915530"/>
              <a:gd name="csX0" fmla="*/ 4720683 w 4983669"/>
              <a:gd name="csY0" fmla="*/ 1044951 h 1915300"/>
              <a:gd name="csX1" fmla="*/ 4983573 w 4983669"/>
              <a:gd name="csY1" fmla="*/ 1406901 h 1915300"/>
              <a:gd name="csX2" fmla="*/ 4685441 w 4983669"/>
              <a:gd name="csY2" fmla="*/ 1730751 h 1915300"/>
              <a:gd name="csX3" fmla="*/ 4202171 w 4983669"/>
              <a:gd name="csY3" fmla="*/ 1835714 h 1915300"/>
              <a:gd name="csX4" fmla="*/ 2349434 w 4983669"/>
              <a:gd name="csY4" fmla="*/ 1908686 h 1915300"/>
              <a:gd name="csX5" fmla="*/ 426647 w 4983669"/>
              <a:gd name="csY5" fmla="*/ 1663743 h 1915300"/>
              <a:gd name="csX6" fmla="*/ 201641 w 4983669"/>
              <a:gd name="csY6" fmla="*/ 525583 h 1915300"/>
              <a:gd name="csX7" fmla="*/ 2854471 w 4983669"/>
              <a:gd name="csY7" fmla="*/ 169 h 1915300"/>
              <a:gd name="csX8" fmla="*/ 3584201 w 4983669"/>
              <a:gd name="csY8" fmla="*/ 470909 h 1915300"/>
              <a:gd name="csX9" fmla="*/ 4401596 w 4983669"/>
              <a:gd name="csY9" fmla="*/ 710624 h 1915300"/>
              <a:gd name="csX10" fmla="*/ 4720683 w 4983669"/>
              <a:gd name="csY10" fmla="*/ 1044951 h 1915300"/>
              <a:gd name="csX0" fmla="*/ 4720683 w 4998043"/>
              <a:gd name="csY0" fmla="*/ 1044951 h 1915300"/>
              <a:gd name="csX1" fmla="*/ 4983573 w 4998043"/>
              <a:gd name="csY1" fmla="*/ 1406901 h 1915300"/>
              <a:gd name="csX2" fmla="*/ 4928096 w 4998043"/>
              <a:gd name="csY2" fmla="*/ 1567132 h 1915300"/>
              <a:gd name="csX3" fmla="*/ 4685441 w 4998043"/>
              <a:gd name="csY3" fmla="*/ 1730751 h 1915300"/>
              <a:gd name="csX4" fmla="*/ 4202171 w 4998043"/>
              <a:gd name="csY4" fmla="*/ 1835714 h 1915300"/>
              <a:gd name="csX5" fmla="*/ 2349434 w 4998043"/>
              <a:gd name="csY5" fmla="*/ 1908686 h 1915300"/>
              <a:gd name="csX6" fmla="*/ 426647 w 4998043"/>
              <a:gd name="csY6" fmla="*/ 1663743 h 1915300"/>
              <a:gd name="csX7" fmla="*/ 201641 w 4998043"/>
              <a:gd name="csY7" fmla="*/ 525583 h 1915300"/>
              <a:gd name="csX8" fmla="*/ 2854471 w 4998043"/>
              <a:gd name="csY8" fmla="*/ 169 h 1915300"/>
              <a:gd name="csX9" fmla="*/ 3584201 w 4998043"/>
              <a:gd name="csY9" fmla="*/ 470909 h 1915300"/>
              <a:gd name="csX10" fmla="*/ 4401596 w 4998043"/>
              <a:gd name="csY10" fmla="*/ 710624 h 1915300"/>
              <a:gd name="csX11" fmla="*/ 4720683 w 4998043"/>
              <a:gd name="csY11" fmla="*/ 1044951 h 19153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998043" h="1915300">
                <a:moveTo>
                  <a:pt x="4720683" y="1044951"/>
                </a:moveTo>
                <a:cubicBezTo>
                  <a:pt x="4832126" y="1178301"/>
                  <a:pt x="4979763" y="1289744"/>
                  <a:pt x="4983573" y="1406901"/>
                </a:cubicBezTo>
                <a:cubicBezTo>
                  <a:pt x="5021756" y="1490556"/>
                  <a:pt x="4977785" y="1513157"/>
                  <a:pt x="4928096" y="1567132"/>
                </a:cubicBezTo>
                <a:cubicBezTo>
                  <a:pt x="4878407" y="1621107"/>
                  <a:pt x="4806429" y="1685987"/>
                  <a:pt x="4685441" y="1730751"/>
                </a:cubicBezTo>
                <a:cubicBezTo>
                  <a:pt x="4564454" y="1775515"/>
                  <a:pt x="4591506" y="1806058"/>
                  <a:pt x="4202171" y="1835714"/>
                </a:cubicBezTo>
                <a:cubicBezTo>
                  <a:pt x="3812836" y="1865370"/>
                  <a:pt x="2978688" y="1937348"/>
                  <a:pt x="2349434" y="1908686"/>
                </a:cubicBezTo>
                <a:cubicBezTo>
                  <a:pt x="1720180" y="1880024"/>
                  <a:pt x="784612" y="1894260"/>
                  <a:pt x="426647" y="1663743"/>
                </a:cubicBezTo>
                <a:cubicBezTo>
                  <a:pt x="68682" y="1433226"/>
                  <a:pt x="-202996" y="802845"/>
                  <a:pt x="201641" y="525583"/>
                </a:cubicBezTo>
                <a:cubicBezTo>
                  <a:pt x="606278" y="248321"/>
                  <a:pt x="2290711" y="9281"/>
                  <a:pt x="2854471" y="169"/>
                </a:cubicBezTo>
                <a:cubicBezTo>
                  <a:pt x="3418231" y="-8943"/>
                  <a:pt x="3326347" y="352500"/>
                  <a:pt x="3584201" y="470909"/>
                </a:cubicBezTo>
                <a:cubicBezTo>
                  <a:pt x="3842055" y="589318"/>
                  <a:pt x="4248321" y="613600"/>
                  <a:pt x="4401596" y="710624"/>
                </a:cubicBezTo>
                <a:cubicBezTo>
                  <a:pt x="4533993" y="756344"/>
                  <a:pt x="4609241" y="911601"/>
                  <a:pt x="4720683" y="1044951"/>
                </a:cubicBezTo>
                <a:close/>
              </a:path>
            </a:pathLst>
          </a:custGeom>
          <a:solidFill>
            <a:schemeClr val="accent4">
              <a:lumMod val="50000"/>
            </a:schemeClr>
          </a:solidFill>
          <a:ln w="9525" cap="flat">
            <a:noFill/>
            <a:prstDash val="solid"/>
            <a:miter/>
          </a:ln>
        </p:spPr>
        <p:txBody>
          <a:bodyPr/>
          <a:lstStyle/>
          <a:p>
            <a:endParaRPr lang="en-US">
              <a:noFill/>
            </a:endParaRPr>
          </a:p>
        </p:txBody>
      </p:sp>
      <p:sp>
        <p:nvSpPr>
          <p:cNvPr id="18" name="Content Placeholder 2">
            <a:extLst>
              <a:ext uri="{FF2B5EF4-FFF2-40B4-BE49-F238E27FC236}">
                <a16:creationId xmlns:a16="http://schemas.microsoft.com/office/drawing/2014/main" id="{75CD44FA-0D1C-9E94-8637-58E0413C61CE}"/>
              </a:ext>
            </a:extLst>
          </p:cNvPr>
          <p:cNvSpPr txBox="1">
            <a:spLocks/>
          </p:cNvSpPr>
          <p:nvPr/>
        </p:nvSpPr>
        <p:spPr>
          <a:xfrm rot="21142799">
            <a:off x="6566945" y="4575530"/>
            <a:ext cx="5938251" cy="2554179"/>
          </a:xfrm>
          <a:prstGeom prst="rect">
            <a:avLst/>
          </a:prstGeom>
          <a:ln>
            <a:noFill/>
          </a:ln>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t>XX XX XXXXXXXXXXXXXXXX</a:t>
            </a:r>
          </a:p>
          <a:p>
            <a:pPr marL="0" indent="0">
              <a:buNone/>
            </a:pPr>
            <a:r>
              <a:rPr lang="en-US"/>
              <a:t>XX XX XXXXXXXXXXXXXXXXX</a:t>
            </a:r>
          </a:p>
          <a:p>
            <a:pPr marL="0" indent="0">
              <a:buNone/>
            </a:pPr>
            <a:r>
              <a:rPr lang="en-US"/>
              <a:t>XX XX XXXXXXXXXXXXXXXXXXXXXXX</a:t>
            </a:r>
          </a:p>
        </p:txBody>
      </p:sp>
    </p:spTree>
    <p:extLst>
      <p:ext uri="{BB962C8B-B14F-4D97-AF65-F5344CB8AC3E}">
        <p14:creationId xmlns:p14="http://schemas.microsoft.com/office/powerpoint/2010/main" val="1222392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decel="10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9" decel="10000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0-#ppt_w/2"/>
                                          </p:val>
                                        </p:tav>
                                        <p:tav tm="100000">
                                          <p:val>
                                            <p:strVal val="#ppt_x"/>
                                          </p:val>
                                        </p:tav>
                                      </p:tavLst>
                                    </p:anim>
                                    <p:anim calcmode="lin" valueType="num">
                                      <p:cBhvr additive="base">
                                        <p:cTn id="12" dur="500" fill="hold"/>
                                        <p:tgtEl>
                                          <p:spTgt spid="6"/>
                                        </p:tgtEl>
                                        <p:attrNameLst>
                                          <p:attrName>ppt_y</p:attrName>
                                        </p:attrNameLst>
                                      </p:cBhvr>
                                      <p:tavLst>
                                        <p:tav tm="0">
                                          <p:val>
                                            <p:strVal val="0-#ppt_h/2"/>
                                          </p:val>
                                        </p:tav>
                                        <p:tav tm="100000">
                                          <p:val>
                                            <p:strVal val="#ppt_y"/>
                                          </p:val>
                                        </p:tav>
                                      </p:tavLst>
                                    </p:anim>
                                  </p:childTnLst>
                                </p:cTn>
                              </p:par>
                              <p:par>
                                <p:cTn id="13" presetID="2" presetClass="entr" presetSubtype="6" decel="100000" fill="hold" grpId="0" nodeType="withEffect">
                                  <p:stCondLst>
                                    <p:cond delay="50"/>
                                  </p:stCondLst>
                                  <p:childTnLst>
                                    <p:set>
                                      <p:cBhvr>
                                        <p:cTn id="14" dur="1" fill="hold">
                                          <p:stCondLst>
                                            <p:cond delay="0"/>
                                          </p:stCondLst>
                                        </p:cTn>
                                        <p:tgtEl>
                                          <p:spTgt spid="18"/>
                                        </p:tgtEl>
                                        <p:attrNameLst>
                                          <p:attrName>style.visibility</p:attrName>
                                        </p:attrNameLst>
                                      </p:cBhvr>
                                      <p:to>
                                        <p:strVal val="visible"/>
                                      </p:to>
                                    </p:set>
                                    <p:anim calcmode="lin" valueType="num">
                                      <p:cBhvr additive="base">
                                        <p:cTn id="15" dur="500" fill="hold"/>
                                        <p:tgtEl>
                                          <p:spTgt spid="18"/>
                                        </p:tgtEl>
                                        <p:attrNameLst>
                                          <p:attrName>ppt_x</p:attrName>
                                        </p:attrNameLst>
                                      </p:cBhvr>
                                      <p:tavLst>
                                        <p:tav tm="0">
                                          <p:val>
                                            <p:strVal val="1+#ppt_w/2"/>
                                          </p:val>
                                        </p:tav>
                                        <p:tav tm="100000">
                                          <p:val>
                                            <p:strVal val="#ppt_x"/>
                                          </p:val>
                                        </p:tav>
                                      </p:tavLst>
                                    </p:anim>
                                    <p:anim calcmode="lin" valueType="num">
                                      <p:cBhvr additive="base">
                                        <p:cTn id="16" dur="500" fill="hold"/>
                                        <p:tgtEl>
                                          <p:spTgt spid="18"/>
                                        </p:tgtEl>
                                        <p:attrNameLst>
                                          <p:attrName>ppt_y</p:attrName>
                                        </p:attrNameLst>
                                      </p:cBhvr>
                                      <p:tavLst>
                                        <p:tav tm="0">
                                          <p:val>
                                            <p:strVal val="1+#ppt_h/2"/>
                                          </p:val>
                                        </p:tav>
                                        <p:tav tm="100000">
                                          <p:val>
                                            <p:strVal val="#ppt_y"/>
                                          </p:val>
                                        </p:tav>
                                      </p:tavLst>
                                    </p:anim>
                                  </p:childTnLst>
                                </p:cTn>
                              </p:par>
                              <p:par>
                                <p:cTn id="17" presetID="2" presetClass="entr" presetSubtype="6" decel="100000" fill="hold" grpId="0" nodeType="withEffect">
                                  <p:stCondLst>
                                    <p:cond delay="10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1+#ppt_w/2"/>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par>
                                <p:cTn id="21" presetID="2" presetClass="entr" presetSubtype="9" decel="100000" fill="hold" grpId="0" nodeType="withEffect">
                                  <p:stCondLst>
                                    <p:cond delay="10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ppt_x</p:attrName>
                                        </p:attrNameLst>
                                      </p:cBhvr>
                                      <p:tavLst>
                                        <p:tav tm="0">
                                          <p:val>
                                            <p:strVal val="0-#ppt_w/2"/>
                                          </p:val>
                                        </p:tav>
                                        <p:tav tm="100000">
                                          <p:val>
                                            <p:strVal val="#ppt_x"/>
                                          </p:val>
                                        </p:tav>
                                      </p:tavLst>
                                    </p:anim>
                                    <p:anim calcmode="lin" valueType="num">
                                      <p:cBhvr additive="base">
                                        <p:cTn id="24" dur="500" fill="hold"/>
                                        <p:tgtEl>
                                          <p:spTgt spid="7"/>
                                        </p:tgtEl>
                                        <p:attrNameLst>
                                          <p:attrName>ppt_y</p:attrName>
                                        </p:attrNameLst>
                                      </p:cBhvr>
                                      <p:tavLst>
                                        <p:tav tm="0">
                                          <p:val>
                                            <p:strVal val="0-#ppt_h/2"/>
                                          </p:val>
                                        </p:tav>
                                        <p:tav tm="100000">
                                          <p:val>
                                            <p:strVal val="#ppt_y"/>
                                          </p:val>
                                        </p:tav>
                                      </p:tavLst>
                                    </p:anim>
                                  </p:childTnLst>
                                </p:cTn>
                              </p:par>
                              <p:par>
                                <p:cTn id="25" presetID="2" presetClass="entr" presetSubtype="6" decel="100000" fill="hold" grpId="0" nodeType="withEffect">
                                  <p:stCondLst>
                                    <p:cond delay="100"/>
                                  </p:stCondLst>
                                  <p:childTnLst>
                                    <p:set>
                                      <p:cBhvr>
                                        <p:cTn id="26" dur="1" fill="hold">
                                          <p:stCondLst>
                                            <p:cond delay="0"/>
                                          </p:stCondLst>
                                        </p:cTn>
                                        <p:tgtEl>
                                          <p:spTgt spid="19"/>
                                        </p:tgtEl>
                                        <p:attrNameLst>
                                          <p:attrName>style.visibility</p:attrName>
                                        </p:attrNameLst>
                                      </p:cBhvr>
                                      <p:to>
                                        <p:strVal val="visible"/>
                                      </p:to>
                                    </p:set>
                                    <p:anim calcmode="lin" valueType="num">
                                      <p:cBhvr additive="base">
                                        <p:cTn id="27" dur="500" fill="hold"/>
                                        <p:tgtEl>
                                          <p:spTgt spid="19"/>
                                        </p:tgtEl>
                                        <p:attrNameLst>
                                          <p:attrName>ppt_x</p:attrName>
                                        </p:attrNameLst>
                                      </p:cBhvr>
                                      <p:tavLst>
                                        <p:tav tm="0">
                                          <p:val>
                                            <p:strVal val="1+#ppt_w/2"/>
                                          </p:val>
                                        </p:tav>
                                        <p:tav tm="100000">
                                          <p:val>
                                            <p:strVal val="#ppt_x"/>
                                          </p:val>
                                        </p:tav>
                                      </p:tavLst>
                                    </p:anim>
                                    <p:anim calcmode="lin" valueType="num">
                                      <p:cBhvr additive="base">
                                        <p:cTn id="28" dur="500" fill="hold"/>
                                        <p:tgtEl>
                                          <p:spTgt spid="19"/>
                                        </p:tgtEl>
                                        <p:attrNameLst>
                                          <p:attrName>ppt_y</p:attrName>
                                        </p:attrNameLst>
                                      </p:cBhvr>
                                      <p:tavLst>
                                        <p:tav tm="0">
                                          <p:val>
                                            <p:strVal val="1+#ppt_h/2"/>
                                          </p:val>
                                        </p:tav>
                                        <p:tav tm="100000">
                                          <p:val>
                                            <p:strVal val="#ppt_y"/>
                                          </p:val>
                                        </p:tav>
                                      </p:tavLst>
                                    </p:anim>
                                  </p:childTnLst>
                                </p:cTn>
                              </p:par>
                              <p:par>
                                <p:cTn id="29" presetID="2" presetClass="entr" presetSubtype="9" decel="100000" fill="hold" grpId="0" nodeType="withEffect">
                                  <p:stCondLst>
                                    <p:cond delay="200"/>
                                  </p:stCondLst>
                                  <p:childTnLst>
                                    <p:set>
                                      <p:cBhvr>
                                        <p:cTn id="30" dur="1" fill="hold">
                                          <p:stCondLst>
                                            <p:cond delay="0"/>
                                          </p:stCondLst>
                                        </p:cTn>
                                        <p:tgtEl>
                                          <p:spTgt spid="2"/>
                                        </p:tgtEl>
                                        <p:attrNameLst>
                                          <p:attrName>style.visibility</p:attrName>
                                        </p:attrNameLst>
                                      </p:cBhvr>
                                      <p:to>
                                        <p:strVal val="visible"/>
                                      </p:to>
                                    </p:set>
                                    <p:anim calcmode="lin" valueType="num">
                                      <p:cBhvr additive="base">
                                        <p:cTn id="31" dur="400" fill="hold"/>
                                        <p:tgtEl>
                                          <p:spTgt spid="2"/>
                                        </p:tgtEl>
                                        <p:attrNameLst>
                                          <p:attrName>ppt_x</p:attrName>
                                        </p:attrNameLst>
                                      </p:cBhvr>
                                      <p:tavLst>
                                        <p:tav tm="0">
                                          <p:val>
                                            <p:strVal val="0-#ppt_w/2"/>
                                          </p:val>
                                        </p:tav>
                                        <p:tav tm="100000">
                                          <p:val>
                                            <p:strVal val="#ppt_x"/>
                                          </p:val>
                                        </p:tav>
                                      </p:tavLst>
                                    </p:anim>
                                    <p:anim calcmode="lin" valueType="num">
                                      <p:cBhvr additive="base">
                                        <p:cTn id="32" dur="400" fill="hold"/>
                                        <p:tgtEl>
                                          <p:spTgt spid="2"/>
                                        </p:tgtEl>
                                        <p:attrNameLst>
                                          <p:attrName>ppt_y</p:attrName>
                                        </p:attrNameLst>
                                      </p:cBhvr>
                                      <p:tavLst>
                                        <p:tav tm="0">
                                          <p:val>
                                            <p:strVal val="0-#ppt_h/2"/>
                                          </p:val>
                                        </p:tav>
                                        <p:tav tm="100000">
                                          <p:val>
                                            <p:strVal val="#ppt_y"/>
                                          </p:val>
                                        </p:tav>
                                      </p:tavLst>
                                    </p:anim>
                                  </p:childTnLst>
                                </p:cTn>
                              </p:par>
                              <p:par>
                                <p:cTn id="33" presetID="22" presetClass="entr" presetSubtype="1" fill="hold" grpId="1" nodeType="withEffect">
                                  <p:stCondLst>
                                    <p:cond delay="100"/>
                                  </p:stCondLst>
                                  <p:childTnLst>
                                    <p:set>
                                      <p:cBhvr>
                                        <p:cTn id="34" dur="1" fill="hold">
                                          <p:stCondLst>
                                            <p:cond delay="0"/>
                                          </p:stCondLst>
                                        </p:cTn>
                                        <p:tgtEl>
                                          <p:spTgt spid="3">
                                            <p:txEl>
                                              <p:pRg st="0" end="0"/>
                                            </p:txEl>
                                          </p:spTgt>
                                        </p:tgtEl>
                                        <p:attrNameLst>
                                          <p:attrName>style.visibility</p:attrName>
                                        </p:attrNameLst>
                                      </p:cBhvr>
                                      <p:to>
                                        <p:strVal val="visible"/>
                                      </p:to>
                                    </p:set>
                                    <p:animEffect transition="in" filter="wipe(up)">
                                      <p:cBhvr>
                                        <p:cTn id="35" dur="500"/>
                                        <p:tgtEl>
                                          <p:spTgt spid="3">
                                            <p:txEl>
                                              <p:pRg st="0" end="0"/>
                                            </p:txEl>
                                          </p:spTgt>
                                        </p:tgtEl>
                                      </p:cBhvr>
                                    </p:animEffect>
                                  </p:childTnLst>
                                </p:cTn>
                              </p:par>
                              <p:par>
                                <p:cTn id="36" presetID="2" presetClass="entr" presetSubtype="6" fill="hold" grpId="1" nodeType="withEffect">
                                  <p:stCondLst>
                                    <p:cond delay="0"/>
                                  </p:stCondLst>
                                  <p:childTnLst>
                                    <p:set>
                                      <p:cBhvr>
                                        <p:cTn id="37" dur="1" fill="hold">
                                          <p:stCondLst>
                                            <p:cond delay="0"/>
                                          </p:stCondLst>
                                        </p:cTn>
                                        <p:tgtEl>
                                          <p:spTgt spid="18">
                                            <p:txEl>
                                              <p:pRg st="0" end="0"/>
                                            </p:txEl>
                                          </p:spTgt>
                                        </p:tgtEl>
                                        <p:attrNameLst>
                                          <p:attrName>style.visibility</p:attrName>
                                        </p:attrNameLst>
                                      </p:cBhvr>
                                      <p:to>
                                        <p:strVal val="visible"/>
                                      </p:to>
                                    </p:set>
                                    <p:anim calcmode="lin" valueType="num">
                                      <p:cBhvr additive="base">
                                        <p:cTn id="38" dur="500" fill="hold"/>
                                        <p:tgtEl>
                                          <p:spTgt spid="18">
                                            <p:txEl>
                                              <p:pRg st="0" end="0"/>
                                            </p:txEl>
                                          </p:spTgt>
                                        </p:tgtEl>
                                        <p:attrNameLst>
                                          <p:attrName>ppt_x</p:attrName>
                                        </p:attrNameLst>
                                      </p:cBhvr>
                                      <p:tavLst>
                                        <p:tav tm="0">
                                          <p:val>
                                            <p:strVal val="1+#ppt_w/2"/>
                                          </p:val>
                                        </p:tav>
                                        <p:tav tm="100000">
                                          <p:val>
                                            <p:strVal val="#ppt_x"/>
                                          </p:val>
                                        </p:tav>
                                      </p:tavLst>
                                    </p:anim>
                                    <p:anim calcmode="lin" valueType="num">
                                      <p:cBhvr additive="base">
                                        <p:cTn id="39" dur="500" fill="hold"/>
                                        <p:tgtEl>
                                          <p:spTgt spid="18">
                                            <p:txEl>
                                              <p:pRg st="0" end="0"/>
                                            </p:txEl>
                                          </p:spTgt>
                                        </p:tgtEl>
                                        <p:attrNameLst>
                                          <p:attrName>ppt_y</p:attrName>
                                        </p:attrNameLst>
                                      </p:cBhvr>
                                      <p:tavLst>
                                        <p:tav tm="0">
                                          <p:val>
                                            <p:strVal val="1+#ppt_h/2"/>
                                          </p:val>
                                        </p:tav>
                                        <p:tav tm="100000">
                                          <p:val>
                                            <p:strVal val="#ppt_y"/>
                                          </p:val>
                                        </p:tav>
                                      </p:tavLst>
                                    </p:anim>
                                  </p:childTnLst>
                                </p:cTn>
                              </p:par>
                              <p:par>
                                <p:cTn id="40" presetID="2" presetClass="entr" presetSubtype="6" fill="hold" grpId="1" nodeType="withEffect">
                                  <p:stCondLst>
                                    <p:cond delay="0"/>
                                  </p:stCondLst>
                                  <p:childTnLst>
                                    <p:set>
                                      <p:cBhvr>
                                        <p:cTn id="41" dur="1" fill="hold">
                                          <p:stCondLst>
                                            <p:cond delay="0"/>
                                          </p:stCondLst>
                                        </p:cTn>
                                        <p:tgtEl>
                                          <p:spTgt spid="18">
                                            <p:txEl>
                                              <p:pRg st="1" end="1"/>
                                            </p:txEl>
                                          </p:spTgt>
                                        </p:tgtEl>
                                        <p:attrNameLst>
                                          <p:attrName>style.visibility</p:attrName>
                                        </p:attrNameLst>
                                      </p:cBhvr>
                                      <p:to>
                                        <p:strVal val="visible"/>
                                      </p:to>
                                    </p:set>
                                    <p:anim calcmode="lin" valueType="num">
                                      <p:cBhvr additive="base">
                                        <p:cTn id="42" dur="500" fill="hold"/>
                                        <p:tgtEl>
                                          <p:spTgt spid="18">
                                            <p:txEl>
                                              <p:pRg st="1" end="1"/>
                                            </p:txEl>
                                          </p:spTgt>
                                        </p:tgtEl>
                                        <p:attrNameLst>
                                          <p:attrName>ppt_x</p:attrName>
                                        </p:attrNameLst>
                                      </p:cBhvr>
                                      <p:tavLst>
                                        <p:tav tm="0">
                                          <p:val>
                                            <p:strVal val="1+#ppt_w/2"/>
                                          </p:val>
                                        </p:tav>
                                        <p:tav tm="100000">
                                          <p:val>
                                            <p:strVal val="#ppt_x"/>
                                          </p:val>
                                        </p:tav>
                                      </p:tavLst>
                                    </p:anim>
                                    <p:anim calcmode="lin" valueType="num">
                                      <p:cBhvr additive="base">
                                        <p:cTn id="43" dur="500" fill="hold"/>
                                        <p:tgtEl>
                                          <p:spTgt spid="18">
                                            <p:txEl>
                                              <p:pRg st="1" end="1"/>
                                            </p:txEl>
                                          </p:spTgt>
                                        </p:tgtEl>
                                        <p:attrNameLst>
                                          <p:attrName>ppt_y</p:attrName>
                                        </p:attrNameLst>
                                      </p:cBhvr>
                                      <p:tavLst>
                                        <p:tav tm="0">
                                          <p:val>
                                            <p:strVal val="1+#ppt_h/2"/>
                                          </p:val>
                                        </p:tav>
                                        <p:tav tm="100000">
                                          <p:val>
                                            <p:strVal val="#ppt_y"/>
                                          </p:val>
                                        </p:tav>
                                      </p:tavLst>
                                    </p:anim>
                                  </p:childTnLst>
                                </p:cTn>
                              </p:par>
                              <p:par>
                                <p:cTn id="44" presetID="2" presetClass="entr" presetSubtype="6" fill="hold" grpId="1" nodeType="withEffect">
                                  <p:stCondLst>
                                    <p:cond delay="0"/>
                                  </p:stCondLst>
                                  <p:childTnLst>
                                    <p:set>
                                      <p:cBhvr>
                                        <p:cTn id="45" dur="1" fill="hold">
                                          <p:stCondLst>
                                            <p:cond delay="0"/>
                                          </p:stCondLst>
                                        </p:cTn>
                                        <p:tgtEl>
                                          <p:spTgt spid="18">
                                            <p:txEl>
                                              <p:pRg st="2" end="2"/>
                                            </p:txEl>
                                          </p:spTgt>
                                        </p:tgtEl>
                                        <p:attrNameLst>
                                          <p:attrName>style.visibility</p:attrName>
                                        </p:attrNameLst>
                                      </p:cBhvr>
                                      <p:to>
                                        <p:strVal val="visible"/>
                                      </p:to>
                                    </p:set>
                                    <p:anim calcmode="lin" valueType="num">
                                      <p:cBhvr additive="base">
                                        <p:cTn id="46" dur="500" fill="hold"/>
                                        <p:tgtEl>
                                          <p:spTgt spid="18">
                                            <p:txEl>
                                              <p:pRg st="2" end="2"/>
                                            </p:txEl>
                                          </p:spTgt>
                                        </p:tgtEl>
                                        <p:attrNameLst>
                                          <p:attrName>ppt_x</p:attrName>
                                        </p:attrNameLst>
                                      </p:cBhvr>
                                      <p:tavLst>
                                        <p:tav tm="0">
                                          <p:val>
                                            <p:strVal val="1+#ppt_w/2"/>
                                          </p:val>
                                        </p:tav>
                                        <p:tav tm="100000">
                                          <p:val>
                                            <p:strVal val="#ppt_x"/>
                                          </p:val>
                                        </p:tav>
                                      </p:tavLst>
                                    </p:anim>
                                    <p:anim calcmode="lin" valueType="num">
                                      <p:cBhvr additive="base">
                                        <p:cTn id="47" dur="500" fill="hold"/>
                                        <p:tgtEl>
                                          <p:spTgt spid="1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xit" presetSubtype="2" accel="100000" fill="hold" grpId="1" nodeType="clickEffect">
                                  <p:stCondLst>
                                    <p:cond delay="0"/>
                                  </p:stCondLst>
                                  <p:childTnLst>
                                    <p:anim calcmode="lin" valueType="num">
                                      <p:cBhvr additive="base">
                                        <p:cTn id="51" dur="500"/>
                                        <p:tgtEl>
                                          <p:spTgt spid="2"/>
                                        </p:tgtEl>
                                        <p:attrNameLst>
                                          <p:attrName>ppt_x</p:attrName>
                                        </p:attrNameLst>
                                      </p:cBhvr>
                                      <p:tavLst>
                                        <p:tav tm="0">
                                          <p:val>
                                            <p:strVal val="ppt_x"/>
                                          </p:val>
                                        </p:tav>
                                        <p:tav tm="100000">
                                          <p:val>
                                            <p:strVal val="1+ppt_w/2"/>
                                          </p:val>
                                        </p:tav>
                                      </p:tavLst>
                                    </p:anim>
                                    <p:anim calcmode="lin" valueType="num">
                                      <p:cBhvr additive="base">
                                        <p:cTn id="52" dur="500"/>
                                        <p:tgtEl>
                                          <p:spTgt spid="2"/>
                                        </p:tgtEl>
                                        <p:attrNameLst>
                                          <p:attrName>ppt_y</p:attrName>
                                        </p:attrNameLst>
                                      </p:cBhvr>
                                      <p:tavLst>
                                        <p:tav tm="0">
                                          <p:val>
                                            <p:strVal val="ppt_y"/>
                                          </p:val>
                                        </p:tav>
                                        <p:tav tm="100000">
                                          <p:val>
                                            <p:strVal val="ppt_y"/>
                                          </p:val>
                                        </p:tav>
                                      </p:tavLst>
                                    </p:anim>
                                    <p:set>
                                      <p:cBhvr>
                                        <p:cTn id="53" dur="1" fill="hold">
                                          <p:stCondLst>
                                            <p:cond delay="499"/>
                                          </p:stCondLst>
                                        </p:cTn>
                                        <p:tgtEl>
                                          <p:spTgt spid="2"/>
                                        </p:tgtEl>
                                        <p:attrNameLst>
                                          <p:attrName>style.visibility</p:attrName>
                                        </p:attrNameLst>
                                      </p:cBhvr>
                                      <p:to>
                                        <p:strVal val="hidden"/>
                                      </p:to>
                                    </p:set>
                                  </p:childTnLst>
                                </p:cTn>
                              </p:par>
                              <p:par>
                                <p:cTn id="54" presetID="2" presetClass="exit" presetSubtype="2" accel="100000" fill="hold" grpId="0" nodeType="withEffect">
                                  <p:stCondLst>
                                    <p:cond delay="100"/>
                                  </p:stCondLst>
                                  <p:childTnLst>
                                    <p:anim calcmode="lin" valueType="num">
                                      <p:cBhvr additive="base">
                                        <p:cTn id="55" dur="500"/>
                                        <p:tgtEl>
                                          <p:spTgt spid="3">
                                            <p:txEl>
                                              <p:pRg st="0" end="0"/>
                                            </p:txEl>
                                          </p:spTgt>
                                        </p:tgtEl>
                                        <p:attrNameLst>
                                          <p:attrName>ppt_x</p:attrName>
                                        </p:attrNameLst>
                                      </p:cBhvr>
                                      <p:tavLst>
                                        <p:tav tm="0">
                                          <p:val>
                                            <p:strVal val="ppt_x"/>
                                          </p:val>
                                        </p:tav>
                                        <p:tav tm="100000">
                                          <p:val>
                                            <p:strVal val="1+ppt_w/2"/>
                                          </p:val>
                                        </p:tav>
                                      </p:tavLst>
                                    </p:anim>
                                    <p:anim calcmode="lin" valueType="num">
                                      <p:cBhvr additive="base">
                                        <p:cTn id="56" dur="500"/>
                                        <p:tgtEl>
                                          <p:spTgt spid="3">
                                            <p:txEl>
                                              <p:pRg st="0" end="0"/>
                                            </p:txEl>
                                          </p:spTgt>
                                        </p:tgtEl>
                                        <p:attrNameLst>
                                          <p:attrName>ppt_y</p:attrName>
                                        </p:attrNameLst>
                                      </p:cBhvr>
                                      <p:tavLst>
                                        <p:tav tm="0">
                                          <p:val>
                                            <p:strVal val="ppt_y"/>
                                          </p:val>
                                        </p:tav>
                                        <p:tav tm="100000">
                                          <p:val>
                                            <p:strVal val="ppt_y"/>
                                          </p:val>
                                        </p:tav>
                                      </p:tavLst>
                                    </p:anim>
                                    <p:set>
                                      <p:cBhvr>
                                        <p:cTn id="57" dur="1" fill="hold">
                                          <p:stCondLst>
                                            <p:cond delay="499"/>
                                          </p:stCondLst>
                                        </p:cTn>
                                        <p:tgtEl>
                                          <p:spTgt spid="3">
                                            <p:txEl>
                                              <p:pRg st="0" end="0"/>
                                            </p:txEl>
                                          </p:spTgt>
                                        </p:tgtEl>
                                        <p:attrNameLst>
                                          <p:attrName>style.visibility</p:attrName>
                                        </p:attrNameLst>
                                      </p:cBhvr>
                                      <p:to>
                                        <p:strVal val="hidden"/>
                                      </p:to>
                                    </p:set>
                                  </p:childTnLst>
                                </p:cTn>
                              </p:par>
                              <p:par>
                                <p:cTn id="58" presetID="2" presetClass="exit" presetSubtype="6" accel="100000" fill="hold" nodeType="withEffect">
                                  <p:stCondLst>
                                    <p:cond delay="100"/>
                                  </p:stCondLst>
                                  <p:childTnLst>
                                    <p:anim calcmode="lin" valueType="num">
                                      <p:cBhvr additive="base">
                                        <p:cTn id="59" dur="500"/>
                                        <p:tgtEl>
                                          <p:spTgt spid="18">
                                            <p:txEl>
                                              <p:pRg st="0" end="0"/>
                                            </p:txEl>
                                          </p:spTgt>
                                        </p:tgtEl>
                                        <p:attrNameLst>
                                          <p:attrName>ppt_x</p:attrName>
                                        </p:attrNameLst>
                                      </p:cBhvr>
                                      <p:tavLst>
                                        <p:tav tm="0">
                                          <p:val>
                                            <p:strVal val="ppt_x"/>
                                          </p:val>
                                        </p:tav>
                                        <p:tav tm="100000">
                                          <p:val>
                                            <p:strVal val="1+ppt_w/2"/>
                                          </p:val>
                                        </p:tav>
                                      </p:tavLst>
                                    </p:anim>
                                    <p:anim calcmode="lin" valueType="num">
                                      <p:cBhvr additive="base">
                                        <p:cTn id="60" dur="500"/>
                                        <p:tgtEl>
                                          <p:spTgt spid="18">
                                            <p:txEl>
                                              <p:pRg st="0" end="0"/>
                                            </p:txEl>
                                          </p:spTgt>
                                        </p:tgtEl>
                                        <p:attrNameLst>
                                          <p:attrName>ppt_y</p:attrName>
                                        </p:attrNameLst>
                                      </p:cBhvr>
                                      <p:tavLst>
                                        <p:tav tm="0">
                                          <p:val>
                                            <p:strVal val="ppt_y"/>
                                          </p:val>
                                        </p:tav>
                                        <p:tav tm="100000">
                                          <p:val>
                                            <p:strVal val="1+ppt_h/2"/>
                                          </p:val>
                                        </p:tav>
                                      </p:tavLst>
                                    </p:anim>
                                    <p:set>
                                      <p:cBhvr>
                                        <p:cTn id="61" dur="1" fill="hold">
                                          <p:stCondLst>
                                            <p:cond delay="499"/>
                                          </p:stCondLst>
                                        </p:cTn>
                                        <p:tgtEl>
                                          <p:spTgt spid="18">
                                            <p:txEl>
                                              <p:pRg st="0" end="0"/>
                                            </p:txEl>
                                          </p:spTgt>
                                        </p:tgtEl>
                                        <p:attrNameLst>
                                          <p:attrName>style.visibility</p:attrName>
                                        </p:attrNameLst>
                                      </p:cBhvr>
                                      <p:to>
                                        <p:strVal val="hidden"/>
                                      </p:to>
                                    </p:set>
                                  </p:childTnLst>
                                </p:cTn>
                              </p:par>
                              <p:par>
                                <p:cTn id="62" presetID="2" presetClass="exit" presetSubtype="6" accel="100000" fill="hold" nodeType="withEffect">
                                  <p:stCondLst>
                                    <p:cond delay="0"/>
                                  </p:stCondLst>
                                  <p:childTnLst>
                                    <p:anim calcmode="lin" valueType="num">
                                      <p:cBhvr additive="base">
                                        <p:cTn id="63" dur="500"/>
                                        <p:tgtEl>
                                          <p:spTgt spid="18">
                                            <p:txEl>
                                              <p:pRg st="1" end="1"/>
                                            </p:txEl>
                                          </p:spTgt>
                                        </p:tgtEl>
                                        <p:attrNameLst>
                                          <p:attrName>ppt_x</p:attrName>
                                        </p:attrNameLst>
                                      </p:cBhvr>
                                      <p:tavLst>
                                        <p:tav tm="0">
                                          <p:val>
                                            <p:strVal val="ppt_x"/>
                                          </p:val>
                                        </p:tav>
                                        <p:tav tm="100000">
                                          <p:val>
                                            <p:strVal val="1+ppt_w/2"/>
                                          </p:val>
                                        </p:tav>
                                      </p:tavLst>
                                    </p:anim>
                                    <p:anim calcmode="lin" valueType="num">
                                      <p:cBhvr additive="base">
                                        <p:cTn id="64" dur="500"/>
                                        <p:tgtEl>
                                          <p:spTgt spid="18">
                                            <p:txEl>
                                              <p:pRg st="1" end="1"/>
                                            </p:txEl>
                                          </p:spTgt>
                                        </p:tgtEl>
                                        <p:attrNameLst>
                                          <p:attrName>ppt_y</p:attrName>
                                        </p:attrNameLst>
                                      </p:cBhvr>
                                      <p:tavLst>
                                        <p:tav tm="0">
                                          <p:val>
                                            <p:strVal val="ppt_y"/>
                                          </p:val>
                                        </p:tav>
                                        <p:tav tm="100000">
                                          <p:val>
                                            <p:strVal val="1+ppt_h/2"/>
                                          </p:val>
                                        </p:tav>
                                      </p:tavLst>
                                    </p:anim>
                                    <p:set>
                                      <p:cBhvr>
                                        <p:cTn id="65" dur="1" fill="hold">
                                          <p:stCondLst>
                                            <p:cond delay="499"/>
                                          </p:stCondLst>
                                        </p:cTn>
                                        <p:tgtEl>
                                          <p:spTgt spid="18">
                                            <p:txEl>
                                              <p:pRg st="1" end="1"/>
                                            </p:txEl>
                                          </p:spTgt>
                                        </p:tgtEl>
                                        <p:attrNameLst>
                                          <p:attrName>style.visibility</p:attrName>
                                        </p:attrNameLst>
                                      </p:cBhvr>
                                      <p:to>
                                        <p:strVal val="hidden"/>
                                      </p:to>
                                    </p:set>
                                  </p:childTnLst>
                                </p:cTn>
                              </p:par>
                              <p:par>
                                <p:cTn id="66" presetID="2" presetClass="exit" presetSubtype="6" accel="100000" fill="hold" nodeType="withEffect">
                                  <p:stCondLst>
                                    <p:cond delay="0"/>
                                  </p:stCondLst>
                                  <p:childTnLst>
                                    <p:anim calcmode="lin" valueType="num">
                                      <p:cBhvr additive="base">
                                        <p:cTn id="67" dur="500"/>
                                        <p:tgtEl>
                                          <p:spTgt spid="18">
                                            <p:txEl>
                                              <p:pRg st="2" end="2"/>
                                            </p:txEl>
                                          </p:spTgt>
                                        </p:tgtEl>
                                        <p:attrNameLst>
                                          <p:attrName>ppt_x</p:attrName>
                                        </p:attrNameLst>
                                      </p:cBhvr>
                                      <p:tavLst>
                                        <p:tav tm="0">
                                          <p:val>
                                            <p:strVal val="ppt_x"/>
                                          </p:val>
                                        </p:tav>
                                        <p:tav tm="100000">
                                          <p:val>
                                            <p:strVal val="1+ppt_w/2"/>
                                          </p:val>
                                        </p:tav>
                                      </p:tavLst>
                                    </p:anim>
                                    <p:anim calcmode="lin" valueType="num">
                                      <p:cBhvr additive="base">
                                        <p:cTn id="68" dur="500"/>
                                        <p:tgtEl>
                                          <p:spTgt spid="18">
                                            <p:txEl>
                                              <p:pRg st="2" end="2"/>
                                            </p:txEl>
                                          </p:spTgt>
                                        </p:tgtEl>
                                        <p:attrNameLst>
                                          <p:attrName>ppt_y</p:attrName>
                                        </p:attrNameLst>
                                      </p:cBhvr>
                                      <p:tavLst>
                                        <p:tav tm="0">
                                          <p:val>
                                            <p:strVal val="ppt_y"/>
                                          </p:val>
                                        </p:tav>
                                        <p:tav tm="100000">
                                          <p:val>
                                            <p:strVal val="1+ppt_h/2"/>
                                          </p:val>
                                        </p:tav>
                                      </p:tavLst>
                                    </p:anim>
                                    <p:set>
                                      <p:cBhvr>
                                        <p:cTn id="69" dur="1" fill="hold">
                                          <p:stCondLst>
                                            <p:cond delay="499"/>
                                          </p:stCondLst>
                                        </p:cTn>
                                        <p:tgtEl>
                                          <p:spTgt spid="18">
                                            <p:txEl>
                                              <p:pRg st="2" end="2"/>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build="p"/>
      <p:bldP spid="3" grpId="1" build="p"/>
      <p:bldP spid="4" grpId="0" animBg="1"/>
      <p:bldP spid="5" grpId="0" animBg="1"/>
      <p:bldP spid="6" grpId="0" animBg="1"/>
      <p:bldP spid="7" grpId="0" animBg="1"/>
      <p:bldP spid="19" grpId="0" animBg="1"/>
      <p:bldP spid="18" grpId="0"/>
      <p:bldP spid="18" grpId="1" build="allAtOnce"/>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4">
            <a:lumMod val="40000"/>
            <a:lumOff val="60000"/>
          </a:schemeClr>
        </a:solidFill>
        <a:effectLst/>
      </p:bgPr>
    </p:bg>
    <p:spTree>
      <p:nvGrpSpPr>
        <p:cNvPr id="1" name="">
          <a:extLst>
            <a:ext uri="{FF2B5EF4-FFF2-40B4-BE49-F238E27FC236}">
              <a16:creationId xmlns:a16="http://schemas.microsoft.com/office/drawing/2014/main" id="{7C9DD3D7-8617-62AE-9CD9-758594A86D7B}"/>
            </a:ext>
          </a:extLst>
        </p:cNvPr>
        <p:cNvGrpSpPr/>
        <p:nvPr/>
      </p:nvGrpSpPr>
      <p:grpSpPr>
        <a:xfrm>
          <a:off x="0" y="0"/>
          <a:ext cx="0" cy="0"/>
          <a:chOff x="0" y="0"/>
          <a:chExt cx="0" cy="0"/>
        </a:xfrm>
      </p:grpSpPr>
      <p:sp>
        <p:nvSpPr>
          <p:cNvPr id="4" name="Graphic 127">
            <a:extLst>
              <a:ext uri="{FF2B5EF4-FFF2-40B4-BE49-F238E27FC236}">
                <a16:creationId xmlns:a16="http://schemas.microsoft.com/office/drawing/2014/main" id="{4175871E-48E8-60B1-13B0-CB031B848567}"/>
              </a:ext>
            </a:extLst>
          </p:cNvPr>
          <p:cNvSpPr/>
          <p:nvPr/>
        </p:nvSpPr>
        <p:spPr>
          <a:xfrm rot="5400000" flipH="1" flipV="1">
            <a:off x="-5421857" y="-6171512"/>
            <a:ext cx="24689029" cy="19963253"/>
          </a:xfrm>
          <a:custGeom>
            <a:avLst/>
            <a:gdLst>
              <a:gd name="csX0" fmla="*/ 3086062 w 3829558"/>
              <a:gd name="csY0" fmla="*/ 3905196 h 15209314"/>
              <a:gd name="csX1" fmla="*/ 3809673 w 3829558"/>
              <a:gd name="csY1" fmla="*/ 9695864 h 15209314"/>
              <a:gd name="csX2" fmla="*/ 2440601 w 3829558"/>
              <a:gd name="csY2" fmla="*/ 13914361 h 15209314"/>
              <a:gd name="csX3" fmla="*/ 741562 w 3829558"/>
              <a:gd name="csY3" fmla="*/ 14802979 h 15209314"/>
              <a:gd name="csX4" fmla="*/ 290029 w 3829558"/>
              <a:gd name="csY4" fmla="*/ 9051372 h 15209314"/>
              <a:gd name="csX5" fmla="*/ 64262 w 3829558"/>
              <a:gd name="csY5" fmla="*/ 2928692 h 15209314"/>
              <a:gd name="csX6" fmla="*/ 1517273 w 3829558"/>
              <a:gd name="csY6" fmla="*/ 18711 h 15209314"/>
              <a:gd name="csX7" fmla="*/ 3086062 w 3829558"/>
              <a:gd name="csY7" fmla="*/ 3905196 h 15209314"/>
              <a:gd name="csX0" fmla="*/ 3085962 w 3829559"/>
              <a:gd name="csY0" fmla="*/ 6215146 h 17519365"/>
              <a:gd name="csX1" fmla="*/ 3809573 w 3829559"/>
              <a:gd name="csY1" fmla="*/ 12005814 h 17519365"/>
              <a:gd name="csX2" fmla="*/ 2440501 w 3829559"/>
              <a:gd name="csY2" fmla="*/ 16224311 h 17519365"/>
              <a:gd name="csX3" fmla="*/ 741462 w 3829559"/>
              <a:gd name="csY3" fmla="*/ 17112929 h 17519365"/>
              <a:gd name="csX4" fmla="*/ 289929 w 3829559"/>
              <a:gd name="csY4" fmla="*/ 11361322 h 17519365"/>
              <a:gd name="csX5" fmla="*/ 64162 w 3829559"/>
              <a:gd name="csY5" fmla="*/ 5238642 h 17519365"/>
              <a:gd name="csX6" fmla="*/ 1445174 w 3829559"/>
              <a:gd name="csY6" fmla="*/ 84873 h 17519365"/>
              <a:gd name="csX7" fmla="*/ 1517173 w 3829559"/>
              <a:gd name="csY7" fmla="*/ 2328661 h 17519365"/>
              <a:gd name="csX8" fmla="*/ 3085962 w 3829559"/>
              <a:gd name="csY8" fmla="*/ 6215146 h 17519365"/>
              <a:gd name="csX0" fmla="*/ 3085962 w 3829559"/>
              <a:gd name="csY0" fmla="*/ 6215146 h 17519365"/>
              <a:gd name="csX1" fmla="*/ 3809573 w 3829559"/>
              <a:gd name="csY1" fmla="*/ 12005814 h 17519365"/>
              <a:gd name="csX2" fmla="*/ 2440501 w 3829559"/>
              <a:gd name="csY2" fmla="*/ 16224311 h 17519365"/>
              <a:gd name="csX3" fmla="*/ 741462 w 3829559"/>
              <a:gd name="csY3" fmla="*/ 17112929 h 17519365"/>
              <a:gd name="csX4" fmla="*/ 289929 w 3829559"/>
              <a:gd name="csY4" fmla="*/ 11361322 h 17519365"/>
              <a:gd name="csX5" fmla="*/ 64162 w 3829559"/>
              <a:gd name="csY5" fmla="*/ 5238642 h 17519365"/>
              <a:gd name="csX6" fmla="*/ 1445174 w 3829559"/>
              <a:gd name="csY6" fmla="*/ 84873 h 17519365"/>
              <a:gd name="csX7" fmla="*/ 1517173 w 3829559"/>
              <a:gd name="csY7" fmla="*/ 2328661 h 17519365"/>
              <a:gd name="csX8" fmla="*/ 3085962 w 3829559"/>
              <a:gd name="csY8" fmla="*/ 6215146 h 17519365"/>
              <a:gd name="csX0" fmla="*/ 3085962 w 3829559"/>
              <a:gd name="csY0" fmla="*/ 6215146 h 17519365"/>
              <a:gd name="csX1" fmla="*/ 3809573 w 3829559"/>
              <a:gd name="csY1" fmla="*/ 12005814 h 17519365"/>
              <a:gd name="csX2" fmla="*/ 2440501 w 3829559"/>
              <a:gd name="csY2" fmla="*/ 16224311 h 17519365"/>
              <a:gd name="csX3" fmla="*/ 741462 w 3829559"/>
              <a:gd name="csY3" fmla="*/ 17112929 h 17519365"/>
              <a:gd name="csX4" fmla="*/ 289929 w 3829559"/>
              <a:gd name="csY4" fmla="*/ 11361322 h 17519365"/>
              <a:gd name="csX5" fmla="*/ 64162 w 3829559"/>
              <a:gd name="csY5" fmla="*/ 5238642 h 17519365"/>
              <a:gd name="csX6" fmla="*/ 1445174 w 3829559"/>
              <a:gd name="csY6" fmla="*/ 84873 h 17519365"/>
              <a:gd name="csX7" fmla="*/ 1517173 w 3829559"/>
              <a:gd name="csY7" fmla="*/ 2328661 h 17519365"/>
              <a:gd name="csX8" fmla="*/ 3085962 w 3829559"/>
              <a:gd name="csY8" fmla="*/ 6215146 h 17519365"/>
              <a:gd name="csX0" fmla="*/ 3085962 w 3829559"/>
              <a:gd name="csY0" fmla="*/ 6166200 h 17470419"/>
              <a:gd name="csX1" fmla="*/ 3809573 w 3829559"/>
              <a:gd name="csY1" fmla="*/ 11956868 h 17470419"/>
              <a:gd name="csX2" fmla="*/ 2440501 w 3829559"/>
              <a:gd name="csY2" fmla="*/ 16175365 h 17470419"/>
              <a:gd name="csX3" fmla="*/ 741462 w 3829559"/>
              <a:gd name="csY3" fmla="*/ 17063983 h 17470419"/>
              <a:gd name="csX4" fmla="*/ 289929 w 3829559"/>
              <a:gd name="csY4" fmla="*/ 11312376 h 17470419"/>
              <a:gd name="csX5" fmla="*/ 64162 w 3829559"/>
              <a:gd name="csY5" fmla="*/ 5189696 h 17470419"/>
              <a:gd name="csX6" fmla="*/ 1445174 w 3829559"/>
              <a:gd name="csY6" fmla="*/ 35927 h 17470419"/>
              <a:gd name="csX7" fmla="*/ 1517173 w 3829559"/>
              <a:gd name="csY7" fmla="*/ 2279715 h 17470419"/>
              <a:gd name="csX8" fmla="*/ 3085962 w 3829559"/>
              <a:gd name="csY8" fmla="*/ 6166200 h 17470419"/>
              <a:gd name="csX0" fmla="*/ 3518558 w 4262155"/>
              <a:gd name="csY0" fmla="*/ 8914932 h 20219151"/>
              <a:gd name="csX1" fmla="*/ 4242169 w 4262155"/>
              <a:gd name="csY1" fmla="*/ 14705600 h 20219151"/>
              <a:gd name="csX2" fmla="*/ 2873097 w 4262155"/>
              <a:gd name="csY2" fmla="*/ 18924097 h 20219151"/>
              <a:gd name="csX3" fmla="*/ 1174058 w 4262155"/>
              <a:gd name="csY3" fmla="*/ 19812715 h 20219151"/>
              <a:gd name="csX4" fmla="*/ 722525 w 4262155"/>
              <a:gd name="csY4" fmla="*/ 14061108 h 20219151"/>
              <a:gd name="csX5" fmla="*/ 496758 w 4262155"/>
              <a:gd name="csY5" fmla="*/ 7938428 h 20219151"/>
              <a:gd name="csX6" fmla="*/ 163270 w 4262155"/>
              <a:gd name="csY6" fmla="*/ 22409 h 20219151"/>
              <a:gd name="csX7" fmla="*/ 1949769 w 4262155"/>
              <a:gd name="csY7" fmla="*/ 5028447 h 20219151"/>
              <a:gd name="csX8" fmla="*/ 3518558 w 4262155"/>
              <a:gd name="csY8" fmla="*/ 8914932 h 20219151"/>
              <a:gd name="csX0" fmla="*/ 4597752 w 5341349"/>
              <a:gd name="csY0" fmla="*/ 8898040 h 20202259"/>
              <a:gd name="csX1" fmla="*/ 5321363 w 5341349"/>
              <a:gd name="csY1" fmla="*/ 14688708 h 20202259"/>
              <a:gd name="csX2" fmla="*/ 3952291 w 5341349"/>
              <a:gd name="csY2" fmla="*/ 18907205 h 20202259"/>
              <a:gd name="csX3" fmla="*/ 2253252 w 5341349"/>
              <a:gd name="csY3" fmla="*/ 19795823 h 20202259"/>
              <a:gd name="csX4" fmla="*/ 1801719 w 5341349"/>
              <a:gd name="csY4" fmla="*/ 14044216 h 20202259"/>
              <a:gd name="csX5" fmla="*/ 13852 w 5341349"/>
              <a:gd name="csY5" fmla="*/ 6016536 h 20202259"/>
              <a:gd name="csX6" fmla="*/ 1242464 w 5341349"/>
              <a:gd name="csY6" fmla="*/ 5517 h 20202259"/>
              <a:gd name="csX7" fmla="*/ 3028963 w 5341349"/>
              <a:gd name="csY7" fmla="*/ 5011555 h 20202259"/>
              <a:gd name="csX8" fmla="*/ 4597752 w 5341349"/>
              <a:gd name="csY8" fmla="*/ 8898040 h 20202259"/>
              <a:gd name="csX0" fmla="*/ 4716465 w 5460062"/>
              <a:gd name="csY0" fmla="*/ 8898040 h 20202259"/>
              <a:gd name="csX1" fmla="*/ 5440076 w 5460062"/>
              <a:gd name="csY1" fmla="*/ 14688708 h 20202259"/>
              <a:gd name="csX2" fmla="*/ 4071004 w 5460062"/>
              <a:gd name="csY2" fmla="*/ 18907205 h 20202259"/>
              <a:gd name="csX3" fmla="*/ 2371965 w 5460062"/>
              <a:gd name="csY3" fmla="*/ 19795823 h 20202259"/>
              <a:gd name="csX4" fmla="*/ 110682 w 5460062"/>
              <a:gd name="csY4" fmla="*/ 15968266 h 20202259"/>
              <a:gd name="csX5" fmla="*/ 132565 w 5460062"/>
              <a:gd name="csY5" fmla="*/ 6016536 h 20202259"/>
              <a:gd name="csX6" fmla="*/ 1361177 w 5460062"/>
              <a:gd name="csY6" fmla="*/ 5517 h 20202259"/>
              <a:gd name="csX7" fmla="*/ 3147676 w 5460062"/>
              <a:gd name="csY7" fmla="*/ 5011555 h 20202259"/>
              <a:gd name="csX8" fmla="*/ 4716465 w 5460062"/>
              <a:gd name="csY8" fmla="*/ 8898040 h 20202259"/>
              <a:gd name="csX0" fmla="*/ 4716465 w 5460062"/>
              <a:gd name="csY0" fmla="*/ 8898040 h 20420006"/>
              <a:gd name="csX1" fmla="*/ 5440076 w 5460062"/>
              <a:gd name="csY1" fmla="*/ 14688708 h 20420006"/>
              <a:gd name="csX2" fmla="*/ 4071004 w 5460062"/>
              <a:gd name="csY2" fmla="*/ 18907205 h 20420006"/>
              <a:gd name="csX3" fmla="*/ 1571865 w 5460062"/>
              <a:gd name="csY3" fmla="*/ 20100627 h 20420006"/>
              <a:gd name="csX4" fmla="*/ 110682 w 5460062"/>
              <a:gd name="csY4" fmla="*/ 15968266 h 20420006"/>
              <a:gd name="csX5" fmla="*/ 132565 w 5460062"/>
              <a:gd name="csY5" fmla="*/ 6016536 h 20420006"/>
              <a:gd name="csX6" fmla="*/ 1361177 w 5460062"/>
              <a:gd name="csY6" fmla="*/ 5517 h 20420006"/>
              <a:gd name="csX7" fmla="*/ 3147676 w 5460062"/>
              <a:gd name="csY7" fmla="*/ 5011555 h 20420006"/>
              <a:gd name="csX8" fmla="*/ 4716465 w 5460062"/>
              <a:gd name="csY8" fmla="*/ 8898040 h 20420006"/>
              <a:gd name="csX0" fmla="*/ 8609562 w 9353159"/>
              <a:gd name="csY0" fmla="*/ 8898040 h 20420006"/>
              <a:gd name="csX1" fmla="*/ 9333173 w 9353159"/>
              <a:gd name="csY1" fmla="*/ 14688708 h 20420006"/>
              <a:gd name="csX2" fmla="*/ 7964101 w 9353159"/>
              <a:gd name="csY2" fmla="*/ 18907205 h 20420006"/>
              <a:gd name="csX3" fmla="*/ 5464962 w 9353159"/>
              <a:gd name="csY3" fmla="*/ 20100627 h 20420006"/>
              <a:gd name="csX4" fmla="*/ 3279 w 9353159"/>
              <a:gd name="csY4" fmla="*/ 16958866 h 20420006"/>
              <a:gd name="csX5" fmla="*/ 4025662 w 9353159"/>
              <a:gd name="csY5" fmla="*/ 6016536 h 20420006"/>
              <a:gd name="csX6" fmla="*/ 5254274 w 9353159"/>
              <a:gd name="csY6" fmla="*/ 5517 h 20420006"/>
              <a:gd name="csX7" fmla="*/ 7040773 w 9353159"/>
              <a:gd name="csY7" fmla="*/ 5011555 h 20420006"/>
              <a:gd name="csX8" fmla="*/ 8609562 w 9353159"/>
              <a:gd name="csY8" fmla="*/ 8898040 h 20420006"/>
              <a:gd name="csX0" fmla="*/ 8716965 w 9460562"/>
              <a:gd name="csY0" fmla="*/ 8894840 h 20416806"/>
              <a:gd name="csX1" fmla="*/ 9440576 w 9460562"/>
              <a:gd name="csY1" fmla="*/ 14685508 h 20416806"/>
              <a:gd name="csX2" fmla="*/ 8071504 w 9460562"/>
              <a:gd name="csY2" fmla="*/ 18904005 h 20416806"/>
              <a:gd name="csX3" fmla="*/ 5572365 w 9460562"/>
              <a:gd name="csY3" fmla="*/ 20097427 h 20416806"/>
              <a:gd name="csX4" fmla="*/ 110682 w 9460562"/>
              <a:gd name="csY4" fmla="*/ 16955666 h 20416806"/>
              <a:gd name="csX5" fmla="*/ 132565 w 9460562"/>
              <a:gd name="csY5" fmla="*/ 4413139 h 20416806"/>
              <a:gd name="csX6" fmla="*/ 5361677 w 9460562"/>
              <a:gd name="csY6" fmla="*/ 2317 h 20416806"/>
              <a:gd name="csX7" fmla="*/ 7148176 w 9460562"/>
              <a:gd name="csY7" fmla="*/ 5008355 h 20416806"/>
              <a:gd name="csX8" fmla="*/ 8716965 w 9460562"/>
              <a:gd name="csY8" fmla="*/ 8894840 h 20416806"/>
              <a:gd name="csX0" fmla="*/ 8716965 w 9460562"/>
              <a:gd name="csY0" fmla="*/ 8894840 h 20420932"/>
              <a:gd name="csX1" fmla="*/ 9440576 w 9460562"/>
              <a:gd name="csY1" fmla="*/ 14685508 h 20420932"/>
              <a:gd name="csX2" fmla="*/ 8071504 w 9460562"/>
              <a:gd name="csY2" fmla="*/ 18904005 h 20420932"/>
              <a:gd name="csX3" fmla="*/ 5572365 w 9460562"/>
              <a:gd name="csY3" fmla="*/ 20097427 h 20420932"/>
              <a:gd name="csX4" fmla="*/ 110682 w 9460562"/>
              <a:gd name="csY4" fmla="*/ 16955666 h 20420932"/>
              <a:gd name="csX5" fmla="*/ 132565 w 9460562"/>
              <a:gd name="csY5" fmla="*/ 4413139 h 20420932"/>
              <a:gd name="csX6" fmla="*/ 5361677 w 9460562"/>
              <a:gd name="csY6" fmla="*/ 2317 h 20420932"/>
              <a:gd name="csX7" fmla="*/ 7148176 w 9460562"/>
              <a:gd name="csY7" fmla="*/ 5008355 h 20420932"/>
              <a:gd name="csX8" fmla="*/ 8716965 w 9460562"/>
              <a:gd name="csY8" fmla="*/ 8894840 h 20420932"/>
              <a:gd name="csX0" fmla="*/ 8716965 w 9460562"/>
              <a:gd name="csY0" fmla="*/ 8894840 h 20294154"/>
              <a:gd name="csX1" fmla="*/ 9440576 w 9460562"/>
              <a:gd name="csY1" fmla="*/ 14685508 h 20294154"/>
              <a:gd name="csX2" fmla="*/ 8071504 w 9460562"/>
              <a:gd name="csY2" fmla="*/ 18904005 h 20294154"/>
              <a:gd name="csX3" fmla="*/ 5572365 w 9460562"/>
              <a:gd name="csY3" fmla="*/ 20097427 h 20294154"/>
              <a:gd name="csX4" fmla="*/ 110682 w 9460562"/>
              <a:gd name="csY4" fmla="*/ 16955666 h 20294154"/>
              <a:gd name="csX5" fmla="*/ 132565 w 9460562"/>
              <a:gd name="csY5" fmla="*/ 4413139 h 20294154"/>
              <a:gd name="csX6" fmla="*/ 5361677 w 9460562"/>
              <a:gd name="csY6" fmla="*/ 2317 h 20294154"/>
              <a:gd name="csX7" fmla="*/ 7148176 w 9460562"/>
              <a:gd name="csY7" fmla="*/ 5008355 h 20294154"/>
              <a:gd name="csX8" fmla="*/ 8716965 w 9460562"/>
              <a:gd name="csY8" fmla="*/ 8894840 h 20294154"/>
              <a:gd name="csX0" fmla="*/ 8716965 w 9460562"/>
              <a:gd name="csY0" fmla="*/ 8894840 h 20094429"/>
              <a:gd name="csX1" fmla="*/ 9440576 w 9460562"/>
              <a:gd name="csY1" fmla="*/ 14685508 h 20094429"/>
              <a:gd name="csX2" fmla="*/ 8071504 w 9460562"/>
              <a:gd name="csY2" fmla="*/ 18904005 h 20094429"/>
              <a:gd name="csX3" fmla="*/ 3743565 w 9460562"/>
              <a:gd name="csY3" fmla="*/ 19868828 h 20094429"/>
              <a:gd name="csX4" fmla="*/ 110682 w 9460562"/>
              <a:gd name="csY4" fmla="*/ 16955666 h 20094429"/>
              <a:gd name="csX5" fmla="*/ 132565 w 9460562"/>
              <a:gd name="csY5" fmla="*/ 4413139 h 20094429"/>
              <a:gd name="csX6" fmla="*/ 5361677 w 9460562"/>
              <a:gd name="csY6" fmla="*/ 2317 h 20094429"/>
              <a:gd name="csX7" fmla="*/ 7148176 w 9460562"/>
              <a:gd name="csY7" fmla="*/ 5008355 h 20094429"/>
              <a:gd name="csX8" fmla="*/ 8716965 w 9460562"/>
              <a:gd name="csY8" fmla="*/ 8894840 h 20094429"/>
              <a:gd name="csX0" fmla="*/ 9936140 w 10679737"/>
              <a:gd name="csY0" fmla="*/ 8903491 h 20103080"/>
              <a:gd name="csX1" fmla="*/ 10659751 w 10679737"/>
              <a:gd name="csY1" fmla="*/ 14694159 h 20103080"/>
              <a:gd name="csX2" fmla="*/ 9290679 w 10679737"/>
              <a:gd name="csY2" fmla="*/ 18912656 h 20103080"/>
              <a:gd name="csX3" fmla="*/ 4962740 w 10679737"/>
              <a:gd name="csY3" fmla="*/ 19877479 h 20103080"/>
              <a:gd name="csX4" fmla="*/ 1329857 w 10679737"/>
              <a:gd name="csY4" fmla="*/ 16964317 h 20103080"/>
              <a:gd name="csX5" fmla="*/ 18239 w 10679737"/>
              <a:gd name="csY5" fmla="*/ 3812193 h 20103080"/>
              <a:gd name="csX6" fmla="*/ 6580852 w 10679737"/>
              <a:gd name="csY6" fmla="*/ 10968 h 20103080"/>
              <a:gd name="csX7" fmla="*/ 8367351 w 10679737"/>
              <a:gd name="csY7" fmla="*/ 5017006 h 20103080"/>
              <a:gd name="csX8" fmla="*/ 9936140 w 10679737"/>
              <a:gd name="csY8" fmla="*/ 8903491 h 20103080"/>
              <a:gd name="csX0" fmla="*/ 9984916 w 10728513"/>
              <a:gd name="csY0" fmla="*/ 8903491 h 19963253"/>
              <a:gd name="csX1" fmla="*/ 10708527 w 10728513"/>
              <a:gd name="csY1" fmla="*/ 14694159 h 19963253"/>
              <a:gd name="csX2" fmla="*/ 9339455 w 10728513"/>
              <a:gd name="csY2" fmla="*/ 18912656 h 19963253"/>
              <a:gd name="csX3" fmla="*/ 5011516 w 10728513"/>
              <a:gd name="csY3" fmla="*/ 19877479 h 19963253"/>
              <a:gd name="csX4" fmla="*/ 273736 w 10728513"/>
              <a:gd name="csY4" fmla="*/ 17307219 h 19963253"/>
              <a:gd name="csX5" fmla="*/ 67015 w 10728513"/>
              <a:gd name="csY5" fmla="*/ 3812193 h 19963253"/>
              <a:gd name="csX6" fmla="*/ 6629628 w 10728513"/>
              <a:gd name="csY6" fmla="*/ 10968 h 19963253"/>
              <a:gd name="csX7" fmla="*/ 8416127 w 10728513"/>
              <a:gd name="csY7" fmla="*/ 5017006 h 19963253"/>
              <a:gd name="csX8" fmla="*/ 9984916 w 10728513"/>
              <a:gd name="csY8" fmla="*/ 8903491 h 199632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0728513" h="19963253">
                <a:moveTo>
                  <a:pt x="9984916" y="8903491"/>
                </a:moveTo>
                <a:cubicBezTo>
                  <a:pt x="10439343" y="10836969"/>
                  <a:pt x="10821410" y="12936452"/>
                  <a:pt x="10708527" y="14694159"/>
                </a:cubicBezTo>
                <a:cubicBezTo>
                  <a:pt x="10598538" y="16442101"/>
                  <a:pt x="10288957" y="18048769"/>
                  <a:pt x="9339455" y="18912656"/>
                </a:cubicBezTo>
                <a:cubicBezTo>
                  <a:pt x="8389953" y="19776543"/>
                  <a:pt x="6522469" y="20145052"/>
                  <a:pt x="5011516" y="19877479"/>
                </a:cubicBezTo>
                <a:cubicBezTo>
                  <a:pt x="3500563" y="19609906"/>
                  <a:pt x="403986" y="19621533"/>
                  <a:pt x="273736" y="17307219"/>
                </a:cubicBezTo>
                <a:cubicBezTo>
                  <a:pt x="140591" y="15002670"/>
                  <a:pt x="-124018" y="5540605"/>
                  <a:pt x="67015" y="3812193"/>
                </a:cubicBezTo>
                <a:cubicBezTo>
                  <a:pt x="132556" y="2415385"/>
                  <a:pt x="5238109" y="-189834"/>
                  <a:pt x="6629628" y="10968"/>
                </a:cubicBezTo>
                <a:cubicBezTo>
                  <a:pt x="8021147" y="211770"/>
                  <a:pt x="7856912" y="3534919"/>
                  <a:pt x="8416127" y="5017006"/>
                </a:cubicBezTo>
                <a:cubicBezTo>
                  <a:pt x="8975342" y="6499093"/>
                  <a:pt x="9533382" y="6970014"/>
                  <a:pt x="9984916" y="8903491"/>
                </a:cubicBezTo>
                <a:close/>
              </a:path>
            </a:pathLst>
          </a:custGeom>
          <a:solidFill>
            <a:schemeClr val="accent4">
              <a:lumMod val="60000"/>
              <a:lumOff val="40000"/>
            </a:schemeClr>
          </a:solidFill>
          <a:ln w="28908" cap="flat">
            <a:noFill/>
            <a:prstDash val="solid"/>
            <a:miter/>
          </a:ln>
        </p:spPr>
        <p:txBody>
          <a:bodyPr/>
          <a:lstStyle/>
          <a:p>
            <a:endParaRPr lang="en-US">
              <a:noFill/>
            </a:endParaRPr>
          </a:p>
        </p:txBody>
      </p:sp>
      <p:sp>
        <p:nvSpPr>
          <p:cNvPr id="5" name="Graphic 129">
            <a:extLst>
              <a:ext uri="{FF2B5EF4-FFF2-40B4-BE49-F238E27FC236}">
                <a16:creationId xmlns:a16="http://schemas.microsoft.com/office/drawing/2014/main" id="{0EB3FD93-7A75-149B-E4D4-9C7B637ACBB5}"/>
              </a:ext>
            </a:extLst>
          </p:cNvPr>
          <p:cNvSpPr/>
          <p:nvPr/>
        </p:nvSpPr>
        <p:spPr>
          <a:xfrm rot="16200000">
            <a:off x="-4096749" y="-5414385"/>
            <a:ext cx="22342970" cy="18740383"/>
          </a:xfrm>
          <a:custGeom>
            <a:avLst/>
            <a:gdLst>
              <a:gd name="csX0" fmla="*/ 714496 w 977405"/>
              <a:gd name="csY0" fmla="*/ 349032 h 1125362"/>
              <a:gd name="csX1" fmla="*/ 977386 w 977405"/>
              <a:gd name="csY1" fmla="*/ 710982 h 1125362"/>
              <a:gd name="csX2" fmla="*/ 679254 w 977405"/>
              <a:gd name="csY2" fmla="*/ 1034832 h 1125362"/>
              <a:gd name="csX3" fmla="*/ 229674 w 977405"/>
              <a:gd name="csY3" fmla="*/ 1087220 h 1125362"/>
              <a:gd name="csX4" fmla="*/ 84894 w 977405"/>
              <a:gd name="csY4" fmla="*/ 635735 h 1125362"/>
              <a:gd name="csX5" fmla="*/ 19171 w 977405"/>
              <a:gd name="csY5" fmla="*/ 154722 h 1125362"/>
              <a:gd name="csX6" fmla="*/ 395409 w 977405"/>
              <a:gd name="csY6" fmla="*/ 14705 h 1125362"/>
              <a:gd name="csX7" fmla="*/ 714496 w 977405"/>
              <a:gd name="csY7" fmla="*/ 349032 h 1125362"/>
              <a:gd name="csX0" fmla="*/ 714397 w 977405"/>
              <a:gd name="csY0" fmla="*/ 348932 h 1125363"/>
              <a:gd name="csX1" fmla="*/ 977287 w 977405"/>
              <a:gd name="csY1" fmla="*/ 710882 h 1125363"/>
              <a:gd name="csX2" fmla="*/ 679155 w 977405"/>
              <a:gd name="csY2" fmla="*/ 1034732 h 1125363"/>
              <a:gd name="csX3" fmla="*/ 229575 w 977405"/>
              <a:gd name="csY3" fmla="*/ 1087120 h 1125363"/>
              <a:gd name="csX4" fmla="*/ 84795 w 977405"/>
              <a:gd name="csY4" fmla="*/ 635635 h 1125363"/>
              <a:gd name="csX5" fmla="*/ 19072 w 977405"/>
              <a:gd name="csY5" fmla="*/ 154622 h 1125363"/>
              <a:gd name="csX6" fmla="*/ 395310 w 977405"/>
              <a:gd name="csY6" fmla="*/ 14605 h 1125363"/>
              <a:gd name="csX7" fmla="*/ 714397 w 977405"/>
              <a:gd name="csY7" fmla="*/ 348932 h 1125363"/>
              <a:gd name="csX0" fmla="*/ 1954611 w 2217619"/>
              <a:gd name="csY0" fmla="*/ 953674 h 1730105"/>
              <a:gd name="csX1" fmla="*/ 2217501 w 2217619"/>
              <a:gd name="csY1" fmla="*/ 1315624 h 1730105"/>
              <a:gd name="csX2" fmla="*/ 1919369 w 2217619"/>
              <a:gd name="csY2" fmla="*/ 1639474 h 1730105"/>
              <a:gd name="csX3" fmla="*/ 1469789 w 2217619"/>
              <a:gd name="csY3" fmla="*/ 1691862 h 1730105"/>
              <a:gd name="csX4" fmla="*/ 1325009 w 2217619"/>
              <a:gd name="csY4" fmla="*/ 1240377 h 1730105"/>
              <a:gd name="csX5" fmla="*/ 1667 w 2217619"/>
              <a:gd name="csY5" fmla="*/ 14189 h 1730105"/>
              <a:gd name="csX6" fmla="*/ 1635524 w 2217619"/>
              <a:gd name="csY6" fmla="*/ 619347 h 1730105"/>
              <a:gd name="csX7" fmla="*/ 1954611 w 2217619"/>
              <a:gd name="csY7" fmla="*/ 953674 h 1730105"/>
              <a:gd name="csX0" fmla="*/ 1955732 w 2218740"/>
              <a:gd name="csY0" fmla="*/ 970158 h 1746589"/>
              <a:gd name="csX1" fmla="*/ 2218622 w 2218740"/>
              <a:gd name="csY1" fmla="*/ 1332108 h 1746589"/>
              <a:gd name="csX2" fmla="*/ 1920490 w 2218740"/>
              <a:gd name="csY2" fmla="*/ 1655958 h 1746589"/>
              <a:gd name="csX3" fmla="*/ 1470910 w 2218740"/>
              <a:gd name="csY3" fmla="*/ 1708346 h 1746589"/>
              <a:gd name="csX4" fmla="*/ 1326130 w 2218740"/>
              <a:gd name="csY4" fmla="*/ 1256861 h 1746589"/>
              <a:gd name="csX5" fmla="*/ 2788 w 2218740"/>
              <a:gd name="csY5" fmla="*/ 30673 h 1746589"/>
              <a:gd name="csX6" fmla="*/ 819250 w 2218740"/>
              <a:gd name="csY6" fmla="*/ 396116 h 1746589"/>
              <a:gd name="csX7" fmla="*/ 1636645 w 2218740"/>
              <a:gd name="csY7" fmla="*/ 635831 h 1746589"/>
              <a:gd name="csX8" fmla="*/ 1955732 w 2218740"/>
              <a:gd name="csY8" fmla="*/ 970158 h 1746589"/>
              <a:gd name="csX0" fmla="*/ 1955732 w 2218740"/>
              <a:gd name="csY0" fmla="*/ 970158 h 1746589"/>
              <a:gd name="csX1" fmla="*/ 2218622 w 2218740"/>
              <a:gd name="csY1" fmla="*/ 1332108 h 1746589"/>
              <a:gd name="csX2" fmla="*/ 1920490 w 2218740"/>
              <a:gd name="csY2" fmla="*/ 1655958 h 1746589"/>
              <a:gd name="csX3" fmla="*/ 1470910 w 2218740"/>
              <a:gd name="csY3" fmla="*/ 1708346 h 1746589"/>
              <a:gd name="csX4" fmla="*/ 1326130 w 2218740"/>
              <a:gd name="csY4" fmla="*/ 1256861 h 1746589"/>
              <a:gd name="csX5" fmla="*/ 2788 w 2218740"/>
              <a:gd name="csY5" fmla="*/ 30673 h 1746589"/>
              <a:gd name="csX6" fmla="*/ 819250 w 2218740"/>
              <a:gd name="csY6" fmla="*/ 396116 h 1746589"/>
              <a:gd name="csX7" fmla="*/ 1636645 w 2218740"/>
              <a:gd name="csY7" fmla="*/ 635831 h 1746589"/>
              <a:gd name="csX8" fmla="*/ 1955732 w 2218740"/>
              <a:gd name="csY8" fmla="*/ 970158 h 1746589"/>
              <a:gd name="csX0" fmla="*/ 1956297 w 2219305"/>
              <a:gd name="csY0" fmla="*/ 975663 h 1752094"/>
              <a:gd name="csX1" fmla="*/ 2219187 w 2219305"/>
              <a:gd name="csY1" fmla="*/ 1337613 h 1752094"/>
              <a:gd name="csX2" fmla="*/ 1921055 w 2219305"/>
              <a:gd name="csY2" fmla="*/ 1661463 h 1752094"/>
              <a:gd name="csX3" fmla="*/ 1471475 w 2219305"/>
              <a:gd name="csY3" fmla="*/ 1713851 h 1752094"/>
              <a:gd name="csX4" fmla="*/ 1326695 w 2219305"/>
              <a:gd name="csY4" fmla="*/ 1262366 h 1752094"/>
              <a:gd name="csX5" fmla="*/ 3353 w 2219305"/>
              <a:gd name="csY5" fmla="*/ 36178 h 1752094"/>
              <a:gd name="csX6" fmla="*/ 819815 w 2219305"/>
              <a:gd name="csY6" fmla="*/ 401621 h 1752094"/>
              <a:gd name="csX7" fmla="*/ 1637210 w 2219305"/>
              <a:gd name="csY7" fmla="*/ 641336 h 1752094"/>
              <a:gd name="csX8" fmla="*/ 1956297 w 2219305"/>
              <a:gd name="csY8" fmla="*/ 975663 h 1752094"/>
              <a:gd name="csX0" fmla="*/ 1525771 w 1788779"/>
              <a:gd name="csY0" fmla="*/ 1078795 h 1855226"/>
              <a:gd name="csX1" fmla="*/ 1788661 w 1788779"/>
              <a:gd name="csY1" fmla="*/ 1440745 h 1855226"/>
              <a:gd name="csX2" fmla="*/ 1490529 w 1788779"/>
              <a:gd name="csY2" fmla="*/ 1764595 h 1855226"/>
              <a:gd name="csX3" fmla="*/ 1040949 w 1788779"/>
              <a:gd name="csY3" fmla="*/ 1816983 h 1855226"/>
              <a:gd name="csX4" fmla="*/ 896169 w 1788779"/>
              <a:gd name="csY4" fmla="*/ 1365498 h 1855226"/>
              <a:gd name="csX5" fmla="*/ 6489 w 1788779"/>
              <a:gd name="csY5" fmla="*/ 25914 h 1855226"/>
              <a:gd name="csX6" fmla="*/ 389289 w 1788779"/>
              <a:gd name="csY6" fmla="*/ 504753 h 1855226"/>
              <a:gd name="csX7" fmla="*/ 1206684 w 1788779"/>
              <a:gd name="csY7" fmla="*/ 744468 h 1855226"/>
              <a:gd name="csX8" fmla="*/ 1525771 w 1788779"/>
              <a:gd name="csY8" fmla="*/ 1078795 h 1855226"/>
              <a:gd name="csX0" fmla="*/ 1525771 w 1788779"/>
              <a:gd name="csY0" fmla="*/ 1078795 h 1855226"/>
              <a:gd name="csX1" fmla="*/ 1788661 w 1788779"/>
              <a:gd name="csY1" fmla="*/ 1440745 h 1855226"/>
              <a:gd name="csX2" fmla="*/ 1490529 w 1788779"/>
              <a:gd name="csY2" fmla="*/ 1764595 h 1855226"/>
              <a:gd name="csX3" fmla="*/ 1040949 w 1788779"/>
              <a:gd name="csY3" fmla="*/ 1816983 h 1855226"/>
              <a:gd name="csX4" fmla="*/ 896169 w 1788779"/>
              <a:gd name="csY4" fmla="*/ 1365498 h 1855226"/>
              <a:gd name="csX5" fmla="*/ 6489 w 1788779"/>
              <a:gd name="csY5" fmla="*/ 25914 h 1855226"/>
              <a:gd name="csX6" fmla="*/ 389289 w 1788779"/>
              <a:gd name="csY6" fmla="*/ 504753 h 1855226"/>
              <a:gd name="csX7" fmla="*/ 1206684 w 1788779"/>
              <a:gd name="csY7" fmla="*/ 744468 h 1855226"/>
              <a:gd name="csX8" fmla="*/ 1525771 w 1788779"/>
              <a:gd name="csY8" fmla="*/ 1078795 h 1855226"/>
              <a:gd name="csX0" fmla="*/ 1681014 w 1944022"/>
              <a:gd name="csY0" fmla="*/ 1076515 h 1852946"/>
              <a:gd name="csX1" fmla="*/ 1943904 w 1944022"/>
              <a:gd name="csY1" fmla="*/ 1438465 h 1852946"/>
              <a:gd name="csX2" fmla="*/ 1645772 w 1944022"/>
              <a:gd name="csY2" fmla="*/ 1762315 h 1852946"/>
              <a:gd name="csX3" fmla="*/ 1196192 w 1944022"/>
              <a:gd name="csY3" fmla="*/ 1814703 h 1852946"/>
              <a:gd name="csX4" fmla="*/ 1051412 w 1944022"/>
              <a:gd name="csY4" fmla="*/ 1363218 h 1852946"/>
              <a:gd name="csX5" fmla="*/ 161732 w 1944022"/>
              <a:gd name="csY5" fmla="*/ 23634 h 1852946"/>
              <a:gd name="csX6" fmla="*/ 544532 w 1944022"/>
              <a:gd name="csY6" fmla="*/ 502473 h 1852946"/>
              <a:gd name="csX7" fmla="*/ 1361927 w 1944022"/>
              <a:gd name="csY7" fmla="*/ 742188 h 1852946"/>
              <a:gd name="csX8" fmla="*/ 1681014 w 1944022"/>
              <a:gd name="csY8" fmla="*/ 1076515 h 1852946"/>
              <a:gd name="csX0" fmla="*/ 4763267 w 5026275"/>
              <a:gd name="csY0" fmla="*/ 1053765 h 1830196"/>
              <a:gd name="csX1" fmla="*/ 5026157 w 5026275"/>
              <a:gd name="csY1" fmla="*/ 1415715 h 1830196"/>
              <a:gd name="csX2" fmla="*/ 4728025 w 5026275"/>
              <a:gd name="csY2" fmla="*/ 1739565 h 1830196"/>
              <a:gd name="csX3" fmla="*/ 4278445 w 5026275"/>
              <a:gd name="csY3" fmla="*/ 1791953 h 1830196"/>
              <a:gd name="csX4" fmla="*/ 4133665 w 5026275"/>
              <a:gd name="csY4" fmla="*/ 1340468 h 1830196"/>
              <a:gd name="csX5" fmla="*/ 5711 w 5026275"/>
              <a:gd name="csY5" fmla="*/ 609319 h 1830196"/>
              <a:gd name="csX6" fmla="*/ 3243985 w 5026275"/>
              <a:gd name="csY6" fmla="*/ 884 h 1830196"/>
              <a:gd name="csX7" fmla="*/ 3626785 w 5026275"/>
              <a:gd name="csY7" fmla="*/ 479723 h 1830196"/>
              <a:gd name="csX8" fmla="*/ 4444180 w 5026275"/>
              <a:gd name="csY8" fmla="*/ 719438 h 1830196"/>
              <a:gd name="csX9" fmla="*/ 4763267 w 5026275"/>
              <a:gd name="csY9" fmla="*/ 1053765 h 1830196"/>
              <a:gd name="csX0" fmla="*/ 4764215 w 5027223"/>
              <a:gd name="csY0" fmla="*/ 1037597 h 1814028"/>
              <a:gd name="csX1" fmla="*/ 5027105 w 5027223"/>
              <a:gd name="csY1" fmla="*/ 1399547 h 1814028"/>
              <a:gd name="csX2" fmla="*/ 4728973 w 5027223"/>
              <a:gd name="csY2" fmla="*/ 1723397 h 1814028"/>
              <a:gd name="csX3" fmla="*/ 4279393 w 5027223"/>
              <a:gd name="csY3" fmla="*/ 1775785 h 1814028"/>
              <a:gd name="csX4" fmla="*/ 4134613 w 5027223"/>
              <a:gd name="csY4" fmla="*/ 1324300 h 1814028"/>
              <a:gd name="csX5" fmla="*/ 6659 w 5027223"/>
              <a:gd name="csY5" fmla="*/ 593151 h 1814028"/>
              <a:gd name="csX6" fmla="*/ 2832954 w 5027223"/>
              <a:gd name="csY6" fmla="*/ 915 h 1814028"/>
              <a:gd name="csX7" fmla="*/ 3627733 w 5027223"/>
              <a:gd name="csY7" fmla="*/ 463555 h 1814028"/>
              <a:gd name="csX8" fmla="*/ 4445128 w 5027223"/>
              <a:gd name="csY8" fmla="*/ 703270 h 1814028"/>
              <a:gd name="csX9" fmla="*/ 4764215 w 5027223"/>
              <a:gd name="csY9" fmla="*/ 1037597 h 1814028"/>
              <a:gd name="csX0" fmla="*/ 4764046 w 5027054"/>
              <a:gd name="csY0" fmla="*/ 1045680 h 1822111"/>
              <a:gd name="csX1" fmla="*/ 5026936 w 5027054"/>
              <a:gd name="csY1" fmla="*/ 1407630 h 1822111"/>
              <a:gd name="csX2" fmla="*/ 4728804 w 5027054"/>
              <a:gd name="csY2" fmla="*/ 1731480 h 1822111"/>
              <a:gd name="csX3" fmla="*/ 4279224 w 5027054"/>
              <a:gd name="csY3" fmla="*/ 1783868 h 1822111"/>
              <a:gd name="csX4" fmla="*/ 4134444 w 5027054"/>
              <a:gd name="csY4" fmla="*/ 1332383 h 1822111"/>
              <a:gd name="csX5" fmla="*/ 6490 w 5027054"/>
              <a:gd name="csY5" fmla="*/ 601234 h 1822111"/>
              <a:gd name="csX6" fmla="*/ 2897834 w 5027054"/>
              <a:gd name="csY6" fmla="*/ 898 h 1822111"/>
              <a:gd name="csX7" fmla="*/ 3627564 w 5027054"/>
              <a:gd name="csY7" fmla="*/ 471638 h 1822111"/>
              <a:gd name="csX8" fmla="*/ 4444959 w 5027054"/>
              <a:gd name="csY8" fmla="*/ 711353 h 1822111"/>
              <a:gd name="csX9" fmla="*/ 4764046 w 5027054"/>
              <a:gd name="csY9" fmla="*/ 1045680 h 1822111"/>
              <a:gd name="csX0" fmla="*/ 5023732 w 5286740"/>
              <a:gd name="csY0" fmla="*/ 1044819 h 1821250"/>
              <a:gd name="csX1" fmla="*/ 5286622 w 5286740"/>
              <a:gd name="csY1" fmla="*/ 1406769 h 1821250"/>
              <a:gd name="csX2" fmla="*/ 4988490 w 5286740"/>
              <a:gd name="csY2" fmla="*/ 1730619 h 1821250"/>
              <a:gd name="csX3" fmla="*/ 4538910 w 5286740"/>
              <a:gd name="csY3" fmla="*/ 1783007 h 1821250"/>
              <a:gd name="csX4" fmla="*/ 4394130 w 5286740"/>
              <a:gd name="csY4" fmla="*/ 1331522 h 1821250"/>
              <a:gd name="csX5" fmla="*/ 5979 w 5286740"/>
              <a:gd name="csY5" fmla="*/ 450528 h 1821250"/>
              <a:gd name="csX6" fmla="*/ 3157520 w 5286740"/>
              <a:gd name="csY6" fmla="*/ 37 h 1821250"/>
              <a:gd name="csX7" fmla="*/ 3887250 w 5286740"/>
              <a:gd name="csY7" fmla="*/ 470777 h 1821250"/>
              <a:gd name="csX8" fmla="*/ 4704645 w 5286740"/>
              <a:gd name="csY8" fmla="*/ 710492 h 1821250"/>
              <a:gd name="csX9" fmla="*/ 5023732 w 5286740"/>
              <a:gd name="csY9" fmla="*/ 1044819 h 1821250"/>
              <a:gd name="csX0" fmla="*/ 5023732 w 5286740"/>
              <a:gd name="csY0" fmla="*/ 1044819 h 1821250"/>
              <a:gd name="csX1" fmla="*/ 5286622 w 5286740"/>
              <a:gd name="csY1" fmla="*/ 1406769 h 1821250"/>
              <a:gd name="csX2" fmla="*/ 4988490 w 5286740"/>
              <a:gd name="csY2" fmla="*/ 1730619 h 1821250"/>
              <a:gd name="csX3" fmla="*/ 4538910 w 5286740"/>
              <a:gd name="csY3" fmla="*/ 1783007 h 1821250"/>
              <a:gd name="csX4" fmla="*/ 4394130 w 5286740"/>
              <a:gd name="csY4" fmla="*/ 1331522 h 1821250"/>
              <a:gd name="csX5" fmla="*/ 5979 w 5286740"/>
              <a:gd name="csY5" fmla="*/ 450528 h 1821250"/>
              <a:gd name="csX6" fmla="*/ 3157520 w 5286740"/>
              <a:gd name="csY6" fmla="*/ 37 h 1821250"/>
              <a:gd name="csX7" fmla="*/ 3887250 w 5286740"/>
              <a:gd name="csY7" fmla="*/ 470777 h 1821250"/>
              <a:gd name="csX8" fmla="*/ 4704645 w 5286740"/>
              <a:gd name="csY8" fmla="*/ 710492 h 1821250"/>
              <a:gd name="csX9" fmla="*/ 5023732 w 5286740"/>
              <a:gd name="csY9" fmla="*/ 1044819 h 1821250"/>
              <a:gd name="csX0" fmla="*/ 5023732 w 5286740"/>
              <a:gd name="csY0" fmla="*/ 1044819 h 1821250"/>
              <a:gd name="csX1" fmla="*/ 5286622 w 5286740"/>
              <a:gd name="csY1" fmla="*/ 1406769 h 1821250"/>
              <a:gd name="csX2" fmla="*/ 4988490 w 5286740"/>
              <a:gd name="csY2" fmla="*/ 1730619 h 1821250"/>
              <a:gd name="csX3" fmla="*/ 4538910 w 5286740"/>
              <a:gd name="csY3" fmla="*/ 1783007 h 1821250"/>
              <a:gd name="csX4" fmla="*/ 4394130 w 5286740"/>
              <a:gd name="csY4" fmla="*/ 1331522 h 1821250"/>
              <a:gd name="csX5" fmla="*/ 5979 w 5286740"/>
              <a:gd name="csY5" fmla="*/ 450528 h 1821250"/>
              <a:gd name="csX6" fmla="*/ 3157520 w 5286740"/>
              <a:gd name="csY6" fmla="*/ 37 h 1821250"/>
              <a:gd name="csX7" fmla="*/ 3887250 w 5286740"/>
              <a:gd name="csY7" fmla="*/ 470777 h 1821250"/>
              <a:gd name="csX8" fmla="*/ 4704645 w 5286740"/>
              <a:gd name="csY8" fmla="*/ 710492 h 1821250"/>
              <a:gd name="csX9" fmla="*/ 5023732 w 5286740"/>
              <a:gd name="csY9" fmla="*/ 1044819 h 1821250"/>
              <a:gd name="csX0" fmla="*/ 5019151 w 5282159"/>
              <a:gd name="csY0" fmla="*/ 1044819 h 1821250"/>
              <a:gd name="csX1" fmla="*/ 5282041 w 5282159"/>
              <a:gd name="csY1" fmla="*/ 1406769 h 1821250"/>
              <a:gd name="csX2" fmla="*/ 4983909 w 5282159"/>
              <a:gd name="csY2" fmla="*/ 1730619 h 1821250"/>
              <a:gd name="csX3" fmla="*/ 4534329 w 5282159"/>
              <a:gd name="csY3" fmla="*/ 1783007 h 1821250"/>
              <a:gd name="csX4" fmla="*/ 4389549 w 5282159"/>
              <a:gd name="csY4" fmla="*/ 1331522 h 1821250"/>
              <a:gd name="csX5" fmla="*/ 1398 w 5282159"/>
              <a:gd name="csY5" fmla="*/ 450528 h 1821250"/>
              <a:gd name="csX6" fmla="*/ 3152939 w 5282159"/>
              <a:gd name="csY6" fmla="*/ 37 h 1821250"/>
              <a:gd name="csX7" fmla="*/ 3882669 w 5282159"/>
              <a:gd name="csY7" fmla="*/ 470777 h 1821250"/>
              <a:gd name="csX8" fmla="*/ 4700064 w 5282159"/>
              <a:gd name="csY8" fmla="*/ 710492 h 1821250"/>
              <a:gd name="csX9" fmla="*/ 5019151 w 5282159"/>
              <a:gd name="csY9" fmla="*/ 1044819 h 1821250"/>
              <a:gd name="csX0" fmla="*/ 5235949 w 5498957"/>
              <a:gd name="csY0" fmla="*/ 1044828 h 1794706"/>
              <a:gd name="csX1" fmla="*/ 5498839 w 5498957"/>
              <a:gd name="csY1" fmla="*/ 1406778 h 1794706"/>
              <a:gd name="csX2" fmla="*/ 5200707 w 5498957"/>
              <a:gd name="csY2" fmla="*/ 1730628 h 1794706"/>
              <a:gd name="csX3" fmla="*/ 4751127 w 5498957"/>
              <a:gd name="csY3" fmla="*/ 1783016 h 1794706"/>
              <a:gd name="csX4" fmla="*/ 378149 w 5498957"/>
              <a:gd name="csY4" fmla="*/ 1647420 h 1794706"/>
              <a:gd name="csX5" fmla="*/ 218196 w 5498957"/>
              <a:gd name="csY5" fmla="*/ 450537 h 1794706"/>
              <a:gd name="csX6" fmla="*/ 3369737 w 5498957"/>
              <a:gd name="csY6" fmla="*/ 46 h 1794706"/>
              <a:gd name="csX7" fmla="*/ 4099467 w 5498957"/>
              <a:gd name="csY7" fmla="*/ 470786 h 1794706"/>
              <a:gd name="csX8" fmla="*/ 4916862 w 5498957"/>
              <a:gd name="csY8" fmla="*/ 710501 h 1794706"/>
              <a:gd name="csX9" fmla="*/ 5235949 w 5498957"/>
              <a:gd name="csY9" fmla="*/ 1044828 h 1794706"/>
              <a:gd name="csX0" fmla="*/ 5235949 w 5498957"/>
              <a:gd name="csY0" fmla="*/ 1044828 h 1794706"/>
              <a:gd name="csX1" fmla="*/ 5498839 w 5498957"/>
              <a:gd name="csY1" fmla="*/ 1406778 h 1794706"/>
              <a:gd name="csX2" fmla="*/ 5200707 w 5498957"/>
              <a:gd name="csY2" fmla="*/ 1730628 h 1794706"/>
              <a:gd name="csX3" fmla="*/ 4751127 w 5498957"/>
              <a:gd name="csY3" fmla="*/ 1783016 h 1794706"/>
              <a:gd name="csX4" fmla="*/ 378149 w 5498957"/>
              <a:gd name="csY4" fmla="*/ 1647420 h 1794706"/>
              <a:gd name="csX5" fmla="*/ 218196 w 5498957"/>
              <a:gd name="csY5" fmla="*/ 450537 h 1794706"/>
              <a:gd name="csX6" fmla="*/ 3369737 w 5498957"/>
              <a:gd name="csY6" fmla="*/ 46 h 1794706"/>
              <a:gd name="csX7" fmla="*/ 4099467 w 5498957"/>
              <a:gd name="csY7" fmla="*/ 470786 h 1794706"/>
              <a:gd name="csX8" fmla="*/ 4916862 w 5498957"/>
              <a:gd name="csY8" fmla="*/ 710501 h 1794706"/>
              <a:gd name="csX9" fmla="*/ 5235949 w 5498957"/>
              <a:gd name="csY9" fmla="*/ 1044828 h 1794706"/>
              <a:gd name="csX0" fmla="*/ 5200285 w 5463293"/>
              <a:gd name="csY0" fmla="*/ 1044828 h 1799770"/>
              <a:gd name="csX1" fmla="*/ 5463175 w 5463293"/>
              <a:gd name="csY1" fmla="*/ 1406778 h 1799770"/>
              <a:gd name="csX2" fmla="*/ 5165043 w 5463293"/>
              <a:gd name="csY2" fmla="*/ 1730628 h 1799770"/>
              <a:gd name="csX3" fmla="*/ 4715463 w 5463293"/>
              <a:gd name="csY3" fmla="*/ 1783016 h 1799770"/>
              <a:gd name="csX4" fmla="*/ 342485 w 5463293"/>
              <a:gd name="csY4" fmla="*/ 1647420 h 1799770"/>
              <a:gd name="csX5" fmla="*/ 182532 w 5463293"/>
              <a:gd name="csY5" fmla="*/ 450537 h 1799770"/>
              <a:gd name="csX6" fmla="*/ 3334073 w 5463293"/>
              <a:gd name="csY6" fmla="*/ 46 h 1799770"/>
              <a:gd name="csX7" fmla="*/ 4063803 w 5463293"/>
              <a:gd name="csY7" fmla="*/ 470786 h 1799770"/>
              <a:gd name="csX8" fmla="*/ 4881198 w 5463293"/>
              <a:gd name="csY8" fmla="*/ 710501 h 1799770"/>
              <a:gd name="csX9" fmla="*/ 5200285 w 5463293"/>
              <a:gd name="csY9" fmla="*/ 1044828 h 1799770"/>
              <a:gd name="csX0" fmla="*/ 5200285 w 5463293"/>
              <a:gd name="csY0" fmla="*/ 1044828 h 1799770"/>
              <a:gd name="csX1" fmla="*/ 5463175 w 5463293"/>
              <a:gd name="csY1" fmla="*/ 1406778 h 1799770"/>
              <a:gd name="csX2" fmla="*/ 5165043 w 5463293"/>
              <a:gd name="csY2" fmla="*/ 1730628 h 1799770"/>
              <a:gd name="csX3" fmla="*/ 4715463 w 5463293"/>
              <a:gd name="csY3" fmla="*/ 1783016 h 1799770"/>
              <a:gd name="csX4" fmla="*/ 342485 w 5463293"/>
              <a:gd name="csY4" fmla="*/ 1647420 h 1799770"/>
              <a:gd name="csX5" fmla="*/ 182532 w 5463293"/>
              <a:gd name="csY5" fmla="*/ 450537 h 1799770"/>
              <a:gd name="csX6" fmla="*/ 3334073 w 5463293"/>
              <a:gd name="csY6" fmla="*/ 46 h 1799770"/>
              <a:gd name="csX7" fmla="*/ 4063803 w 5463293"/>
              <a:gd name="csY7" fmla="*/ 470786 h 1799770"/>
              <a:gd name="csX8" fmla="*/ 4881198 w 5463293"/>
              <a:gd name="csY8" fmla="*/ 710501 h 1799770"/>
              <a:gd name="csX9" fmla="*/ 5200285 w 5463293"/>
              <a:gd name="csY9" fmla="*/ 1044828 h 1799770"/>
              <a:gd name="csX0" fmla="*/ 5200285 w 5463293"/>
              <a:gd name="csY0" fmla="*/ 1044828 h 1799770"/>
              <a:gd name="csX1" fmla="*/ 5463175 w 5463293"/>
              <a:gd name="csY1" fmla="*/ 1406778 h 1799770"/>
              <a:gd name="csX2" fmla="*/ 5165043 w 5463293"/>
              <a:gd name="csY2" fmla="*/ 1730628 h 1799770"/>
              <a:gd name="csX3" fmla="*/ 4715463 w 5463293"/>
              <a:gd name="csY3" fmla="*/ 1783016 h 1799770"/>
              <a:gd name="csX4" fmla="*/ 342485 w 5463293"/>
              <a:gd name="csY4" fmla="*/ 1647420 h 1799770"/>
              <a:gd name="csX5" fmla="*/ 182532 w 5463293"/>
              <a:gd name="csY5" fmla="*/ 450537 h 1799770"/>
              <a:gd name="csX6" fmla="*/ 3334073 w 5463293"/>
              <a:gd name="csY6" fmla="*/ 46 h 1799770"/>
              <a:gd name="csX7" fmla="*/ 4063803 w 5463293"/>
              <a:gd name="csY7" fmla="*/ 470786 h 1799770"/>
              <a:gd name="csX8" fmla="*/ 4881198 w 5463293"/>
              <a:gd name="csY8" fmla="*/ 710501 h 1799770"/>
              <a:gd name="csX9" fmla="*/ 5200285 w 5463293"/>
              <a:gd name="csY9" fmla="*/ 1044828 h 1799770"/>
              <a:gd name="csX0" fmla="*/ 5320168 w 5593529"/>
              <a:gd name="csY0" fmla="*/ 1044828 h 1857809"/>
              <a:gd name="csX1" fmla="*/ 5583058 w 5593529"/>
              <a:gd name="csY1" fmla="*/ 1406778 h 1857809"/>
              <a:gd name="csX2" fmla="*/ 5284926 w 5593529"/>
              <a:gd name="csY2" fmla="*/ 1730628 h 1857809"/>
              <a:gd name="csX3" fmla="*/ 3274165 w 5593529"/>
              <a:gd name="csY3" fmla="*/ 1855914 h 1857809"/>
              <a:gd name="csX4" fmla="*/ 462368 w 5593529"/>
              <a:gd name="csY4" fmla="*/ 1647420 h 1857809"/>
              <a:gd name="csX5" fmla="*/ 302415 w 5593529"/>
              <a:gd name="csY5" fmla="*/ 450537 h 1857809"/>
              <a:gd name="csX6" fmla="*/ 3453956 w 5593529"/>
              <a:gd name="csY6" fmla="*/ 46 h 1857809"/>
              <a:gd name="csX7" fmla="*/ 4183686 w 5593529"/>
              <a:gd name="csY7" fmla="*/ 470786 h 1857809"/>
              <a:gd name="csX8" fmla="*/ 5001081 w 5593529"/>
              <a:gd name="csY8" fmla="*/ 710501 h 1857809"/>
              <a:gd name="csX9" fmla="*/ 5320168 w 5593529"/>
              <a:gd name="csY9" fmla="*/ 1044828 h 1857809"/>
              <a:gd name="csX0" fmla="*/ 5303906 w 5590401"/>
              <a:gd name="csY0" fmla="*/ 1044828 h 1986298"/>
              <a:gd name="csX1" fmla="*/ 5566796 w 5590401"/>
              <a:gd name="csY1" fmla="*/ 1406778 h 1986298"/>
              <a:gd name="csX2" fmla="*/ 5268664 w 5590401"/>
              <a:gd name="csY2" fmla="*/ 1730628 h 1986298"/>
              <a:gd name="csX3" fmla="*/ 2932657 w 5590401"/>
              <a:gd name="csY3" fmla="*/ 1985510 h 1986298"/>
              <a:gd name="csX4" fmla="*/ 446106 w 5590401"/>
              <a:gd name="csY4" fmla="*/ 1647420 h 1986298"/>
              <a:gd name="csX5" fmla="*/ 286153 w 5590401"/>
              <a:gd name="csY5" fmla="*/ 450537 h 1986298"/>
              <a:gd name="csX6" fmla="*/ 3437694 w 5590401"/>
              <a:gd name="csY6" fmla="*/ 46 h 1986298"/>
              <a:gd name="csX7" fmla="*/ 4167424 w 5590401"/>
              <a:gd name="csY7" fmla="*/ 470786 h 1986298"/>
              <a:gd name="csX8" fmla="*/ 4984819 w 5590401"/>
              <a:gd name="csY8" fmla="*/ 710501 h 1986298"/>
              <a:gd name="csX9" fmla="*/ 5303906 w 5590401"/>
              <a:gd name="csY9" fmla="*/ 1044828 h 1986298"/>
              <a:gd name="csX0" fmla="*/ 5303906 w 5566904"/>
              <a:gd name="csY0" fmla="*/ 1044828 h 1992814"/>
              <a:gd name="csX1" fmla="*/ 5566796 w 5566904"/>
              <a:gd name="csY1" fmla="*/ 1406778 h 1992814"/>
              <a:gd name="csX2" fmla="*/ 5268664 w 5566904"/>
              <a:gd name="csY2" fmla="*/ 1730628 h 1992814"/>
              <a:gd name="csX3" fmla="*/ 4666136 w 5566904"/>
              <a:gd name="csY3" fmla="*/ 1867989 h 1992814"/>
              <a:gd name="csX4" fmla="*/ 2932657 w 5566904"/>
              <a:gd name="csY4" fmla="*/ 1985510 h 1992814"/>
              <a:gd name="csX5" fmla="*/ 446106 w 5566904"/>
              <a:gd name="csY5" fmla="*/ 1647420 h 1992814"/>
              <a:gd name="csX6" fmla="*/ 286153 w 5566904"/>
              <a:gd name="csY6" fmla="*/ 450537 h 1992814"/>
              <a:gd name="csX7" fmla="*/ 3437694 w 5566904"/>
              <a:gd name="csY7" fmla="*/ 46 h 1992814"/>
              <a:gd name="csX8" fmla="*/ 4167424 w 5566904"/>
              <a:gd name="csY8" fmla="*/ 470786 h 1992814"/>
              <a:gd name="csX9" fmla="*/ 4984819 w 5566904"/>
              <a:gd name="csY9" fmla="*/ 710501 h 1992814"/>
              <a:gd name="csX10" fmla="*/ 5303906 w 5566904"/>
              <a:gd name="csY10" fmla="*/ 1044828 h 1992814"/>
              <a:gd name="csX0" fmla="*/ 5303906 w 5566904"/>
              <a:gd name="csY0" fmla="*/ 1044828 h 1992814"/>
              <a:gd name="csX1" fmla="*/ 5566796 w 5566904"/>
              <a:gd name="csY1" fmla="*/ 1406778 h 1992814"/>
              <a:gd name="csX2" fmla="*/ 5268664 w 5566904"/>
              <a:gd name="csY2" fmla="*/ 1730628 h 1992814"/>
              <a:gd name="csX3" fmla="*/ 4666136 w 5566904"/>
              <a:gd name="csY3" fmla="*/ 1867989 h 1992814"/>
              <a:gd name="csX4" fmla="*/ 2932657 w 5566904"/>
              <a:gd name="csY4" fmla="*/ 1985510 h 1992814"/>
              <a:gd name="csX5" fmla="*/ 446106 w 5566904"/>
              <a:gd name="csY5" fmla="*/ 1647420 h 1992814"/>
              <a:gd name="csX6" fmla="*/ 286153 w 5566904"/>
              <a:gd name="csY6" fmla="*/ 450537 h 1992814"/>
              <a:gd name="csX7" fmla="*/ 3437694 w 5566904"/>
              <a:gd name="csY7" fmla="*/ 46 h 1992814"/>
              <a:gd name="csX8" fmla="*/ 4167424 w 5566904"/>
              <a:gd name="csY8" fmla="*/ 470786 h 1992814"/>
              <a:gd name="csX9" fmla="*/ 4984819 w 5566904"/>
              <a:gd name="csY9" fmla="*/ 710501 h 1992814"/>
              <a:gd name="csX10" fmla="*/ 5303906 w 5566904"/>
              <a:gd name="csY10" fmla="*/ 1044828 h 1992814"/>
              <a:gd name="csX0" fmla="*/ 5303906 w 5566886"/>
              <a:gd name="csY0" fmla="*/ 1044828 h 1995191"/>
              <a:gd name="csX1" fmla="*/ 5566796 w 5566886"/>
              <a:gd name="csY1" fmla="*/ 1406778 h 1995191"/>
              <a:gd name="csX2" fmla="*/ 5268664 w 5566886"/>
              <a:gd name="csY2" fmla="*/ 1730628 h 1995191"/>
              <a:gd name="csX3" fmla="*/ 4861285 w 5566886"/>
              <a:gd name="csY3" fmla="*/ 1888239 h 1995191"/>
              <a:gd name="csX4" fmla="*/ 2932657 w 5566886"/>
              <a:gd name="csY4" fmla="*/ 1985510 h 1995191"/>
              <a:gd name="csX5" fmla="*/ 446106 w 5566886"/>
              <a:gd name="csY5" fmla="*/ 1647420 h 1995191"/>
              <a:gd name="csX6" fmla="*/ 286153 w 5566886"/>
              <a:gd name="csY6" fmla="*/ 450537 h 1995191"/>
              <a:gd name="csX7" fmla="*/ 3437694 w 5566886"/>
              <a:gd name="csY7" fmla="*/ 46 h 1995191"/>
              <a:gd name="csX8" fmla="*/ 4167424 w 5566886"/>
              <a:gd name="csY8" fmla="*/ 470786 h 1995191"/>
              <a:gd name="csX9" fmla="*/ 4984819 w 5566886"/>
              <a:gd name="csY9" fmla="*/ 710501 h 1995191"/>
              <a:gd name="csX10" fmla="*/ 5303906 w 5566886"/>
              <a:gd name="csY10" fmla="*/ 1044828 h 1995191"/>
              <a:gd name="csX0" fmla="*/ 5268865 w 5531845"/>
              <a:gd name="csY0" fmla="*/ 1044831 h 1991805"/>
              <a:gd name="csX1" fmla="*/ 5531755 w 5531845"/>
              <a:gd name="csY1" fmla="*/ 1406781 h 1991805"/>
              <a:gd name="csX2" fmla="*/ 5233623 w 5531845"/>
              <a:gd name="csY2" fmla="*/ 1730631 h 1991805"/>
              <a:gd name="csX3" fmla="*/ 4826244 w 5531845"/>
              <a:gd name="csY3" fmla="*/ 1888242 h 1991805"/>
              <a:gd name="csX4" fmla="*/ 2897616 w 5531845"/>
              <a:gd name="csY4" fmla="*/ 1985513 h 1991805"/>
              <a:gd name="csX5" fmla="*/ 497799 w 5531845"/>
              <a:gd name="csY5" fmla="*/ 1708171 h 1991805"/>
              <a:gd name="csX6" fmla="*/ 251112 w 5531845"/>
              <a:gd name="csY6" fmla="*/ 450540 h 1991805"/>
              <a:gd name="csX7" fmla="*/ 3402653 w 5531845"/>
              <a:gd name="csY7" fmla="*/ 49 h 1991805"/>
              <a:gd name="csX8" fmla="*/ 4132383 w 5531845"/>
              <a:gd name="csY8" fmla="*/ 470789 h 1991805"/>
              <a:gd name="csX9" fmla="*/ 4949778 w 5531845"/>
              <a:gd name="csY9" fmla="*/ 710504 h 1991805"/>
              <a:gd name="csX10" fmla="*/ 5268865 w 5531845"/>
              <a:gd name="csY10" fmla="*/ 1044831 h 1991805"/>
              <a:gd name="csX0" fmla="*/ 5187606 w 5450586"/>
              <a:gd name="csY0" fmla="*/ 1044831 h 1991805"/>
              <a:gd name="csX1" fmla="*/ 5450496 w 5450586"/>
              <a:gd name="csY1" fmla="*/ 1406781 h 1991805"/>
              <a:gd name="csX2" fmla="*/ 5152364 w 5450586"/>
              <a:gd name="csY2" fmla="*/ 1730631 h 1991805"/>
              <a:gd name="csX3" fmla="*/ 4744985 w 5450586"/>
              <a:gd name="csY3" fmla="*/ 1888242 h 1991805"/>
              <a:gd name="csX4" fmla="*/ 2816357 w 5450586"/>
              <a:gd name="csY4" fmla="*/ 1985513 h 1991805"/>
              <a:gd name="csX5" fmla="*/ 416540 w 5450586"/>
              <a:gd name="csY5" fmla="*/ 1708171 h 1991805"/>
              <a:gd name="csX6" fmla="*/ 169853 w 5450586"/>
              <a:gd name="csY6" fmla="*/ 450540 h 1991805"/>
              <a:gd name="csX7" fmla="*/ 3321394 w 5450586"/>
              <a:gd name="csY7" fmla="*/ 49 h 1991805"/>
              <a:gd name="csX8" fmla="*/ 4051124 w 5450586"/>
              <a:gd name="csY8" fmla="*/ 470789 h 1991805"/>
              <a:gd name="csX9" fmla="*/ 4868519 w 5450586"/>
              <a:gd name="csY9" fmla="*/ 710504 h 1991805"/>
              <a:gd name="csX10" fmla="*/ 5187606 w 5450586"/>
              <a:gd name="csY10" fmla="*/ 1044831 h 1991805"/>
              <a:gd name="csX0" fmla="*/ 5262529 w 5525509"/>
              <a:gd name="csY0" fmla="*/ 1044831 h 1992020"/>
              <a:gd name="csX1" fmla="*/ 5525419 w 5525509"/>
              <a:gd name="csY1" fmla="*/ 1406781 h 1992020"/>
              <a:gd name="csX2" fmla="*/ 5227287 w 5525509"/>
              <a:gd name="csY2" fmla="*/ 1730631 h 1992020"/>
              <a:gd name="csX3" fmla="*/ 4819908 w 5525509"/>
              <a:gd name="csY3" fmla="*/ 1888242 h 1992020"/>
              <a:gd name="csX4" fmla="*/ 2891280 w 5525509"/>
              <a:gd name="csY4" fmla="*/ 1985513 h 1992020"/>
              <a:gd name="csX5" fmla="*/ 231267 w 5525509"/>
              <a:gd name="csY5" fmla="*/ 1704121 h 1992020"/>
              <a:gd name="csX6" fmla="*/ 244776 w 5525509"/>
              <a:gd name="csY6" fmla="*/ 450540 h 1992020"/>
              <a:gd name="csX7" fmla="*/ 3396317 w 5525509"/>
              <a:gd name="csY7" fmla="*/ 49 h 1992020"/>
              <a:gd name="csX8" fmla="*/ 4126047 w 5525509"/>
              <a:gd name="csY8" fmla="*/ 470789 h 1992020"/>
              <a:gd name="csX9" fmla="*/ 4943442 w 5525509"/>
              <a:gd name="csY9" fmla="*/ 710504 h 1992020"/>
              <a:gd name="csX10" fmla="*/ 5262529 w 5525509"/>
              <a:gd name="csY10" fmla="*/ 1044831 h 19920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525509" h="1992020">
                <a:moveTo>
                  <a:pt x="5262529" y="1044831"/>
                </a:moveTo>
                <a:cubicBezTo>
                  <a:pt x="5373972" y="1178181"/>
                  <a:pt x="5521609" y="1289624"/>
                  <a:pt x="5525419" y="1406781"/>
                </a:cubicBezTo>
                <a:cubicBezTo>
                  <a:pt x="5530182" y="1523939"/>
                  <a:pt x="5344872" y="1650388"/>
                  <a:pt x="5227287" y="1730631"/>
                </a:cubicBezTo>
                <a:cubicBezTo>
                  <a:pt x="5109702" y="1810874"/>
                  <a:pt x="5209242" y="1845762"/>
                  <a:pt x="4819908" y="1888242"/>
                </a:cubicBezTo>
                <a:cubicBezTo>
                  <a:pt x="4430574" y="1930722"/>
                  <a:pt x="3656053" y="2016200"/>
                  <a:pt x="2891280" y="1985513"/>
                </a:cubicBezTo>
                <a:cubicBezTo>
                  <a:pt x="2126507" y="1954826"/>
                  <a:pt x="260372" y="1951850"/>
                  <a:pt x="231267" y="1704121"/>
                </a:cubicBezTo>
                <a:cubicBezTo>
                  <a:pt x="202162" y="1456392"/>
                  <a:pt x="-282732" y="734552"/>
                  <a:pt x="244776" y="450540"/>
                </a:cubicBezTo>
                <a:cubicBezTo>
                  <a:pt x="772284" y="166528"/>
                  <a:pt x="2749439" y="-3326"/>
                  <a:pt x="3396317" y="49"/>
                </a:cubicBezTo>
                <a:cubicBezTo>
                  <a:pt x="4043196" y="3424"/>
                  <a:pt x="3868193" y="352380"/>
                  <a:pt x="4126047" y="470789"/>
                </a:cubicBezTo>
                <a:cubicBezTo>
                  <a:pt x="4383901" y="589198"/>
                  <a:pt x="4790167" y="613480"/>
                  <a:pt x="4943442" y="710504"/>
                </a:cubicBezTo>
                <a:cubicBezTo>
                  <a:pt x="5075839" y="756224"/>
                  <a:pt x="5151087" y="911481"/>
                  <a:pt x="5262529" y="1044831"/>
                </a:cubicBezTo>
                <a:close/>
              </a:path>
            </a:pathLst>
          </a:custGeom>
          <a:solidFill>
            <a:schemeClr val="accent4">
              <a:lumMod val="75000"/>
            </a:schemeClr>
          </a:solidFill>
          <a:ln w="9525" cap="flat">
            <a:noFill/>
            <a:prstDash val="solid"/>
            <a:miter/>
          </a:ln>
        </p:spPr>
        <p:txBody>
          <a:bodyPr/>
          <a:lstStyle/>
          <a:p>
            <a:endParaRPr lang="en-US">
              <a:noFill/>
            </a:endParaRPr>
          </a:p>
        </p:txBody>
      </p:sp>
      <p:sp>
        <p:nvSpPr>
          <p:cNvPr id="17" name="Graphic 129">
            <a:extLst>
              <a:ext uri="{FF2B5EF4-FFF2-40B4-BE49-F238E27FC236}">
                <a16:creationId xmlns:a16="http://schemas.microsoft.com/office/drawing/2014/main" id="{83D14458-EA47-73AA-2F46-0EF5CE217686}"/>
              </a:ext>
            </a:extLst>
          </p:cNvPr>
          <p:cNvSpPr/>
          <p:nvPr/>
        </p:nvSpPr>
        <p:spPr>
          <a:xfrm rot="16200000">
            <a:off x="2505204" y="12968328"/>
            <a:ext cx="8782217" cy="18018623"/>
          </a:xfrm>
          <a:custGeom>
            <a:avLst/>
            <a:gdLst>
              <a:gd name="csX0" fmla="*/ 714496 w 977405"/>
              <a:gd name="csY0" fmla="*/ 349032 h 1125362"/>
              <a:gd name="csX1" fmla="*/ 977386 w 977405"/>
              <a:gd name="csY1" fmla="*/ 710982 h 1125362"/>
              <a:gd name="csX2" fmla="*/ 679254 w 977405"/>
              <a:gd name="csY2" fmla="*/ 1034832 h 1125362"/>
              <a:gd name="csX3" fmla="*/ 229674 w 977405"/>
              <a:gd name="csY3" fmla="*/ 1087220 h 1125362"/>
              <a:gd name="csX4" fmla="*/ 84894 w 977405"/>
              <a:gd name="csY4" fmla="*/ 635735 h 1125362"/>
              <a:gd name="csX5" fmla="*/ 19171 w 977405"/>
              <a:gd name="csY5" fmla="*/ 154722 h 1125362"/>
              <a:gd name="csX6" fmla="*/ 395409 w 977405"/>
              <a:gd name="csY6" fmla="*/ 14705 h 1125362"/>
              <a:gd name="csX7" fmla="*/ 714496 w 977405"/>
              <a:gd name="csY7" fmla="*/ 349032 h 1125362"/>
              <a:gd name="csX0" fmla="*/ 714397 w 977405"/>
              <a:gd name="csY0" fmla="*/ 348932 h 1125363"/>
              <a:gd name="csX1" fmla="*/ 977287 w 977405"/>
              <a:gd name="csY1" fmla="*/ 710882 h 1125363"/>
              <a:gd name="csX2" fmla="*/ 679155 w 977405"/>
              <a:gd name="csY2" fmla="*/ 1034732 h 1125363"/>
              <a:gd name="csX3" fmla="*/ 229575 w 977405"/>
              <a:gd name="csY3" fmla="*/ 1087120 h 1125363"/>
              <a:gd name="csX4" fmla="*/ 84795 w 977405"/>
              <a:gd name="csY4" fmla="*/ 635635 h 1125363"/>
              <a:gd name="csX5" fmla="*/ 19072 w 977405"/>
              <a:gd name="csY5" fmla="*/ 154622 h 1125363"/>
              <a:gd name="csX6" fmla="*/ 395310 w 977405"/>
              <a:gd name="csY6" fmla="*/ 14605 h 1125363"/>
              <a:gd name="csX7" fmla="*/ 714397 w 977405"/>
              <a:gd name="csY7" fmla="*/ 348932 h 1125363"/>
              <a:gd name="csX0" fmla="*/ 1954611 w 2217619"/>
              <a:gd name="csY0" fmla="*/ 953674 h 1730105"/>
              <a:gd name="csX1" fmla="*/ 2217501 w 2217619"/>
              <a:gd name="csY1" fmla="*/ 1315624 h 1730105"/>
              <a:gd name="csX2" fmla="*/ 1919369 w 2217619"/>
              <a:gd name="csY2" fmla="*/ 1639474 h 1730105"/>
              <a:gd name="csX3" fmla="*/ 1469789 w 2217619"/>
              <a:gd name="csY3" fmla="*/ 1691862 h 1730105"/>
              <a:gd name="csX4" fmla="*/ 1325009 w 2217619"/>
              <a:gd name="csY4" fmla="*/ 1240377 h 1730105"/>
              <a:gd name="csX5" fmla="*/ 1667 w 2217619"/>
              <a:gd name="csY5" fmla="*/ 14189 h 1730105"/>
              <a:gd name="csX6" fmla="*/ 1635524 w 2217619"/>
              <a:gd name="csY6" fmla="*/ 619347 h 1730105"/>
              <a:gd name="csX7" fmla="*/ 1954611 w 2217619"/>
              <a:gd name="csY7" fmla="*/ 953674 h 1730105"/>
              <a:gd name="csX0" fmla="*/ 1955732 w 2218740"/>
              <a:gd name="csY0" fmla="*/ 970158 h 1746589"/>
              <a:gd name="csX1" fmla="*/ 2218622 w 2218740"/>
              <a:gd name="csY1" fmla="*/ 1332108 h 1746589"/>
              <a:gd name="csX2" fmla="*/ 1920490 w 2218740"/>
              <a:gd name="csY2" fmla="*/ 1655958 h 1746589"/>
              <a:gd name="csX3" fmla="*/ 1470910 w 2218740"/>
              <a:gd name="csY3" fmla="*/ 1708346 h 1746589"/>
              <a:gd name="csX4" fmla="*/ 1326130 w 2218740"/>
              <a:gd name="csY4" fmla="*/ 1256861 h 1746589"/>
              <a:gd name="csX5" fmla="*/ 2788 w 2218740"/>
              <a:gd name="csY5" fmla="*/ 30673 h 1746589"/>
              <a:gd name="csX6" fmla="*/ 819250 w 2218740"/>
              <a:gd name="csY6" fmla="*/ 396116 h 1746589"/>
              <a:gd name="csX7" fmla="*/ 1636645 w 2218740"/>
              <a:gd name="csY7" fmla="*/ 635831 h 1746589"/>
              <a:gd name="csX8" fmla="*/ 1955732 w 2218740"/>
              <a:gd name="csY8" fmla="*/ 970158 h 1746589"/>
              <a:gd name="csX0" fmla="*/ 1955732 w 2218740"/>
              <a:gd name="csY0" fmla="*/ 970158 h 1746589"/>
              <a:gd name="csX1" fmla="*/ 2218622 w 2218740"/>
              <a:gd name="csY1" fmla="*/ 1332108 h 1746589"/>
              <a:gd name="csX2" fmla="*/ 1920490 w 2218740"/>
              <a:gd name="csY2" fmla="*/ 1655958 h 1746589"/>
              <a:gd name="csX3" fmla="*/ 1470910 w 2218740"/>
              <a:gd name="csY3" fmla="*/ 1708346 h 1746589"/>
              <a:gd name="csX4" fmla="*/ 1326130 w 2218740"/>
              <a:gd name="csY4" fmla="*/ 1256861 h 1746589"/>
              <a:gd name="csX5" fmla="*/ 2788 w 2218740"/>
              <a:gd name="csY5" fmla="*/ 30673 h 1746589"/>
              <a:gd name="csX6" fmla="*/ 819250 w 2218740"/>
              <a:gd name="csY6" fmla="*/ 396116 h 1746589"/>
              <a:gd name="csX7" fmla="*/ 1636645 w 2218740"/>
              <a:gd name="csY7" fmla="*/ 635831 h 1746589"/>
              <a:gd name="csX8" fmla="*/ 1955732 w 2218740"/>
              <a:gd name="csY8" fmla="*/ 970158 h 1746589"/>
              <a:gd name="csX0" fmla="*/ 1956297 w 2219305"/>
              <a:gd name="csY0" fmla="*/ 975663 h 1752094"/>
              <a:gd name="csX1" fmla="*/ 2219187 w 2219305"/>
              <a:gd name="csY1" fmla="*/ 1337613 h 1752094"/>
              <a:gd name="csX2" fmla="*/ 1921055 w 2219305"/>
              <a:gd name="csY2" fmla="*/ 1661463 h 1752094"/>
              <a:gd name="csX3" fmla="*/ 1471475 w 2219305"/>
              <a:gd name="csY3" fmla="*/ 1713851 h 1752094"/>
              <a:gd name="csX4" fmla="*/ 1326695 w 2219305"/>
              <a:gd name="csY4" fmla="*/ 1262366 h 1752094"/>
              <a:gd name="csX5" fmla="*/ 3353 w 2219305"/>
              <a:gd name="csY5" fmla="*/ 36178 h 1752094"/>
              <a:gd name="csX6" fmla="*/ 819815 w 2219305"/>
              <a:gd name="csY6" fmla="*/ 401621 h 1752094"/>
              <a:gd name="csX7" fmla="*/ 1637210 w 2219305"/>
              <a:gd name="csY7" fmla="*/ 641336 h 1752094"/>
              <a:gd name="csX8" fmla="*/ 1956297 w 2219305"/>
              <a:gd name="csY8" fmla="*/ 975663 h 1752094"/>
              <a:gd name="csX0" fmla="*/ 1525771 w 1788779"/>
              <a:gd name="csY0" fmla="*/ 1078795 h 1855226"/>
              <a:gd name="csX1" fmla="*/ 1788661 w 1788779"/>
              <a:gd name="csY1" fmla="*/ 1440745 h 1855226"/>
              <a:gd name="csX2" fmla="*/ 1490529 w 1788779"/>
              <a:gd name="csY2" fmla="*/ 1764595 h 1855226"/>
              <a:gd name="csX3" fmla="*/ 1040949 w 1788779"/>
              <a:gd name="csY3" fmla="*/ 1816983 h 1855226"/>
              <a:gd name="csX4" fmla="*/ 896169 w 1788779"/>
              <a:gd name="csY4" fmla="*/ 1365498 h 1855226"/>
              <a:gd name="csX5" fmla="*/ 6489 w 1788779"/>
              <a:gd name="csY5" fmla="*/ 25914 h 1855226"/>
              <a:gd name="csX6" fmla="*/ 389289 w 1788779"/>
              <a:gd name="csY6" fmla="*/ 504753 h 1855226"/>
              <a:gd name="csX7" fmla="*/ 1206684 w 1788779"/>
              <a:gd name="csY7" fmla="*/ 744468 h 1855226"/>
              <a:gd name="csX8" fmla="*/ 1525771 w 1788779"/>
              <a:gd name="csY8" fmla="*/ 1078795 h 1855226"/>
              <a:gd name="csX0" fmla="*/ 1525771 w 1788779"/>
              <a:gd name="csY0" fmla="*/ 1078795 h 1855226"/>
              <a:gd name="csX1" fmla="*/ 1788661 w 1788779"/>
              <a:gd name="csY1" fmla="*/ 1440745 h 1855226"/>
              <a:gd name="csX2" fmla="*/ 1490529 w 1788779"/>
              <a:gd name="csY2" fmla="*/ 1764595 h 1855226"/>
              <a:gd name="csX3" fmla="*/ 1040949 w 1788779"/>
              <a:gd name="csY3" fmla="*/ 1816983 h 1855226"/>
              <a:gd name="csX4" fmla="*/ 896169 w 1788779"/>
              <a:gd name="csY4" fmla="*/ 1365498 h 1855226"/>
              <a:gd name="csX5" fmla="*/ 6489 w 1788779"/>
              <a:gd name="csY5" fmla="*/ 25914 h 1855226"/>
              <a:gd name="csX6" fmla="*/ 389289 w 1788779"/>
              <a:gd name="csY6" fmla="*/ 504753 h 1855226"/>
              <a:gd name="csX7" fmla="*/ 1206684 w 1788779"/>
              <a:gd name="csY7" fmla="*/ 744468 h 1855226"/>
              <a:gd name="csX8" fmla="*/ 1525771 w 1788779"/>
              <a:gd name="csY8" fmla="*/ 1078795 h 1855226"/>
              <a:gd name="csX0" fmla="*/ 1681014 w 1944022"/>
              <a:gd name="csY0" fmla="*/ 1076515 h 1852946"/>
              <a:gd name="csX1" fmla="*/ 1943904 w 1944022"/>
              <a:gd name="csY1" fmla="*/ 1438465 h 1852946"/>
              <a:gd name="csX2" fmla="*/ 1645772 w 1944022"/>
              <a:gd name="csY2" fmla="*/ 1762315 h 1852946"/>
              <a:gd name="csX3" fmla="*/ 1196192 w 1944022"/>
              <a:gd name="csY3" fmla="*/ 1814703 h 1852946"/>
              <a:gd name="csX4" fmla="*/ 1051412 w 1944022"/>
              <a:gd name="csY4" fmla="*/ 1363218 h 1852946"/>
              <a:gd name="csX5" fmla="*/ 161732 w 1944022"/>
              <a:gd name="csY5" fmla="*/ 23634 h 1852946"/>
              <a:gd name="csX6" fmla="*/ 544532 w 1944022"/>
              <a:gd name="csY6" fmla="*/ 502473 h 1852946"/>
              <a:gd name="csX7" fmla="*/ 1361927 w 1944022"/>
              <a:gd name="csY7" fmla="*/ 742188 h 1852946"/>
              <a:gd name="csX8" fmla="*/ 1681014 w 1944022"/>
              <a:gd name="csY8" fmla="*/ 1076515 h 1852946"/>
              <a:gd name="csX0" fmla="*/ 4763267 w 5026275"/>
              <a:gd name="csY0" fmla="*/ 1053765 h 1830196"/>
              <a:gd name="csX1" fmla="*/ 5026157 w 5026275"/>
              <a:gd name="csY1" fmla="*/ 1415715 h 1830196"/>
              <a:gd name="csX2" fmla="*/ 4728025 w 5026275"/>
              <a:gd name="csY2" fmla="*/ 1739565 h 1830196"/>
              <a:gd name="csX3" fmla="*/ 4278445 w 5026275"/>
              <a:gd name="csY3" fmla="*/ 1791953 h 1830196"/>
              <a:gd name="csX4" fmla="*/ 4133665 w 5026275"/>
              <a:gd name="csY4" fmla="*/ 1340468 h 1830196"/>
              <a:gd name="csX5" fmla="*/ 5711 w 5026275"/>
              <a:gd name="csY5" fmla="*/ 609319 h 1830196"/>
              <a:gd name="csX6" fmla="*/ 3243985 w 5026275"/>
              <a:gd name="csY6" fmla="*/ 884 h 1830196"/>
              <a:gd name="csX7" fmla="*/ 3626785 w 5026275"/>
              <a:gd name="csY7" fmla="*/ 479723 h 1830196"/>
              <a:gd name="csX8" fmla="*/ 4444180 w 5026275"/>
              <a:gd name="csY8" fmla="*/ 719438 h 1830196"/>
              <a:gd name="csX9" fmla="*/ 4763267 w 5026275"/>
              <a:gd name="csY9" fmla="*/ 1053765 h 1830196"/>
              <a:gd name="csX0" fmla="*/ 4764215 w 5027223"/>
              <a:gd name="csY0" fmla="*/ 1037597 h 1814028"/>
              <a:gd name="csX1" fmla="*/ 5027105 w 5027223"/>
              <a:gd name="csY1" fmla="*/ 1399547 h 1814028"/>
              <a:gd name="csX2" fmla="*/ 4728973 w 5027223"/>
              <a:gd name="csY2" fmla="*/ 1723397 h 1814028"/>
              <a:gd name="csX3" fmla="*/ 4279393 w 5027223"/>
              <a:gd name="csY3" fmla="*/ 1775785 h 1814028"/>
              <a:gd name="csX4" fmla="*/ 4134613 w 5027223"/>
              <a:gd name="csY4" fmla="*/ 1324300 h 1814028"/>
              <a:gd name="csX5" fmla="*/ 6659 w 5027223"/>
              <a:gd name="csY5" fmla="*/ 593151 h 1814028"/>
              <a:gd name="csX6" fmla="*/ 2832954 w 5027223"/>
              <a:gd name="csY6" fmla="*/ 915 h 1814028"/>
              <a:gd name="csX7" fmla="*/ 3627733 w 5027223"/>
              <a:gd name="csY7" fmla="*/ 463555 h 1814028"/>
              <a:gd name="csX8" fmla="*/ 4445128 w 5027223"/>
              <a:gd name="csY8" fmla="*/ 703270 h 1814028"/>
              <a:gd name="csX9" fmla="*/ 4764215 w 5027223"/>
              <a:gd name="csY9" fmla="*/ 1037597 h 1814028"/>
              <a:gd name="csX0" fmla="*/ 4764046 w 5027054"/>
              <a:gd name="csY0" fmla="*/ 1045680 h 1822111"/>
              <a:gd name="csX1" fmla="*/ 5026936 w 5027054"/>
              <a:gd name="csY1" fmla="*/ 1407630 h 1822111"/>
              <a:gd name="csX2" fmla="*/ 4728804 w 5027054"/>
              <a:gd name="csY2" fmla="*/ 1731480 h 1822111"/>
              <a:gd name="csX3" fmla="*/ 4279224 w 5027054"/>
              <a:gd name="csY3" fmla="*/ 1783868 h 1822111"/>
              <a:gd name="csX4" fmla="*/ 4134444 w 5027054"/>
              <a:gd name="csY4" fmla="*/ 1332383 h 1822111"/>
              <a:gd name="csX5" fmla="*/ 6490 w 5027054"/>
              <a:gd name="csY5" fmla="*/ 601234 h 1822111"/>
              <a:gd name="csX6" fmla="*/ 2897834 w 5027054"/>
              <a:gd name="csY6" fmla="*/ 898 h 1822111"/>
              <a:gd name="csX7" fmla="*/ 3627564 w 5027054"/>
              <a:gd name="csY7" fmla="*/ 471638 h 1822111"/>
              <a:gd name="csX8" fmla="*/ 4444959 w 5027054"/>
              <a:gd name="csY8" fmla="*/ 711353 h 1822111"/>
              <a:gd name="csX9" fmla="*/ 4764046 w 5027054"/>
              <a:gd name="csY9" fmla="*/ 1045680 h 1822111"/>
              <a:gd name="csX0" fmla="*/ 5023732 w 5286740"/>
              <a:gd name="csY0" fmla="*/ 1044819 h 1821250"/>
              <a:gd name="csX1" fmla="*/ 5286622 w 5286740"/>
              <a:gd name="csY1" fmla="*/ 1406769 h 1821250"/>
              <a:gd name="csX2" fmla="*/ 4988490 w 5286740"/>
              <a:gd name="csY2" fmla="*/ 1730619 h 1821250"/>
              <a:gd name="csX3" fmla="*/ 4538910 w 5286740"/>
              <a:gd name="csY3" fmla="*/ 1783007 h 1821250"/>
              <a:gd name="csX4" fmla="*/ 4394130 w 5286740"/>
              <a:gd name="csY4" fmla="*/ 1331522 h 1821250"/>
              <a:gd name="csX5" fmla="*/ 5979 w 5286740"/>
              <a:gd name="csY5" fmla="*/ 450528 h 1821250"/>
              <a:gd name="csX6" fmla="*/ 3157520 w 5286740"/>
              <a:gd name="csY6" fmla="*/ 37 h 1821250"/>
              <a:gd name="csX7" fmla="*/ 3887250 w 5286740"/>
              <a:gd name="csY7" fmla="*/ 470777 h 1821250"/>
              <a:gd name="csX8" fmla="*/ 4704645 w 5286740"/>
              <a:gd name="csY8" fmla="*/ 710492 h 1821250"/>
              <a:gd name="csX9" fmla="*/ 5023732 w 5286740"/>
              <a:gd name="csY9" fmla="*/ 1044819 h 1821250"/>
              <a:gd name="csX0" fmla="*/ 5023732 w 5286740"/>
              <a:gd name="csY0" fmla="*/ 1044819 h 1821250"/>
              <a:gd name="csX1" fmla="*/ 5286622 w 5286740"/>
              <a:gd name="csY1" fmla="*/ 1406769 h 1821250"/>
              <a:gd name="csX2" fmla="*/ 4988490 w 5286740"/>
              <a:gd name="csY2" fmla="*/ 1730619 h 1821250"/>
              <a:gd name="csX3" fmla="*/ 4538910 w 5286740"/>
              <a:gd name="csY3" fmla="*/ 1783007 h 1821250"/>
              <a:gd name="csX4" fmla="*/ 4394130 w 5286740"/>
              <a:gd name="csY4" fmla="*/ 1331522 h 1821250"/>
              <a:gd name="csX5" fmla="*/ 5979 w 5286740"/>
              <a:gd name="csY5" fmla="*/ 450528 h 1821250"/>
              <a:gd name="csX6" fmla="*/ 3157520 w 5286740"/>
              <a:gd name="csY6" fmla="*/ 37 h 1821250"/>
              <a:gd name="csX7" fmla="*/ 3887250 w 5286740"/>
              <a:gd name="csY7" fmla="*/ 470777 h 1821250"/>
              <a:gd name="csX8" fmla="*/ 4704645 w 5286740"/>
              <a:gd name="csY8" fmla="*/ 710492 h 1821250"/>
              <a:gd name="csX9" fmla="*/ 5023732 w 5286740"/>
              <a:gd name="csY9" fmla="*/ 1044819 h 1821250"/>
              <a:gd name="csX0" fmla="*/ 5023732 w 5286740"/>
              <a:gd name="csY0" fmla="*/ 1044819 h 1821250"/>
              <a:gd name="csX1" fmla="*/ 5286622 w 5286740"/>
              <a:gd name="csY1" fmla="*/ 1406769 h 1821250"/>
              <a:gd name="csX2" fmla="*/ 4988490 w 5286740"/>
              <a:gd name="csY2" fmla="*/ 1730619 h 1821250"/>
              <a:gd name="csX3" fmla="*/ 4538910 w 5286740"/>
              <a:gd name="csY3" fmla="*/ 1783007 h 1821250"/>
              <a:gd name="csX4" fmla="*/ 4394130 w 5286740"/>
              <a:gd name="csY4" fmla="*/ 1331522 h 1821250"/>
              <a:gd name="csX5" fmla="*/ 5979 w 5286740"/>
              <a:gd name="csY5" fmla="*/ 450528 h 1821250"/>
              <a:gd name="csX6" fmla="*/ 3157520 w 5286740"/>
              <a:gd name="csY6" fmla="*/ 37 h 1821250"/>
              <a:gd name="csX7" fmla="*/ 3887250 w 5286740"/>
              <a:gd name="csY7" fmla="*/ 470777 h 1821250"/>
              <a:gd name="csX8" fmla="*/ 4704645 w 5286740"/>
              <a:gd name="csY8" fmla="*/ 710492 h 1821250"/>
              <a:gd name="csX9" fmla="*/ 5023732 w 5286740"/>
              <a:gd name="csY9" fmla="*/ 1044819 h 1821250"/>
              <a:gd name="csX0" fmla="*/ 5019151 w 5282159"/>
              <a:gd name="csY0" fmla="*/ 1044819 h 1821250"/>
              <a:gd name="csX1" fmla="*/ 5282041 w 5282159"/>
              <a:gd name="csY1" fmla="*/ 1406769 h 1821250"/>
              <a:gd name="csX2" fmla="*/ 4983909 w 5282159"/>
              <a:gd name="csY2" fmla="*/ 1730619 h 1821250"/>
              <a:gd name="csX3" fmla="*/ 4534329 w 5282159"/>
              <a:gd name="csY3" fmla="*/ 1783007 h 1821250"/>
              <a:gd name="csX4" fmla="*/ 4389549 w 5282159"/>
              <a:gd name="csY4" fmla="*/ 1331522 h 1821250"/>
              <a:gd name="csX5" fmla="*/ 1398 w 5282159"/>
              <a:gd name="csY5" fmla="*/ 450528 h 1821250"/>
              <a:gd name="csX6" fmla="*/ 3152939 w 5282159"/>
              <a:gd name="csY6" fmla="*/ 37 h 1821250"/>
              <a:gd name="csX7" fmla="*/ 3882669 w 5282159"/>
              <a:gd name="csY7" fmla="*/ 470777 h 1821250"/>
              <a:gd name="csX8" fmla="*/ 4700064 w 5282159"/>
              <a:gd name="csY8" fmla="*/ 710492 h 1821250"/>
              <a:gd name="csX9" fmla="*/ 5019151 w 5282159"/>
              <a:gd name="csY9" fmla="*/ 1044819 h 1821250"/>
              <a:gd name="csX0" fmla="*/ 5235949 w 5498957"/>
              <a:gd name="csY0" fmla="*/ 1044828 h 1794706"/>
              <a:gd name="csX1" fmla="*/ 5498839 w 5498957"/>
              <a:gd name="csY1" fmla="*/ 1406778 h 1794706"/>
              <a:gd name="csX2" fmla="*/ 5200707 w 5498957"/>
              <a:gd name="csY2" fmla="*/ 1730628 h 1794706"/>
              <a:gd name="csX3" fmla="*/ 4751127 w 5498957"/>
              <a:gd name="csY3" fmla="*/ 1783016 h 1794706"/>
              <a:gd name="csX4" fmla="*/ 378149 w 5498957"/>
              <a:gd name="csY4" fmla="*/ 1647420 h 1794706"/>
              <a:gd name="csX5" fmla="*/ 218196 w 5498957"/>
              <a:gd name="csY5" fmla="*/ 450537 h 1794706"/>
              <a:gd name="csX6" fmla="*/ 3369737 w 5498957"/>
              <a:gd name="csY6" fmla="*/ 46 h 1794706"/>
              <a:gd name="csX7" fmla="*/ 4099467 w 5498957"/>
              <a:gd name="csY7" fmla="*/ 470786 h 1794706"/>
              <a:gd name="csX8" fmla="*/ 4916862 w 5498957"/>
              <a:gd name="csY8" fmla="*/ 710501 h 1794706"/>
              <a:gd name="csX9" fmla="*/ 5235949 w 5498957"/>
              <a:gd name="csY9" fmla="*/ 1044828 h 1794706"/>
              <a:gd name="csX0" fmla="*/ 5235949 w 5498957"/>
              <a:gd name="csY0" fmla="*/ 1044828 h 1794706"/>
              <a:gd name="csX1" fmla="*/ 5498839 w 5498957"/>
              <a:gd name="csY1" fmla="*/ 1406778 h 1794706"/>
              <a:gd name="csX2" fmla="*/ 5200707 w 5498957"/>
              <a:gd name="csY2" fmla="*/ 1730628 h 1794706"/>
              <a:gd name="csX3" fmla="*/ 4751127 w 5498957"/>
              <a:gd name="csY3" fmla="*/ 1783016 h 1794706"/>
              <a:gd name="csX4" fmla="*/ 378149 w 5498957"/>
              <a:gd name="csY4" fmla="*/ 1647420 h 1794706"/>
              <a:gd name="csX5" fmla="*/ 218196 w 5498957"/>
              <a:gd name="csY5" fmla="*/ 450537 h 1794706"/>
              <a:gd name="csX6" fmla="*/ 3369737 w 5498957"/>
              <a:gd name="csY6" fmla="*/ 46 h 1794706"/>
              <a:gd name="csX7" fmla="*/ 4099467 w 5498957"/>
              <a:gd name="csY7" fmla="*/ 470786 h 1794706"/>
              <a:gd name="csX8" fmla="*/ 4916862 w 5498957"/>
              <a:gd name="csY8" fmla="*/ 710501 h 1794706"/>
              <a:gd name="csX9" fmla="*/ 5235949 w 5498957"/>
              <a:gd name="csY9" fmla="*/ 1044828 h 1794706"/>
              <a:gd name="csX0" fmla="*/ 5200285 w 5463293"/>
              <a:gd name="csY0" fmla="*/ 1044828 h 1799770"/>
              <a:gd name="csX1" fmla="*/ 5463175 w 5463293"/>
              <a:gd name="csY1" fmla="*/ 1406778 h 1799770"/>
              <a:gd name="csX2" fmla="*/ 5165043 w 5463293"/>
              <a:gd name="csY2" fmla="*/ 1730628 h 1799770"/>
              <a:gd name="csX3" fmla="*/ 4715463 w 5463293"/>
              <a:gd name="csY3" fmla="*/ 1783016 h 1799770"/>
              <a:gd name="csX4" fmla="*/ 342485 w 5463293"/>
              <a:gd name="csY4" fmla="*/ 1647420 h 1799770"/>
              <a:gd name="csX5" fmla="*/ 182532 w 5463293"/>
              <a:gd name="csY5" fmla="*/ 450537 h 1799770"/>
              <a:gd name="csX6" fmla="*/ 3334073 w 5463293"/>
              <a:gd name="csY6" fmla="*/ 46 h 1799770"/>
              <a:gd name="csX7" fmla="*/ 4063803 w 5463293"/>
              <a:gd name="csY7" fmla="*/ 470786 h 1799770"/>
              <a:gd name="csX8" fmla="*/ 4881198 w 5463293"/>
              <a:gd name="csY8" fmla="*/ 710501 h 1799770"/>
              <a:gd name="csX9" fmla="*/ 5200285 w 5463293"/>
              <a:gd name="csY9" fmla="*/ 1044828 h 1799770"/>
              <a:gd name="csX0" fmla="*/ 5200285 w 5463293"/>
              <a:gd name="csY0" fmla="*/ 1044828 h 1799770"/>
              <a:gd name="csX1" fmla="*/ 5463175 w 5463293"/>
              <a:gd name="csY1" fmla="*/ 1406778 h 1799770"/>
              <a:gd name="csX2" fmla="*/ 5165043 w 5463293"/>
              <a:gd name="csY2" fmla="*/ 1730628 h 1799770"/>
              <a:gd name="csX3" fmla="*/ 4715463 w 5463293"/>
              <a:gd name="csY3" fmla="*/ 1783016 h 1799770"/>
              <a:gd name="csX4" fmla="*/ 342485 w 5463293"/>
              <a:gd name="csY4" fmla="*/ 1647420 h 1799770"/>
              <a:gd name="csX5" fmla="*/ 182532 w 5463293"/>
              <a:gd name="csY5" fmla="*/ 450537 h 1799770"/>
              <a:gd name="csX6" fmla="*/ 3334073 w 5463293"/>
              <a:gd name="csY6" fmla="*/ 46 h 1799770"/>
              <a:gd name="csX7" fmla="*/ 4063803 w 5463293"/>
              <a:gd name="csY7" fmla="*/ 470786 h 1799770"/>
              <a:gd name="csX8" fmla="*/ 4881198 w 5463293"/>
              <a:gd name="csY8" fmla="*/ 710501 h 1799770"/>
              <a:gd name="csX9" fmla="*/ 5200285 w 5463293"/>
              <a:gd name="csY9" fmla="*/ 1044828 h 1799770"/>
              <a:gd name="csX0" fmla="*/ 5200285 w 5463293"/>
              <a:gd name="csY0" fmla="*/ 1044828 h 1799770"/>
              <a:gd name="csX1" fmla="*/ 5463175 w 5463293"/>
              <a:gd name="csY1" fmla="*/ 1406778 h 1799770"/>
              <a:gd name="csX2" fmla="*/ 5165043 w 5463293"/>
              <a:gd name="csY2" fmla="*/ 1730628 h 1799770"/>
              <a:gd name="csX3" fmla="*/ 4715463 w 5463293"/>
              <a:gd name="csY3" fmla="*/ 1783016 h 1799770"/>
              <a:gd name="csX4" fmla="*/ 342485 w 5463293"/>
              <a:gd name="csY4" fmla="*/ 1647420 h 1799770"/>
              <a:gd name="csX5" fmla="*/ 182532 w 5463293"/>
              <a:gd name="csY5" fmla="*/ 450537 h 1799770"/>
              <a:gd name="csX6" fmla="*/ 3334073 w 5463293"/>
              <a:gd name="csY6" fmla="*/ 46 h 1799770"/>
              <a:gd name="csX7" fmla="*/ 4063803 w 5463293"/>
              <a:gd name="csY7" fmla="*/ 470786 h 1799770"/>
              <a:gd name="csX8" fmla="*/ 4881198 w 5463293"/>
              <a:gd name="csY8" fmla="*/ 710501 h 1799770"/>
              <a:gd name="csX9" fmla="*/ 5200285 w 5463293"/>
              <a:gd name="csY9" fmla="*/ 1044828 h 1799770"/>
              <a:gd name="csX0" fmla="*/ 5320168 w 5593529"/>
              <a:gd name="csY0" fmla="*/ 1044828 h 1857809"/>
              <a:gd name="csX1" fmla="*/ 5583058 w 5593529"/>
              <a:gd name="csY1" fmla="*/ 1406778 h 1857809"/>
              <a:gd name="csX2" fmla="*/ 5284926 w 5593529"/>
              <a:gd name="csY2" fmla="*/ 1730628 h 1857809"/>
              <a:gd name="csX3" fmla="*/ 3274165 w 5593529"/>
              <a:gd name="csY3" fmla="*/ 1855914 h 1857809"/>
              <a:gd name="csX4" fmla="*/ 462368 w 5593529"/>
              <a:gd name="csY4" fmla="*/ 1647420 h 1857809"/>
              <a:gd name="csX5" fmla="*/ 302415 w 5593529"/>
              <a:gd name="csY5" fmla="*/ 450537 h 1857809"/>
              <a:gd name="csX6" fmla="*/ 3453956 w 5593529"/>
              <a:gd name="csY6" fmla="*/ 46 h 1857809"/>
              <a:gd name="csX7" fmla="*/ 4183686 w 5593529"/>
              <a:gd name="csY7" fmla="*/ 470786 h 1857809"/>
              <a:gd name="csX8" fmla="*/ 5001081 w 5593529"/>
              <a:gd name="csY8" fmla="*/ 710501 h 1857809"/>
              <a:gd name="csX9" fmla="*/ 5320168 w 5593529"/>
              <a:gd name="csY9" fmla="*/ 1044828 h 1857809"/>
              <a:gd name="csX0" fmla="*/ 5303906 w 5590401"/>
              <a:gd name="csY0" fmla="*/ 1044828 h 1986298"/>
              <a:gd name="csX1" fmla="*/ 5566796 w 5590401"/>
              <a:gd name="csY1" fmla="*/ 1406778 h 1986298"/>
              <a:gd name="csX2" fmla="*/ 5268664 w 5590401"/>
              <a:gd name="csY2" fmla="*/ 1730628 h 1986298"/>
              <a:gd name="csX3" fmla="*/ 2932657 w 5590401"/>
              <a:gd name="csY3" fmla="*/ 1985510 h 1986298"/>
              <a:gd name="csX4" fmla="*/ 446106 w 5590401"/>
              <a:gd name="csY4" fmla="*/ 1647420 h 1986298"/>
              <a:gd name="csX5" fmla="*/ 286153 w 5590401"/>
              <a:gd name="csY5" fmla="*/ 450537 h 1986298"/>
              <a:gd name="csX6" fmla="*/ 3437694 w 5590401"/>
              <a:gd name="csY6" fmla="*/ 46 h 1986298"/>
              <a:gd name="csX7" fmla="*/ 4167424 w 5590401"/>
              <a:gd name="csY7" fmla="*/ 470786 h 1986298"/>
              <a:gd name="csX8" fmla="*/ 4984819 w 5590401"/>
              <a:gd name="csY8" fmla="*/ 710501 h 1986298"/>
              <a:gd name="csX9" fmla="*/ 5303906 w 5590401"/>
              <a:gd name="csY9" fmla="*/ 1044828 h 1986298"/>
              <a:gd name="csX0" fmla="*/ 5303906 w 5566904"/>
              <a:gd name="csY0" fmla="*/ 1044828 h 1992814"/>
              <a:gd name="csX1" fmla="*/ 5566796 w 5566904"/>
              <a:gd name="csY1" fmla="*/ 1406778 h 1992814"/>
              <a:gd name="csX2" fmla="*/ 5268664 w 5566904"/>
              <a:gd name="csY2" fmla="*/ 1730628 h 1992814"/>
              <a:gd name="csX3" fmla="*/ 4666136 w 5566904"/>
              <a:gd name="csY3" fmla="*/ 1867989 h 1992814"/>
              <a:gd name="csX4" fmla="*/ 2932657 w 5566904"/>
              <a:gd name="csY4" fmla="*/ 1985510 h 1992814"/>
              <a:gd name="csX5" fmla="*/ 446106 w 5566904"/>
              <a:gd name="csY5" fmla="*/ 1647420 h 1992814"/>
              <a:gd name="csX6" fmla="*/ 286153 w 5566904"/>
              <a:gd name="csY6" fmla="*/ 450537 h 1992814"/>
              <a:gd name="csX7" fmla="*/ 3437694 w 5566904"/>
              <a:gd name="csY7" fmla="*/ 46 h 1992814"/>
              <a:gd name="csX8" fmla="*/ 4167424 w 5566904"/>
              <a:gd name="csY8" fmla="*/ 470786 h 1992814"/>
              <a:gd name="csX9" fmla="*/ 4984819 w 5566904"/>
              <a:gd name="csY9" fmla="*/ 710501 h 1992814"/>
              <a:gd name="csX10" fmla="*/ 5303906 w 5566904"/>
              <a:gd name="csY10" fmla="*/ 1044828 h 1992814"/>
              <a:gd name="csX0" fmla="*/ 5303906 w 5566904"/>
              <a:gd name="csY0" fmla="*/ 1044828 h 1992814"/>
              <a:gd name="csX1" fmla="*/ 5566796 w 5566904"/>
              <a:gd name="csY1" fmla="*/ 1406778 h 1992814"/>
              <a:gd name="csX2" fmla="*/ 5268664 w 5566904"/>
              <a:gd name="csY2" fmla="*/ 1730628 h 1992814"/>
              <a:gd name="csX3" fmla="*/ 4666136 w 5566904"/>
              <a:gd name="csY3" fmla="*/ 1867989 h 1992814"/>
              <a:gd name="csX4" fmla="*/ 2932657 w 5566904"/>
              <a:gd name="csY4" fmla="*/ 1985510 h 1992814"/>
              <a:gd name="csX5" fmla="*/ 446106 w 5566904"/>
              <a:gd name="csY5" fmla="*/ 1647420 h 1992814"/>
              <a:gd name="csX6" fmla="*/ 286153 w 5566904"/>
              <a:gd name="csY6" fmla="*/ 450537 h 1992814"/>
              <a:gd name="csX7" fmla="*/ 3437694 w 5566904"/>
              <a:gd name="csY7" fmla="*/ 46 h 1992814"/>
              <a:gd name="csX8" fmla="*/ 4167424 w 5566904"/>
              <a:gd name="csY8" fmla="*/ 470786 h 1992814"/>
              <a:gd name="csX9" fmla="*/ 4984819 w 5566904"/>
              <a:gd name="csY9" fmla="*/ 710501 h 1992814"/>
              <a:gd name="csX10" fmla="*/ 5303906 w 5566904"/>
              <a:gd name="csY10" fmla="*/ 1044828 h 1992814"/>
              <a:gd name="csX0" fmla="*/ 5303906 w 5566886"/>
              <a:gd name="csY0" fmla="*/ 1044828 h 1995191"/>
              <a:gd name="csX1" fmla="*/ 5566796 w 5566886"/>
              <a:gd name="csY1" fmla="*/ 1406778 h 1995191"/>
              <a:gd name="csX2" fmla="*/ 5268664 w 5566886"/>
              <a:gd name="csY2" fmla="*/ 1730628 h 1995191"/>
              <a:gd name="csX3" fmla="*/ 4861285 w 5566886"/>
              <a:gd name="csY3" fmla="*/ 1888239 h 1995191"/>
              <a:gd name="csX4" fmla="*/ 2932657 w 5566886"/>
              <a:gd name="csY4" fmla="*/ 1985510 h 1995191"/>
              <a:gd name="csX5" fmla="*/ 446106 w 5566886"/>
              <a:gd name="csY5" fmla="*/ 1647420 h 1995191"/>
              <a:gd name="csX6" fmla="*/ 286153 w 5566886"/>
              <a:gd name="csY6" fmla="*/ 450537 h 1995191"/>
              <a:gd name="csX7" fmla="*/ 3437694 w 5566886"/>
              <a:gd name="csY7" fmla="*/ 46 h 1995191"/>
              <a:gd name="csX8" fmla="*/ 4167424 w 5566886"/>
              <a:gd name="csY8" fmla="*/ 470786 h 1995191"/>
              <a:gd name="csX9" fmla="*/ 4984819 w 5566886"/>
              <a:gd name="csY9" fmla="*/ 710501 h 1995191"/>
              <a:gd name="csX10" fmla="*/ 5303906 w 5566886"/>
              <a:gd name="csY10" fmla="*/ 1044828 h 1995191"/>
              <a:gd name="csX0" fmla="*/ 5268865 w 5531845"/>
              <a:gd name="csY0" fmla="*/ 1044831 h 1991805"/>
              <a:gd name="csX1" fmla="*/ 5531755 w 5531845"/>
              <a:gd name="csY1" fmla="*/ 1406781 h 1991805"/>
              <a:gd name="csX2" fmla="*/ 5233623 w 5531845"/>
              <a:gd name="csY2" fmla="*/ 1730631 h 1991805"/>
              <a:gd name="csX3" fmla="*/ 4826244 w 5531845"/>
              <a:gd name="csY3" fmla="*/ 1888242 h 1991805"/>
              <a:gd name="csX4" fmla="*/ 2897616 w 5531845"/>
              <a:gd name="csY4" fmla="*/ 1985513 h 1991805"/>
              <a:gd name="csX5" fmla="*/ 497799 w 5531845"/>
              <a:gd name="csY5" fmla="*/ 1708171 h 1991805"/>
              <a:gd name="csX6" fmla="*/ 251112 w 5531845"/>
              <a:gd name="csY6" fmla="*/ 450540 h 1991805"/>
              <a:gd name="csX7" fmla="*/ 3402653 w 5531845"/>
              <a:gd name="csY7" fmla="*/ 49 h 1991805"/>
              <a:gd name="csX8" fmla="*/ 4132383 w 5531845"/>
              <a:gd name="csY8" fmla="*/ 470789 h 1991805"/>
              <a:gd name="csX9" fmla="*/ 4949778 w 5531845"/>
              <a:gd name="csY9" fmla="*/ 710504 h 1991805"/>
              <a:gd name="csX10" fmla="*/ 5268865 w 5531845"/>
              <a:gd name="csY10" fmla="*/ 1044831 h 1991805"/>
              <a:gd name="csX0" fmla="*/ 5187606 w 5450586"/>
              <a:gd name="csY0" fmla="*/ 1044831 h 1991805"/>
              <a:gd name="csX1" fmla="*/ 5450496 w 5450586"/>
              <a:gd name="csY1" fmla="*/ 1406781 h 1991805"/>
              <a:gd name="csX2" fmla="*/ 5152364 w 5450586"/>
              <a:gd name="csY2" fmla="*/ 1730631 h 1991805"/>
              <a:gd name="csX3" fmla="*/ 4744985 w 5450586"/>
              <a:gd name="csY3" fmla="*/ 1888242 h 1991805"/>
              <a:gd name="csX4" fmla="*/ 2816357 w 5450586"/>
              <a:gd name="csY4" fmla="*/ 1985513 h 1991805"/>
              <a:gd name="csX5" fmla="*/ 416540 w 5450586"/>
              <a:gd name="csY5" fmla="*/ 1708171 h 1991805"/>
              <a:gd name="csX6" fmla="*/ 169853 w 5450586"/>
              <a:gd name="csY6" fmla="*/ 450540 h 1991805"/>
              <a:gd name="csX7" fmla="*/ 3321394 w 5450586"/>
              <a:gd name="csY7" fmla="*/ 49 h 1991805"/>
              <a:gd name="csX8" fmla="*/ 4051124 w 5450586"/>
              <a:gd name="csY8" fmla="*/ 470789 h 1991805"/>
              <a:gd name="csX9" fmla="*/ 4868519 w 5450586"/>
              <a:gd name="csY9" fmla="*/ 710504 h 1991805"/>
              <a:gd name="csX10" fmla="*/ 5187606 w 5450586"/>
              <a:gd name="csY10" fmla="*/ 1044831 h 1991805"/>
              <a:gd name="csX0" fmla="*/ 5262529 w 5525509"/>
              <a:gd name="csY0" fmla="*/ 1044831 h 1992020"/>
              <a:gd name="csX1" fmla="*/ 5525419 w 5525509"/>
              <a:gd name="csY1" fmla="*/ 1406781 h 1992020"/>
              <a:gd name="csX2" fmla="*/ 5227287 w 5525509"/>
              <a:gd name="csY2" fmla="*/ 1730631 h 1992020"/>
              <a:gd name="csX3" fmla="*/ 4819908 w 5525509"/>
              <a:gd name="csY3" fmla="*/ 1888242 h 1992020"/>
              <a:gd name="csX4" fmla="*/ 2891280 w 5525509"/>
              <a:gd name="csY4" fmla="*/ 1985513 h 1992020"/>
              <a:gd name="csX5" fmla="*/ 231267 w 5525509"/>
              <a:gd name="csY5" fmla="*/ 1704121 h 1992020"/>
              <a:gd name="csX6" fmla="*/ 244776 w 5525509"/>
              <a:gd name="csY6" fmla="*/ 450540 h 1992020"/>
              <a:gd name="csX7" fmla="*/ 3396317 w 5525509"/>
              <a:gd name="csY7" fmla="*/ 49 h 1992020"/>
              <a:gd name="csX8" fmla="*/ 4126047 w 5525509"/>
              <a:gd name="csY8" fmla="*/ 470789 h 1992020"/>
              <a:gd name="csX9" fmla="*/ 4943442 w 5525509"/>
              <a:gd name="csY9" fmla="*/ 710504 h 1992020"/>
              <a:gd name="csX10" fmla="*/ 5262529 w 5525509"/>
              <a:gd name="csY10" fmla="*/ 1044831 h 1992020"/>
              <a:gd name="csX0" fmla="*/ 5237591 w 5500571"/>
              <a:gd name="csY0" fmla="*/ 1044916 h 1992105"/>
              <a:gd name="csX1" fmla="*/ 5500481 w 5500571"/>
              <a:gd name="csY1" fmla="*/ 1406866 h 1992105"/>
              <a:gd name="csX2" fmla="*/ 5202349 w 5500571"/>
              <a:gd name="csY2" fmla="*/ 1730716 h 1992105"/>
              <a:gd name="csX3" fmla="*/ 4794970 w 5500571"/>
              <a:gd name="csY3" fmla="*/ 1888327 h 1992105"/>
              <a:gd name="csX4" fmla="*/ 2866342 w 5500571"/>
              <a:gd name="csY4" fmla="*/ 1985598 h 1992105"/>
              <a:gd name="csX5" fmla="*/ 206329 w 5500571"/>
              <a:gd name="csY5" fmla="*/ 1704206 h 1992105"/>
              <a:gd name="csX6" fmla="*/ 534243 w 5500571"/>
              <a:gd name="csY6" fmla="*/ 519473 h 1992105"/>
              <a:gd name="csX7" fmla="*/ 3371379 w 5500571"/>
              <a:gd name="csY7" fmla="*/ 134 h 1992105"/>
              <a:gd name="csX8" fmla="*/ 4101109 w 5500571"/>
              <a:gd name="csY8" fmla="*/ 470874 h 1992105"/>
              <a:gd name="csX9" fmla="*/ 4918504 w 5500571"/>
              <a:gd name="csY9" fmla="*/ 710589 h 1992105"/>
              <a:gd name="csX10" fmla="*/ 5237591 w 5500571"/>
              <a:gd name="csY10" fmla="*/ 1044916 h 1992105"/>
              <a:gd name="csX0" fmla="*/ 5070999 w 5333979"/>
              <a:gd name="csY0" fmla="*/ 1044916 h 1994231"/>
              <a:gd name="csX1" fmla="*/ 5333889 w 5333979"/>
              <a:gd name="csY1" fmla="*/ 1406866 h 1994231"/>
              <a:gd name="csX2" fmla="*/ 5035757 w 5333979"/>
              <a:gd name="csY2" fmla="*/ 1730716 h 1994231"/>
              <a:gd name="csX3" fmla="*/ 4628378 w 5333979"/>
              <a:gd name="csY3" fmla="*/ 1888327 h 1994231"/>
              <a:gd name="csX4" fmla="*/ 2699750 w 5333979"/>
              <a:gd name="csY4" fmla="*/ 1985598 h 1994231"/>
              <a:gd name="csX5" fmla="*/ 289094 w 5333979"/>
              <a:gd name="csY5" fmla="*/ 1665733 h 1994231"/>
              <a:gd name="csX6" fmla="*/ 367651 w 5333979"/>
              <a:gd name="csY6" fmla="*/ 519473 h 1994231"/>
              <a:gd name="csX7" fmla="*/ 3204787 w 5333979"/>
              <a:gd name="csY7" fmla="*/ 134 h 1994231"/>
              <a:gd name="csX8" fmla="*/ 3934517 w 5333979"/>
              <a:gd name="csY8" fmla="*/ 470874 h 1994231"/>
              <a:gd name="csX9" fmla="*/ 4751912 w 5333979"/>
              <a:gd name="csY9" fmla="*/ 710589 h 1994231"/>
              <a:gd name="csX10" fmla="*/ 5070999 w 5333979"/>
              <a:gd name="csY10" fmla="*/ 1044916 h 1994231"/>
              <a:gd name="csX0" fmla="*/ 5070999 w 5333979"/>
              <a:gd name="csY0" fmla="*/ 1044916 h 1926472"/>
              <a:gd name="csX1" fmla="*/ 5333889 w 5333979"/>
              <a:gd name="csY1" fmla="*/ 1406866 h 1926472"/>
              <a:gd name="csX2" fmla="*/ 5035757 w 5333979"/>
              <a:gd name="csY2" fmla="*/ 1730716 h 1926472"/>
              <a:gd name="csX3" fmla="*/ 4628378 w 5333979"/>
              <a:gd name="csY3" fmla="*/ 1888327 h 1926472"/>
              <a:gd name="csX4" fmla="*/ 2699750 w 5333979"/>
              <a:gd name="csY4" fmla="*/ 1908651 h 1926472"/>
              <a:gd name="csX5" fmla="*/ 289094 w 5333979"/>
              <a:gd name="csY5" fmla="*/ 1665733 h 1926472"/>
              <a:gd name="csX6" fmla="*/ 367651 w 5333979"/>
              <a:gd name="csY6" fmla="*/ 519473 h 1926472"/>
              <a:gd name="csX7" fmla="*/ 3204787 w 5333979"/>
              <a:gd name="csY7" fmla="*/ 134 h 1926472"/>
              <a:gd name="csX8" fmla="*/ 3934517 w 5333979"/>
              <a:gd name="csY8" fmla="*/ 470874 h 1926472"/>
              <a:gd name="csX9" fmla="*/ 4751912 w 5333979"/>
              <a:gd name="csY9" fmla="*/ 710589 h 1926472"/>
              <a:gd name="csX10" fmla="*/ 5070999 w 5333979"/>
              <a:gd name="csY10" fmla="*/ 1044916 h 1926472"/>
              <a:gd name="csX0" fmla="*/ 5070999 w 5333985"/>
              <a:gd name="csY0" fmla="*/ 1044916 h 1915150"/>
              <a:gd name="csX1" fmla="*/ 5333889 w 5333985"/>
              <a:gd name="csY1" fmla="*/ 1406866 h 1915150"/>
              <a:gd name="csX2" fmla="*/ 5035757 w 5333985"/>
              <a:gd name="csY2" fmla="*/ 1730716 h 1915150"/>
              <a:gd name="csX3" fmla="*/ 4552487 w 5333985"/>
              <a:gd name="csY3" fmla="*/ 1835679 h 1915150"/>
              <a:gd name="csX4" fmla="*/ 2699750 w 5333985"/>
              <a:gd name="csY4" fmla="*/ 1908651 h 1915150"/>
              <a:gd name="csX5" fmla="*/ 289094 w 5333985"/>
              <a:gd name="csY5" fmla="*/ 1665733 h 1915150"/>
              <a:gd name="csX6" fmla="*/ 367651 w 5333985"/>
              <a:gd name="csY6" fmla="*/ 519473 h 1915150"/>
              <a:gd name="csX7" fmla="*/ 3204787 w 5333985"/>
              <a:gd name="csY7" fmla="*/ 134 h 1915150"/>
              <a:gd name="csX8" fmla="*/ 3934517 w 5333985"/>
              <a:gd name="csY8" fmla="*/ 470874 h 1915150"/>
              <a:gd name="csX9" fmla="*/ 4751912 w 5333985"/>
              <a:gd name="csY9" fmla="*/ 710589 h 1915150"/>
              <a:gd name="csX10" fmla="*/ 5070999 w 5333985"/>
              <a:gd name="csY10" fmla="*/ 1044916 h 1915150"/>
              <a:gd name="csX0" fmla="*/ 4922170 w 5185156"/>
              <a:gd name="csY0" fmla="*/ 1044916 h 1915495"/>
              <a:gd name="csX1" fmla="*/ 5185060 w 5185156"/>
              <a:gd name="csY1" fmla="*/ 1406866 h 1915495"/>
              <a:gd name="csX2" fmla="*/ 4886928 w 5185156"/>
              <a:gd name="csY2" fmla="*/ 1730716 h 1915495"/>
              <a:gd name="csX3" fmla="*/ 4403658 w 5185156"/>
              <a:gd name="csY3" fmla="*/ 1835679 h 1915495"/>
              <a:gd name="csX4" fmla="*/ 2550921 w 5185156"/>
              <a:gd name="csY4" fmla="*/ 1908651 h 1915495"/>
              <a:gd name="csX5" fmla="*/ 454669 w 5185156"/>
              <a:gd name="csY5" fmla="*/ 1659658 h 1915495"/>
              <a:gd name="csX6" fmla="*/ 218822 w 5185156"/>
              <a:gd name="csY6" fmla="*/ 519473 h 1915495"/>
              <a:gd name="csX7" fmla="*/ 3055958 w 5185156"/>
              <a:gd name="csY7" fmla="*/ 134 h 1915495"/>
              <a:gd name="csX8" fmla="*/ 3785688 w 5185156"/>
              <a:gd name="csY8" fmla="*/ 470874 h 1915495"/>
              <a:gd name="csX9" fmla="*/ 4603083 w 5185156"/>
              <a:gd name="csY9" fmla="*/ 710589 h 1915495"/>
              <a:gd name="csX10" fmla="*/ 4922170 w 5185156"/>
              <a:gd name="csY10" fmla="*/ 1044916 h 1915495"/>
              <a:gd name="csX0" fmla="*/ 4793813 w 5056799"/>
              <a:gd name="csY0" fmla="*/ 1044951 h 1915530"/>
              <a:gd name="csX1" fmla="*/ 5056703 w 5056799"/>
              <a:gd name="csY1" fmla="*/ 1406901 h 1915530"/>
              <a:gd name="csX2" fmla="*/ 4758571 w 5056799"/>
              <a:gd name="csY2" fmla="*/ 1730751 h 1915530"/>
              <a:gd name="csX3" fmla="*/ 4275301 w 5056799"/>
              <a:gd name="csY3" fmla="*/ 1835714 h 1915530"/>
              <a:gd name="csX4" fmla="*/ 2422564 w 5056799"/>
              <a:gd name="csY4" fmla="*/ 1908686 h 1915530"/>
              <a:gd name="csX5" fmla="*/ 326312 w 5056799"/>
              <a:gd name="csY5" fmla="*/ 1659693 h 1915530"/>
              <a:gd name="csX6" fmla="*/ 274771 w 5056799"/>
              <a:gd name="csY6" fmla="*/ 525583 h 1915530"/>
              <a:gd name="csX7" fmla="*/ 2927601 w 5056799"/>
              <a:gd name="csY7" fmla="*/ 169 h 1915530"/>
              <a:gd name="csX8" fmla="*/ 3657331 w 5056799"/>
              <a:gd name="csY8" fmla="*/ 470909 h 1915530"/>
              <a:gd name="csX9" fmla="*/ 4474726 w 5056799"/>
              <a:gd name="csY9" fmla="*/ 710624 h 1915530"/>
              <a:gd name="csX10" fmla="*/ 4793813 w 5056799"/>
              <a:gd name="csY10" fmla="*/ 1044951 h 1915530"/>
              <a:gd name="csX0" fmla="*/ 4720683 w 4983669"/>
              <a:gd name="csY0" fmla="*/ 1044951 h 1915300"/>
              <a:gd name="csX1" fmla="*/ 4983573 w 4983669"/>
              <a:gd name="csY1" fmla="*/ 1406901 h 1915300"/>
              <a:gd name="csX2" fmla="*/ 4685441 w 4983669"/>
              <a:gd name="csY2" fmla="*/ 1730751 h 1915300"/>
              <a:gd name="csX3" fmla="*/ 4202171 w 4983669"/>
              <a:gd name="csY3" fmla="*/ 1835714 h 1915300"/>
              <a:gd name="csX4" fmla="*/ 2349434 w 4983669"/>
              <a:gd name="csY4" fmla="*/ 1908686 h 1915300"/>
              <a:gd name="csX5" fmla="*/ 426647 w 4983669"/>
              <a:gd name="csY5" fmla="*/ 1663743 h 1915300"/>
              <a:gd name="csX6" fmla="*/ 201641 w 4983669"/>
              <a:gd name="csY6" fmla="*/ 525583 h 1915300"/>
              <a:gd name="csX7" fmla="*/ 2854471 w 4983669"/>
              <a:gd name="csY7" fmla="*/ 169 h 1915300"/>
              <a:gd name="csX8" fmla="*/ 3584201 w 4983669"/>
              <a:gd name="csY8" fmla="*/ 470909 h 1915300"/>
              <a:gd name="csX9" fmla="*/ 4401596 w 4983669"/>
              <a:gd name="csY9" fmla="*/ 710624 h 1915300"/>
              <a:gd name="csX10" fmla="*/ 4720683 w 4983669"/>
              <a:gd name="csY10" fmla="*/ 1044951 h 1915300"/>
              <a:gd name="csX0" fmla="*/ 4720683 w 4998043"/>
              <a:gd name="csY0" fmla="*/ 1044951 h 1915300"/>
              <a:gd name="csX1" fmla="*/ 4983573 w 4998043"/>
              <a:gd name="csY1" fmla="*/ 1406901 h 1915300"/>
              <a:gd name="csX2" fmla="*/ 4928096 w 4998043"/>
              <a:gd name="csY2" fmla="*/ 1567132 h 1915300"/>
              <a:gd name="csX3" fmla="*/ 4685441 w 4998043"/>
              <a:gd name="csY3" fmla="*/ 1730751 h 1915300"/>
              <a:gd name="csX4" fmla="*/ 4202171 w 4998043"/>
              <a:gd name="csY4" fmla="*/ 1835714 h 1915300"/>
              <a:gd name="csX5" fmla="*/ 2349434 w 4998043"/>
              <a:gd name="csY5" fmla="*/ 1908686 h 1915300"/>
              <a:gd name="csX6" fmla="*/ 426647 w 4998043"/>
              <a:gd name="csY6" fmla="*/ 1663743 h 1915300"/>
              <a:gd name="csX7" fmla="*/ 201641 w 4998043"/>
              <a:gd name="csY7" fmla="*/ 525583 h 1915300"/>
              <a:gd name="csX8" fmla="*/ 2854471 w 4998043"/>
              <a:gd name="csY8" fmla="*/ 169 h 1915300"/>
              <a:gd name="csX9" fmla="*/ 3584201 w 4998043"/>
              <a:gd name="csY9" fmla="*/ 470909 h 1915300"/>
              <a:gd name="csX10" fmla="*/ 4401596 w 4998043"/>
              <a:gd name="csY10" fmla="*/ 710624 h 1915300"/>
              <a:gd name="csX11" fmla="*/ 4720683 w 4998043"/>
              <a:gd name="csY11" fmla="*/ 1044951 h 19153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998043" h="1915300">
                <a:moveTo>
                  <a:pt x="4720683" y="1044951"/>
                </a:moveTo>
                <a:cubicBezTo>
                  <a:pt x="4832126" y="1178301"/>
                  <a:pt x="4979763" y="1289744"/>
                  <a:pt x="4983573" y="1406901"/>
                </a:cubicBezTo>
                <a:cubicBezTo>
                  <a:pt x="5021756" y="1490556"/>
                  <a:pt x="4977785" y="1513157"/>
                  <a:pt x="4928096" y="1567132"/>
                </a:cubicBezTo>
                <a:cubicBezTo>
                  <a:pt x="4878407" y="1621107"/>
                  <a:pt x="4806429" y="1685987"/>
                  <a:pt x="4685441" y="1730751"/>
                </a:cubicBezTo>
                <a:cubicBezTo>
                  <a:pt x="4564454" y="1775515"/>
                  <a:pt x="4591506" y="1806058"/>
                  <a:pt x="4202171" y="1835714"/>
                </a:cubicBezTo>
                <a:cubicBezTo>
                  <a:pt x="3812836" y="1865370"/>
                  <a:pt x="2978688" y="1937348"/>
                  <a:pt x="2349434" y="1908686"/>
                </a:cubicBezTo>
                <a:cubicBezTo>
                  <a:pt x="1720180" y="1880024"/>
                  <a:pt x="784612" y="1894260"/>
                  <a:pt x="426647" y="1663743"/>
                </a:cubicBezTo>
                <a:cubicBezTo>
                  <a:pt x="68682" y="1433226"/>
                  <a:pt x="-202996" y="802845"/>
                  <a:pt x="201641" y="525583"/>
                </a:cubicBezTo>
                <a:cubicBezTo>
                  <a:pt x="606278" y="248321"/>
                  <a:pt x="2290711" y="9281"/>
                  <a:pt x="2854471" y="169"/>
                </a:cubicBezTo>
                <a:cubicBezTo>
                  <a:pt x="3418231" y="-8943"/>
                  <a:pt x="3326347" y="352500"/>
                  <a:pt x="3584201" y="470909"/>
                </a:cubicBezTo>
                <a:cubicBezTo>
                  <a:pt x="3842055" y="589318"/>
                  <a:pt x="4248321" y="613600"/>
                  <a:pt x="4401596" y="710624"/>
                </a:cubicBezTo>
                <a:cubicBezTo>
                  <a:pt x="4533993" y="756344"/>
                  <a:pt x="4609241" y="911601"/>
                  <a:pt x="4720683" y="1044951"/>
                </a:cubicBezTo>
                <a:close/>
              </a:path>
            </a:pathLst>
          </a:custGeom>
          <a:solidFill>
            <a:schemeClr val="accent4">
              <a:lumMod val="50000"/>
            </a:schemeClr>
          </a:solidFill>
          <a:ln w="9525" cap="flat">
            <a:noFill/>
            <a:prstDash val="solid"/>
            <a:miter/>
          </a:ln>
        </p:spPr>
        <p:txBody>
          <a:bodyPr/>
          <a:lstStyle/>
          <a:p>
            <a:endParaRPr lang="en-US">
              <a:noFill/>
            </a:endParaRPr>
          </a:p>
        </p:txBody>
      </p:sp>
      <p:sp>
        <p:nvSpPr>
          <p:cNvPr id="22" name="Graphic 127">
            <a:extLst>
              <a:ext uri="{FF2B5EF4-FFF2-40B4-BE49-F238E27FC236}">
                <a16:creationId xmlns:a16="http://schemas.microsoft.com/office/drawing/2014/main" id="{0A7DA39D-2361-D282-23E1-041A019910D6}"/>
              </a:ext>
            </a:extLst>
          </p:cNvPr>
          <p:cNvSpPr/>
          <p:nvPr/>
        </p:nvSpPr>
        <p:spPr>
          <a:xfrm rot="15573681" flipH="1" flipV="1">
            <a:off x="-2844398" y="-9386706"/>
            <a:ext cx="3829558" cy="15209314"/>
          </a:xfrm>
          <a:custGeom>
            <a:avLst/>
            <a:gdLst>
              <a:gd name="csX0" fmla="*/ 3086062 w 3829558"/>
              <a:gd name="csY0" fmla="*/ 3905196 h 15209314"/>
              <a:gd name="csX1" fmla="*/ 3809673 w 3829558"/>
              <a:gd name="csY1" fmla="*/ 9695864 h 15209314"/>
              <a:gd name="csX2" fmla="*/ 2440601 w 3829558"/>
              <a:gd name="csY2" fmla="*/ 13914361 h 15209314"/>
              <a:gd name="csX3" fmla="*/ 741562 w 3829558"/>
              <a:gd name="csY3" fmla="*/ 14802979 h 15209314"/>
              <a:gd name="csX4" fmla="*/ 290029 w 3829558"/>
              <a:gd name="csY4" fmla="*/ 9051372 h 15209314"/>
              <a:gd name="csX5" fmla="*/ 64262 w 3829558"/>
              <a:gd name="csY5" fmla="*/ 2928692 h 15209314"/>
              <a:gd name="csX6" fmla="*/ 1517273 w 3829558"/>
              <a:gd name="csY6" fmla="*/ 18711 h 15209314"/>
              <a:gd name="csX7" fmla="*/ 3086062 w 3829558"/>
              <a:gd name="csY7" fmla="*/ 3905196 h 152093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829558" h="15209314">
                <a:moveTo>
                  <a:pt x="3086062" y="3905196"/>
                </a:moveTo>
                <a:cubicBezTo>
                  <a:pt x="3540489" y="5838674"/>
                  <a:pt x="3922556" y="7938157"/>
                  <a:pt x="3809673" y="9695864"/>
                </a:cubicBezTo>
                <a:cubicBezTo>
                  <a:pt x="3699684" y="11443806"/>
                  <a:pt x="3094745" y="12849972"/>
                  <a:pt x="2440601" y="13914361"/>
                </a:cubicBezTo>
                <a:cubicBezTo>
                  <a:pt x="1786456" y="14978750"/>
                  <a:pt x="1083106" y="15701363"/>
                  <a:pt x="741562" y="14802979"/>
                </a:cubicBezTo>
                <a:cubicBezTo>
                  <a:pt x="400018" y="13894831"/>
                  <a:pt x="420279" y="11365686"/>
                  <a:pt x="290029" y="9051372"/>
                </a:cubicBezTo>
                <a:cubicBezTo>
                  <a:pt x="156884" y="6746823"/>
                  <a:pt x="-126771" y="4657104"/>
                  <a:pt x="64262" y="2928692"/>
                </a:cubicBezTo>
                <a:cubicBezTo>
                  <a:pt x="255295" y="1190516"/>
                  <a:pt x="923912" y="-176590"/>
                  <a:pt x="1517273" y="18711"/>
                </a:cubicBezTo>
                <a:cubicBezTo>
                  <a:pt x="2110634" y="214012"/>
                  <a:pt x="2634528" y="1971719"/>
                  <a:pt x="3086062" y="3905196"/>
                </a:cubicBezTo>
                <a:close/>
              </a:path>
            </a:pathLst>
          </a:custGeom>
          <a:solidFill>
            <a:schemeClr val="accent4">
              <a:lumMod val="60000"/>
              <a:lumOff val="40000"/>
            </a:schemeClr>
          </a:solidFill>
          <a:ln w="28908" cap="flat">
            <a:noFill/>
            <a:prstDash val="solid"/>
            <a:miter/>
          </a:ln>
        </p:spPr>
        <p:txBody>
          <a:bodyPr/>
          <a:lstStyle/>
          <a:p>
            <a:endParaRPr lang="en-US">
              <a:noFill/>
            </a:endParaRPr>
          </a:p>
        </p:txBody>
      </p:sp>
      <p:sp>
        <p:nvSpPr>
          <p:cNvPr id="23" name="Graphic 129">
            <a:extLst>
              <a:ext uri="{FF2B5EF4-FFF2-40B4-BE49-F238E27FC236}">
                <a16:creationId xmlns:a16="http://schemas.microsoft.com/office/drawing/2014/main" id="{94A440C0-0B50-84B5-8716-6AB0190ADA7F}"/>
              </a:ext>
            </a:extLst>
          </p:cNvPr>
          <p:cNvSpPr/>
          <p:nvPr/>
        </p:nvSpPr>
        <p:spPr>
          <a:xfrm rot="4773681">
            <a:off x="-1875905" y="-6600257"/>
            <a:ext cx="1717428" cy="10587099"/>
          </a:xfrm>
          <a:custGeom>
            <a:avLst/>
            <a:gdLst>
              <a:gd name="csX0" fmla="*/ 714496 w 977405"/>
              <a:gd name="csY0" fmla="*/ 349032 h 1125362"/>
              <a:gd name="csX1" fmla="*/ 977386 w 977405"/>
              <a:gd name="csY1" fmla="*/ 710982 h 1125362"/>
              <a:gd name="csX2" fmla="*/ 679254 w 977405"/>
              <a:gd name="csY2" fmla="*/ 1034832 h 1125362"/>
              <a:gd name="csX3" fmla="*/ 229674 w 977405"/>
              <a:gd name="csY3" fmla="*/ 1087220 h 1125362"/>
              <a:gd name="csX4" fmla="*/ 84894 w 977405"/>
              <a:gd name="csY4" fmla="*/ 635735 h 1125362"/>
              <a:gd name="csX5" fmla="*/ 19171 w 977405"/>
              <a:gd name="csY5" fmla="*/ 154722 h 1125362"/>
              <a:gd name="csX6" fmla="*/ 395409 w 977405"/>
              <a:gd name="csY6" fmla="*/ 14705 h 1125362"/>
              <a:gd name="csX7" fmla="*/ 714496 w 977405"/>
              <a:gd name="csY7" fmla="*/ 349032 h 11253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977405" h="1125362">
                <a:moveTo>
                  <a:pt x="714496" y="349032"/>
                </a:moveTo>
                <a:cubicBezTo>
                  <a:pt x="825939" y="482382"/>
                  <a:pt x="973576" y="593825"/>
                  <a:pt x="977386" y="710982"/>
                </a:cubicBezTo>
                <a:cubicBezTo>
                  <a:pt x="982149" y="828140"/>
                  <a:pt x="843084" y="951965"/>
                  <a:pt x="679254" y="1034832"/>
                </a:cubicBezTo>
                <a:cubicBezTo>
                  <a:pt x="515424" y="1118652"/>
                  <a:pt x="326829" y="1161515"/>
                  <a:pt x="229674" y="1087220"/>
                </a:cubicBezTo>
                <a:cubicBezTo>
                  <a:pt x="132519" y="1011972"/>
                  <a:pt x="126804" y="819567"/>
                  <a:pt x="84894" y="635735"/>
                </a:cubicBezTo>
                <a:cubicBezTo>
                  <a:pt x="42031" y="451902"/>
                  <a:pt x="-36074" y="275690"/>
                  <a:pt x="19171" y="154722"/>
                </a:cubicBezTo>
                <a:cubicBezTo>
                  <a:pt x="74416" y="34707"/>
                  <a:pt x="263011" y="-31015"/>
                  <a:pt x="395409" y="14705"/>
                </a:cubicBezTo>
                <a:cubicBezTo>
                  <a:pt x="527806" y="60425"/>
                  <a:pt x="603054" y="215682"/>
                  <a:pt x="714496" y="349032"/>
                </a:cubicBezTo>
                <a:close/>
              </a:path>
            </a:pathLst>
          </a:custGeom>
          <a:solidFill>
            <a:schemeClr val="accent4">
              <a:lumMod val="75000"/>
            </a:schemeClr>
          </a:solidFill>
          <a:ln w="9525" cap="flat">
            <a:noFill/>
            <a:prstDash val="solid"/>
            <a:miter/>
          </a:ln>
        </p:spPr>
        <p:txBody>
          <a:bodyPr/>
          <a:lstStyle/>
          <a:p>
            <a:endParaRPr lang="en-US">
              <a:noFill/>
            </a:endParaRPr>
          </a:p>
        </p:txBody>
      </p:sp>
    </p:spTree>
    <p:extLst>
      <p:ext uri="{BB962C8B-B14F-4D97-AF65-F5344CB8AC3E}">
        <p14:creationId xmlns:p14="http://schemas.microsoft.com/office/powerpoint/2010/main" val="42684858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4">
            <a:lumMod val="40000"/>
            <a:lumOff val="60000"/>
          </a:schemeClr>
        </a:solidFill>
        <a:effectLst/>
      </p:bgPr>
    </p:bg>
    <p:spTree>
      <p:nvGrpSpPr>
        <p:cNvPr id="1" name="">
          <a:extLst>
            <a:ext uri="{FF2B5EF4-FFF2-40B4-BE49-F238E27FC236}">
              <a16:creationId xmlns:a16="http://schemas.microsoft.com/office/drawing/2014/main" id="{612F1549-5805-5D14-2584-31376AF09F32}"/>
            </a:ext>
          </a:extLst>
        </p:cNvPr>
        <p:cNvGrpSpPr/>
        <p:nvPr/>
      </p:nvGrpSpPr>
      <p:grpSpPr>
        <a:xfrm>
          <a:off x="0" y="0"/>
          <a:ext cx="0" cy="0"/>
          <a:chOff x="0" y="0"/>
          <a:chExt cx="0" cy="0"/>
        </a:xfrm>
      </p:grpSpPr>
      <p:sp>
        <p:nvSpPr>
          <p:cNvPr id="8" name="Graphic 127">
            <a:extLst>
              <a:ext uri="{FF2B5EF4-FFF2-40B4-BE49-F238E27FC236}">
                <a16:creationId xmlns:a16="http://schemas.microsoft.com/office/drawing/2014/main" id="{DB1D5F23-55A3-3A26-DFDA-12C0BE2BF757}"/>
              </a:ext>
            </a:extLst>
          </p:cNvPr>
          <p:cNvSpPr/>
          <p:nvPr/>
        </p:nvSpPr>
        <p:spPr>
          <a:xfrm rot="16404696" flipV="1">
            <a:off x="-2206826" y="-321072"/>
            <a:ext cx="10728513" cy="19963253"/>
          </a:xfrm>
          <a:custGeom>
            <a:avLst/>
            <a:gdLst>
              <a:gd name="csX0" fmla="*/ 3086062 w 3829558"/>
              <a:gd name="csY0" fmla="*/ 3905196 h 15209314"/>
              <a:gd name="csX1" fmla="*/ 3809673 w 3829558"/>
              <a:gd name="csY1" fmla="*/ 9695864 h 15209314"/>
              <a:gd name="csX2" fmla="*/ 2440601 w 3829558"/>
              <a:gd name="csY2" fmla="*/ 13914361 h 15209314"/>
              <a:gd name="csX3" fmla="*/ 741562 w 3829558"/>
              <a:gd name="csY3" fmla="*/ 14802979 h 15209314"/>
              <a:gd name="csX4" fmla="*/ 290029 w 3829558"/>
              <a:gd name="csY4" fmla="*/ 9051372 h 15209314"/>
              <a:gd name="csX5" fmla="*/ 64262 w 3829558"/>
              <a:gd name="csY5" fmla="*/ 2928692 h 15209314"/>
              <a:gd name="csX6" fmla="*/ 1517273 w 3829558"/>
              <a:gd name="csY6" fmla="*/ 18711 h 15209314"/>
              <a:gd name="csX7" fmla="*/ 3086062 w 3829558"/>
              <a:gd name="csY7" fmla="*/ 3905196 h 15209314"/>
              <a:gd name="csX0" fmla="*/ 3085962 w 3829559"/>
              <a:gd name="csY0" fmla="*/ 6215146 h 17519365"/>
              <a:gd name="csX1" fmla="*/ 3809573 w 3829559"/>
              <a:gd name="csY1" fmla="*/ 12005814 h 17519365"/>
              <a:gd name="csX2" fmla="*/ 2440501 w 3829559"/>
              <a:gd name="csY2" fmla="*/ 16224311 h 17519365"/>
              <a:gd name="csX3" fmla="*/ 741462 w 3829559"/>
              <a:gd name="csY3" fmla="*/ 17112929 h 17519365"/>
              <a:gd name="csX4" fmla="*/ 289929 w 3829559"/>
              <a:gd name="csY4" fmla="*/ 11361322 h 17519365"/>
              <a:gd name="csX5" fmla="*/ 64162 w 3829559"/>
              <a:gd name="csY5" fmla="*/ 5238642 h 17519365"/>
              <a:gd name="csX6" fmla="*/ 1445174 w 3829559"/>
              <a:gd name="csY6" fmla="*/ 84873 h 17519365"/>
              <a:gd name="csX7" fmla="*/ 1517173 w 3829559"/>
              <a:gd name="csY7" fmla="*/ 2328661 h 17519365"/>
              <a:gd name="csX8" fmla="*/ 3085962 w 3829559"/>
              <a:gd name="csY8" fmla="*/ 6215146 h 17519365"/>
              <a:gd name="csX0" fmla="*/ 3085962 w 3829559"/>
              <a:gd name="csY0" fmla="*/ 6215146 h 17519365"/>
              <a:gd name="csX1" fmla="*/ 3809573 w 3829559"/>
              <a:gd name="csY1" fmla="*/ 12005814 h 17519365"/>
              <a:gd name="csX2" fmla="*/ 2440501 w 3829559"/>
              <a:gd name="csY2" fmla="*/ 16224311 h 17519365"/>
              <a:gd name="csX3" fmla="*/ 741462 w 3829559"/>
              <a:gd name="csY3" fmla="*/ 17112929 h 17519365"/>
              <a:gd name="csX4" fmla="*/ 289929 w 3829559"/>
              <a:gd name="csY4" fmla="*/ 11361322 h 17519365"/>
              <a:gd name="csX5" fmla="*/ 64162 w 3829559"/>
              <a:gd name="csY5" fmla="*/ 5238642 h 17519365"/>
              <a:gd name="csX6" fmla="*/ 1445174 w 3829559"/>
              <a:gd name="csY6" fmla="*/ 84873 h 17519365"/>
              <a:gd name="csX7" fmla="*/ 1517173 w 3829559"/>
              <a:gd name="csY7" fmla="*/ 2328661 h 17519365"/>
              <a:gd name="csX8" fmla="*/ 3085962 w 3829559"/>
              <a:gd name="csY8" fmla="*/ 6215146 h 17519365"/>
              <a:gd name="csX0" fmla="*/ 3085962 w 3829559"/>
              <a:gd name="csY0" fmla="*/ 6215146 h 17519365"/>
              <a:gd name="csX1" fmla="*/ 3809573 w 3829559"/>
              <a:gd name="csY1" fmla="*/ 12005814 h 17519365"/>
              <a:gd name="csX2" fmla="*/ 2440501 w 3829559"/>
              <a:gd name="csY2" fmla="*/ 16224311 h 17519365"/>
              <a:gd name="csX3" fmla="*/ 741462 w 3829559"/>
              <a:gd name="csY3" fmla="*/ 17112929 h 17519365"/>
              <a:gd name="csX4" fmla="*/ 289929 w 3829559"/>
              <a:gd name="csY4" fmla="*/ 11361322 h 17519365"/>
              <a:gd name="csX5" fmla="*/ 64162 w 3829559"/>
              <a:gd name="csY5" fmla="*/ 5238642 h 17519365"/>
              <a:gd name="csX6" fmla="*/ 1445174 w 3829559"/>
              <a:gd name="csY6" fmla="*/ 84873 h 17519365"/>
              <a:gd name="csX7" fmla="*/ 1517173 w 3829559"/>
              <a:gd name="csY7" fmla="*/ 2328661 h 17519365"/>
              <a:gd name="csX8" fmla="*/ 3085962 w 3829559"/>
              <a:gd name="csY8" fmla="*/ 6215146 h 17519365"/>
              <a:gd name="csX0" fmla="*/ 3085962 w 3829559"/>
              <a:gd name="csY0" fmla="*/ 6166200 h 17470419"/>
              <a:gd name="csX1" fmla="*/ 3809573 w 3829559"/>
              <a:gd name="csY1" fmla="*/ 11956868 h 17470419"/>
              <a:gd name="csX2" fmla="*/ 2440501 w 3829559"/>
              <a:gd name="csY2" fmla="*/ 16175365 h 17470419"/>
              <a:gd name="csX3" fmla="*/ 741462 w 3829559"/>
              <a:gd name="csY3" fmla="*/ 17063983 h 17470419"/>
              <a:gd name="csX4" fmla="*/ 289929 w 3829559"/>
              <a:gd name="csY4" fmla="*/ 11312376 h 17470419"/>
              <a:gd name="csX5" fmla="*/ 64162 w 3829559"/>
              <a:gd name="csY5" fmla="*/ 5189696 h 17470419"/>
              <a:gd name="csX6" fmla="*/ 1445174 w 3829559"/>
              <a:gd name="csY6" fmla="*/ 35927 h 17470419"/>
              <a:gd name="csX7" fmla="*/ 1517173 w 3829559"/>
              <a:gd name="csY7" fmla="*/ 2279715 h 17470419"/>
              <a:gd name="csX8" fmla="*/ 3085962 w 3829559"/>
              <a:gd name="csY8" fmla="*/ 6166200 h 17470419"/>
              <a:gd name="csX0" fmla="*/ 3518558 w 4262155"/>
              <a:gd name="csY0" fmla="*/ 8914932 h 20219151"/>
              <a:gd name="csX1" fmla="*/ 4242169 w 4262155"/>
              <a:gd name="csY1" fmla="*/ 14705600 h 20219151"/>
              <a:gd name="csX2" fmla="*/ 2873097 w 4262155"/>
              <a:gd name="csY2" fmla="*/ 18924097 h 20219151"/>
              <a:gd name="csX3" fmla="*/ 1174058 w 4262155"/>
              <a:gd name="csY3" fmla="*/ 19812715 h 20219151"/>
              <a:gd name="csX4" fmla="*/ 722525 w 4262155"/>
              <a:gd name="csY4" fmla="*/ 14061108 h 20219151"/>
              <a:gd name="csX5" fmla="*/ 496758 w 4262155"/>
              <a:gd name="csY5" fmla="*/ 7938428 h 20219151"/>
              <a:gd name="csX6" fmla="*/ 163270 w 4262155"/>
              <a:gd name="csY6" fmla="*/ 22409 h 20219151"/>
              <a:gd name="csX7" fmla="*/ 1949769 w 4262155"/>
              <a:gd name="csY7" fmla="*/ 5028447 h 20219151"/>
              <a:gd name="csX8" fmla="*/ 3518558 w 4262155"/>
              <a:gd name="csY8" fmla="*/ 8914932 h 20219151"/>
              <a:gd name="csX0" fmla="*/ 4597752 w 5341349"/>
              <a:gd name="csY0" fmla="*/ 8898040 h 20202259"/>
              <a:gd name="csX1" fmla="*/ 5321363 w 5341349"/>
              <a:gd name="csY1" fmla="*/ 14688708 h 20202259"/>
              <a:gd name="csX2" fmla="*/ 3952291 w 5341349"/>
              <a:gd name="csY2" fmla="*/ 18907205 h 20202259"/>
              <a:gd name="csX3" fmla="*/ 2253252 w 5341349"/>
              <a:gd name="csY3" fmla="*/ 19795823 h 20202259"/>
              <a:gd name="csX4" fmla="*/ 1801719 w 5341349"/>
              <a:gd name="csY4" fmla="*/ 14044216 h 20202259"/>
              <a:gd name="csX5" fmla="*/ 13852 w 5341349"/>
              <a:gd name="csY5" fmla="*/ 6016536 h 20202259"/>
              <a:gd name="csX6" fmla="*/ 1242464 w 5341349"/>
              <a:gd name="csY6" fmla="*/ 5517 h 20202259"/>
              <a:gd name="csX7" fmla="*/ 3028963 w 5341349"/>
              <a:gd name="csY7" fmla="*/ 5011555 h 20202259"/>
              <a:gd name="csX8" fmla="*/ 4597752 w 5341349"/>
              <a:gd name="csY8" fmla="*/ 8898040 h 20202259"/>
              <a:gd name="csX0" fmla="*/ 4716465 w 5460062"/>
              <a:gd name="csY0" fmla="*/ 8898040 h 20202259"/>
              <a:gd name="csX1" fmla="*/ 5440076 w 5460062"/>
              <a:gd name="csY1" fmla="*/ 14688708 h 20202259"/>
              <a:gd name="csX2" fmla="*/ 4071004 w 5460062"/>
              <a:gd name="csY2" fmla="*/ 18907205 h 20202259"/>
              <a:gd name="csX3" fmla="*/ 2371965 w 5460062"/>
              <a:gd name="csY3" fmla="*/ 19795823 h 20202259"/>
              <a:gd name="csX4" fmla="*/ 110682 w 5460062"/>
              <a:gd name="csY4" fmla="*/ 15968266 h 20202259"/>
              <a:gd name="csX5" fmla="*/ 132565 w 5460062"/>
              <a:gd name="csY5" fmla="*/ 6016536 h 20202259"/>
              <a:gd name="csX6" fmla="*/ 1361177 w 5460062"/>
              <a:gd name="csY6" fmla="*/ 5517 h 20202259"/>
              <a:gd name="csX7" fmla="*/ 3147676 w 5460062"/>
              <a:gd name="csY7" fmla="*/ 5011555 h 20202259"/>
              <a:gd name="csX8" fmla="*/ 4716465 w 5460062"/>
              <a:gd name="csY8" fmla="*/ 8898040 h 20202259"/>
              <a:gd name="csX0" fmla="*/ 4716465 w 5460062"/>
              <a:gd name="csY0" fmla="*/ 8898040 h 20420006"/>
              <a:gd name="csX1" fmla="*/ 5440076 w 5460062"/>
              <a:gd name="csY1" fmla="*/ 14688708 h 20420006"/>
              <a:gd name="csX2" fmla="*/ 4071004 w 5460062"/>
              <a:gd name="csY2" fmla="*/ 18907205 h 20420006"/>
              <a:gd name="csX3" fmla="*/ 1571865 w 5460062"/>
              <a:gd name="csY3" fmla="*/ 20100627 h 20420006"/>
              <a:gd name="csX4" fmla="*/ 110682 w 5460062"/>
              <a:gd name="csY4" fmla="*/ 15968266 h 20420006"/>
              <a:gd name="csX5" fmla="*/ 132565 w 5460062"/>
              <a:gd name="csY5" fmla="*/ 6016536 h 20420006"/>
              <a:gd name="csX6" fmla="*/ 1361177 w 5460062"/>
              <a:gd name="csY6" fmla="*/ 5517 h 20420006"/>
              <a:gd name="csX7" fmla="*/ 3147676 w 5460062"/>
              <a:gd name="csY7" fmla="*/ 5011555 h 20420006"/>
              <a:gd name="csX8" fmla="*/ 4716465 w 5460062"/>
              <a:gd name="csY8" fmla="*/ 8898040 h 20420006"/>
              <a:gd name="csX0" fmla="*/ 8609562 w 9353159"/>
              <a:gd name="csY0" fmla="*/ 8898040 h 20420006"/>
              <a:gd name="csX1" fmla="*/ 9333173 w 9353159"/>
              <a:gd name="csY1" fmla="*/ 14688708 h 20420006"/>
              <a:gd name="csX2" fmla="*/ 7964101 w 9353159"/>
              <a:gd name="csY2" fmla="*/ 18907205 h 20420006"/>
              <a:gd name="csX3" fmla="*/ 5464962 w 9353159"/>
              <a:gd name="csY3" fmla="*/ 20100627 h 20420006"/>
              <a:gd name="csX4" fmla="*/ 3279 w 9353159"/>
              <a:gd name="csY4" fmla="*/ 16958866 h 20420006"/>
              <a:gd name="csX5" fmla="*/ 4025662 w 9353159"/>
              <a:gd name="csY5" fmla="*/ 6016536 h 20420006"/>
              <a:gd name="csX6" fmla="*/ 5254274 w 9353159"/>
              <a:gd name="csY6" fmla="*/ 5517 h 20420006"/>
              <a:gd name="csX7" fmla="*/ 7040773 w 9353159"/>
              <a:gd name="csY7" fmla="*/ 5011555 h 20420006"/>
              <a:gd name="csX8" fmla="*/ 8609562 w 9353159"/>
              <a:gd name="csY8" fmla="*/ 8898040 h 20420006"/>
              <a:gd name="csX0" fmla="*/ 8716965 w 9460562"/>
              <a:gd name="csY0" fmla="*/ 8894840 h 20416806"/>
              <a:gd name="csX1" fmla="*/ 9440576 w 9460562"/>
              <a:gd name="csY1" fmla="*/ 14685508 h 20416806"/>
              <a:gd name="csX2" fmla="*/ 8071504 w 9460562"/>
              <a:gd name="csY2" fmla="*/ 18904005 h 20416806"/>
              <a:gd name="csX3" fmla="*/ 5572365 w 9460562"/>
              <a:gd name="csY3" fmla="*/ 20097427 h 20416806"/>
              <a:gd name="csX4" fmla="*/ 110682 w 9460562"/>
              <a:gd name="csY4" fmla="*/ 16955666 h 20416806"/>
              <a:gd name="csX5" fmla="*/ 132565 w 9460562"/>
              <a:gd name="csY5" fmla="*/ 4413139 h 20416806"/>
              <a:gd name="csX6" fmla="*/ 5361677 w 9460562"/>
              <a:gd name="csY6" fmla="*/ 2317 h 20416806"/>
              <a:gd name="csX7" fmla="*/ 7148176 w 9460562"/>
              <a:gd name="csY7" fmla="*/ 5008355 h 20416806"/>
              <a:gd name="csX8" fmla="*/ 8716965 w 9460562"/>
              <a:gd name="csY8" fmla="*/ 8894840 h 20416806"/>
              <a:gd name="csX0" fmla="*/ 8716965 w 9460562"/>
              <a:gd name="csY0" fmla="*/ 8894840 h 20420932"/>
              <a:gd name="csX1" fmla="*/ 9440576 w 9460562"/>
              <a:gd name="csY1" fmla="*/ 14685508 h 20420932"/>
              <a:gd name="csX2" fmla="*/ 8071504 w 9460562"/>
              <a:gd name="csY2" fmla="*/ 18904005 h 20420932"/>
              <a:gd name="csX3" fmla="*/ 5572365 w 9460562"/>
              <a:gd name="csY3" fmla="*/ 20097427 h 20420932"/>
              <a:gd name="csX4" fmla="*/ 110682 w 9460562"/>
              <a:gd name="csY4" fmla="*/ 16955666 h 20420932"/>
              <a:gd name="csX5" fmla="*/ 132565 w 9460562"/>
              <a:gd name="csY5" fmla="*/ 4413139 h 20420932"/>
              <a:gd name="csX6" fmla="*/ 5361677 w 9460562"/>
              <a:gd name="csY6" fmla="*/ 2317 h 20420932"/>
              <a:gd name="csX7" fmla="*/ 7148176 w 9460562"/>
              <a:gd name="csY7" fmla="*/ 5008355 h 20420932"/>
              <a:gd name="csX8" fmla="*/ 8716965 w 9460562"/>
              <a:gd name="csY8" fmla="*/ 8894840 h 20420932"/>
              <a:gd name="csX0" fmla="*/ 8716965 w 9460562"/>
              <a:gd name="csY0" fmla="*/ 8894840 h 20294154"/>
              <a:gd name="csX1" fmla="*/ 9440576 w 9460562"/>
              <a:gd name="csY1" fmla="*/ 14685508 h 20294154"/>
              <a:gd name="csX2" fmla="*/ 8071504 w 9460562"/>
              <a:gd name="csY2" fmla="*/ 18904005 h 20294154"/>
              <a:gd name="csX3" fmla="*/ 5572365 w 9460562"/>
              <a:gd name="csY3" fmla="*/ 20097427 h 20294154"/>
              <a:gd name="csX4" fmla="*/ 110682 w 9460562"/>
              <a:gd name="csY4" fmla="*/ 16955666 h 20294154"/>
              <a:gd name="csX5" fmla="*/ 132565 w 9460562"/>
              <a:gd name="csY5" fmla="*/ 4413139 h 20294154"/>
              <a:gd name="csX6" fmla="*/ 5361677 w 9460562"/>
              <a:gd name="csY6" fmla="*/ 2317 h 20294154"/>
              <a:gd name="csX7" fmla="*/ 7148176 w 9460562"/>
              <a:gd name="csY7" fmla="*/ 5008355 h 20294154"/>
              <a:gd name="csX8" fmla="*/ 8716965 w 9460562"/>
              <a:gd name="csY8" fmla="*/ 8894840 h 20294154"/>
              <a:gd name="csX0" fmla="*/ 8716965 w 9460562"/>
              <a:gd name="csY0" fmla="*/ 8894840 h 20094429"/>
              <a:gd name="csX1" fmla="*/ 9440576 w 9460562"/>
              <a:gd name="csY1" fmla="*/ 14685508 h 20094429"/>
              <a:gd name="csX2" fmla="*/ 8071504 w 9460562"/>
              <a:gd name="csY2" fmla="*/ 18904005 h 20094429"/>
              <a:gd name="csX3" fmla="*/ 3743565 w 9460562"/>
              <a:gd name="csY3" fmla="*/ 19868828 h 20094429"/>
              <a:gd name="csX4" fmla="*/ 110682 w 9460562"/>
              <a:gd name="csY4" fmla="*/ 16955666 h 20094429"/>
              <a:gd name="csX5" fmla="*/ 132565 w 9460562"/>
              <a:gd name="csY5" fmla="*/ 4413139 h 20094429"/>
              <a:gd name="csX6" fmla="*/ 5361677 w 9460562"/>
              <a:gd name="csY6" fmla="*/ 2317 h 20094429"/>
              <a:gd name="csX7" fmla="*/ 7148176 w 9460562"/>
              <a:gd name="csY7" fmla="*/ 5008355 h 20094429"/>
              <a:gd name="csX8" fmla="*/ 8716965 w 9460562"/>
              <a:gd name="csY8" fmla="*/ 8894840 h 20094429"/>
              <a:gd name="csX0" fmla="*/ 9936140 w 10679737"/>
              <a:gd name="csY0" fmla="*/ 8903491 h 20103080"/>
              <a:gd name="csX1" fmla="*/ 10659751 w 10679737"/>
              <a:gd name="csY1" fmla="*/ 14694159 h 20103080"/>
              <a:gd name="csX2" fmla="*/ 9290679 w 10679737"/>
              <a:gd name="csY2" fmla="*/ 18912656 h 20103080"/>
              <a:gd name="csX3" fmla="*/ 4962740 w 10679737"/>
              <a:gd name="csY3" fmla="*/ 19877479 h 20103080"/>
              <a:gd name="csX4" fmla="*/ 1329857 w 10679737"/>
              <a:gd name="csY4" fmla="*/ 16964317 h 20103080"/>
              <a:gd name="csX5" fmla="*/ 18239 w 10679737"/>
              <a:gd name="csY5" fmla="*/ 3812193 h 20103080"/>
              <a:gd name="csX6" fmla="*/ 6580852 w 10679737"/>
              <a:gd name="csY6" fmla="*/ 10968 h 20103080"/>
              <a:gd name="csX7" fmla="*/ 8367351 w 10679737"/>
              <a:gd name="csY7" fmla="*/ 5017006 h 20103080"/>
              <a:gd name="csX8" fmla="*/ 9936140 w 10679737"/>
              <a:gd name="csY8" fmla="*/ 8903491 h 20103080"/>
              <a:gd name="csX0" fmla="*/ 9984916 w 10728513"/>
              <a:gd name="csY0" fmla="*/ 8903491 h 19963253"/>
              <a:gd name="csX1" fmla="*/ 10708527 w 10728513"/>
              <a:gd name="csY1" fmla="*/ 14694159 h 19963253"/>
              <a:gd name="csX2" fmla="*/ 9339455 w 10728513"/>
              <a:gd name="csY2" fmla="*/ 18912656 h 19963253"/>
              <a:gd name="csX3" fmla="*/ 5011516 w 10728513"/>
              <a:gd name="csY3" fmla="*/ 19877479 h 19963253"/>
              <a:gd name="csX4" fmla="*/ 273736 w 10728513"/>
              <a:gd name="csY4" fmla="*/ 17307219 h 19963253"/>
              <a:gd name="csX5" fmla="*/ 67015 w 10728513"/>
              <a:gd name="csY5" fmla="*/ 3812193 h 19963253"/>
              <a:gd name="csX6" fmla="*/ 6629628 w 10728513"/>
              <a:gd name="csY6" fmla="*/ 10968 h 19963253"/>
              <a:gd name="csX7" fmla="*/ 8416127 w 10728513"/>
              <a:gd name="csY7" fmla="*/ 5017006 h 19963253"/>
              <a:gd name="csX8" fmla="*/ 9984916 w 10728513"/>
              <a:gd name="csY8" fmla="*/ 8903491 h 199632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0728513" h="19963253">
                <a:moveTo>
                  <a:pt x="9984916" y="8903491"/>
                </a:moveTo>
                <a:cubicBezTo>
                  <a:pt x="10439343" y="10836969"/>
                  <a:pt x="10821410" y="12936452"/>
                  <a:pt x="10708527" y="14694159"/>
                </a:cubicBezTo>
                <a:cubicBezTo>
                  <a:pt x="10598538" y="16442101"/>
                  <a:pt x="10288957" y="18048769"/>
                  <a:pt x="9339455" y="18912656"/>
                </a:cubicBezTo>
                <a:cubicBezTo>
                  <a:pt x="8389953" y="19776543"/>
                  <a:pt x="6522469" y="20145052"/>
                  <a:pt x="5011516" y="19877479"/>
                </a:cubicBezTo>
                <a:cubicBezTo>
                  <a:pt x="3500563" y="19609906"/>
                  <a:pt x="403986" y="19621533"/>
                  <a:pt x="273736" y="17307219"/>
                </a:cubicBezTo>
                <a:cubicBezTo>
                  <a:pt x="140591" y="15002670"/>
                  <a:pt x="-124018" y="5540605"/>
                  <a:pt x="67015" y="3812193"/>
                </a:cubicBezTo>
                <a:cubicBezTo>
                  <a:pt x="132556" y="2415385"/>
                  <a:pt x="5238109" y="-189834"/>
                  <a:pt x="6629628" y="10968"/>
                </a:cubicBezTo>
                <a:cubicBezTo>
                  <a:pt x="8021147" y="211770"/>
                  <a:pt x="7856912" y="3534919"/>
                  <a:pt x="8416127" y="5017006"/>
                </a:cubicBezTo>
                <a:cubicBezTo>
                  <a:pt x="8975342" y="6499093"/>
                  <a:pt x="9533382" y="6970014"/>
                  <a:pt x="9984916" y="8903491"/>
                </a:cubicBezTo>
                <a:close/>
              </a:path>
            </a:pathLst>
          </a:custGeom>
          <a:solidFill>
            <a:schemeClr val="accent4">
              <a:lumMod val="60000"/>
              <a:lumOff val="40000"/>
            </a:schemeClr>
          </a:solidFill>
          <a:ln w="28908" cap="flat">
            <a:noFill/>
            <a:prstDash val="solid"/>
            <a:miter/>
          </a:ln>
        </p:spPr>
        <p:txBody>
          <a:bodyPr/>
          <a:lstStyle/>
          <a:p>
            <a:endParaRPr lang="en-US">
              <a:noFill/>
            </a:endParaRPr>
          </a:p>
        </p:txBody>
      </p:sp>
      <p:sp>
        <p:nvSpPr>
          <p:cNvPr id="10" name="Graphic 129">
            <a:extLst>
              <a:ext uri="{FF2B5EF4-FFF2-40B4-BE49-F238E27FC236}">
                <a16:creationId xmlns:a16="http://schemas.microsoft.com/office/drawing/2014/main" id="{E87609B3-4C13-231E-E25E-8C32903C739C}"/>
              </a:ext>
            </a:extLst>
          </p:cNvPr>
          <p:cNvSpPr/>
          <p:nvPr/>
        </p:nvSpPr>
        <p:spPr>
          <a:xfrm rot="5679338" flipH="1">
            <a:off x="-2120261" y="290362"/>
            <a:ext cx="9709043" cy="18740383"/>
          </a:xfrm>
          <a:custGeom>
            <a:avLst/>
            <a:gdLst>
              <a:gd name="csX0" fmla="*/ 714496 w 977405"/>
              <a:gd name="csY0" fmla="*/ 349032 h 1125362"/>
              <a:gd name="csX1" fmla="*/ 977386 w 977405"/>
              <a:gd name="csY1" fmla="*/ 710982 h 1125362"/>
              <a:gd name="csX2" fmla="*/ 679254 w 977405"/>
              <a:gd name="csY2" fmla="*/ 1034832 h 1125362"/>
              <a:gd name="csX3" fmla="*/ 229674 w 977405"/>
              <a:gd name="csY3" fmla="*/ 1087220 h 1125362"/>
              <a:gd name="csX4" fmla="*/ 84894 w 977405"/>
              <a:gd name="csY4" fmla="*/ 635735 h 1125362"/>
              <a:gd name="csX5" fmla="*/ 19171 w 977405"/>
              <a:gd name="csY5" fmla="*/ 154722 h 1125362"/>
              <a:gd name="csX6" fmla="*/ 395409 w 977405"/>
              <a:gd name="csY6" fmla="*/ 14705 h 1125362"/>
              <a:gd name="csX7" fmla="*/ 714496 w 977405"/>
              <a:gd name="csY7" fmla="*/ 349032 h 1125362"/>
              <a:gd name="csX0" fmla="*/ 714397 w 977405"/>
              <a:gd name="csY0" fmla="*/ 348932 h 1125363"/>
              <a:gd name="csX1" fmla="*/ 977287 w 977405"/>
              <a:gd name="csY1" fmla="*/ 710882 h 1125363"/>
              <a:gd name="csX2" fmla="*/ 679155 w 977405"/>
              <a:gd name="csY2" fmla="*/ 1034732 h 1125363"/>
              <a:gd name="csX3" fmla="*/ 229575 w 977405"/>
              <a:gd name="csY3" fmla="*/ 1087120 h 1125363"/>
              <a:gd name="csX4" fmla="*/ 84795 w 977405"/>
              <a:gd name="csY4" fmla="*/ 635635 h 1125363"/>
              <a:gd name="csX5" fmla="*/ 19072 w 977405"/>
              <a:gd name="csY5" fmla="*/ 154622 h 1125363"/>
              <a:gd name="csX6" fmla="*/ 395310 w 977405"/>
              <a:gd name="csY6" fmla="*/ 14605 h 1125363"/>
              <a:gd name="csX7" fmla="*/ 714397 w 977405"/>
              <a:gd name="csY7" fmla="*/ 348932 h 1125363"/>
              <a:gd name="csX0" fmla="*/ 1954611 w 2217619"/>
              <a:gd name="csY0" fmla="*/ 953674 h 1730105"/>
              <a:gd name="csX1" fmla="*/ 2217501 w 2217619"/>
              <a:gd name="csY1" fmla="*/ 1315624 h 1730105"/>
              <a:gd name="csX2" fmla="*/ 1919369 w 2217619"/>
              <a:gd name="csY2" fmla="*/ 1639474 h 1730105"/>
              <a:gd name="csX3" fmla="*/ 1469789 w 2217619"/>
              <a:gd name="csY3" fmla="*/ 1691862 h 1730105"/>
              <a:gd name="csX4" fmla="*/ 1325009 w 2217619"/>
              <a:gd name="csY4" fmla="*/ 1240377 h 1730105"/>
              <a:gd name="csX5" fmla="*/ 1667 w 2217619"/>
              <a:gd name="csY5" fmla="*/ 14189 h 1730105"/>
              <a:gd name="csX6" fmla="*/ 1635524 w 2217619"/>
              <a:gd name="csY6" fmla="*/ 619347 h 1730105"/>
              <a:gd name="csX7" fmla="*/ 1954611 w 2217619"/>
              <a:gd name="csY7" fmla="*/ 953674 h 1730105"/>
              <a:gd name="csX0" fmla="*/ 1955732 w 2218740"/>
              <a:gd name="csY0" fmla="*/ 970158 h 1746589"/>
              <a:gd name="csX1" fmla="*/ 2218622 w 2218740"/>
              <a:gd name="csY1" fmla="*/ 1332108 h 1746589"/>
              <a:gd name="csX2" fmla="*/ 1920490 w 2218740"/>
              <a:gd name="csY2" fmla="*/ 1655958 h 1746589"/>
              <a:gd name="csX3" fmla="*/ 1470910 w 2218740"/>
              <a:gd name="csY3" fmla="*/ 1708346 h 1746589"/>
              <a:gd name="csX4" fmla="*/ 1326130 w 2218740"/>
              <a:gd name="csY4" fmla="*/ 1256861 h 1746589"/>
              <a:gd name="csX5" fmla="*/ 2788 w 2218740"/>
              <a:gd name="csY5" fmla="*/ 30673 h 1746589"/>
              <a:gd name="csX6" fmla="*/ 819250 w 2218740"/>
              <a:gd name="csY6" fmla="*/ 396116 h 1746589"/>
              <a:gd name="csX7" fmla="*/ 1636645 w 2218740"/>
              <a:gd name="csY7" fmla="*/ 635831 h 1746589"/>
              <a:gd name="csX8" fmla="*/ 1955732 w 2218740"/>
              <a:gd name="csY8" fmla="*/ 970158 h 1746589"/>
              <a:gd name="csX0" fmla="*/ 1955732 w 2218740"/>
              <a:gd name="csY0" fmla="*/ 970158 h 1746589"/>
              <a:gd name="csX1" fmla="*/ 2218622 w 2218740"/>
              <a:gd name="csY1" fmla="*/ 1332108 h 1746589"/>
              <a:gd name="csX2" fmla="*/ 1920490 w 2218740"/>
              <a:gd name="csY2" fmla="*/ 1655958 h 1746589"/>
              <a:gd name="csX3" fmla="*/ 1470910 w 2218740"/>
              <a:gd name="csY3" fmla="*/ 1708346 h 1746589"/>
              <a:gd name="csX4" fmla="*/ 1326130 w 2218740"/>
              <a:gd name="csY4" fmla="*/ 1256861 h 1746589"/>
              <a:gd name="csX5" fmla="*/ 2788 w 2218740"/>
              <a:gd name="csY5" fmla="*/ 30673 h 1746589"/>
              <a:gd name="csX6" fmla="*/ 819250 w 2218740"/>
              <a:gd name="csY6" fmla="*/ 396116 h 1746589"/>
              <a:gd name="csX7" fmla="*/ 1636645 w 2218740"/>
              <a:gd name="csY7" fmla="*/ 635831 h 1746589"/>
              <a:gd name="csX8" fmla="*/ 1955732 w 2218740"/>
              <a:gd name="csY8" fmla="*/ 970158 h 1746589"/>
              <a:gd name="csX0" fmla="*/ 1956297 w 2219305"/>
              <a:gd name="csY0" fmla="*/ 975663 h 1752094"/>
              <a:gd name="csX1" fmla="*/ 2219187 w 2219305"/>
              <a:gd name="csY1" fmla="*/ 1337613 h 1752094"/>
              <a:gd name="csX2" fmla="*/ 1921055 w 2219305"/>
              <a:gd name="csY2" fmla="*/ 1661463 h 1752094"/>
              <a:gd name="csX3" fmla="*/ 1471475 w 2219305"/>
              <a:gd name="csY3" fmla="*/ 1713851 h 1752094"/>
              <a:gd name="csX4" fmla="*/ 1326695 w 2219305"/>
              <a:gd name="csY4" fmla="*/ 1262366 h 1752094"/>
              <a:gd name="csX5" fmla="*/ 3353 w 2219305"/>
              <a:gd name="csY5" fmla="*/ 36178 h 1752094"/>
              <a:gd name="csX6" fmla="*/ 819815 w 2219305"/>
              <a:gd name="csY6" fmla="*/ 401621 h 1752094"/>
              <a:gd name="csX7" fmla="*/ 1637210 w 2219305"/>
              <a:gd name="csY7" fmla="*/ 641336 h 1752094"/>
              <a:gd name="csX8" fmla="*/ 1956297 w 2219305"/>
              <a:gd name="csY8" fmla="*/ 975663 h 1752094"/>
              <a:gd name="csX0" fmla="*/ 1525771 w 1788779"/>
              <a:gd name="csY0" fmla="*/ 1078795 h 1855226"/>
              <a:gd name="csX1" fmla="*/ 1788661 w 1788779"/>
              <a:gd name="csY1" fmla="*/ 1440745 h 1855226"/>
              <a:gd name="csX2" fmla="*/ 1490529 w 1788779"/>
              <a:gd name="csY2" fmla="*/ 1764595 h 1855226"/>
              <a:gd name="csX3" fmla="*/ 1040949 w 1788779"/>
              <a:gd name="csY3" fmla="*/ 1816983 h 1855226"/>
              <a:gd name="csX4" fmla="*/ 896169 w 1788779"/>
              <a:gd name="csY4" fmla="*/ 1365498 h 1855226"/>
              <a:gd name="csX5" fmla="*/ 6489 w 1788779"/>
              <a:gd name="csY5" fmla="*/ 25914 h 1855226"/>
              <a:gd name="csX6" fmla="*/ 389289 w 1788779"/>
              <a:gd name="csY6" fmla="*/ 504753 h 1855226"/>
              <a:gd name="csX7" fmla="*/ 1206684 w 1788779"/>
              <a:gd name="csY7" fmla="*/ 744468 h 1855226"/>
              <a:gd name="csX8" fmla="*/ 1525771 w 1788779"/>
              <a:gd name="csY8" fmla="*/ 1078795 h 1855226"/>
              <a:gd name="csX0" fmla="*/ 1525771 w 1788779"/>
              <a:gd name="csY0" fmla="*/ 1078795 h 1855226"/>
              <a:gd name="csX1" fmla="*/ 1788661 w 1788779"/>
              <a:gd name="csY1" fmla="*/ 1440745 h 1855226"/>
              <a:gd name="csX2" fmla="*/ 1490529 w 1788779"/>
              <a:gd name="csY2" fmla="*/ 1764595 h 1855226"/>
              <a:gd name="csX3" fmla="*/ 1040949 w 1788779"/>
              <a:gd name="csY3" fmla="*/ 1816983 h 1855226"/>
              <a:gd name="csX4" fmla="*/ 896169 w 1788779"/>
              <a:gd name="csY4" fmla="*/ 1365498 h 1855226"/>
              <a:gd name="csX5" fmla="*/ 6489 w 1788779"/>
              <a:gd name="csY5" fmla="*/ 25914 h 1855226"/>
              <a:gd name="csX6" fmla="*/ 389289 w 1788779"/>
              <a:gd name="csY6" fmla="*/ 504753 h 1855226"/>
              <a:gd name="csX7" fmla="*/ 1206684 w 1788779"/>
              <a:gd name="csY7" fmla="*/ 744468 h 1855226"/>
              <a:gd name="csX8" fmla="*/ 1525771 w 1788779"/>
              <a:gd name="csY8" fmla="*/ 1078795 h 1855226"/>
              <a:gd name="csX0" fmla="*/ 1681014 w 1944022"/>
              <a:gd name="csY0" fmla="*/ 1076515 h 1852946"/>
              <a:gd name="csX1" fmla="*/ 1943904 w 1944022"/>
              <a:gd name="csY1" fmla="*/ 1438465 h 1852946"/>
              <a:gd name="csX2" fmla="*/ 1645772 w 1944022"/>
              <a:gd name="csY2" fmla="*/ 1762315 h 1852946"/>
              <a:gd name="csX3" fmla="*/ 1196192 w 1944022"/>
              <a:gd name="csY3" fmla="*/ 1814703 h 1852946"/>
              <a:gd name="csX4" fmla="*/ 1051412 w 1944022"/>
              <a:gd name="csY4" fmla="*/ 1363218 h 1852946"/>
              <a:gd name="csX5" fmla="*/ 161732 w 1944022"/>
              <a:gd name="csY5" fmla="*/ 23634 h 1852946"/>
              <a:gd name="csX6" fmla="*/ 544532 w 1944022"/>
              <a:gd name="csY6" fmla="*/ 502473 h 1852946"/>
              <a:gd name="csX7" fmla="*/ 1361927 w 1944022"/>
              <a:gd name="csY7" fmla="*/ 742188 h 1852946"/>
              <a:gd name="csX8" fmla="*/ 1681014 w 1944022"/>
              <a:gd name="csY8" fmla="*/ 1076515 h 1852946"/>
              <a:gd name="csX0" fmla="*/ 4763267 w 5026275"/>
              <a:gd name="csY0" fmla="*/ 1053765 h 1830196"/>
              <a:gd name="csX1" fmla="*/ 5026157 w 5026275"/>
              <a:gd name="csY1" fmla="*/ 1415715 h 1830196"/>
              <a:gd name="csX2" fmla="*/ 4728025 w 5026275"/>
              <a:gd name="csY2" fmla="*/ 1739565 h 1830196"/>
              <a:gd name="csX3" fmla="*/ 4278445 w 5026275"/>
              <a:gd name="csY3" fmla="*/ 1791953 h 1830196"/>
              <a:gd name="csX4" fmla="*/ 4133665 w 5026275"/>
              <a:gd name="csY4" fmla="*/ 1340468 h 1830196"/>
              <a:gd name="csX5" fmla="*/ 5711 w 5026275"/>
              <a:gd name="csY5" fmla="*/ 609319 h 1830196"/>
              <a:gd name="csX6" fmla="*/ 3243985 w 5026275"/>
              <a:gd name="csY6" fmla="*/ 884 h 1830196"/>
              <a:gd name="csX7" fmla="*/ 3626785 w 5026275"/>
              <a:gd name="csY7" fmla="*/ 479723 h 1830196"/>
              <a:gd name="csX8" fmla="*/ 4444180 w 5026275"/>
              <a:gd name="csY8" fmla="*/ 719438 h 1830196"/>
              <a:gd name="csX9" fmla="*/ 4763267 w 5026275"/>
              <a:gd name="csY9" fmla="*/ 1053765 h 1830196"/>
              <a:gd name="csX0" fmla="*/ 4764215 w 5027223"/>
              <a:gd name="csY0" fmla="*/ 1037597 h 1814028"/>
              <a:gd name="csX1" fmla="*/ 5027105 w 5027223"/>
              <a:gd name="csY1" fmla="*/ 1399547 h 1814028"/>
              <a:gd name="csX2" fmla="*/ 4728973 w 5027223"/>
              <a:gd name="csY2" fmla="*/ 1723397 h 1814028"/>
              <a:gd name="csX3" fmla="*/ 4279393 w 5027223"/>
              <a:gd name="csY3" fmla="*/ 1775785 h 1814028"/>
              <a:gd name="csX4" fmla="*/ 4134613 w 5027223"/>
              <a:gd name="csY4" fmla="*/ 1324300 h 1814028"/>
              <a:gd name="csX5" fmla="*/ 6659 w 5027223"/>
              <a:gd name="csY5" fmla="*/ 593151 h 1814028"/>
              <a:gd name="csX6" fmla="*/ 2832954 w 5027223"/>
              <a:gd name="csY6" fmla="*/ 915 h 1814028"/>
              <a:gd name="csX7" fmla="*/ 3627733 w 5027223"/>
              <a:gd name="csY7" fmla="*/ 463555 h 1814028"/>
              <a:gd name="csX8" fmla="*/ 4445128 w 5027223"/>
              <a:gd name="csY8" fmla="*/ 703270 h 1814028"/>
              <a:gd name="csX9" fmla="*/ 4764215 w 5027223"/>
              <a:gd name="csY9" fmla="*/ 1037597 h 1814028"/>
              <a:gd name="csX0" fmla="*/ 4764046 w 5027054"/>
              <a:gd name="csY0" fmla="*/ 1045680 h 1822111"/>
              <a:gd name="csX1" fmla="*/ 5026936 w 5027054"/>
              <a:gd name="csY1" fmla="*/ 1407630 h 1822111"/>
              <a:gd name="csX2" fmla="*/ 4728804 w 5027054"/>
              <a:gd name="csY2" fmla="*/ 1731480 h 1822111"/>
              <a:gd name="csX3" fmla="*/ 4279224 w 5027054"/>
              <a:gd name="csY3" fmla="*/ 1783868 h 1822111"/>
              <a:gd name="csX4" fmla="*/ 4134444 w 5027054"/>
              <a:gd name="csY4" fmla="*/ 1332383 h 1822111"/>
              <a:gd name="csX5" fmla="*/ 6490 w 5027054"/>
              <a:gd name="csY5" fmla="*/ 601234 h 1822111"/>
              <a:gd name="csX6" fmla="*/ 2897834 w 5027054"/>
              <a:gd name="csY6" fmla="*/ 898 h 1822111"/>
              <a:gd name="csX7" fmla="*/ 3627564 w 5027054"/>
              <a:gd name="csY7" fmla="*/ 471638 h 1822111"/>
              <a:gd name="csX8" fmla="*/ 4444959 w 5027054"/>
              <a:gd name="csY8" fmla="*/ 711353 h 1822111"/>
              <a:gd name="csX9" fmla="*/ 4764046 w 5027054"/>
              <a:gd name="csY9" fmla="*/ 1045680 h 1822111"/>
              <a:gd name="csX0" fmla="*/ 5023732 w 5286740"/>
              <a:gd name="csY0" fmla="*/ 1044819 h 1821250"/>
              <a:gd name="csX1" fmla="*/ 5286622 w 5286740"/>
              <a:gd name="csY1" fmla="*/ 1406769 h 1821250"/>
              <a:gd name="csX2" fmla="*/ 4988490 w 5286740"/>
              <a:gd name="csY2" fmla="*/ 1730619 h 1821250"/>
              <a:gd name="csX3" fmla="*/ 4538910 w 5286740"/>
              <a:gd name="csY3" fmla="*/ 1783007 h 1821250"/>
              <a:gd name="csX4" fmla="*/ 4394130 w 5286740"/>
              <a:gd name="csY4" fmla="*/ 1331522 h 1821250"/>
              <a:gd name="csX5" fmla="*/ 5979 w 5286740"/>
              <a:gd name="csY5" fmla="*/ 450528 h 1821250"/>
              <a:gd name="csX6" fmla="*/ 3157520 w 5286740"/>
              <a:gd name="csY6" fmla="*/ 37 h 1821250"/>
              <a:gd name="csX7" fmla="*/ 3887250 w 5286740"/>
              <a:gd name="csY7" fmla="*/ 470777 h 1821250"/>
              <a:gd name="csX8" fmla="*/ 4704645 w 5286740"/>
              <a:gd name="csY8" fmla="*/ 710492 h 1821250"/>
              <a:gd name="csX9" fmla="*/ 5023732 w 5286740"/>
              <a:gd name="csY9" fmla="*/ 1044819 h 1821250"/>
              <a:gd name="csX0" fmla="*/ 5023732 w 5286740"/>
              <a:gd name="csY0" fmla="*/ 1044819 h 1821250"/>
              <a:gd name="csX1" fmla="*/ 5286622 w 5286740"/>
              <a:gd name="csY1" fmla="*/ 1406769 h 1821250"/>
              <a:gd name="csX2" fmla="*/ 4988490 w 5286740"/>
              <a:gd name="csY2" fmla="*/ 1730619 h 1821250"/>
              <a:gd name="csX3" fmla="*/ 4538910 w 5286740"/>
              <a:gd name="csY3" fmla="*/ 1783007 h 1821250"/>
              <a:gd name="csX4" fmla="*/ 4394130 w 5286740"/>
              <a:gd name="csY4" fmla="*/ 1331522 h 1821250"/>
              <a:gd name="csX5" fmla="*/ 5979 w 5286740"/>
              <a:gd name="csY5" fmla="*/ 450528 h 1821250"/>
              <a:gd name="csX6" fmla="*/ 3157520 w 5286740"/>
              <a:gd name="csY6" fmla="*/ 37 h 1821250"/>
              <a:gd name="csX7" fmla="*/ 3887250 w 5286740"/>
              <a:gd name="csY7" fmla="*/ 470777 h 1821250"/>
              <a:gd name="csX8" fmla="*/ 4704645 w 5286740"/>
              <a:gd name="csY8" fmla="*/ 710492 h 1821250"/>
              <a:gd name="csX9" fmla="*/ 5023732 w 5286740"/>
              <a:gd name="csY9" fmla="*/ 1044819 h 1821250"/>
              <a:gd name="csX0" fmla="*/ 5023732 w 5286740"/>
              <a:gd name="csY0" fmla="*/ 1044819 h 1821250"/>
              <a:gd name="csX1" fmla="*/ 5286622 w 5286740"/>
              <a:gd name="csY1" fmla="*/ 1406769 h 1821250"/>
              <a:gd name="csX2" fmla="*/ 4988490 w 5286740"/>
              <a:gd name="csY2" fmla="*/ 1730619 h 1821250"/>
              <a:gd name="csX3" fmla="*/ 4538910 w 5286740"/>
              <a:gd name="csY3" fmla="*/ 1783007 h 1821250"/>
              <a:gd name="csX4" fmla="*/ 4394130 w 5286740"/>
              <a:gd name="csY4" fmla="*/ 1331522 h 1821250"/>
              <a:gd name="csX5" fmla="*/ 5979 w 5286740"/>
              <a:gd name="csY5" fmla="*/ 450528 h 1821250"/>
              <a:gd name="csX6" fmla="*/ 3157520 w 5286740"/>
              <a:gd name="csY6" fmla="*/ 37 h 1821250"/>
              <a:gd name="csX7" fmla="*/ 3887250 w 5286740"/>
              <a:gd name="csY7" fmla="*/ 470777 h 1821250"/>
              <a:gd name="csX8" fmla="*/ 4704645 w 5286740"/>
              <a:gd name="csY8" fmla="*/ 710492 h 1821250"/>
              <a:gd name="csX9" fmla="*/ 5023732 w 5286740"/>
              <a:gd name="csY9" fmla="*/ 1044819 h 1821250"/>
              <a:gd name="csX0" fmla="*/ 5019151 w 5282159"/>
              <a:gd name="csY0" fmla="*/ 1044819 h 1821250"/>
              <a:gd name="csX1" fmla="*/ 5282041 w 5282159"/>
              <a:gd name="csY1" fmla="*/ 1406769 h 1821250"/>
              <a:gd name="csX2" fmla="*/ 4983909 w 5282159"/>
              <a:gd name="csY2" fmla="*/ 1730619 h 1821250"/>
              <a:gd name="csX3" fmla="*/ 4534329 w 5282159"/>
              <a:gd name="csY3" fmla="*/ 1783007 h 1821250"/>
              <a:gd name="csX4" fmla="*/ 4389549 w 5282159"/>
              <a:gd name="csY4" fmla="*/ 1331522 h 1821250"/>
              <a:gd name="csX5" fmla="*/ 1398 w 5282159"/>
              <a:gd name="csY5" fmla="*/ 450528 h 1821250"/>
              <a:gd name="csX6" fmla="*/ 3152939 w 5282159"/>
              <a:gd name="csY6" fmla="*/ 37 h 1821250"/>
              <a:gd name="csX7" fmla="*/ 3882669 w 5282159"/>
              <a:gd name="csY7" fmla="*/ 470777 h 1821250"/>
              <a:gd name="csX8" fmla="*/ 4700064 w 5282159"/>
              <a:gd name="csY8" fmla="*/ 710492 h 1821250"/>
              <a:gd name="csX9" fmla="*/ 5019151 w 5282159"/>
              <a:gd name="csY9" fmla="*/ 1044819 h 1821250"/>
              <a:gd name="csX0" fmla="*/ 5235949 w 5498957"/>
              <a:gd name="csY0" fmla="*/ 1044828 h 1794706"/>
              <a:gd name="csX1" fmla="*/ 5498839 w 5498957"/>
              <a:gd name="csY1" fmla="*/ 1406778 h 1794706"/>
              <a:gd name="csX2" fmla="*/ 5200707 w 5498957"/>
              <a:gd name="csY2" fmla="*/ 1730628 h 1794706"/>
              <a:gd name="csX3" fmla="*/ 4751127 w 5498957"/>
              <a:gd name="csY3" fmla="*/ 1783016 h 1794706"/>
              <a:gd name="csX4" fmla="*/ 378149 w 5498957"/>
              <a:gd name="csY4" fmla="*/ 1647420 h 1794706"/>
              <a:gd name="csX5" fmla="*/ 218196 w 5498957"/>
              <a:gd name="csY5" fmla="*/ 450537 h 1794706"/>
              <a:gd name="csX6" fmla="*/ 3369737 w 5498957"/>
              <a:gd name="csY6" fmla="*/ 46 h 1794706"/>
              <a:gd name="csX7" fmla="*/ 4099467 w 5498957"/>
              <a:gd name="csY7" fmla="*/ 470786 h 1794706"/>
              <a:gd name="csX8" fmla="*/ 4916862 w 5498957"/>
              <a:gd name="csY8" fmla="*/ 710501 h 1794706"/>
              <a:gd name="csX9" fmla="*/ 5235949 w 5498957"/>
              <a:gd name="csY9" fmla="*/ 1044828 h 1794706"/>
              <a:gd name="csX0" fmla="*/ 5235949 w 5498957"/>
              <a:gd name="csY0" fmla="*/ 1044828 h 1794706"/>
              <a:gd name="csX1" fmla="*/ 5498839 w 5498957"/>
              <a:gd name="csY1" fmla="*/ 1406778 h 1794706"/>
              <a:gd name="csX2" fmla="*/ 5200707 w 5498957"/>
              <a:gd name="csY2" fmla="*/ 1730628 h 1794706"/>
              <a:gd name="csX3" fmla="*/ 4751127 w 5498957"/>
              <a:gd name="csY3" fmla="*/ 1783016 h 1794706"/>
              <a:gd name="csX4" fmla="*/ 378149 w 5498957"/>
              <a:gd name="csY4" fmla="*/ 1647420 h 1794706"/>
              <a:gd name="csX5" fmla="*/ 218196 w 5498957"/>
              <a:gd name="csY5" fmla="*/ 450537 h 1794706"/>
              <a:gd name="csX6" fmla="*/ 3369737 w 5498957"/>
              <a:gd name="csY6" fmla="*/ 46 h 1794706"/>
              <a:gd name="csX7" fmla="*/ 4099467 w 5498957"/>
              <a:gd name="csY7" fmla="*/ 470786 h 1794706"/>
              <a:gd name="csX8" fmla="*/ 4916862 w 5498957"/>
              <a:gd name="csY8" fmla="*/ 710501 h 1794706"/>
              <a:gd name="csX9" fmla="*/ 5235949 w 5498957"/>
              <a:gd name="csY9" fmla="*/ 1044828 h 1794706"/>
              <a:gd name="csX0" fmla="*/ 5200285 w 5463293"/>
              <a:gd name="csY0" fmla="*/ 1044828 h 1799770"/>
              <a:gd name="csX1" fmla="*/ 5463175 w 5463293"/>
              <a:gd name="csY1" fmla="*/ 1406778 h 1799770"/>
              <a:gd name="csX2" fmla="*/ 5165043 w 5463293"/>
              <a:gd name="csY2" fmla="*/ 1730628 h 1799770"/>
              <a:gd name="csX3" fmla="*/ 4715463 w 5463293"/>
              <a:gd name="csY3" fmla="*/ 1783016 h 1799770"/>
              <a:gd name="csX4" fmla="*/ 342485 w 5463293"/>
              <a:gd name="csY4" fmla="*/ 1647420 h 1799770"/>
              <a:gd name="csX5" fmla="*/ 182532 w 5463293"/>
              <a:gd name="csY5" fmla="*/ 450537 h 1799770"/>
              <a:gd name="csX6" fmla="*/ 3334073 w 5463293"/>
              <a:gd name="csY6" fmla="*/ 46 h 1799770"/>
              <a:gd name="csX7" fmla="*/ 4063803 w 5463293"/>
              <a:gd name="csY7" fmla="*/ 470786 h 1799770"/>
              <a:gd name="csX8" fmla="*/ 4881198 w 5463293"/>
              <a:gd name="csY8" fmla="*/ 710501 h 1799770"/>
              <a:gd name="csX9" fmla="*/ 5200285 w 5463293"/>
              <a:gd name="csY9" fmla="*/ 1044828 h 1799770"/>
              <a:gd name="csX0" fmla="*/ 5200285 w 5463293"/>
              <a:gd name="csY0" fmla="*/ 1044828 h 1799770"/>
              <a:gd name="csX1" fmla="*/ 5463175 w 5463293"/>
              <a:gd name="csY1" fmla="*/ 1406778 h 1799770"/>
              <a:gd name="csX2" fmla="*/ 5165043 w 5463293"/>
              <a:gd name="csY2" fmla="*/ 1730628 h 1799770"/>
              <a:gd name="csX3" fmla="*/ 4715463 w 5463293"/>
              <a:gd name="csY3" fmla="*/ 1783016 h 1799770"/>
              <a:gd name="csX4" fmla="*/ 342485 w 5463293"/>
              <a:gd name="csY4" fmla="*/ 1647420 h 1799770"/>
              <a:gd name="csX5" fmla="*/ 182532 w 5463293"/>
              <a:gd name="csY5" fmla="*/ 450537 h 1799770"/>
              <a:gd name="csX6" fmla="*/ 3334073 w 5463293"/>
              <a:gd name="csY6" fmla="*/ 46 h 1799770"/>
              <a:gd name="csX7" fmla="*/ 4063803 w 5463293"/>
              <a:gd name="csY7" fmla="*/ 470786 h 1799770"/>
              <a:gd name="csX8" fmla="*/ 4881198 w 5463293"/>
              <a:gd name="csY8" fmla="*/ 710501 h 1799770"/>
              <a:gd name="csX9" fmla="*/ 5200285 w 5463293"/>
              <a:gd name="csY9" fmla="*/ 1044828 h 1799770"/>
              <a:gd name="csX0" fmla="*/ 5200285 w 5463293"/>
              <a:gd name="csY0" fmla="*/ 1044828 h 1799770"/>
              <a:gd name="csX1" fmla="*/ 5463175 w 5463293"/>
              <a:gd name="csY1" fmla="*/ 1406778 h 1799770"/>
              <a:gd name="csX2" fmla="*/ 5165043 w 5463293"/>
              <a:gd name="csY2" fmla="*/ 1730628 h 1799770"/>
              <a:gd name="csX3" fmla="*/ 4715463 w 5463293"/>
              <a:gd name="csY3" fmla="*/ 1783016 h 1799770"/>
              <a:gd name="csX4" fmla="*/ 342485 w 5463293"/>
              <a:gd name="csY4" fmla="*/ 1647420 h 1799770"/>
              <a:gd name="csX5" fmla="*/ 182532 w 5463293"/>
              <a:gd name="csY5" fmla="*/ 450537 h 1799770"/>
              <a:gd name="csX6" fmla="*/ 3334073 w 5463293"/>
              <a:gd name="csY6" fmla="*/ 46 h 1799770"/>
              <a:gd name="csX7" fmla="*/ 4063803 w 5463293"/>
              <a:gd name="csY7" fmla="*/ 470786 h 1799770"/>
              <a:gd name="csX8" fmla="*/ 4881198 w 5463293"/>
              <a:gd name="csY8" fmla="*/ 710501 h 1799770"/>
              <a:gd name="csX9" fmla="*/ 5200285 w 5463293"/>
              <a:gd name="csY9" fmla="*/ 1044828 h 1799770"/>
              <a:gd name="csX0" fmla="*/ 5320168 w 5593529"/>
              <a:gd name="csY0" fmla="*/ 1044828 h 1857809"/>
              <a:gd name="csX1" fmla="*/ 5583058 w 5593529"/>
              <a:gd name="csY1" fmla="*/ 1406778 h 1857809"/>
              <a:gd name="csX2" fmla="*/ 5284926 w 5593529"/>
              <a:gd name="csY2" fmla="*/ 1730628 h 1857809"/>
              <a:gd name="csX3" fmla="*/ 3274165 w 5593529"/>
              <a:gd name="csY3" fmla="*/ 1855914 h 1857809"/>
              <a:gd name="csX4" fmla="*/ 462368 w 5593529"/>
              <a:gd name="csY4" fmla="*/ 1647420 h 1857809"/>
              <a:gd name="csX5" fmla="*/ 302415 w 5593529"/>
              <a:gd name="csY5" fmla="*/ 450537 h 1857809"/>
              <a:gd name="csX6" fmla="*/ 3453956 w 5593529"/>
              <a:gd name="csY6" fmla="*/ 46 h 1857809"/>
              <a:gd name="csX7" fmla="*/ 4183686 w 5593529"/>
              <a:gd name="csY7" fmla="*/ 470786 h 1857809"/>
              <a:gd name="csX8" fmla="*/ 5001081 w 5593529"/>
              <a:gd name="csY8" fmla="*/ 710501 h 1857809"/>
              <a:gd name="csX9" fmla="*/ 5320168 w 5593529"/>
              <a:gd name="csY9" fmla="*/ 1044828 h 1857809"/>
              <a:gd name="csX0" fmla="*/ 5303906 w 5590401"/>
              <a:gd name="csY0" fmla="*/ 1044828 h 1986298"/>
              <a:gd name="csX1" fmla="*/ 5566796 w 5590401"/>
              <a:gd name="csY1" fmla="*/ 1406778 h 1986298"/>
              <a:gd name="csX2" fmla="*/ 5268664 w 5590401"/>
              <a:gd name="csY2" fmla="*/ 1730628 h 1986298"/>
              <a:gd name="csX3" fmla="*/ 2932657 w 5590401"/>
              <a:gd name="csY3" fmla="*/ 1985510 h 1986298"/>
              <a:gd name="csX4" fmla="*/ 446106 w 5590401"/>
              <a:gd name="csY4" fmla="*/ 1647420 h 1986298"/>
              <a:gd name="csX5" fmla="*/ 286153 w 5590401"/>
              <a:gd name="csY5" fmla="*/ 450537 h 1986298"/>
              <a:gd name="csX6" fmla="*/ 3437694 w 5590401"/>
              <a:gd name="csY6" fmla="*/ 46 h 1986298"/>
              <a:gd name="csX7" fmla="*/ 4167424 w 5590401"/>
              <a:gd name="csY7" fmla="*/ 470786 h 1986298"/>
              <a:gd name="csX8" fmla="*/ 4984819 w 5590401"/>
              <a:gd name="csY8" fmla="*/ 710501 h 1986298"/>
              <a:gd name="csX9" fmla="*/ 5303906 w 5590401"/>
              <a:gd name="csY9" fmla="*/ 1044828 h 1986298"/>
              <a:gd name="csX0" fmla="*/ 5303906 w 5566904"/>
              <a:gd name="csY0" fmla="*/ 1044828 h 1992814"/>
              <a:gd name="csX1" fmla="*/ 5566796 w 5566904"/>
              <a:gd name="csY1" fmla="*/ 1406778 h 1992814"/>
              <a:gd name="csX2" fmla="*/ 5268664 w 5566904"/>
              <a:gd name="csY2" fmla="*/ 1730628 h 1992814"/>
              <a:gd name="csX3" fmla="*/ 4666136 w 5566904"/>
              <a:gd name="csY3" fmla="*/ 1867989 h 1992814"/>
              <a:gd name="csX4" fmla="*/ 2932657 w 5566904"/>
              <a:gd name="csY4" fmla="*/ 1985510 h 1992814"/>
              <a:gd name="csX5" fmla="*/ 446106 w 5566904"/>
              <a:gd name="csY5" fmla="*/ 1647420 h 1992814"/>
              <a:gd name="csX6" fmla="*/ 286153 w 5566904"/>
              <a:gd name="csY6" fmla="*/ 450537 h 1992814"/>
              <a:gd name="csX7" fmla="*/ 3437694 w 5566904"/>
              <a:gd name="csY7" fmla="*/ 46 h 1992814"/>
              <a:gd name="csX8" fmla="*/ 4167424 w 5566904"/>
              <a:gd name="csY8" fmla="*/ 470786 h 1992814"/>
              <a:gd name="csX9" fmla="*/ 4984819 w 5566904"/>
              <a:gd name="csY9" fmla="*/ 710501 h 1992814"/>
              <a:gd name="csX10" fmla="*/ 5303906 w 5566904"/>
              <a:gd name="csY10" fmla="*/ 1044828 h 1992814"/>
              <a:gd name="csX0" fmla="*/ 5303906 w 5566904"/>
              <a:gd name="csY0" fmla="*/ 1044828 h 1992814"/>
              <a:gd name="csX1" fmla="*/ 5566796 w 5566904"/>
              <a:gd name="csY1" fmla="*/ 1406778 h 1992814"/>
              <a:gd name="csX2" fmla="*/ 5268664 w 5566904"/>
              <a:gd name="csY2" fmla="*/ 1730628 h 1992814"/>
              <a:gd name="csX3" fmla="*/ 4666136 w 5566904"/>
              <a:gd name="csY3" fmla="*/ 1867989 h 1992814"/>
              <a:gd name="csX4" fmla="*/ 2932657 w 5566904"/>
              <a:gd name="csY4" fmla="*/ 1985510 h 1992814"/>
              <a:gd name="csX5" fmla="*/ 446106 w 5566904"/>
              <a:gd name="csY5" fmla="*/ 1647420 h 1992814"/>
              <a:gd name="csX6" fmla="*/ 286153 w 5566904"/>
              <a:gd name="csY6" fmla="*/ 450537 h 1992814"/>
              <a:gd name="csX7" fmla="*/ 3437694 w 5566904"/>
              <a:gd name="csY7" fmla="*/ 46 h 1992814"/>
              <a:gd name="csX8" fmla="*/ 4167424 w 5566904"/>
              <a:gd name="csY8" fmla="*/ 470786 h 1992814"/>
              <a:gd name="csX9" fmla="*/ 4984819 w 5566904"/>
              <a:gd name="csY9" fmla="*/ 710501 h 1992814"/>
              <a:gd name="csX10" fmla="*/ 5303906 w 5566904"/>
              <a:gd name="csY10" fmla="*/ 1044828 h 1992814"/>
              <a:gd name="csX0" fmla="*/ 5303906 w 5566886"/>
              <a:gd name="csY0" fmla="*/ 1044828 h 1995191"/>
              <a:gd name="csX1" fmla="*/ 5566796 w 5566886"/>
              <a:gd name="csY1" fmla="*/ 1406778 h 1995191"/>
              <a:gd name="csX2" fmla="*/ 5268664 w 5566886"/>
              <a:gd name="csY2" fmla="*/ 1730628 h 1995191"/>
              <a:gd name="csX3" fmla="*/ 4861285 w 5566886"/>
              <a:gd name="csY3" fmla="*/ 1888239 h 1995191"/>
              <a:gd name="csX4" fmla="*/ 2932657 w 5566886"/>
              <a:gd name="csY4" fmla="*/ 1985510 h 1995191"/>
              <a:gd name="csX5" fmla="*/ 446106 w 5566886"/>
              <a:gd name="csY5" fmla="*/ 1647420 h 1995191"/>
              <a:gd name="csX6" fmla="*/ 286153 w 5566886"/>
              <a:gd name="csY6" fmla="*/ 450537 h 1995191"/>
              <a:gd name="csX7" fmla="*/ 3437694 w 5566886"/>
              <a:gd name="csY7" fmla="*/ 46 h 1995191"/>
              <a:gd name="csX8" fmla="*/ 4167424 w 5566886"/>
              <a:gd name="csY8" fmla="*/ 470786 h 1995191"/>
              <a:gd name="csX9" fmla="*/ 4984819 w 5566886"/>
              <a:gd name="csY9" fmla="*/ 710501 h 1995191"/>
              <a:gd name="csX10" fmla="*/ 5303906 w 5566886"/>
              <a:gd name="csY10" fmla="*/ 1044828 h 1995191"/>
              <a:gd name="csX0" fmla="*/ 5268865 w 5531845"/>
              <a:gd name="csY0" fmla="*/ 1044831 h 1991805"/>
              <a:gd name="csX1" fmla="*/ 5531755 w 5531845"/>
              <a:gd name="csY1" fmla="*/ 1406781 h 1991805"/>
              <a:gd name="csX2" fmla="*/ 5233623 w 5531845"/>
              <a:gd name="csY2" fmla="*/ 1730631 h 1991805"/>
              <a:gd name="csX3" fmla="*/ 4826244 w 5531845"/>
              <a:gd name="csY3" fmla="*/ 1888242 h 1991805"/>
              <a:gd name="csX4" fmla="*/ 2897616 w 5531845"/>
              <a:gd name="csY4" fmla="*/ 1985513 h 1991805"/>
              <a:gd name="csX5" fmla="*/ 497799 w 5531845"/>
              <a:gd name="csY5" fmla="*/ 1708171 h 1991805"/>
              <a:gd name="csX6" fmla="*/ 251112 w 5531845"/>
              <a:gd name="csY6" fmla="*/ 450540 h 1991805"/>
              <a:gd name="csX7" fmla="*/ 3402653 w 5531845"/>
              <a:gd name="csY7" fmla="*/ 49 h 1991805"/>
              <a:gd name="csX8" fmla="*/ 4132383 w 5531845"/>
              <a:gd name="csY8" fmla="*/ 470789 h 1991805"/>
              <a:gd name="csX9" fmla="*/ 4949778 w 5531845"/>
              <a:gd name="csY9" fmla="*/ 710504 h 1991805"/>
              <a:gd name="csX10" fmla="*/ 5268865 w 5531845"/>
              <a:gd name="csY10" fmla="*/ 1044831 h 1991805"/>
              <a:gd name="csX0" fmla="*/ 5187606 w 5450586"/>
              <a:gd name="csY0" fmla="*/ 1044831 h 1991805"/>
              <a:gd name="csX1" fmla="*/ 5450496 w 5450586"/>
              <a:gd name="csY1" fmla="*/ 1406781 h 1991805"/>
              <a:gd name="csX2" fmla="*/ 5152364 w 5450586"/>
              <a:gd name="csY2" fmla="*/ 1730631 h 1991805"/>
              <a:gd name="csX3" fmla="*/ 4744985 w 5450586"/>
              <a:gd name="csY3" fmla="*/ 1888242 h 1991805"/>
              <a:gd name="csX4" fmla="*/ 2816357 w 5450586"/>
              <a:gd name="csY4" fmla="*/ 1985513 h 1991805"/>
              <a:gd name="csX5" fmla="*/ 416540 w 5450586"/>
              <a:gd name="csY5" fmla="*/ 1708171 h 1991805"/>
              <a:gd name="csX6" fmla="*/ 169853 w 5450586"/>
              <a:gd name="csY6" fmla="*/ 450540 h 1991805"/>
              <a:gd name="csX7" fmla="*/ 3321394 w 5450586"/>
              <a:gd name="csY7" fmla="*/ 49 h 1991805"/>
              <a:gd name="csX8" fmla="*/ 4051124 w 5450586"/>
              <a:gd name="csY8" fmla="*/ 470789 h 1991805"/>
              <a:gd name="csX9" fmla="*/ 4868519 w 5450586"/>
              <a:gd name="csY9" fmla="*/ 710504 h 1991805"/>
              <a:gd name="csX10" fmla="*/ 5187606 w 5450586"/>
              <a:gd name="csY10" fmla="*/ 1044831 h 1991805"/>
              <a:gd name="csX0" fmla="*/ 5262529 w 5525509"/>
              <a:gd name="csY0" fmla="*/ 1044831 h 1992020"/>
              <a:gd name="csX1" fmla="*/ 5525419 w 5525509"/>
              <a:gd name="csY1" fmla="*/ 1406781 h 1992020"/>
              <a:gd name="csX2" fmla="*/ 5227287 w 5525509"/>
              <a:gd name="csY2" fmla="*/ 1730631 h 1992020"/>
              <a:gd name="csX3" fmla="*/ 4819908 w 5525509"/>
              <a:gd name="csY3" fmla="*/ 1888242 h 1992020"/>
              <a:gd name="csX4" fmla="*/ 2891280 w 5525509"/>
              <a:gd name="csY4" fmla="*/ 1985513 h 1992020"/>
              <a:gd name="csX5" fmla="*/ 231267 w 5525509"/>
              <a:gd name="csY5" fmla="*/ 1704121 h 1992020"/>
              <a:gd name="csX6" fmla="*/ 244776 w 5525509"/>
              <a:gd name="csY6" fmla="*/ 450540 h 1992020"/>
              <a:gd name="csX7" fmla="*/ 3396317 w 5525509"/>
              <a:gd name="csY7" fmla="*/ 49 h 1992020"/>
              <a:gd name="csX8" fmla="*/ 4126047 w 5525509"/>
              <a:gd name="csY8" fmla="*/ 470789 h 1992020"/>
              <a:gd name="csX9" fmla="*/ 4943442 w 5525509"/>
              <a:gd name="csY9" fmla="*/ 710504 h 1992020"/>
              <a:gd name="csX10" fmla="*/ 5262529 w 5525509"/>
              <a:gd name="csY10" fmla="*/ 1044831 h 19920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525509" h="1992020">
                <a:moveTo>
                  <a:pt x="5262529" y="1044831"/>
                </a:moveTo>
                <a:cubicBezTo>
                  <a:pt x="5373972" y="1178181"/>
                  <a:pt x="5521609" y="1289624"/>
                  <a:pt x="5525419" y="1406781"/>
                </a:cubicBezTo>
                <a:cubicBezTo>
                  <a:pt x="5530182" y="1523939"/>
                  <a:pt x="5344872" y="1650388"/>
                  <a:pt x="5227287" y="1730631"/>
                </a:cubicBezTo>
                <a:cubicBezTo>
                  <a:pt x="5109702" y="1810874"/>
                  <a:pt x="5209242" y="1845762"/>
                  <a:pt x="4819908" y="1888242"/>
                </a:cubicBezTo>
                <a:cubicBezTo>
                  <a:pt x="4430574" y="1930722"/>
                  <a:pt x="3656053" y="2016200"/>
                  <a:pt x="2891280" y="1985513"/>
                </a:cubicBezTo>
                <a:cubicBezTo>
                  <a:pt x="2126507" y="1954826"/>
                  <a:pt x="260372" y="1951850"/>
                  <a:pt x="231267" y="1704121"/>
                </a:cubicBezTo>
                <a:cubicBezTo>
                  <a:pt x="202162" y="1456392"/>
                  <a:pt x="-282732" y="734552"/>
                  <a:pt x="244776" y="450540"/>
                </a:cubicBezTo>
                <a:cubicBezTo>
                  <a:pt x="772284" y="166528"/>
                  <a:pt x="2749439" y="-3326"/>
                  <a:pt x="3396317" y="49"/>
                </a:cubicBezTo>
                <a:cubicBezTo>
                  <a:pt x="4043196" y="3424"/>
                  <a:pt x="3868193" y="352380"/>
                  <a:pt x="4126047" y="470789"/>
                </a:cubicBezTo>
                <a:cubicBezTo>
                  <a:pt x="4383901" y="589198"/>
                  <a:pt x="4790167" y="613480"/>
                  <a:pt x="4943442" y="710504"/>
                </a:cubicBezTo>
                <a:cubicBezTo>
                  <a:pt x="5075839" y="756224"/>
                  <a:pt x="5151087" y="911481"/>
                  <a:pt x="5262529" y="1044831"/>
                </a:cubicBezTo>
                <a:close/>
              </a:path>
            </a:pathLst>
          </a:custGeom>
          <a:solidFill>
            <a:schemeClr val="accent4">
              <a:lumMod val="75000"/>
            </a:schemeClr>
          </a:solidFill>
          <a:ln w="9525" cap="flat">
            <a:noFill/>
            <a:prstDash val="solid"/>
            <a:miter/>
          </a:ln>
        </p:spPr>
        <p:txBody>
          <a:bodyPr/>
          <a:lstStyle/>
          <a:p>
            <a:endParaRPr lang="en-US">
              <a:noFill/>
            </a:endParaRPr>
          </a:p>
        </p:txBody>
      </p:sp>
      <p:sp>
        <p:nvSpPr>
          <p:cNvPr id="11" name="Graphic 129">
            <a:extLst>
              <a:ext uri="{FF2B5EF4-FFF2-40B4-BE49-F238E27FC236}">
                <a16:creationId xmlns:a16="http://schemas.microsoft.com/office/drawing/2014/main" id="{6A3080D5-F816-FA6D-D73B-2ADADB78346F}"/>
              </a:ext>
            </a:extLst>
          </p:cNvPr>
          <p:cNvSpPr/>
          <p:nvPr/>
        </p:nvSpPr>
        <p:spPr>
          <a:xfrm rot="5747428" flipH="1">
            <a:off x="-855431" y="1033690"/>
            <a:ext cx="8272474" cy="16972778"/>
          </a:xfrm>
          <a:custGeom>
            <a:avLst/>
            <a:gdLst>
              <a:gd name="csX0" fmla="*/ 714496 w 977405"/>
              <a:gd name="csY0" fmla="*/ 349032 h 1125362"/>
              <a:gd name="csX1" fmla="*/ 977386 w 977405"/>
              <a:gd name="csY1" fmla="*/ 710982 h 1125362"/>
              <a:gd name="csX2" fmla="*/ 679254 w 977405"/>
              <a:gd name="csY2" fmla="*/ 1034832 h 1125362"/>
              <a:gd name="csX3" fmla="*/ 229674 w 977405"/>
              <a:gd name="csY3" fmla="*/ 1087220 h 1125362"/>
              <a:gd name="csX4" fmla="*/ 84894 w 977405"/>
              <a:gd name="csY4" fmla="*/ 635735 h 1125362"/>
              <a:gd name="csX5" fmla="*/ 19171 w 977405"/>
              <a:gd name="csY5" fmla="*/ 154722 h 1125362"/>
              <a:gd name="csX6" fmla="*/ 395409 w 977405"/>
              <a:gd name="csY6" fmla="*/ 14705 h 1125362"/>
              <a:gd name="csX7" fmla="*/ 714496 w 977405"/>
              <a:gd name="csY7" fmla="*/ 349032 h 1125362"/>
              <a:gd name="csX0" fmla="*/ 714397 w 977405"/>
              <a:gd name="csY0" fmla="*/ 348932 h 1125363"/>
              <a:gd name="csX1" fmla="*/ 977287 w 977405"/>
              <a:gd name="csY1" fmla="*/ 710882 h 1125363"/>
              <a:gd name="csX2" fmla="*/ 679155 w 977405"/>
              <a:gd name="csY2" fmla="*/ 1034732 h 1125363"/>
              <a:gd name="csX3" fmla="*/ 229575 w 977405"/>
              <a:gd name="csY3" fmla="*/ 1087120 h 1125363"/>
              <a:gd name="csX4" fmla="*/ 84795 w 977405"/>
              <a:gd name="csY4" fmla="*/ 635635 h 1125363"/>
              <a:gd name="csX5" fmla="*/ 19072 w 977405"/>
              <a:gd name="csY5" fmla="*/ 154622 h 1125363"/>
              <a:gd name="csX6" fmla="*/ 395310 w 977405"/>
              <a:gd name="csY6" fmla="*/ 14605 h 1125363"/>
              <a:gd name="csX7" fmla="*/ 714397 w 977405"/>
              <a:gd name="csY7" fmla="*/ 348932 h 1125363"/>
              <a:gd name="csX0" fmla="*/ 1954611 w 2217619"/>
              <a:gd name="csY0" fmla="*/ 953674 h 1730105"/>
              <a:gd name="csX1" fmla="*/ 2217501 w 2217619"/>
              <a:gd name="csY1" fmla="*/ 1315624 h 1730105"/>
              <a:gd name="csX2" fmla="*/ 1919369 w 2217619"/>
              <a:gd name="csY2" fmla="*/ 1639474 h 1730105"/>
              <a:gd name="csX3" fmla="*/ 1469789 w 2217619"/>
              <a:gd name="csY3" fmla="*/ 1691862 h 1730105"/>
              <a:gd name="csX4" fmla="*/ 1325009 w 2217619"/>
              <a:gd name="csY4" fmla="*/ 1240377 h 1730105"/>
              <a:gd name="csX5" fmla="*/ 1667 w 2217619"/>
              <a:gd name="csY5" fmla="*/ 14189 h 1730105"/>
              <a:gd name="csX6" fmla="*/ 1635524 w 2217619"/>
              <a:gd name="csY6" fmla="*/ 619347 h 1730105"/>
              <a:gd name="csX7" fmla="*/ 1954611 w 2217619"/>
              <a:gd name="csY7" fmla="*/ 953674 h 1730105"/>
              <a:gd name="csX0" fmla="*/ 1955732 w 2218740"/>
              <a:gd name="csY0" fmla="*/ 970158 h 1746589"/>
              <a:gd name="csX1" fmla="*/ 2218622 w 2218740"/>
              <a:gd name="csY1" fmla="*/ 1332108 h 1746589"/>
              <a:gd name="csX2" fmla="*/ 1920490 w 2218740"/>
              <a:gd name="csY2" fmla="*/ 1655958 h 1746589"/>
              <a:gd name="csX3" fmla="*/ 1470910 w 2218740"/>
              <a:gd name="csY3" fmla="*/ 1708346 h 1746589"/>
              <a:gd name="csX4" fmla="*/ 1326130 w 2218740"/>
              <a:gd name="csY4" fmla="*/ 1256861 h 1746589"/>
              <a:gd name="csX5" fmla="*/ 2788 w 2218740"/>
              <a:gd name="csY5" fmla="*/ 30673 h 1746589"/>
              <a:gd name="csX6" fmla="*/ 819250 w 2218740"/>
              <a:gd name="csY6" fmla="*/ 396116 h 1746589"/>
              <a:gd name="csX7" fmla="*/ 1636645 w 2218740"/>
              <a:gd name="csY7" fmla="*/ 635831 h 1746589"/>
              <a:gd name="csX8" fmla="*/ 1955732 w 2218740"/>
              <a:gd name="csY8" fmla="*/ 970158 h 1746589"/>
              <a:gd name="csX0" fmla="*/ 1955732 w 2218740"/>
              <a:gd name="csY0" fmla="*/ 970158 h 1746589"/>
              <a:gd name="csX1" fmla="*/ 2218622 w 2218740"/>
              <a:gd name="csY1" fmla="*/ 1332108 h 1746589"/>
              <a:gd name="csX2" fmla="*/ 1920490 w 2218740"/>
              <a:gd name="csY2" fmla="*/ 1655958 h 1746589"/>
              <a:gd name="csX3" fmla="*/ 1470910 w 2218740"/>
              <a:gd name="csY3" fmla="*/ 1708346 h 1746589"/>
              <a:gd name="csX4" fmla="*/ 1326130 w 2218740"/>
              <a:gd name="csY4" fmla="*/ 1256861 h 1746589"/>
              <a:gd name="csX5" fmla="*/ 2788 w 2218740"/>
              <a:gd name="csY5" fmla="*/ 30673 h 1746589"/>
              <a:gd name="csX6" fmla="*/ 819250 w 2218740"/>
              <a:gd name="csY6" fmla="*/ 396116 h 1746589"/>
              <a:gd name="csX7" fmla="*/ 1636645 w 2218740"/>
              <a:gd name="csY7" fmla="*/ 635831 h 1746589"/>
              <a:gd name="csX8" fmla="*/ 1955732 w 2218740"/>
              <a:gd name="csY8" fmla="*/ 970158 h 1746589"/>
              <a:gd name="csX0" fmla="*/ 1956297 w 2219305"/>
              <a:gd name="csY0" fmla="*/ 975663 h 1752094"/>
              <a:gd name="csX1" fmla="*/ 2219187 w 2219305"/>
              <a:gd name="csY1" fmla="*/ 1337613 h 1752094"/>
              <a:gd name="csX2" fmla="*/ 1921055 w 2219305"/>
              <a:gd name="csY2" fmla="*/ 1661463 h 1752094"/>
              <a:gd name="csX3" fmla="*/ 1471475 w 2219305"/>
              <a:gd name="csY3" fmla="*/ 1713851 h 1752094"/>
              <a:gd name="csX4" fmla="*/ 1326695 w 2219305"/>
              <a:gd name="csY4" fmla="*/ 1262366 h 1752094"/>
              <a:gd name="csX5" fmla="*/ 3353 w 2219305"/>
              <a:gd name="csY5" fmla="*/ 36178 h 1752094"/>
              <a:gd name="csX6" fmla="*/ 819815 w 2219305"/>
              <a:gd name="csY6" fmla="*/ 401621 h 1752094"/>
              <a:gd name="csX7" fmla="*/ 1637210 w 2219305"/>
              <a:gd name="csY7" fmla="*/ 641336 h 1752094"/>
              <a:gd name="csX8" fmla="*/ 1956297 w 2219305"/>
              <a:gd name="csY8" fmla="*/ 975663 h 1752094"/>
              <a:gd name="csX0" fmla="*/ 1525771 w 1788779"/>
              <a:gd name="csY0" fmla="*/ 1078795 h 1855226"/>
              <a:gd name="csX1" fmla="*/ 1788661 w 1788779"/>
              <a:gd name="csY1" fmla="*/ 1440745 h 1855226"/>
              <a:gd name="csX2" fmla="*/ 1490529 w 1788779"/>
              <a:gd name="csY2" fmla="*/ 1764595 h 1855226"/>
              <a:gd name="csX3" fmla="*/ 1040949 w 1788779"/>
              <a:gd name="csY3" fmla="*/ 1816983 h 1855226"/>
              <a:gd name="csX4" fmla="*/ 896169 w 1788779"/>
              <a:gd name="csY4" fmla="*/ 1365498 h 1855226"/>
              <a:gd name="csX5" fmla="*/ 6489 w 1788779"/>
              <a:gd name="csY5" fmla="*/ 25914 h 1855226"/>
              <a:gd name="csX6" fmla="*/ 389289 w 1788779"/>
              <a:gd name="csY6" fmla="*/ 504753 h 1855226"/>
              <a:gd name="csX7" fmla="*/ 1206684 w 1788779"/>
              <a:gd name="csY7" fmla="*/ 744468 h 1855226"/>
              <a:gd name="csX8" fmla="*/ 1525771 w 1788779"/>
              <a:gd name="csY8" fmla="*/ 1078795 h 1855226"/>
              <a:gd name="csX0" fmla="*/ 1525771 w 1788779"/>
              <a:gd name="csY0" fmla="*/ 1078795 h 1855226"/>
              <a:gd name="csX1" fmla="*/ 1788661 w 1788779"/>
              <a:gd name="csY1" fmla="*/ 1440745 h 1855226"/>
              <a:gd name="csX2" fmla="*/ 1490529 w 1788779"/>
              <a:gd name="csY2" fmla="*/ 1764595 h 1855226"/>
              <a:gd name="csX3" fmla="*/ 1040949 w 1788779"/>
              <a:gd name="csY3" fmla="*/ 1816983 h 1855226"/>
              <a:gd name="csX4" fmla="*/ 896169 w 1788779"/>
              <a:gd name="csY4" fmla="*/ 1365498 h 1855226"/>
              <a:gd name="csX5" fmla="*/ 6489 w 1788779"/>
              <a:gd name="csY5" fmla="*/ 25914 h 1855226"/>
              <a:gd name="csX6" fmla="*/ 389289 w 1788779"/>
              <a:gd name="csY6" fmla="*/ 504753 h 1855226"/>
              <a:gd name="csX7" fmla="*/ 1206684 w 1788779"/>
              <a:gd name="csY7" fmla="*/ 744468 h 1855226"/>
              <a:gd name="csX8" fmla="*/ 1525771 w 1788779"/>
              <a:gd name="csY8" fmla="*/ 1078795 h 1855226"/>
              <a:gd name="csX0" fmla="*/ 1681014 w 1944022"/>
              <a:gd name="csY0" fmla="*/ 1076515 h 1852946"/>
              <a:gd name="csX1" fmla="*/ 1943904 w 1944022"/>
              <a:gd name="csY1" fmla="*/ 1438465 h 1852946"/>
              <a:gd name="csX2" fmla="*/ 1645772 w 1944022"/>
              <a:gd name="csY2" fmla="*/ 1762315 h 1852946"/>
              <a:gd name="csX3" fmla="*/ 1196192 w 1944022"/>
              <a:gd name="csY3" fmla="*/ 1814703 h 1852946"/>
              <a:gd name="csX4" fmla="*/ 1051412 w 1944022"/>
              <a:gd name="csY4" fmla="*/ 1363218 h 1852946"/>
              <a:gd name="csX5" fmla="*/ 161732 w 1944022"/>
              <a:gd name="csY5" fmla="*/ 23634 h 1852946"/>
              <a:gd name="csX6" fmla="*/ 544532 w 1944022"/>
              <a:gd name="csY6" fmla="*/ 502473 h 1852946"/>
              <a:gd name="csX7" fmla="*/ 1361927 w 1944022"/>
              <a:gd name="csY7" fmla="*/ 742188 h 1852946"/>
              <a:gd name="csX8" fmla="*/ 1681014 w 1944022"/>
              <a:gd name="csY8" fmla="*/ 1076515 h 1852946"/>
              <a:gd name="csX0" fmla="*/ 4763267 w 5026275"/>
              <a:gd name="csY0" fmla="*/ 1053765 h 1830196"/>
              <a:gd name="csX1" fmla="*/ 5026157 w 5026275"/>
              <a:gd name="csY1" fmla="*/ 1415715 h 1830196"/>
              <a:gd name="csX2" fmla="*/ 4728025 w 5026275"/>
              <a:gd name="csY2" fmla="*/ 1739565 h 1830196"/>
              <a:gd name="csX3" fmla="*/ 4278445 w 5026275"/>
              <a:gd name="csY3" fmla="*/ 1791953 h 1830196"/>
              <a:gd name="csX4" fmla="*/ 4133665 w 5026275"/>
              <a:gd name="csY4" fmla="*/ 1340468 h 1830196"/>
              <a:gd name="csX5" fmla="*/ 5711 w 5026275"/>
              <a:gd name="csY5" fmla="*/ 609319 h 1830196"/>
              <a:gd name="csX6" fmla="*/ 3243985 w 5026275"/>
              <a:gd name="csY6" fmla="*/ 884 h 1830196"/>
              <a:gd name="csX7" fmla="*/ 3626785 w 5026275"/>
              <a:gd name="csY7" fmla="*/ 479723 h 1830196"/>
              <a:gd name="csX8" fmla="*/ 4444180 w 5026275"/>
              <a:gd name="csY8" fmla="*/ 719438 h 1830196"/>
              <a:gd name="csX9" fmla="*/ 4763267 w 5026275"/>
              <a:gd name="csY9" fmla="*/ 1053765 h 1830196"/>
              <a:gd name="csX0" fmla="*/ 4764215 w 5027223"/>
              <a:gd name="csY0" fmla="*/ 1037597 h 1814028"/>
              <a:gd name="csX1" fmla="*/ 5027105 w 5027223"/>
              <a:gd name="csY1" fmla="*/ 1399547 h 1814028"/>
              <a:gd name="csX2" fmla="*/ 4728973 w 5027223"/>
              <a:gd name="csY2" fmla="*/ 1723397 h 1814028"/>
              <a:gd name="csX3" fmla="*/ 4279393 w 5027223"/>
              <a:gd name="csY3" fmla="*/ 1775785 h 1814028"/>
              <a:gd name="csX4" fmla="*/ 4134613 w 5027223"/>
              <a:gd name="csY4" fmla="*/ 1324300 h 1814028"/>
              <a:gd name="csX5" fmla="*/ 6659 w 5027223"/>
              <a:gd name="csY5" fmla="*/ 593151 h 1814028"/>
              <a:gd name="csX6" fmla="*/ 2832954 w 5027223"/>
              <a:gd name="csY6" fmla="*/ 915 h 1814028"/>
              <a:gd name="csX7" fmla="*/ 3627733 w 5027223"/>
              <a:gd name="csY7" fmla="*/ 463555 h 1814028"/>
              <a:gd name="csX8" fmla="*/ 4445128 w 5027223"/>
              <a:gd name="csY8" fmla="*/ 703270 h 1814028"/>
              <a:gd name="csX9" fmla="*/ 4764215 w 5027223"/>
              <a:gd name="csY9" fmla="*/ 1037597 h 1814028"/>
              <a:gd name="csX0" fmla="*/ 4764046 w 5027054"/>
              <a:gd name="csY0" fmla="*/ 1045680 h 1822111"/>
              <a:gd name="csX1" fmla="*/ 5026936 w 5027054"/>
              <a:gd name="csY1" fmla="*/ 1407630 h 1822111"/>
              <a:gd name="csX2" fmla="*/ 4728804 w 5027054"/>
              <a:gd name="csY2" fmla="*/ 1731480 h 1822111"/>
              <a:gd name="csX3" fmla="*/ 4279224 w 5027054"/>
              <a:gd name="csY3" fmla="*/ 1783868 h 1822111"/>
              <a:gd name="csX4" fmla="*/ 4134444 w 5027054"/>
              <a:gd name="csY4" fmla="*/ 1332383 h 1822111"/>
              <a:gd name="csX5" fmla="*/ 6490 w 5027054"/>
              <a:gd name="csY5" fmla="*/ 601234 h 1822111"/>
              <a:gd name="csX6" fmla="*/ 2897834 w 5027054"/>
              <a:gd name="csY6" fmla="*/ 898 h 1822111"/>
              <a:gd name="csX7" fmla="*/ 3627564 w 5027054"/>
              <a:gd name="csY7" fmla="*/ 471638 h 1822111"/>
              <a:gd name="csX8" fmla="*/ 4444959 w 5027054"/>
              <a:gd name="csY8" fmla="*/ 711353 h 1822111"/>
              <a:gd name="csX9" fmla="*/ 4764046 w 5027054"/>
              <a:gd name="csY9" fmla="*/ 1045680 h 1822111"/>
              <a:gd name="csX0" fmla="*/ 5023732 w 5286740"/>
              <a:gd name="csY0" fmla="*/ 1044819 h 1821250"/>
              <a:gd name="csX1" fmla="*/ 5286622 w 5286740"/>
              <a:gd name="csY1" fmla="*/ 1406769 h 1821250"/>
              <a:gd name="csX2" fmla="*/ 4988490 w 5286740"/>
              <a:gd name="csY2" fmla="*/ 1730619 h 1821250"/>
              <a:gd name="csX3" fmla="*/ 4538910 w 5286740"/>
              <a:gd name="csY3" fmla="*/ 1783007 h 1821250"/>
              <a:gd name="csX4" fmla="*/ 4394130 w 5286740"/>
              <a:gd name="csY4" fmla="*/ 1331522 h 1821250"/>
              <a:gd name="csX5" fmla="*/ 5979 w 5286740"/>
              <a:gd name="csY5" fmla="*/ 450528 h 1821250"/>
              <a:gd name="csX6" fmla="*/ 3157520 w 5286740"/>
              <a:gd name="csY6" fmla="*/ 37 h 1821250"/>
              <a:gd name="csX7" fmla="*/ 3887250 w 5286740"/>
              <a:gd name="csY7" fmla="*/ 470777 h 1821250"/>
              <a:gd name="csX8" fmla="*/ 4704645 w 5286740"/>
              <a:gd name="csY8" fmla="*/ 710492 h 1821250"/>
              <a:gd name="csX9" fmla="*/ 5023732 w 5286740"/>
              <a:gd name="csY9" fmla="*/ 1044819 h 1821250"/>
              <a:gd name="csX0" fmla="*/ 5023732 w 5286740"/>
              <a:gd name="csY0" fmla="*/ 1044819 h 1821250"/>
              <a:gd name="csX1" fmla="*/ 5286622 w 5286740"/>
              <a:gd name="csY1" fmla="*/ 1406769 h 1821250"/>
              <a:gd name="csX2" fmla="*/ 4988490 w 5286740"/>
              <a:gd name="csY2" fmla="*/ 1730619 h 1821250"/>
              <a:gd name="csX3" fmla="*/ 4538910 w 5286740"/>
              <a:gd name="csY3" fmla="*/ 1783007 h 1821250"/>
              <a:gd name="csX4" fmla="*/ 4394130 w 5286740"/>
              <a:gd name="csY4" fmla="*/ 1331522 h 1821250"/>
              <a:gd name="csX5" fmla="*/ 5979 w 5286740"/>
              <a:gd name="csY5" fmla="*/ 450528 h 1821250"/>
              <a:gd name="csX6" fmla="*/ 3157520 w 5286740"/>
              <a:gd name="csY6" fmla="*/ 37 h 1821250"/>
              <a:gd name="csX7" fmla="*/ 3887250 w 5286740"/>
              <a:gd name="csY7" fmla="*/ 470777 h 1821250"/>
              <a:gd name="csX8" fmla="*/ 4704645 w 5286740"/>
              <a:gd name="csY8" fmla="*/ 710492 h 1821250"/>
              <a:gd name="csX9" fmla="*/ 5023732 w 5286740"/>
              <a:gd name="csY9" fmla="*/ 1044819 h 1821250"/>
              <a:gd name="csX0" fmla="*/ 5023732 w 5286740"/>
              <a:gd name="csY0" fmla="*/ 1044819 h 1821250"/>
              <a:gd name="csX1" fmla="*/ 5286622 w 5286740"/>
              <a:gd name="csY1" fmla="*/ 1406769 h 1821250"/>
              <a:gd name="csX2" fmla="*/ 4988490 w 5286740"/>
              <a:gd name="csY2" fmla="*/ 1730619 h 1821250"/>
              <a:gd name="csX3" fmla="*/ 4538910 w 5286740"/>
              <a:gd name="csY3" fmla="*/ 1783007 h 1821250"/>
              <a:gd name="csX4" fmla="*/ 4394130 w 5286740"/>
              <a:gd name="csY4" fmla="*/ 1331522 h 1821250"/>
              <a:gd name="csX5" fmla="*/ 5979 w 5286740"/>
              <a:gd name="csY5" fmla="*/ 450528 h 1821250"/>
              <a:gd name="csX6" fmla="*/ 3157520 w 5286740"/>
              <a:gd name="csY6" fmla="*/ 37 h 1821250"/>
              <a:gd name="csX7" fmla="*/ 3887250 w 5286740"/>
              <a:gd name="csY7" fmla="*/ 470777 h 1821250"/>
              <a:gd name="csX8" fmla="*/ 4704645 w 5286740"/>
              <a:gd name="csY8" fmla="*/ 710492 h 1821250"/>
              <a:gd name="csX9" fmla="*/ 5023732 w 5286740"/>
              <a:gd name="csY9" fmla="*/ 1044819 h 1821250"/>
              <a:gd name="csX0" fmla="*/ 5019151 w 5282159"/>
              <a:gd name="csY0" fmla="*/ 1044819 h 1821250"/>
              <a:gd name="csX1" fmla="*/ 5282041 w 5282159"/>
              <a:gd name="csY1" fmla="*/ 1406769 h 1821250"/>
              <a:gd name="csX2" fmla="*/ 4983909 w 5282159"/>
              <a:gd name="csY2" fmla="*/ 1730619 h 1821250"/>
              <a:gd name="csX3" fmla="*/ 4534329 w 5282159"/>
              <a:gd name="csY3" fmla="*/ 1783007 h 1821250"/>
              <a:gd name="csX4" fmla="*/ 4389549 w 5282159"/>
              <a:gd name="csY4" fmla="*/ 1331522 h 1821250"/>
              <a:gd name="csX5" fmla="*/ 1398 w 5282159"/>
              <a:gd name="csY5" fmla="*/ 450528 h 1821250"/>
              <a:gd name="csX6" fmla="*/ 3152939 w 5282159"/>
              <a:gd name="csY6" fmla="*/ 37 h 1821250"/>
              <a:gd name="csX7" fmla="*/ 3882669 w 5282159"/>
              <a:gd name="csY7" fmla="*/ 470777 h 1821250"/>
              <a:gd name="csX8" fmla="*/ 4700064 w 5282159"/>
              <a:gd name="csY8" fmla="*/ 710492 h 1821250"/>
              <a:gd name="csX9" fmla="*/ 5019151 w 5282159"/>
              <a:gd name="csY9" fmla="*/ 1044819 h 1821250"/>
              <a:gd name="csX0" fmla="*/ 5235949 w 5498957"/>
              <a:gd name="csY0" fmla="*/ 1044828 h 1794706"/>
              <a:gd name="csX1" fmla="*/ 5498839 w 5498957"/>
              <a:gd name="csY1" fmla="*/ 1406778 h 1794706"/>
              <a:gd name="csX2" fmla="*/ 5200707 w 5498957"/>
              <a:gd name="csY2" fmla="*/ 1730628 h 1794706"/>
              <a:gd name="csX3" fmla="*/ 4751127 w 5498957"/>
              <a:gd name="csY3" fmla="*/ 1783016 h 1794706"/>
              <a:gd name="csX4" fmla="*/ 378149 w 5498957"/>
              <a:gd name="csY4" fmla="*/ 1647420 h 1794706"/>
              <a:gd name="csX5" fmla="*/ 218196 w 5498957"/>
              <a:gd name="csY5" fmla="*/ 450537 h 1794706"/>
              <a:gd name="csX6" fmla="*/ 3369737 w 5498957"/>
              <a:gd name="csY6" fmla="*/ 46 h 1794706"/>
              <a:gd name="csX7" fmla="*/ 4099467 w 5498957"/>
              <a:gd name="csY7" fmla="*/ 470786 h 1794706"/>
              <a:gd name="csX8" fmla="*/ 4916862 w 5498957"/>
              <a:gd name="csY8" fmla="*/ 710501 h 1794706"/>
              <a:gd name="csX9" fmla="*/ 5235949 w 5498957"/>
              <a:gd name="csY9" fmla="*/ 1044828 h 1794706"/>
              <a:gd name="csX0" fmla="*/ 5235949 w 5498957"/>
              <a:gd name="csY0" fmla="*/ 1044828 h 1794706"/>
              <a:gd name="csX1" fmla="*/ 5498839 w 5498957"/>
              <a:gd name="csY1" fmla="*/ 1406778 h 1794706"/>
              <a:gd name="csX2" fmla="*/ 5200707 w 5498957"/>
              <a:gd name="csY2" fmla="*/ 1730628 h 1794706"/>
              <a:gd name="csX3" fmla="*/ 4751127 w 5498957"/>
              <a:gd name="csY3" fmla="*/ 1783016 h 1794706"/>
              <a:gd name="csX4" fmla="*/ 378149 w 5498957"/>
              <a:gd name="csY4" fmla="*/ 1647420 h 1794706"/>
              <a:gd name="csX5" fmla="*/ 218196 w 5498957"/>
              <a:gd name="csY5" fmla="*/ 450537 h 1794706"/>
              <a:gd name="csX6" fmla="*/ 3369737 w 5498957"/>
              <a:gd name="csY6" fmla="*/ 46 h 1794706"/>
              <a:gd name="csX7" fmla="*/ 4099467 w 5498957"/>
              <a:gd name="csY7" fmla="*/ 470786 h 1794706"/>
              <a:gd name="csX8" fmla="*/ 4916862 w 5498957"/>
              <a:gd name="csY8" fmla="*/ 710501 h 1794706"/>
              <a:gd name="csX9" fmla="*/ 5235949 w 5498957"/>
              <a:gd name="csY9" fmla="*/ 1044828 h 1794706"/>
              <a:gd name="csX0" fmla="*/ 5200285 w 5463293"/>
              <a:gd name="csY0" fmla="*/ 1044828 h 1799770"/>
              <a:gd name="csX1" fmla="*/ 5463175 w 5463293"/>
              <a:gd name="csY1" fmla="*/ 1406778 h 1799770"/>
              <a:gd name="csX2" fmla="*/ 5165043 w 5463293"/>
              <a:gd name="csY2" fmla="*/ 1730628 h 1799770"/>
              <a:gd name="csX3" fmla="*/ 4715463 w 5463293"/>
              <a:gd name="csY3" fmla="*/ 1783016 h 1799770"/>
              <a:gd name="csX4" fmla="*/ 342485 w 5463293"/>
              <a:gd name="csY4" fmla="*/ 1647420 h 1799770"/>
              <a:gd name="csX5" fmla="*/ 182532 w 5463293"/>
              <a:gd name="csY5" fmla="*/ 450537 h 1799770"/>
              <a:gd name="csX6" fmla="*/ 3334073 w 5463293"/>
              <a:gd name="csY6" fmla="*/ 46 h 1799770"/>
              <a:gd name="csX7" fmla="*/ 4063803 w 5463293"/>
              <a:gd name="csY7" fmla="*/ 470786 h 1799770"/>
              <a:gd name="csX8" fmla="*/ 4881198 w 5463293"/>
              <a:gd name="csY8" fmla="*/ 710501 h 1799770"/>
              <a:gd name="csX9" fmla="*/ 5200285 w 5463293"/>
              <a:gd name="csY9" fmla="*/ 1044828 h 1799770"/>
              <a:gd name="csX0" fmla="*/ 5200285 w 5463293"/>
              <a:gd name="csY0" fmla="*/ 1044828 h 1799770"/>
              <a:gd name="csX1" fmla="*/ 5463175 w 5463293"/>
              <a:gd name="csY1" fmla="*/ 1406778 h 1799770"/>
              <a:gd name="csX2" fmla="*/ 5165043 w 5463293"/>
              <a:gd name="csY2" fmla="*/ 1730628 h 1799770"/>
              <a:gd name="csX3" fmla="*/ 4715463 w 5463293"/>
              <a:gd name="csY3" fmla="*/ 1783016 h 1799770"/>
              <a:gd name="csX4" fmla="*/ 342485 w 5463293"/>
              <a:gd name="csY4" fmla="*/ 1647420 h 1799770"/>
              <a:gd name="csX5" fmla="*/ 182532 w 5463293"/>
              <a:gd name="csY5" fmla="*/ 450537 h 1799770"/>
              <a:gd name="csX6" fmla="*/ 3334073 w 5463293"/>
              <a:gd name="csY6" fmla="*/ 46 h 1799770"/>
              <a:gd name="csX7" fmla="*/ 4063803 w 5463293"/>
              <a:gd name="csY7" fmla="*/ 470786 h 1799770"/>
              <a:gd name="csX8" fmla="*/ 4881198 w 5463293"/>
              <a:gd name="csY8" fmla="*/ 710501 h 1799770"/>
              <a:gd name="csX9" fmla="*/ 5200285 w 5463293"/>
              <a:gd name="csY9" fmla="*/ 1044828 h 1799770"/>
              <a:gd name="csX0" fmla="*/ 5200285 w 5463293"/>
              <a:gd name="csY0" fmla="*/ 1044828 h 1799770"/>
              <a:gd name="csX1" fmla="*/ 5463175 w 5463293"/>
              <a:gd name="csY1" fmla="*/ 1406778 h 1799770"/>
              <a:gd name="csX2" fmla="*/ 5165043 w 5463293"/>
              <a:gd name="csY2" fmla="*/ 1730628 h 1799770"/>
              <a:gd name="csX3" fmla="*/ 4715463 w 5463293"/>
              <a:gd name="csY3" fmla="*/ 1783016 h 1799770"/>
              <a:gd name="csX4" fmla="*/ 342485 w 5463293"/>
              <a:gd name="csY4" fmla="*/ 1647420 h 1799770"/>
              <a:gd name="csX5" fmla="*/ 182532 w 5463293"/>
              <a:gd name="csY5" fmla="*/ 450537 h 1799770"/>
              <a:gd name="csX6" fmla="*/ 3334073 w 5463293"/>
              <a:gd name="csY6" fmla="*/ 46 h 1799770"/>
              <a:gd name="csX7" fmla="*/ 4063803 w 5463293"/>
              <a:gd name="csY7" fmla="*/ 470786 h 1799770"/>
              <a:gd name="csX8" fmla="*/ 4881198 w 5463293"/>
              <a:gd name="csY8" fmla="*/ 710501 h 1799770"/>
              <a:gd name="csX9" fmla="*/ 5200285 w 5463293"/>
              <a:gd name="csY9" fmla="*/ 1044828 h 1799770"/>
              <a:gd name="csX0" fmla="*/ 5320168 w 5593529"/>
              <a:gd name="csY0" fmla="*/ 1044828 h 1857809"/>
              <a:gd name="csX1" fmla="*/ 5583058 w 5593529"/>
              <a:gd name="csY1" fmla="*/ 1406778 h 1857809"/>
              <a:gd name="csX2" fmla="*/ 5284926 w 5593529"/>
              <a:gd name="csY2" fmla="*/ 1730628 h 1857809"/>
              <a:gd name="csX3" fmla="*/ 3274165 w 5593529"/>
              <a:gd name="csY3" fmla="*/ 1855914 h 1857809"/>
              <a:gd name="csX4" fmla="*/ 462368 w 5593529"/>
              <a:gd name="csY4" fmla="*/ 1647420 h 1857809"/>
              <a:gd name="csX5" fmla="*/ 302415 w 5593529"/>
              <a:gd name="csY5" fmla="*/ 450537 h 1857809"/>
              <a:gd name="csX6" fmla="*/ 3453956 w 5593529"/>
              <a:gd name="csY6" fmla="*/ 46 h 1857809"/>
              <a:gd name="csX7" fmla="*/ 4183686 w 5593529"/>
              <a:gd name="csY7" fmla="*/ 470786 h 1857809"/>
              <a:gd name="csX8" fmla="*/ 5001081 w 5593529"/>
              <a:gd name="csY8" fmla="*/ 710501 h 1857809"/>
              <a:gd name="csX9" fmla="*/ 5320168 w 5593529"/>
              <a:gd name="csY9" fmla="*/ 1044828 h 1857809"/>
              <a:gd name="csX0" fmla="*/ 5303906 w 5590401"/>
              <a:gd name="csY0" fmla="*/ 1044828 h 1986298"/>
              <a:gd name="csX1" fmla="*/ 5566796 w 5590401"/>
              <a:gd name="csY1" fmla="*/ 1406778 h 1986298"/>
              <a:gd name="csX2" fmla="*/ 5268664 w 5590401"/>
              <a:gd name="csY2" fmla="*/ 1730628 h 1986298"/>
              <a:gd name="csX3" fmla="*/ 2932657 w 5590401"/>
              <a:gd name="csY3" fmla="*/ 1985510 h 1986298"/>
              <a:gd name="csX4" fmla="*/ 446106 w 5590401"/>
              <a:gd name="csY4" fmla="*/ 1647420 h 1986298"/>
              <a:gd name="csX5" fmla="*/ 286153 w 5590401"/>
              <a:gd name="csY5" fmla="*/ 450537 h 1986298"/>
              <a:gd name="csX6" fmla="*/ 3437694 w 5590401"/>
              <a:gd name="csY6" fmla="*/ 46 h 1986298"/>
              <a:gd name="csX7" fmla="*/ 4167424 w 5590401"/>
              <a:gd name="csY7" fmla="*/ 470786 h 1986298"/>
              <a:gd name="csX8" fmla="*/ 4984819 w 5590401"/>
              <a:gd name="csY8" fmla="*/ 710501 h 1986298"/>
              <a:gd name="csX9" fmla="*/ 5303906 w 5590401"/>
              <a:gd name="csY9" fmla="*/ 1044828 h 1986298"/>
              <a:gd name="csX0" fmla="*/ 5303906 w 5566904"/>
              <a:gd name="csY0" fmla="*/ 1044828 h 1992814"/>
              <a:gd name="csX1" fmla="*/ 5566796 w 5566904"/>
              <a:gd name="csY1" fmla="*/ 1406778 h 1992814"/>
              <a:gd name="csX2" fmla="*/ 5268664 w 5566904"/>
              <a:gd name="csY2" fmla="*/ 1730628 h 1992814"/>
              <a:gd name="csX3" fmla="*/ 4666136 w 5566904"/>
              <a:gd name="csY3" fmla="*/ 1867989 h 1992814"/>
              <a:gd name="csX4" fmla="*/ 2932657 w 5566904"/>
              <a:gd name="csY4" fmla="*/ 1985510 h 1992814"/>
              <a:gd name="csX5" fmla="*/ 446106 w 5566904"/>
              <a:gd name="csY5" fmla="*/ 1647420 h 1992814"/>
              <a:gd name="csX6" fmla="*/ 286153 w 5566904"/>
              <a:gd name="csY6" fmla="*/ 450537 h 1992814"/>
              <a:gd name="csX7" fmla="*/ 3437694 w 5566904"/>
              <a:gd name="csY7" fmla="*/ 46 h 1992814"/>
              <a:gd name="csX8" fmla="*/ 4167424 w 5566904"/>
              <a:gd name="csY8" fmla="*/ 470786 h 1992814"/>
              <a:gd name="csX9" fmla="*/ 4984819 w 5566904"/>
              <a:gd name="csY9" fmla="*/ 710501 h 1992814"/>
              <a:gd name="csX10" fmla="*/ 5303906 w 5566904"/>
              <a:gd name="csY10" fmla="*/ 1044828 h 1992814"/>
              <a:gd name="csX0" fmla="*/ 5303906 w 5566904"/>
              <a:gd name="csY0" fmla="*/ 1044828 h 1992814"/>
              <a:gd name="csX1" fmla="*/ 5566796 w 5566904"/>
              <a:gd name="csY1" fmla="*/ 1406778 h 1992814"/>
              <a:gd name="csX2" fmla="*/ 5268664 w 5566904"/>
              <a:gd name="csY2" fmla="*/ 1730628 h 1992814"/>
              <a:gd name="csX3" fmla="*/ 4666136 w 5566904"/>
              <a:gd name="csY3" fmla="*/ 1867989 h 1992814"/>
              <a:gd name="csX4" fmla="*/ 2932657 w 5566904"/>
              <a:gd name="csY4" fmla="*/ 1985510 h 1992814"/>
              <a:gd name="csX5" fmla="*/ 446106 w 5566904"/>
              <a:gd name="csY5" fmla="*/ 1647420 h 1992814"/>
              <a:gd name="csX6" fmla="*/ 286153 w 5566904"/>
              <a:gd name="csY6" fmla="*/ 450537 h 1992814"/>
              <a:gd name="csX7" fmla="*/ 3437694 w 5566904"/>
              <a:gd name="csY7" fmla="*/ 46 h 1992814"/>
              <a:gd name="csX8" fmla="*/ 4167424 w 5566904"/>
              <a:gd name="csY8" fmla="*/ 470786 h 1992814"/>
              <a:gd name="csX9" fmla="*/ 4984819 w 5566904"/>
              <a:gd name="csY9" fmla="*/ 710501 h 1992814"/>
              <a:gd name="csX10" fmla="*/ 5303906 w 5566904"/>
              <a:gd name="csY10" fmla="*/ 1044828 h 1992814"/>
              <a:gd name="csX0" fmla="*/ 5303906 w 5566886"/>
              <a:gd name="csY0" fmla="*/ 1044828 h 1995191"/>
              <a:gd name="csX1" fmla="*/ 5566796 w 5566886"/>
              <a:gd name="csY1" fmla="*/ 1406778 h 1995191"/>
              <a:gd name="csX2" fmla="*/ 5268664 w 5566886"/>
              <a:gd name="csY2" fmla="*/ 1730628 h 1995191"/>
              <a:gd name="csX3" fmla="*/ 4861285 w 5566886"/>
              <a:gd name="csY3" fmla="*/ 1888239 h 1995191"/>
              <a:gd name="csX4" fmla="*/ 2932657 w 5566886"/>
              <a:gd name="csY4" fmla="*/ 1985510 h 1995191"/>
              <a:gd name="csX5" fmla="*/ 446106 w 5566886"/>
              <a:gd name="csY5" fmla="*/ 1647420 h 1995191"/>
              <a:gd name="csX6" fmla="*/ 286153 w 5566886"/>
              <a:gd name="csY6" fmla="*/ 450537 h 1995191"/>
              <a:gd name="csX7" fmla="*/ 3437694 w 5566886"/>
              <a:gd name="csY7" fmla="*/ 46 h 1995191"/>
              <a:gd name="csX8" fmla="*/ 4167424 w 5566886"/>
              <a:gd name="csY8" fmla="*/ 470786 h 1995191"/>
              <a:gd name="csX9" fmla="*/ 4984819 w 5566886"/>
              <a:gd name="csY9" fmla="*/ 710501 h 1995191"/>
              <a:gd name="csX10" fmla="*/ 5303906 w 5566886"/>
              <a:gd name="csY10" fmla="*/ 1044828 h 1995191"/>
              <a:gd name="csX0" fmla="*/ 5268865 w 5531845"/>
              <a:gd name="csY0" fmla="*/ 1044831 h 1991805"/>
              <a:gd name="csX1" fmla="*/ 5531755 w 5531845"/>
              <a:gd name="csY1" fmla="*/ 1406781 h 1991805"/>
              <a:gd name="csX2" fmla="*/ 5233623 w 5531845"/>
              <a:gd name="csY2" fmla="*/ 1730631 h 1991805"/>
              <a:gd name="csX3" fmla="*/ 4826244 w 5531845"/>
              <a:gd name="csY3" fmla="*/ 1888242 h 1991805"/>
              <a:gd name="csX4" fmla="*/ 2897616 w 5531845"/>
              <a:gd name="csY4" fmla="*/ 1985513 h 1991805"/>
              <a:gd name="csX5" fmla="*/ 497799 w 5531845"/>
              <a:gd name="csY5" fmla="*/ 1708171 h 1991805"/>
              <a:gd name="csX6" fmla="*/ 251112 w 5531845"/>
              <a:gd name="csY6" fmla="*/ 450540 h 1991805"/>
              <a:gd name="csX7" fmla="*/ 3402653 w 5531845"/>
              <a:gd name="csY7" fmla="*/ 49 h 1991805"/>
              <a:gd name="csX8" fmla="*/ 4132383 w 5531845"/>
              <a:gd name="csY8" fmla="*/ 470789 h 1991805"/>
              <a:gd name="csX9" fmla="*/ 4949778 w 5531845"/>
              <a:gd name="csY9" fmla="*/ 710504 h 1991805"/>
              <a:gd name="csX10" fmla="*/ 5268865 w 5531845"/>
              <a:gd name="csY10" fmla="*/ 1044831 h 1991805"/>
              <a:gd name="csX0" fmla="*/ 5187606 w 5450586"/>
              <a:gd name="csY0" fmla="*/ 1044831 h 1991805"/>
              <a:gd name="csX1" fmla="*/ 5450496 w 5450586"/>
              <a:gd name="csY1" fmla="*/ 1406781 h 1991805"/>
              <a:gd name="csX2" fmla="*/ 5152364 w 5450586"/>
              <a:gd name="csY2" fmla="*/ 1730631 h 1991805"/>
              <a:gd name="csX3" fmla="*/ 4744985 w 5450586"/>
              <a:gd name="csY3" fmla="*/ 1888242 h 1991805"/>
              <a:gd name="csX4" fmla="*/ 2816357 w 5450586"/>
              <a:gd name="csY4" fmla="*/ 1985513 h 1991805"/>
              <a:gd name="csX5" fmla="*/ 416540 w 5450586"/>
              <a:gd name="csY5" fmla="*/ 1708171 h 1991805"/>
              <a:gd name="csX6" fmla="*/ 169853 w 5450586"/>
              <a:gd name="csY6" fmla="*/ 450540 h 1991805"/>
              <a:gd name="csX7" fmla="*/ 3321394 w 5450586"/>
              <a:gd name="csY7" fmla="*/ 49 h 1991805"/>
              <a:gd name="csX8" fmla="*/ 4051124 w 5450586"/>
              <a:gd name="csY8" fmla="*/ 470789 h 1991805"/>
              <a:gd name="csX9" fmla="*/ 4868519 w 5450586"/>
              <a:gd name="csY9" fmla="*/ 710504 h 1991805"/>
              <a:gd name="csX10" fmla="*/ 5187606 w 5450586"/>
              <a:gd name="csY10" fmla="*/ 1044831 h 1991805"/>
              <a:gd name="csX0" fmla="*/ 5262529 w 5525509"/>
              <a:gd name="csY0" fmla="*/ 1044831 h 1992020"/>
              <a:gd name="csX1" fmla="*/ 5525419 w 5525509"/>
              <a:gd name="csY1" fmla="*/ 1406781 h 1992020"/>
              <a:gd name="csX2" fmla="*/ 5227287 w 5525509"/>
              <a:gd name="csY2" fmla="*/ 1730631 h 1992020"/>
              <a:gd name="csX3" fmla="*/ 4819908 w 5525509"/>
              <a:gd name="csY3" fmla="*/ 1888242 h 1992020"/>
              <a:gd name="csX4" fmla="*/ 2891280 w 5525509"/>
              <a:gd name="csY4" fmla="*/ 1985513 h 1992020"/>
              <a:gd name="csX5" fmla="*/ 231267 w 5525509"/>
              <a:gd name="csY5" fmla="*/ 1704121 h 1992020"/>
              <a:gd name="csX6" fmla="*/ 244776 w 5525509"/>
              <a:gd name="csY6" fmla="*/ 450540 h 1992020"/>
              <a:gd name="csX7" fmla="*/ 3396317 w 5525509"/>
              <a:gd name="csY7" fmla="*/ 49 h 1992020"/>
              <a:gd name="csX8" fmla="*/ 4126047 w 5525509"/>
              <a:gd name="csY8" fmla="*/ 470789 h 1992020"/>
              <a:gd name="csX9" fmla="*/ 4943442 w 5525509"/>
              <a:gd name="csY9" fmla="*/ 710504 h 1992020"/>
              <a:gd name="csX10" fmla="*/ 5262529 w 5525509"/>
              <a:gd name="csY10" fmla="*/ 1044831 h 1992020"/>
              <a:gd name="csX0" fmla="*/ 5237591 w 5500571"/>
              <a:gd name="csY0" fmla="*/ 1044916 h 1992105"/>
              <a:gd name="csX1" fmla="*/ 5500481 w 5500571"/>
              <a:gd name="csY1" fmla="*/ 1406866 h 1992105"/>
              <a:gd name="csX2" fmla="*/ 5202349 w 5500571"/>
              <a:gd name="csY2" fmla="*/ 1730716 h 1992105"/>
              <a:gd name="csX3" fmla="*/ 4794970 w 5500571"/>
              <a:gd name="csY3" fmla="*/ 1888327 h 1992105"/>
              <a:gd name="csX4" fmla="*/ 2866342 w 5500571"/>
              <a:gd name="csY4" fmla="*/ 1985598 h 1992105"/>
              <a:gd name="csX5" fmla="*/ 206329 w 5500571"/>
              <a:gd name="csY5" fmla="*/ 1704206 h 1992105"/>
              <a:gd name="csX6" fmla="*/ 534243 w 5500571"/>
              <a:gd name="csY6" fmla="*/ 519473 h 1992105"/>
              <a:gd name="csX7" fmla="*/ 3371379 w 5500571"/>
              <a:gd name="csY7" fmla="*/ 134 h 1992105"/>
              <a:gd name="csX8" fmla="*/ 4101109 w 5500571"/>
              <a:gd name="csY8" fmla="*/ 470874 h 1992105"/>
              <a:gd name="csX9" fmla="*/ 4918504 w 5500571"/>
              <a:gd name="csY9" fmla="*/ 710589 h 1992105"/>
              <a:gd name="csX10" fmla="*/ 5237591 w 5500571"/>
              <a:gd name="csY10" fmla="*/ 1044916 h 1992105"/>
              <a:gd name="csX0" fmla="*/ 5070999 w 5333979"/>
              <a:gd name="csY0" fmla="*/ 1044916 h 1994231"/>
              <a:gd name="csX1" fmla="*/ 5333889 w 5333979"/>
              <a:gd name="csY1" fmla="*/ 1406866 h 1994231"/>
              <a:gd name="csX2" fmla="*/ 5035757 w 5333979"/>
              <a:gd name="csY2" fmla="*/ 1730716 h 1994231"/>
              <a:gd name="csX3" fmla="*/ 4628378 w 5333979"/>
              <a:gd name="csY3" fmla="*/ 1888327 h 1994231"/>
              <a:gd name="csX4" fmla="*/ 2699750 w 5333979"/>
              <a:gd name="csY4" fmla="*/ 1985598 h 1994231"/>
              <a:gd name="csX5" fmla="*/ 289094 w 5333979"/>
              <a:gd name="csY5" fmla="*/ 1665733 h 1994231"/>
              <a:gd name="csX6" fmla="*/ 367651 w 5333979"/>
              <a:gd name="csY6" fmla="*/ 519473 h 1994231"/>
              <a:gd name="csX7" fmla="*/ 3204787 w 5333979"/>
              <a:gd name="csY7" fmla="*/ 134 h 1994231"/>
              <a:gd name="csX8" fmla="*/ 3934517 w 5333979"/>
              <a:gd name="csY8" fmla="*/ 470874 h 1994231"/>
              <a:gd name="csX9" fmla="*/ 4751912 w 5333979"/>
              <a:gd name="csY9" fmla="*/ 710589 h 1994231"/>
              <a:gd name="csX10" fmla="*/ 5070999 w 5333979"/>
              <a:gd name="csY10" fmla="*/ 1044916 h 1994231"/>
              <a:gd name="csX0" fmla="*/ 5070999 w 5333979"/>
              <a:gd name="csY0" fmla="*/ 1044916 h 1926472"/>
              <a:gd name="csX1" fmla="*/ 5333889 w 5333979"/>
              <a:gd name="csY1" fmla="*/ 1406866 h 1926472"/>
              <a:gd name="csX2" fmla="*/ 5035757 w 5333979"/>
              <a:gd name="csY2" fmla="*/ 1730716 h 1926472"/>
              <a:gd name="csX3" fmla="*/ 4628378 w 5333979"/>
              <a:gd name="csY3" fmla="*/ 1888327 h 1926472"/>
              <a:gd name="csX4" fmla="*/ 2699750 w 5333979"/>
              <a:gd name="csY4" fmla="*/ 1908651 h 1926472"/>
              <a:gd name="csX5" fmla="*/ 289094 w 5333979"/>
              <a:gd name="csY5" fmla="*/ 1665733 h 1926472"/>
              <a:gd name="csX6" fmla="*/ 367651 w 5333979"/>
              <a:gd name="csY6" fmla="*/ 519473 h 1926472"/>
              <a:gd name="csX7" fmla="*/ 3204787 w 5333979"/>
              <a:gd name="csY7" fmla="*/ 134 h 1926472"/>
              <a:gd name="csX8" fmla="*/ 3934517 w 5333979"/>
              <a:gd name="csY8" fmla="*/ 470874 h 1926472"/>
              <a:gd name="csX9" fmla="*/ 4751912 w 5333979"/>
              <a:gd name="csY9" fmla="*/ 710589 h 1926472"/>
              <a:gd name="csX10" fmla="*/ 5070999 w 5333979"/>
              <a:gd name="csY10" fmla="*/ 1044916 h 1926472"/>
              <a:gd name="csX0" fmla="*/ 5070999 w 5333985"/>
              <a:gd name="csY0" fmla="*/ 1044916 h 1915150"/>
              <a:gd name="csX1" fmla="*/ 5333889 w 5333985"/>
              <a:gd name="csY1" fmla="*/ 1406866 h 1915150"/>
              <a:gd name="csX2" fmla="*/ 5035757 w 5333985"/>
              <a:gd name="csY2" fmla="*/ 1730716 h 1915150"/>
              <a:gd name="csX3" fmla="*/ 4552487 w 5333985"/>
              <a:gd name="csY3" fmla="*/ 1835679 h 1915150"/>
              <a:gd name="csX4" fmla="*/ 2699750 w 5333985"/>
              <a:gd name="csY4" fmla="*/ 1908651 h 1915150"/>
              <a:gd name="csX5" fmla="*/ 289094 w 5333985"/>
              <a:gd name="csY5" fmla="*/ 1665733 h 1915150"/>
              <a:gd name="csX6" fmla="*/ 367651 w 5333985"/>
              <a:gd name="csY6" fmla="*/ 519473 h 1915150"/>
              <a:gd name="csX7" fmla="*/ 3204787 w 5333985"/>
              <a:gd name="csY7" fmla="*/ 134 h 1915150"/>
              <a:gd name="csX8" fmla="*/ 3934517 w 5333985"/>
              <a:gd name="csY8" fmla="*/ 470874 h 1915150"/>
              <a:gd name="csX9" fmla="*/ 4751912 w 5333985"/>
              <a:gd name="csY9" fmla="*/ 710589 h 1915150"/>
              <a:gd name="csX10" fmla="*/ 5070999 w 5333985"/>
              <a:gd name="csY10" fmla="*/ 1044916 h 1915150"/>
              <a:gd name="csX0" fmla="*/ 4922170 w 5185156"/>
              <a:gd name="csY0" fmla="*/ 1044916 h 1915495"/>
              <a:gd name="csX1" fmla="*/ 5185060 w 5185156"/>
              <a:gd name="csY1" fmla="*/ 1406866 h 1915495"/>
              <a:gd name="csX2" fmla="*/ 4886928 w 5185156"/>
              <a:gd name="csY2" fmla="*/ 1730716 h 1915495"/>
              <a:gd name="csX3" fmla="*/ 4403658 w 5185156"/>
              <a:gd name="csY3" fmla="*/ 1835679 h 1915495"/>
              <a:gd name="csX4" fmla="*/ 2550921 w 5185156"/>
              <a:gd name="csY4" fmla="*/ 1908651 h 1915495"/>
              <a:gd name="csX5" fmla="*/ 454669 w 5185156"/>
              <a:gd name="csY5" fmla="*/ 1659658 h 1915495"/>
              <a:gd name="csX6" fmla="*/ 218822 w 5185156"/>
              <a:gd name="csY6" fmla="*/ 519473 h 1915495"/>
              <a:gd name="csX7" fmla="*/ 3055958 w 5185156"/>
              <a:gd name="csY7" fmla="*/ 134 h 1915495"/>
              <a:gd name="csX8" fmla="*/ 3785688 w 5185156"/>
              <a:gd name="csY8" fmla="*/ 470874 h 1915495"/>
              <a:gd name="csX9" fmla="*/ 4603083 w 5185156"/>
              <a:gd name="csY9" fmla="*/ 710589 h 1915495"/>
              <a:gd name="csX10" fmla="*/ 4922170 w 5185156"/>
              <a:gd name="csY10" fmla="*/ 1044916 h 1915495"/>
              <a:gd name="csX0" fmla="*/ 4793813 w 5056799"/>
              <a:gd name="csY0" fmla="*/ 1044951 h 1915530"/>
              <a:gd name="csX1" fmla="*/ 5056703 w 5056799"/>
              <a:gd name="csY1" fmla="*/ 1406901 h 1915530"/>
              <a:gd name="csX2" fmla="*/ 4758571 w 5056799"/>
              <a:gd name="csY2" fmla="*/ 1730751 h 1915530"/>
              <a:gd name="csX3" fmla="*/ 4275301 w 5056799"/>
              <a:gd name="csY3" fmla="*/ 1835714 h 1915530"/>
              <a:gd name="csX4" fmla="*/ 2422564 w 5056799"/>
              <a:gd name="csY4" fmla="*/ 1908686 h 1915530"/>
              <a:gd name="csX5" fmla="*/ 326312 w 5056799"/>
              <a:gd name="csY5" fmla="*/ 1659693 h 1915530"/>
              <a:gd name="csX6" fmla="*/ 274771 w 5056799"/>
              <a:gd name="csY6" fmla="*/ 525583 h 1915530"/>
              <a:gd name="csX7" fmla="*/ 2927601 w 5056799"/>
              <a:gd name="csY7" fmla="*/ 169 h 1915530"/>
              <a:gd name="csX8" fmla="*/ 3657331 w 5056799"/>
              <a:gd name="csY8" fmla="*/ 470909 h 1915530"/>
              <a:gd name="csX9" fmla="*/ 4474726 w 5056799"/>
              <a:gd name="csY9" fmla="*/ 710624 h 1915530"/>
              <a:gd name="csX10" fmla="*/ 4793813 w 5056799"/>
              <a:gd name="csY10" fmla="*/ 1044951 h 1915530"/>
              <a:gd name="csX0" fmla="*/ 4720683 w 4983669"/>
              <a:gd name="csY0" fmla="*/ 1044951 h 1915300"/>
              <a:gd name="csX1" fmla="*/ 4983573 w 4983669"/>
              <a:gd name="csY1" fmla="*/ 1406901 h 1915300"/>
              <a:gd name="csX2" fmla="*/ 4685441 w 4983669"/>
              <a:gd name="csY2" fmla="*/ 1730751 h 1915300"/>
              <a:gd name="csX3" fmla="*/ 4202171 w 4983669"/>
              <a:gd name="csY3" fmla="*/ 1835714 h 1915300"/>
              <a:gd name="csX4" fmla="*/ 2349434 w 4983669"/>
              <a:gd name="csY4" fmla="*/ 1908686 h 1915300"/>
              <a:gd name="csX5" fmla="*/ 426647 w 4983669"/>
              <a:gd name="csY5" fmla="*/ 1663743 h 1915300"/>
              <a:gd name="csX6" fmla="*/ 201641 w 4983669"/>
              <a:gd name="csY6" fmla="*/ 525583 h 1915300"/>
              <a:gd name="csX7" fmla="*/ 2854471 w 4983669"/>
              <a:gd name="csY7" fmla="*/ 169 h 1915300"/>
              <a:gd name="csX8" fmla="*/ 3584201 w 4983669"/>
              <a:gd name="csY8" fmla="*/ 470909 h 1915300"/>
              <a:gd name="csX9" fmla="*/ 4401596 w 4983669"/>
              <a:gd name="csY9" fmla="*/ 710624 h 1915300"/>
              <a:gd name="csX10" fmla="*/ 4720683 w 4983669"/>
              <a:gd name="csY10" fmla="*/ 1044951 h 1915300"/>
              <a:gd name="csX0" fmla="*/ 4720683 w 4998043"/>
              <a:gd name="csY0" fmla="*/ 1044951 h 1915300"/>
              <a:gd name="csX1" fmla="*/ 4983573 w 4998043"/>
              <a:gd name="csY1" fmla="*/ 1406901 h 1915300"/>
              <a:gd name="csX2" fmla="*/ 4928096 w 4998043"/>
              <a:gd name="csY2" fmla="*/ 1567132 h 1915300"/>
              <a:gd name="csX3" fmla="*/ 4685441 w 4998043"/>
              <a:gd name="csY3" fmla="*/ 1730751 h 1915300"/>
              <a:gd name="csX4" fmla="*/ 4202171 w 4998043"/>
              <a:gd name="csY4" fmla="*/ 1835714 h 1915300"/>
              <a:gd name="csX5" fmla="*/ 2349434 w 4998043"/>
              <a:gd name="csY5" fmla="*/ 1908686 h 1915300"/>
              <a:gd name="csX6" fmla="*/ 426647 w 4998043"/>
              <a:gd name="csY6" fmla="*/ 1663743 h 1915300"/>
              <a:gd name="csX7" fmla="*/ 201641 w 4998043"/>
              <a:gd name="csY7" fmla="*/ 525583 h 1915300"/>
              <a:gd name="csX8" fmla="*/ 2854471 w 4998043"/>
              <a:gd name="csY8" fmla="*/ 169 h 1915300"/>
              <a:gd name="csX9" fmla="*/ 3584201 w 4998043"/>
              <a:gd name="csY9" fmla="*/ 470909 h 1915300"/>
              <a:gd name="csX10" fmla="*/ 4401596 w 4998043"/>
              <a:gd name="csY10" fmla="*/ 710624 h 1915300"/>
              <a:gd name="csX11" fmla="*/ 4720683 w 4998043"/>
              <a:gd name="csY11" fmla="*/ 1044951 h 19153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998043" h="1915300">
                <a:moveTo>
                  <a:pt x="4720683" y="1044951"/>
                </a:moveTo>
                <a:cubicBezTo>
                  <a:pt x="4832126" y="1178301"/>
                  <a:pt x="4979763" y="1289744"/>
                  <a:pt x="4983573" y="1406901"/>
                </a:cubicBezTo>
                <a:cubicBezTo>
                  <a:pt x="5021756" y="1490556"/>
                  <a:pt x="4977785" y="1513157"/>
                  <a:pt x="4928096" y="1567132"/>
                </a:cubicBezTo>
                <a:cubicBezTo>
                  <a:pt x="4878407" y="1621107"/>
                  <a:pt x="4806429" y="1685987"/>
                  <a:pt x="4685441" y="1730751"/>
                </a:cubicBezTo>
                <a:cubicBezTo>
                  <a:pt x="4564454" y="1775515"/>
                  <a:pt x="4591506" y="1806058"/>
                  <a:pt x="4202171" y="1835714"/>
                </a:cubicBezTo>
                <a:cubicBezTo>
                  <a:pt x="3812836" y="1865370"/>
                  <a:pt x="2978688" y="1937348"/>
                  <a:pt x="2349434" y="1908686"/>
                </a:cubicBezTo>
                <a:cubicBezTo>
                  <a:pt x="1720180" y="1880024"/>
                  <a:pt x="784612" y="1894260"/>
                  <a:pt x="426647" y="1663743"/>
                </a:cubicBezTo>
                <a:cubicBezTo>
                  <a:pt x="68682" y="1433226"/>
                  <a:pt x="-202996" y="802845"/>
                  <a:pt x="201641" y="525583"/>
                </a:cubicBezTo>
                <a:cubicBezTo>
                  <a:pt x="606278" y="248321"/>
                  <a:pt x="2290711" y="9281"/>
                  <a:pt x="2854471" y="169"/>
                </a:cubicBezTo>
                <a:cubicBezTo>
                  <a:pt x="3418231" y="-8943"/>
                  <a:pt x="3326347" y="352500"/>
                  <a:pt x="3584201" y="470909"/>
                </a:cubicBezTo>
                <a:cubicBezTo>
                  <a:pt x="3842055" y="589318"/>
                  <a:pt x="4248321" y="613600"/>
                  <a:pt x="4401596" y="710624"/>
                </a:cubicBezTo>
                <a:cubicBezTo>
                  <a:pt x="4533993" y="756344"/>
                  <a:pt x="4609241" y="911601"/>
                  <a:pt x="4720683" y="1044951"/>
                </a:cubicBezTo>
                <a:close/>
              </a:path>
            </a:pathLst>
          </a:custGeom>
          <a:solidFill>
            <a:schemeClr val="accent4">
              <a:lumMod val="50000"/>
            </a:schemeClr>
          </a:solidFill>
          <a:ln w="9525" cap="flat">
            <a:noFill/>
            <a:prstDash val="solid"/>
            <a:miter/>
          </a:ln>
        </p:spPr>
        <p:txBody>
          <a:bodyPr/>
          <a:lstStyle/>
          <a:p>
            <a:endParaRPr lang="en-US">
              <a:noFill/>
            </a:endParaRPr>
          </a:p>
        </p:txBody>
      </p:sp>
      <p:sp>
        <p:nvSpPr>
          <p:cNvPr id="2" name="Title 1">
            <a:extLst>
              <a:ext uri="{FF2B5EF4-FFF2-40B4-BE49-F238E27FC236}">
                <a16:creationId xmlns:a16="http://schemas.microsoft.com/office/drawing/2014/main" id="{BAB9E415-C931-72C2-22A8-81116E972261}"/>
              </a:ext>
            </a:extLst>
          </p:cNvPr>
          <p:cNvSpPr>
            <a:spLocks noGrp="1"/>
          </p:cNvSpPr>
          <p:nvPr>
            <p:ph type="title"/>
          </p:nvPr>
        </p:nvSpPr>
        <p:spPr/>
        <p:txBody>
          <a:bodyPr/>
          <a:lstStyle/>
          <a:p>
            <a:r>
              <a:rPr lang="en-US"/>
              <a:t>XXXXXXXX X XXXXX XXXXXXXXXX </a:t>
            </a:r>
          </a:p>
        </p:txBody>
      </p:sp>
      <p:sp>
        <p:nvSpPr>
          <p:cNvPr id="3" name="Content Placeholder 2">
            <a:extLst>
              <a:ext uri="{FF2B5EF4-FFF2-40B4-BE49-F238E27FC236}">
                <a16:creationId xmlns:a16="http://schemas.microsoft.com/office/drawing/2014/main" id="{870623CF-F9C5-A57F-92ED-2048E2351D27}"/>
              </a:ext>
            </a:extLst>
          </p:cNvPr>
          <p:cNvSpPr>
            <a:spLocks noGrp="1"/>
          </p:cNvSpPr>
          <p:nvPr>
            <p:ph idx="1"/>
          </p:nvPr>
        </p:nvSpPr>
        <p:spPr>
          <a:xfrm>
            <a:off x="838200" y="1825625"/>
            <a:ext cx="10287000" cy="4351338"/>
          </a:xfrm>
        </p:spPr>
        <p:txBody>
          <a:bodyPr/>
          <a:lstStyle/>
          <a:p>
            <a:pPr marL="0" indent="0">
              <a:buNone/>
            </a:pPr>
            <a:r>
              <a:rPr lang="en-US"/>
              <a:t>XXXXX XX X XXXX XXXXXX XXXX XXXX XXXXXXXXX X XXXXXXXX XXXXXXX XX XXXXXXX X XXXX XXXXX XXXX X XXXXXXXXXXXXX XXXX XXXXXX XXXXXXX X XXXXXXXXX XX XXXX XXX X XXX XXXXXXXXXXX</a:t>
            </a:r>
          </a:p>
        </p:txBody>
      </p:sp>
      <p:sp>
        <p:nvSpPr>
          <p:cNvPr id="6" name="Graphic 127">
            <a:extLst>
              <a:ext uri="{FF2B5EF4-FFF2-40B4-BE49-F238E27FC236}">
                <a16:creationId xmlns:a16="http://schemas.microsoft.com/office/drawing/2014/main" id="{E59094FD-2C6C-EF2F-E0DC-78D963530033}"/>
              </a:ext>
            </a:extLst>
          </p:cNvPr>
          <p:cNvSpPr/>
          <p:nvPr/>
        </p:nvSpPr>
        <p:spPr>
          <a:xfrm rot="6026319" flipV="1">
            <a:off x="8696004" y="-7945449"/>
            <a:ext cx="3829558" cy="15209314"/>
          </a:xfrm>
          <a:custGeom>
            <a:avLst/>
            <a:gdLst>
              <a:gd name="csX0" fmla="*/ 3086062 w 3829558"/>
              <a:gd name="csY0" fmla="*/ 3905196 h 15209314"/>
              <a:gd name="csX1" fmla="*/ 3809673 w 3829558"/>
              <a:gd name="csY1" fmla="*/ 9695864 h 15209314"/>
              <a:gd name="csX2" fmla="*/ 2440601 w 3829558"/>
              <a:gd name="csY2" fmla="*/ 13914361 h 15209314"/>
              <a:gd name="csX3" fmla="*/ 741562 w 3829558"/>
              <a:gd name="csY3" fmla="*/ 14802979 h 15209314"/>
              <a:gd name="csX4" fmla="*/ 290029 w 3829558"/>
              <a:gd name="csY4" fmla="*/ 9051372 h 15209314"/>
              <a:gd name="csX5" fmla="*/ 64262 w 3829558"/>
              <a:gd name="csY5" fmla="*/ 2928692 h 15209314"/>
              <a:gd name="csX6" fmla="*/ 1517273 w 3829558"/>
              <a:gd name="csY6" fmla="*/ 18711 h 15209314"/>
              <a:gd name="csX7" fmla="*/ 3086062 w 3829558"/>
              <a:gd name="csY7" fmla="*/ 3905196 h 152093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829558" h="15209314">
                <a:moveTo>
                  <a:pt x="3086062" y="3905196"/>
                </a:moveTo>
                <a:cubicBezTo>
                  <a:pt x="3540489" y="5838674"/>
                  <a:pt x="3922556" y="7938157"/>
                  <a:pt x="3809673" y="9695864"/>
                </a:cubicBezTo>
                <a:cubicBezTo>
                  <a:pt x="3699684" y="11443806"/>
                  <a:pt x="3094745" y="12849972"/>
                  <a:pt x="2440601" y="13914361"/>
                </a:cubicBezTo>
                <a:cubicBezTo>
                  <a:pt x="1786456" y="14978750"/>
                  <a:pt x="1083106" y="15701363"/>
                  <a:pt x="741562" y="14802979"/>
                </a:cubicBezTo>
                <a:cubicBezTo>
                  <a:pt x="400018" y="13894831"/>
                  <a:pt x="420279" y="11365686"/>
                  <a:pt x="290029" y="9051372"/>
                </a:cubicBezTo>
                <a:cubicBezTo>
                  <a:pt x="156884" y="6746823"/>
                  <a:pt x="-126771" y="4657104"/>
                  <a:pt x="64262" y="2928692"/>
                </a:cubicBezTo>
                <a:cubicBezTo>
                  <a:pt x="255295" y="1190516"/>
                  <a:pt x="923912" y="-176590"/>
                  <a:pt x="1517273" y="18711"/>
                </a:cubicBezTo>
                <a:cubicBezTo>
                  <a:pt x="2110634" y="214012"/>
                  <a:pt x="2634528" y="1971719"/>
                  <a:pt x="3086062" y="3905196"/>
                </a:cubicBezTo>
                <a:close/>
              </a:path>
            </a:pathLst>
          </a:custGeom>
          <a:solidFill>
            <a:schemeClr val="accent4">
              <a:lumMod val="60000"/>
              <a:lumOff val="40000"/>
            </a:schemeClr>
          </a:solidFill>
          <a:ln w="28908" cap="flat">
            <a:noFill/>
            <a:prstDash val="solid"/>
            <a:miter/>
          </a:ln>
        </p:spPr>
        <p:txBody>
          <a:bodyPr/>
          <a:lstStyle/>
          <a:p>
            <a:endParaRPr lang="en-US"/>
          </a:p>
        </p:txBody>
      </p:sp>
      <p:sp>
        <p:nvSpPr>
          <p:cNvPr id="7" name="Graphic 129">
            <a:extLst>
              <a:ext uri="{FF2B5EF4-FFF2-40B4-BE49-F238E27FC236}">
                <a16:creationId xmlns:a16="http://schemas.microsoft.com/office/drawing/2014/main" id="{2887AAFD-E278-F54D-168E-49152B2DA6BB}"/>
              </a:ext>
            </a:extLst>
          </p:cNvPr>
          <p:cNvSpPr/>
          <p:nvPr/>
        </p:nvSpPr>
        <p:spPr>
          <a:xfrm rot="16826319" flipH="1">
            <a:off x="9664497" y="-5159000"/>
            <a:ext cx="1717428" cy="10587099"/>
          </a:xfrm>
          <a:custGeom>
            <a:avLst/>
            <a:gdLst>
              <a:gd name="csX0" fmla="*/ 714496 w 977405"/>
              <a:gd name="csY0" fmla="*/ 349032 h 1125362"/>
              <a:gd name="csX1" fmla="*/ 977386 w 977405"/>
              <a:gd name="csY1" fmla="*/ 710982 h 1125362"/>
              <a:gd name="csX2" fmla="*/ 679254 w 977405"/>
              <a:gd name="csY2" fmla="*/ 1034832 h 1125362"/>
              <a:gd name="csX3" fmla="*/ 229674 w 977405"/>
              <a:gd name="csY3" fmla="*/ 1087220 h 1125362"/>
              <a:gd name="csX4" fmla="*/ 84894 w 977405"/>
              <a:gd name="csY4" fmla="*/ 635735 h 1125362"/>
              <a:gd name="csX5" fmla="*/ 19171 w 977405"/>
              <a:gd name="csY5" fmla="*/ 154722 h 1125362"/>
              <a:gd name="csX6" fmla="*/ 395409 w 977405"/>
              <a:gd name="csY6" fmla="*/ 14705 h 1125362"/>
              <a:gd name="csX7" fmla="*/ 714496 w 977405"/>
              <a:gd name="csY7" fmla="*/ 349032 h 11253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977405" h="1125362">
                <a:moveTo>
                  <a:pt x="714496" y="349032"/>
                </a:moveTo>
                <a:cubicBezTo>
                  <a:pt x="825939" y="482382"/>
                  <a:pt x="973576" y="593825"/>
                  <a:pt x="977386" y="710982"/>
                </a:cubicBezTo>
                <a:cubicBezTo>
                  <a:pt x="982149" y="828140"/>
                  <a:pt x="843084" y="951965"/>
                  <a:pt x="679254" y="1034832"/>
                </a:cubicBezTo>
                <a:cubicBezTo>
                  <a:pt x="515424" y="1118652"/>
                  <a:pt x="326829" y="1161515"/>
                  <a:pt x="229674" y="1087220"/>
                </a:cubicBezTo>
                <a:cubicBezTo>
                  <a:pt x="132519" y="1011972"/>
                  <a:pt x="126804" y="819567"/>
                  <a:pt x="84894" y="635735"/>
                </a:cubicBezTo>
                <a:cubicBezTo>
                  <a:pt x="42031" y="451902"/>
                  <a:pt x="-36074" y="275690"/>
                  <a:pt x="19171" y="154722"/>
                </a:cubicBezTo>
                <a:cubicBezTo>
                  <a:pt x="74416" y="34707"/>
                  <a:pt x="263011" y="-31015"/>
                  <a:pt x="395409" y="14705"/>
                </a:cubicBezTo>
                <a:cubicBezTo>
                  <a:pt x="527806" y="60425"/>
                  <a:pt x="603054" y="215682"/>
                  <a:pt x="714496" y="349032"/>
                </a:cubicBezTo>
                <a:close/>
              </a:path>
            </a:pathLst>
          </a:custGeom>
          <a:solidFill>
            <a:schemeClr val="accent4">
              <a:lumMod val="75000"/>
            </a:schemeClr>
          </a:solidFill>
          <a:ln w="9525" cap="flat">
            <a:noFill/>
            <a:prstDash val="solid"/>
            <a:miter/>
          </a:ln>
        </p:spPr>
        <p:txBody>
          <a:bodyPr/>
          <a:lstStyle/>
          <a:p>
            <a:endParaRPr lang="en-US"/>
          </a:p>
        </p:txBody>
      </p:sp>
      <p:sp>
        <p:nvSpPr>
          <p:cNvPr id="13" name="Rectangle 12">
            <a:extLst>
              <a:ext uri="{FF2B5EF4-FFF2-40B4-BE49-F238E27FC236}">
                <a16:creationId xmlns:a16="http://schemas.microsoft.com/office/drawing/2014/main" id="{25834766-057B-7B1C-0165-6BF3DC6B4D75}"/>
              </a:ext>
            </a:extLst>
          </p:cNvPr>
          <p:cNvSpPr/>
          <p:nvPr/>
        </p:nvSpPr>
        <p:spPr>
          <a:xfrm rot="900000">
            <a:off x="89005" y="4897461"/>
            <a:ext cx="6665881" cy="156535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a:solidFill>
                  <a:sysClr val="windowText" lastClr="000000"/>
                </a:solidFill>
              </a:rPr>
              <a:t>XX XX XXXXXXXXXXXXXXXXXXXX XX XXXXXXXXXXXXXXXXXXXX XX XXXXXXXXXXXXXXXXXXXXXXX</a:t>
            </a:r>
          </a:p>
        </p:txBody>
      </p:sp>
    </p:spTree>
    <p:extLst>
      <p:ext uri="{BB962C8B-B14F-4D97-AF65-F5344CB8AC3E}">
        <p14:creationId xmlns:p14="http://schemas.microsoft.com/office/powerpoint/2010/main" val="40552675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9" decel="10000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400" fill="hold"/>
                                        <p:tgtEl>
                                          <p:spTgt spid="2"/>
                                        </p:tgtEl>
                                        <p:attrNameLst>
                                          <p:attrName>ppt_x</p:attrName>
                                        </p:attrNameLst>
                                      </p:cBhvr>
                                      <p:tavLst>
                                        <p:tav tm="0">
                                          <p:val>
                                            <p:strVal val="0-#ppt_w/2"/>
                                          </p:val>
                                        </p:tav>
                                        <p:tav tm="100000">
                                          <p:val>
                                            <p:strVal val="#ppt_x"/>
                                          </p:val>
                                        </p:tav>
                                      </p:tavLst>
                                    </p:anim>
                                    <p:anim calcmode="lin" valueType="num">
                                      <p:cBhvr additive="base">
                                        <p:cTn id="8" dur="40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3" decel="100000" fill="hold" grpId="0" nodeType="withEffect">
                                  <p:stCondLst>
                                    <p:cond delay="10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1+#ppt_w/2"/>
                                          </p:val>
                                        </p:tav>
                                        <p:tav tm="100000">
                                          <p:val>
                                            <p:strVal val="#ppt_x"/>
                                          </p:val>
                                        </p:tav>
                                      </p:tavLst>
                                    </p:anim>
                                    <p:anim calcmode="lin" valueType="num">
                                      <p:cBhvr additive="base">
                                        <p:cTn id="12" dur="500" fill="hold"/>
                                        <p:tgtEl>
                                          <p:spTgt spid="6"/>
                                        </p:tgtEl>
                                        <p:attrNameLst>
                                          <p:attrName>ppt_y</p:attrName>
                                        </p:attrNameLst>
                                      </p:cBhvr>
                                      <p:tavLst>
                                        <p:tav tm="0">
                                          <p:val>
                                            <p:strVal val="0-#ppt_h/2"/>
                                          </p:val>
                                        </p:tav>
                                        <p:tav tm="100000">
                                          <p:val>
                                            <p:strVal val="#ppt_y"/>
                                          </p:val>
                                        </p:tav>
                                      </p:tavLst>
                                    </p:anim>
                                  </p:childTnLst>
                                </p:cTn>
                              </p:par>
                              <p:par>
                                <p:cTn id="13" presetID="22" presetClass="entr" presetSubtype="1" fill="hold" nodeType="withEffect">
                                  <p:stCondLst>
                                    <p:cond delay="100"/>
                                  </p:stCondLst>
                                  <p:childTnLst>
                                    <p:set>
                                      <p:cBhvr>
                                        <p:cTn id="14" dur="1" fill="hold">
                                          <p:stCondLst>
                                            <p:cond delay="0"/>
                                          </p:stCondLst>
                                        </p:cTn>
                                        <p:tgtEl>
                                          <p:spTgt spid="3">
                                            <p:txEl>
                                              <p:pRg st="0" end="0"/>
                                            </p:txEl>
                                          </p:spTgt>
                                        </p:tgtEl>
                                        <p:attrNameLst>
                                          <p:attrName>style.visibility</p:attrName>
                                        </p:attrNameLst>
                                      </p:cBhvr>
                                      <p:to>
                                        <p:strVal val="visible"/>
                                      </p:to>
                                    </p:set>
                                    <p:animEffect transition="in" filter="wipe(up)">
                                      <p:cBhvr>
                                        <p:cTn id="15" dur="500"/>
                                        <p:tgtEl>
                                          <p:spTgt spid="3">
                                            <p:txEl>
                                              <p:pRg st="0" end="0"/>
                                            </p:txEl>
                                          </p:spTgt>
                                        </p:tgtEl>
                                      </p:cBhvr>
                                    </p:animEffect>
                                  </p:childTnLst>
                                </p:cTn>
                              </p:par>
                              <p:par>
                                <p:cTn id="16" presetID="2" presetClass="entr" presetSubtype="12" decel="100000" fill="hold" grpId="0" nodeType="withEffect">
                                  <p:stCondLst>
                                    <p:cond delay="100"/>
                                  </p:stCondLst>
                                  <p:childTnLst>
                                    <p:set>
                                      <p:cBhvr>
                                        <p:cTn id="17" dur="1" fill="hold">
                                          <p:stCondLst>
                                            <p:cond delay="0"/>
                                          </p:stCondLst>
                                        </p:cTn>
                                        <p:tgtEl>
                                          <p:spTgt spid="8"/>
                                        </p:tgtEl>
                                        <p:attrNameLst>
                                          <p:attrName>style.visibility</p:attrName>
                                        </p:attrNameLst>
                                      </p:cBhvr>
                                      <p:to>
                                        <p:strVal val="visible"/>
                                      </p:to>
                                    </p:set>
                                    <p:anim calcmode="lin" valueType="num">
                                      <p:cBhvr additive="base">
                                        <p:cTn id="18" dur="500" fill="hold"/>
                                        <p:tgtEl>
                                          <p:spTgt spid="8"/>
                                        </p:tgtEl>
                                        <p:attrNameLst>
                                          <p:attrName>ppt_x</p:attrName>
                                        </p:attrNameLst>
                                      </p:cBhvr>
                                      <p:tavLst>
                                        <p:tav tm="0">
                                          <p:val>
                                            <p:strVal val="0-#ppt_w/2"/>
                                          </p:val>
                                        </p:tav>
                                        <p:tav tm="100000">
                                          <p:val>
                                            <p:strVal val="#ppt_x"/>
                                          </p:val>
                                        </p:tav>
                                      </p:tavLst>
                                    </p:anim>
                                    <p:anim calcmode="lin" valueType="num">
                                      <p:cBhvr additive="base">
                                        <p:cTn id="19" dur="500" fill="hold"/>
                                        <p:tgtEl>
                                          <p:spTgt spid="8"/>
                                        </p:tgtEl>
                                        <p:attrNameLst>
                                          <p:attrName>ppt_y</p:attrName>
                                        </p:attrNameLst>
                                      </p:cBhvr>
                                      <p:tavLst>
                                        <p:tav tm="0">
                                          <p:val>
                                            <p:strVal val="1+#ppt_h/2"/>
                                          </p:val>
                                        </p:tav>
                                        <p:tav tm="100000">
                                          <p:val>
                                            <p:strVal val="#ppt_y"/>
                                          </p:val>
                                        </p:tav>
                                      </p:tavLst>
                                    </p:anim>
                                  </p:childTnLst>
                                </p:cTn>
                              </p:par>
                              <p:par>
                                <p:cTn id="20" presetID="2" presetClass="entr" presetSubtype="12" decel="100000" fill="hold" grpId="0" nodeType="withEffect">
                                  <p:stCondLst>
                                    <p:cond delay="200"/>
                                  </p:stCondLst>
                                  <p:childTnLst>
                                    <p:set>
                                      <p:cBhvr>
                                        <p:cTn id="21" dur="1" fill="hold">
                                          <p:stCondLst>
                                            <p:cond delay="0"/>
                                          </p:stCondLst>
                                        </p:cTn>
                                        <p:tgtEl>
                                          <p:spTgt spid="10"/>
                                        </p:tgtEl>
                                        <p:attrNameLst>
                                          <p:attrName>style.visibility</p:attrName>
                                        </p:attrNameLst>
                                      </p:cBhvr>
                                      <p:to>
                                        <p:strVal val="visible"/>
                                      </p:to>
                                    </p:set>
                                    <p:anim calcmode="lin" valueType="num">
                                      <p:cBhvr additive="base">
                                        <p:cTn id="22" dur="500" fill="hold"/>
                                        <p:tgtEl>
                                          <p:spTgt spid="10"/>
                                        </p:tgtEl>
                                        <p:attrNameLst>
                                          <p:attrName>ppt_x</p:attrName>
                                        </p:attrNameLst>
                                      </p:cBhvr>
                                      <p:tavLst>
                                        <p:tav tm="0">
                                          <p:val>
                                            <p:strVal val="0-#ppt_w/2"/>
                                          </p:val>
                                        </p:tav>
                                        <p:tav tm="100000">
                                          <p:val>
                                            <p:strVal val="#ppt_x"/>
                                          </p:val>
                                        </p:tav>
                                      </p:tavLst>
                                    </p:anim>
                                    <p:anim calcmode="lin" valueType="num">
                                      <p:cBhvr additive="base">
                                        <p:cTn id="23" dur="500" fill="hold"/>
                                        <p:tgtEl>
                                          <p:spTgt spid="10"/>
                                        </p:tgtEl>
                                        <p:attrNameLst>
                                          <p:attrName>ppt_y</p:attrName>
                                        </p:attrNameLst>
                                      </p:cBhvr>
                                      <p:tavLst>
                                        <p:tav tm="0">
                                          <p:val>
                                            <p:strVal val="1+#ppt_h/2"/>
                                          </p:val>
                                        </p:tav>
                                        <p:tav tm="100000">
                                          <p:val>
                                            <p:strVal val="#ppt_y"/>
                                          </p:val>
                                        </p:tav>
                                      </p:tavLst>
                                    </p:anim>
                                  </p:childTnLst>
                                </p:cTn>
                              </p:par>
                              <p:par>
                                <p:cTn id="24" presetID="2" presetClass="entr" presetSubtype="12" decel="100000" fill="hold" grpId="0" nodeType="withEffect">
                                  <p:stCondLst>
                                    <p:cond delay="300"/>
                                  </p:stCondLst>
                                  <p:childTnLst>
                                    <p:set>
                                      <p:cBhvr>
                                        <p:cTn id="25" dur="1" fill="hold">
                                          <p:stCondLst>
                                            <p:cond delay="0"/>
                                          </p:stCondLst>
                                        </p:cTn>
                                        <p:tgtEl>
                                          <p:spTgt spid="11"/>
                                        </p:tgtEl>
                                        <p:attrNameLst>
                                          <p:attrName>style.visibility</p:attrName>
                                        </p:attrNameLst>
                                      </p:cBhvr>
                                      <p:to>
                                        <p:strVal val="visible"/>
                                      </p:to>
                                    </p:set>
                                    <p:anim calcmode="lin" valueType="num">
                                      <p:cBhvr additive="base">
                                        <p:cTn id="26" dur="500" fill="hold"/>
                                        <p:tgtEl>
                                          <p:spTgt spid="11"/>
                                        </p:tgtEl>
                                        <p:attrNameLst>
                                          <p:attrName>ppt_x</p:attrName>
                                        </p:attrNameLst>
                                      </p:cBhvr>
                                      <p:tavLst>
                                        <p:tav tm="0">
                                          <p:val>
                                            <p:strVal val="0-#ppt_w/2"/>
                                          </p:val>
                                        </p:tav>
                                        <p:tav tm="100000">
                                          <p:val>
                                            <p:strVal val="#ppt_x"/>
                                          </p:val>
                                        </p:tav>
                                      </p:tavLst>
                                    </p:anim>
                                    <p:anim calcmode="lin" valueType="num">
                                      <p:cBhvr additive="base">
                                        <p:cTn id="27" dur="500" fill="hold"/>
                                        <p:tgtEl>
                                          <p:spTgt spid="11"/>
                                        </p:tgtEl>
                                        <p:attrNameLst>
                                          <p:attrName>ppt_y</p:attrName>
                                        </p:attrNameLst>
                                      </p:cBhvr>
                                      <p:tavLst>
                                        <p:tav tm="0">
                                          <p:val>
                                            <p:strVal val="1+#ppt_h/2"/>
                                          </p:val>
                                        </p:tav>
                                        <p:tav tm="100000">
                                          <p:val>
                                            <p:strVal val="#ppt_y"/>
                                          </p:val>
                                        </p:tav>
                                      </p:tavLst>
                                    </p:anim>
                                  </p:childTnLst>
                                </p:cTn>
                              </p:par>
                              <p:par>
                                <p:cTn id="28" presetID="2" presetClass="entr" presetSubtype="3" decel="100000" fill="hold" grpId="0" nodeType="withEffect">
                                  <p:stCondLst>
                                    <p:cond delay="300"/>
                                  </p:stCondLst>
                                  <p:childTnLst>
                                    <p:set>
                                      <p:cBhvr>
                                        <p:cTn id="29" dur="1" fill="hold">
                                          <p:stCondLst>
                                            <p:cond delay="0"/>
                                          </p:stCondLst>
                                        </p:cTn>
                                        <p:tgtEl>
                                          <p:spTgt spid="7"/>
                                        </p:tgtEl>
                                        <p:attrNameLst>
                                          <p:attrName>style.visibility</p:attrName>
                                        </p:attrNameLst>
                                      </p:cBhvr>
                                      <p:to>
                                        <p:strVal val="visible"/>
                                      </p:to>
                                    </p:set>
                                    <p:anim calcmode="lin" valueType="num">
                                      <p:cBhvr additive="base">
                                        <p:cTn id="30" dur="500" fill="hold"/>
                                        <p:tgtEl>
                                          <p:spTgt spid="7"/>
                                        </p:tgtEl>
                                        <p:attrNameLst>
                                          <p:attrName>ppt_x</p:attrName>
                                        </p:attrNameLst>
                                      </p:cBhvr>
                                      <p:tavLst>
                                        <p:tav tm="0">
                                          <p:val>
                                            <p:strVal val="1+#ppt_w/2"/>
                                          </p:val>
                                        </p:tav>
                                        <p:tav tm="100000">
                                          <p:val>
                                            <p:strVal val="#ppt_x"/>
                                          </p:val>
                                        </p:tav>
                                      </p:tavLst>
                                    </p:anim>
                                    <p:anim calcmode="lin" valueType="num">
                                      <p:cBhvr additive="base">
                                        <p:cTn id="31" dur="500" fill="hold"/>
                                        <p:tgtEl>
                                          <p:spTgt spid="7"/>
                                        </p:tgtEl>
                                        <p:attrNameLst>
                                          <p:attrName>ppt_y</p:attrName>
                                        </p:attrNameLst>
                                      </p:cBhvr>
                                      <p:tavLst>
                                        <p:tav tm="0">
                                          <p:val>
                                            <p:strVal val="0-#ppt_h/2"/>
                                          </p:val>
                                        </p:tav>
                                        <p:tav tm="100000">
                                          <p:val>
                                            <p:strVal val="#ppt_y"/>
                                          </p:val>
                                        </p:tav>
                                      </p:tavLst>
                                    </p:anim>
                                  </p:childTnLst>
                                </p:cTn>
                              </p:par>
                            </p:childTnLst>
                          </p:cTn>
                        </p:par>
                        <p:par>
                          <p:cTn id="32" fill="hold">
                            <p:stCondLst>
                              <p:cond delay="800"/>
                            </p:stCondLst>
                            <p:childTnLst>
                              <p:par>
                                <p:cTn id="33" presetID="42" presetClass="entr" presetSubtype="0" fill="hold" grpId="1" nodeType="afterEffect">
                                  <p:stCondLst>
                                    <p:cond delay="0"/>
                                  </p:stCondLst>
                                  <p:childTnLst>
                                    <p:set>
                                      <p:cBhvr>
                                        <p:cTn id="34" dur="1" fill="hold">
                                          <p:stCondLst>
                                            <p:cond delay="0"/>
                                          </p:stCondLst>
                                        </p:cTn>
                                        <p:tgtEl>
                                          <p:spTgt spid="13">
                                            <p:txEl>
                                              <p:pRg st="0" end="0"/>
                                            </p:txEl>
                                          </p:spTgt>
                                        </p:tgtEl>
                                        <p:attrNameLst>
                                          <p:attrName>style.visibility</p:attrName>
                                        </p:attrNameLst>
                                      </p:cBhvr>
                                      <p:to>
                                        <p:strVal val="visible"/>
                                      </p:to>
                                    </p:set>
                                    <p:animEffect transition="in" filter="fade">
                                      <p:cBhvr>
                                        <p:cTn id="35" dur="400"/>
                                        <p:tgtEl>
                                          <p:spTgt spid="13">
                                            <p:txEl>
                                              <p:pRg st="0" end="0"/>
                                            </p:txEl>
                                          </p:spTgt>
                                        </p:tgtEl>
                                      </p:cBhvr>
                                    </p:animEffect>
                                    <p:anim calcmode="lin" valueType="num">
                                      <p:cBhvr>
                                        <p:cTn id="36" dur="400" fill="hold"/>
                                        <p:tgtEl>
                                          <p:spTgt spid="13">
                                            <p:txEl>
                                              <p:pRg st="0" end="0"/>
                                            </p:txEl>
                                          </p:spTgt>
                                        </p:tgtEl>
                                        <p:attrNameLst>
                                          <p:attrName>ppt_x</p:attrName>
                                        </p:attrNameLst>
                                      </p:cBhvr>
                                      <p:tavLst>
                                        <p:tav tm="0">
                                          <p:val>
                                            <p:strVal val="#ppt_x"/>
                                          </p:val>
                                        </p:tav>
                                        <p:tav tm="100000">
                                          <p:val>
                                            <p:strVal val="#ppt_x"/>
                                          </p:val>
                                        </p:tav>
                                      </p:tavLst>
                                    </p:anim>
                                    <p:anim calcmode="lin" valueType="num">
                                      <p:cBhvr>
                                        <p:cTn id="37" dur="400" fill="hold"/>
                                        <p:tgtEl>
                                          <p:spTgt spid="1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xit" presetSubtype="8" accel="100000" fill="hold" grpId="1" nodeType="clickEffect">
                                  <p:stCondLst>
                                    <p:cond delay="0"/>
                                  </p:stCondLst>
                                  <p:childTnLst>
                                    <p:anim calcmode="lin" valueType="num">
                                      <p:cBhvr additive="base">
                                        <p:cTn id="41" dur="500"/>
                                        <p:tgtEl>
                                          <p:spTgt spid="2"/>
                                        </p:tgtEl>
                                        <p:attrNameLst>
                                          <p:attrName>ppt_x</p:attrName>
                                        </p:attrNameLst>
                                      </p:cBhvr>
                                      <p:tavLst>
                                        <p:tav tm="0">
                                          <p:val>
                                            <p:strVal val="ppt_x"/>
                                          </p:val>
                                        </p:tav>
                                        <p:tav tm="100000">
                                          <p:val>
                                            <p:strVal val="0-ppt_w/2"/>
                                          </p:val>
                                        </p:tav>
                                      </p:tavLst>
                                    </p:anim>
                                    <p:anim calcmode="lin" valueType="num">
                                      <p:cBhvr additive="base">
                                        <p:cTn id="42" dur="500"/>
                                        <p:tgtEl>
                                          <p:spTgt spid="2"/>
                                        </p:tgtEl>
                                        <p:attrNameLst>
                                          <p:attrName>ppt_y</p:attrName>
                                        </p:attrNameLst>
                                      </p:cBhvr>
                                      <p:tavLst>
                                        <p:tav tm="0">
                                          <p:val>
                                            <p:strVal val="ppt_y"/>
                                          </p:val>
                                        </p:tav>
                                        <p:tav tm="100000">
                                          <p:val>
                                            <p:strVal val="ppt_y"/>
                                          </p:val>
                                        </p:tav>
                                      </p:tavLst>
                                    </p:anim>
                                    <p:set>
                                      <p:cBhvr>
                                        <p:cTn id="43" dur="1" fill="hold">
                                          <p:stCondLst>
                                            <p:cond delay="499"/>
                                          </p:stCondLst>
                                        </p:cTn>
                                        <p:tgtEl>
                                          <p:spTgt spid="2"/>
                                        </p:tgtEl>
                                        <p:attrNameLst>
                                          <p:attrName>style.visibility</p:attrName>
                                        </p:attrNameLst>
                                      </p:cBhvr>
                                      <p:to>
                                        <p:strVal val="hidden"/>
                                      </p:to>
                                    </p:set>
                                  </p:childTnLst>
                                </p:cTn>
                              </p:par>
                              <p:par>
                                <p:cTn id="44" presetID="2" presetClass="exit" presetSubtype="8" accel="100000" fill="hold" grpId="0" nodeType="withEffect">
                                  <p:stCondLst>
                                    <p:cond delay="100"/>
                                  </p:stCondLst>
                                  <p:childTnLst>
                                    <p:anim calcmode="lin" valueType="num">
                                      <p:cBhvr additive="base">
                                        <p:cTn id="45" dur="500"/>
                                        <p:tgtEl>
                                          <p:spTgt spid="3">
                                            <p:txEl>
                                              <p:pRg st="0" end="0"/>
                                            </p:txEl>
                                          </p:spTgt>
                                        </p:tgtEl>
                                        <p:attrNameLst>
                                          <p:attrName>ppt_x</p:attrName>
                                        </p:attrNameLst>
                                      </p:cBhvr>
                                      <p:tavLst>
                                        <p:tav tm="0">
                                          <p:val>
                                            <p:strVal val="ppt_x"/>
                                          </p:val>
                                        </p:tav>
                                        <p:tav tm="100000">
                                          <p:val>
                                            <p:strVal val="0-ppt_w/2"/>
                                          </p:val>
                                        </p:tav>
                                      </p:tavLst>
                                    </p:anim>
                                    <p:anim calcmode="lin" valueType="num">
                                      <p:cBhvr additive="base">
                                        <p:cTn id="46" dur="500"/>
                                        <p:tgtEl>
                                          <p:spTgt spid="3">
                                            <p:txEl>
                                              <p:pRg st="0" end="0"/>
                                            </p:txEl>
                                          </p:spTgt>
                                        </p:tgtEl>
                                        <p:attrNameLst>
                                          <p:attrName>ppt_y</p:attrName>
                                        </p:attrNameLst>
                                      </p:cBhvr>
                                      <p:tavLst>
                                        <p:tav tm="0">
                                          <p:val>
                                            <p:strVal val="ppt_y"/>
                                          </p:val>
                                        </p:tav>
                                        <p:tav tm="100000">
                                          <p:val>
                                            <p:strVal val="ppt_y"/>
                                          </p:val>
                                        </p:tav>
                                      </p:tavLst>
                                    </p:anim>
                                    <p:set>
                                      <p:cBhvr>
                                        <p:cTn id="47" dur="1" fill="hold">
                                          <p:stCondLst>
                                            <p:cond delay="499"/>
                                          </p:stCondLst>
                                        </p:cTn>
                                        <p:tgtEl>
                                          <p:spTgt spid="3">
                                            <p:txEl>
                                              <p:pRg st="0" end="0"/>
                                            </p:txEl>
                                          </p:spTgt>
                                        </p:tgtEl>
                                        <p:attrNameLst>
                                          <p:attrName>style.visibility</p:attrName>
                                        </p:attrNameLst>
                                      </p:cBhvr>
                                      <p:to>
                                        <p:strVal val="hidden"/>
                                      </p:to>
                                    </p:set>
                                  </p:childTnLst>
                                </p:cTn>
                              </p:par>
                              <p:par>
                                <p:cTn id="48" presetID="42" presetClass="exit" presetSubtype="0" fill="hold" grpId="0" nodeType="withEffect">
                                  <p:stCondLst>
                                    <p:cond delay="0"/>
                                  </p:stCondLst>
                                  <p:childTnLst>
                                    <p:animEffect transition="out" filter="fade">
                                      <p:cBhvr>
                                        <p:cTn id="49" dur="400"/>
                                        <p:tgtEl>
                                          <p:spTgt spid="13">
                                            <p:txEl>
                                              <p:pRg st="0" end="0"/>
                                            </p:txEl>
                                          </p:spTgt>
                                        </p:tgtEl>
                                      </p:cBhvr>
                                    </p:animEffect>
                                    <p:anim calcmode="lin" valueType="num">
                                      <p:cBhvr>
                                        <p:cTn id="50" dur="400"/>
                                        <p:tgtEl>
                                          <p:spTgt spid="13">
                                            <p:txEl>
                                              <p:pRg st="0" end="0"/>
                                            </p:txEl>
                                          </p:spTgt>
                                        </p:tgtEl>
                                        <p:attrNameLst>
                                          <p:attrName>ppt_x</p:attrName>
                                        </p:attrNameLst>
                                      </p:cBhvr>
                                      <p:tavLst>
                                        <p:tav tm="0">
                                          <p:val>
                                            <p:strVal val="ppt_x"/>
                                          </p:val>
                                        </p:tav>
                                        <p:tav tm="100000">
                                          <p:val>
                                            <p:strVal val="ppt_x"/>
                                          </p:val>
                                        </p:tav>
                                      </p:tavLst>
                                    </p:anim>
                                    <p:anim calcmode="lin" valueType="num">
                                      <p:cBhvr>
                                        <p:cTn id="51" dur="400"/>
                                        <p:tgtEl>
                                          <p:spTgt spid="13">
                                            <p:txEl>
                                              <p:pRg st="0" end="0"/>
                                            </p:txEl>
                                          </p:spTgt>
                                        </p:tgtEl>
                                        <p:attrNameLst>
                                          <p:attrName>ppt_y</p:attrName>
                                        </p:attrNameLst>
                                      </p:cBhvr>
                                      <p:tavLst>
                                        <p:tav tm="0">
                                          <p:val>
                                            <p:strVal val="ppt_y"/>
                                          </p:val>
                                        </p:tav>
                                        <p:tav tm="100000">
                                          <p:val>
                                            <p:strVal val="ppt_y+.1"/>
                                          </p:val>
                                        </p:tav>
                                      </p:tavLst>
                                    </p:anim>
                                    <p:set>
                                      <p:cBhvr>
                                        <p:cTn id="52" dur="1" fill="hold">
                                          <p:stCondLst>
                                            <p:cond delay="399"/>
                                          </p:stCondLst>
                                        </p:cTn>
                                        <p:tgtEl>
                                          <p:spTgt spid="13">
                                            <p:txEl>
                                              <p:pRg st="0" end="0"/>
                                            </p:txEl>
                                          </p:spTgt>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1" presetClass="exit" presetSubtype="0" fill="hold" grpId="2" nodeType="clickEffect">
                                  <p:stCondLst>
                                    <p:cond delay="0"/>
                                  </p:stCondLst>
                                  <p:childTnLst>
                                    <p:set>
                                      <p:cBhvr>
                                        <p:cTn id="56" dur="1" fill="hold">
                                          <p:stCondLst>
                                            <p:cond delay="0"/>
                                          </p:stCondLst>
                                        </p:cTn>
                                        <p:tgtEl>
                                          <p:spTgt spid="13">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2" grpId="0"/>
      <p:bldP spid="2" grpId="1"/>
      <p:bldP spid="3" grpId="0" build="p"/>
      <p:bldP spid="6" grpId="0" animBg="1"/>
      <p:bldP spid="7" grpId="0" animBg="1"/>
      <p:bldP spid="13" grpId="0" uiExpand="1" build="allAtOnce"/>
      <p:bldP spid="13" grpId="1" build="allAtOnce"/>
      <p:bldP spid="13" grpId="2" build="allAtOnce"/>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4">
            <a:lumMod val="40000"/>
            <a:lumOff val="60000"/>
          </a:schemeClr>
        </a:solidFill>
        <a:effectLst/>
      </p:bgPr>
    </p:bg>
    <p:spTree>
      <p:nvGrpSpPr>
        <p:cNvPr id="1" name="">
          <a:extLst>
            <a:ext uri="{FF2B5EF4-FFF2-40B4-BE49-F238E27FC236}">
              <a16:creationId xmlns:a16="http://schemas.microsoft.com/office/drawing/2014/main" id="{44B5EAA5-E4F4-CEA2-A4B7-2200BE0C3302}"/>
            </a:ext>
          </a:extLst>
        </p:cNvPr>
        <p:cNvGrpSpPr/>
        <p:nvPr/>
      </p:nvGrpSpPr>
      <p:grpSpPr>
        <a:xfrm>
          <a:off x="0" y="0"/>
          <a:ext cx="0" cy="0"/>
          <a:chOff x="0" y="0"/>
          <a:chExt cx="0" cy="0"/>
        </a:xfrm>
      </p:grpSpPr>
      <p:sp>
        <p:nvSpPr>
          <p:cNvPr id="8" name="Graphic 127">
            <a:extLst>
              <a:ext uri="{FF2B5EF4-FFF2-40B4-BE49-F238E27FC236}">
                <a16:creationId xmlns:a16="http://schemas.microsoft.com/office/drawing/2014/main" id="{BC7A0360-B641-35A3-06FF-D40023CF17BF}"/>
              </a:ext>
            </a:extLst>
          </p:cNvPr>
          <p:cNvSpPr/>
          <p:nvPr/>
        </p:nvSpPr>
        <p:spPr>
          <a:xfrm rot="16404696" flipV="1">
            <a:off x="-2206826" y="-321072"/>
            <a:ext cx="10728513" cy="19963253"/>
          </a:xfrm>
          <a:custGeom>
            <a:avLst/>
            <a:gdLst>
              <a:gd name="csX0" fmla="*/ 3086062 w 3829558"/>
              <a:gd name="csY0" fmla="*/ 3905196 h 15209314"/>
              <a:gd name="csX1" fmla="*/ 3809673 w 3829558"/>
              <a:gd name="csY1" fmla="*/ 9695864 h 15209314"/>
              <a:gd name="csX2" fmla="*/ 2440601 w 3829558"/>
              <a:gd name="csY2" fmla="*/ 13914361 h 15209314"/>
              <a:gd name="csX3" fmla="*/ 741562 w 3829558"/>
              <a:gd name="csY3" fmla="*/ 14802979 h 15209314"/>
              <a:gd name="csX4" fmla="*/ 290029 w 3829558"/>
              <a:gd name="csY4" fmla="*/ 9051372 h 15209314"/>
              <a:gd name="csX5" fmla="*/ 64262 w 3829558"/>
              <a:gd name="csY5" fmla="*/ 2928692 h 15209314"/>
              <a:gd name="csX6" fmla="*/ 1517273 w 3829558"/>
              <a:gd name="csY6" fmla="*/ 18711 h 15209314"/>
              <a:gd name="csX7" fmla="*/ 3086062 w 3829558"/>
              <a:gd name="csY7" fmla="*/ 3905196 h 15209314"/>
              <a:gd name="csX0" fmla="*/ 3085962 w 3829559"/>
              <a:gd name="csY0" fmla="*/ 6215146 h 17519365"/>
              <a:gd name="csX1" fmla="*/ 3809573 w 3829559"/>
              <a:gd name="csY1" fmla="*/ 12005814 h 17519365"/>
              <a:gd name="csX2" fmla="*/ 2440501 w 3829559"/>
              <a:gd name="csY2" fmla="*/ 16224311 h 17519365"/>
              <a:gd name="csX3" fmla="*/ 741462 w 3829559"/>
              <a:gd name="csY3" fmla="*/ 17112929 h 17519365"/>
              <a:gd name="csX4" fmla="*/ 289929 w 3829559"/>
              <a:gd name="csY4" fmla="*/ 11361322 h 17519365"/>
              <a:gd name="csX5" fmla="*/ 64162 w 3829559"/>
              <a:gd name="csY5" fmla="*/ 5238642 h 17519365"/>
              <a:gd name="csX6" fmla="*/ 1445174 w 3829559"/>
              <a:gd name="csY6" fmla="*/ 84873 h 17519365"/>
              <a:gd name="csX7" fmla="*/ 1517173 w 3829559"/>
              <a:gd name="csY7" fmla="*/ 2328661 h 17519365"/>
              <a:gd name="csX8" fmla="*/ 3085962 w 3829559"/>
              <a:gd name="csY8" fmla="*/ 6215146 h 17519365"/>
              <a:gd name="csX0" fmla="*/ 3085962 w 3829559"/>
              <a:gd name="csY0" fmla="*/ 6215146 h 17519365"/>
              <a:gd name="csX1" fmla="*/ 3809573 w 3829559"/>
              <a:gd name="csY1" fmla="*/ 12005814 h 17519365"/>
              <a:gd name="csX2" fmla="*/ 2440501 w 3829559"/>
              <a:gd name="csY2" fmla="*/ 16224311 h 17519365"/>
              <a:gd name="csX3" fmla="*/ 741462 w 3829559"/>
              <a:gd name="csY3" fmla="*/ 17112929 h 17519365"/>
              <a:gd name="csX4" fmla="*/ 289929 w 3829559"/>
              <a:gd name="csY4" fmla="*/ 11361322 h 17519365"/>
              <a:gd name="csX5" fmla="*/ 64162 w 3829559"/>
              <a:gd name="csY5" fmla="*/ 5238642 h 17519365"/>
              <a:gd name="csX6" fmla="*/ 1445174 w 3829559"/>
              <a:gd name="csY6" fmla="*/ 84873 h 17519365"/>
              <a:gd name="csX7" fmla="*/ 1517173 w 3829559"/>
              <a:gd name="csY7" fmla="*/ 2328661 h 17519365"/>
              <a:gd name="csX8" fmla="*/ 3085962 w 3829559"/>
              <a:gd name="csY8" fmla="*/ 6215146 h 17519365"/>
              <a:gd name="csX0" fmla="*/ 3085962 w 3829559"/>
              <a:gd name="csY0" fmla="*/ 6215146 h 17519365"/>
              <a:gd name="csX1" fmla="*/ 3809573 w 3829559"/>
              <a:gd name="csY1" fmla="*/ 12005814 h 17519365"/>
              <a:gd name="csX2" fmla="*/ 2440501 w 3829559"/>
              <a:gd name="csY2" fmla="*/ 16224311 h 17519365"/>
              <a:gd name="csX3" fmla="*/ 741462 w 3829559"/>
              <a:gd name="csY3" fmla="*/ 17112929 h 17519365"/>
              <a:gd name="csX4" fmla="*/ 289929 w 3829559"/>
              <a:gd name="csY4" fmla="*/ 11361322 h 17519365"/>
              <a:gd name="csX5" fmla="*/ 64162 w 3829559"/>
              <a:gd name="csY5" fmla="*/ 5238642 h 17519365"/>
              <a:gd name="csX6" fmla="*/ 1445174 w 3829559"/>
              <a:gd name="csY6" fmla="*/ 84873 h 17519365"/>
              <a:gd name="csX7" fmla="*/ 1517173 w 3829559"/>
              <a:gd name="csY7" fmla="*/ 2328661 h 17519365"/>
              <a:gd name="csX8" fmla="*/ 3085962 w 3829559"/>
              <a:gd name="csY8" fmla="*/ 6215146 h 17519365"/>
              <a:gd name="csX0" fmla="*/ 3085962 w 3829559"/>
              <a:gd name="csY0" fmla="*/ 6166200 h 17470419"/>
              <a:gd name="csX1" fmla="*/ 3809573 w 3829559"/>
              <a:gd name="csY1" fmla="*/ 11956868 h 17470419"/>
              <a:gd name="csX2" fmla="*/ 2440501 w 3829559"/>
              <a:gd name="csY2" fmla="*/ 16175365 h 17470419"/>
              <a:gd name="csX3" fmla="*/ 741462 w 3829559"/>
              <a:gd name="csY3" fmla="*/ 17063983 h 17470419"/>
              <a:gd name="csX4" fmla="*/ 289929 w 3829559"/>
              <a:gd name="csY4" fmla="*/ 11312376 h 17470419"/>
              <a:gd name="csX5" fmla="*/ 64162 w 3829559"/>
              <a:gd name="csY5" fmla="*/ 5189696 h 17470419"/>
              <a:gd name="csX6" fmla="*/ 1445174 w 3829559"/>
              <a:gd name="csY6" fmla="*/ 35927 h 17470419"/>
              <a:gd name="csX7" fmla="*/ 1517173 w 3829559"/>
              <a:gd name="csY7" fmla="*/ 2279715 h 17470419"/>
              <a:gd name="csX8" fmla="*/ 3085962 w 3829559"/>
              <a:gd name="csY8" fmla="*/ 6166200 h 17470419"/>
              <a:gd name="csX0" fmla="*/ 3518558 w 4262155"/>
              <a:gd name="csY0" fmla="*/ 8914932 h 20219151"/>
              <a:gd name="csX1" fmla="*/ 4242169 w 4262155"/>
              <a:gd name="csY1" fmla="*/ 14705600 h 20219151"/>
              <a:gd name="csX2" fmla="*/ 2873097 w 4262155"/>
              <a:gd name="csY2" fmla="*/ 18924097 h 20219151"/>
              <a:gd name="csX3" fmla="*/ 1174058 w 4262155"/>
              <a:gd name="csY3" fmla="*/ 19812715 h 20219151"/>
              <a:gd name="csX4" fmla="*/ 722525 w 4262155"/>
              <a:gd name="csY4" fmla="*/ 14061108 h 20219151"/>
              <a:gd name="csX5" fmla="*/ 496758 w 4262155"/>
              <a:gd name="csY5" fmla="*/ 7938428 h 20219151"/>
              <a:gd name="csX6" fmla="*/ 163270 w 4262155"/>
              <a:gd name="csY6" fmla="*/ 22409 h 20219151"/>
              <a:gd name="csX7" fmla="*/ 1949769 w 4262155"/>
              <a:gd name="csY7" fmla="*/ 5028447 h 20219151"/>
              <a:gd name="csX8" fmla="*/ 3518558 w 4262155"/>
              <a:gd name="csY8" fmla="*/ 8914932 h 20219151"/>
              <a:gd name="csX0" fmla="*/ 4597752 w 5341349"/>
              <a:gd name="csY0" fmla="*/ 8898040 h 20202259"/>
              <a:gd name="csX1" fmla="*/ 5321363 w 5341349"/>
              <a:gd name="csY1" fmla="*/ 14688708 h 20202259"/>
              <a:gd name="csX2" fmla="*/ 3952291 w 5341349"/>
              <a:gd name="csY2" fmla="*/ 18907205 h 20202259"/>
              <a:gd name="csX3" fmla="*/ 2253252 w 5341349"/>
              <a:gd name="csY3" fmla="*/ 19795823 h 20202259"/>
              <a:gd name="csX4" fmla="*/ 1801719 w 5341349"/>
              <a:gd name="csY4" fmla="*/ 14044216 h 20202259"/>
              <a:gd name="csX5" fmla="*/ 13852 w 5341349"/>
              <a:gd name="csY5" fmla="*/ 6016536 h 20202259"/>
              <a:gd name="csX6" fmla="*/ 1242464 w 5341349"/>
              <a:gd name="csY6" fmla="*/ 5517 h 20202259"/>
              <a:gd name="csX7" fmla="*/ 3028963 w 5341349"/>
              <a:gd name="csY7" fmla="*/ 5011555 h 20202259"/>
              <a:gd name="csX8" fmla="*/ 4597752 w 5341349"/>
              <a:gd name="csY8" fmla="*/ 8898040 h 20202259"/>
              <a:gd name="csX0" fmla="*/ 4716465 w 5460062"/>
              <a:gd name="csY0" fmla="*/ 8898040 h 20202259"/>
              <a:gd name="csX1" fmla="*/ 5440076 w 5460062"/>
              <a:gd name="csY1" fmla="*/ 14688708 h 20202259"/>
              <a:gd name="csX2" fmla="*/ 4071004 w 5460062"/>
              <a:gd name="csY2" fmla="*/ 18907205 h 20202259"/>
              <a:gd name="csX3" fmla="*/ 2371965 w 5460062"/>
              <a:gd name="csY3" fmla="*/ 19795823 h 20202259"/>
              <a:gd name="csX4" fmla="*/ 110682 w 5460062"/>
              <a:gd name="csY4" fmla="*/ 15968266 h 20202259"/>
              <a:gd name="csX5" fmla="*/ 132565 w 5460062"/>
              <a:gd name="csY5" fmla="*/ 6016536 h 20202259"/>
              <a:gd name="csX6" fmla="*/ 1361177 w 5460062"/>
              <a:gd name="csY6" fmla="*/ 5517 h 20202259"/>
              <a:gd name="csX7" fmla="*/ 3147676 w 5460062"/>
              <a:gd name="csY7" fmla="*/ 5011555 h 20202259"/>
              <a:gd name="csX8" fmla="*/ 4716465 w 5460062"/>
              <a:gd name="csY8" fmla="*/ 8898040 h 20202259"/>
              <a:gd name="csX0" fmla="*/ 4716465 w 5460062"/>
              <a:gd name="csY0" fmla="*/ 8898040 h 20420006"/>
              <a:gd name="csX1" fmla="*/ 5440076 w 5460062"/>
              <a:gd name="csY1" fmla="*/ 14688708 h 20420006"/>
              <a:gd name="csX2" fmla="*/ 4071004 w 5460062"/>
              <a:gd name="csY2" fmla="*/ 18907205 h 20420006"/>
              <a:gd name="csX3" fmla="*/ 1571865 w 5460062"/>
              <a:gd name="csY3" fmla="*/ 20100627 h 20420006"/>
              <a:gd name="csX4" fmla="*/ 110682 w 5460062"/>
              <a:gd name="csY4" fmla="*/ 15968266 h 20420006"/>
              <a:gd name="csX5" fmla="*/ 132565 w 5460062"/>
              <a:gd name="csY5" fmla="*/ 6016536 h 20420006"/>
              <a:gd name="csX6" fmla="*/ 1361177 w 5460062"/>
              <a:gd name="csY6" fmla="*/ 5517 h 20420006"/>
              <a:gd name="csX7" fmla="*/ 3147676 w 5460062"/>
              <a:gd name="csY7" fmla="*/ 5011555 h 20420006"/>
              <a:gd name="csX8" fmla="*/ 4716465 w 5460062"/>
              <a:gd name="csY8" fmla="*/ 8898040 h 20420006"/>
              <a:gd name="csX0" fmla="*/ 8609562 w 9353159"/>
              <a:gd name="csY0" fmla="*/ 8898040 h 20420006"/>
              <a:gd name="csX1" fmla="*/ 9333173 w 9353159"/>
              <a:gd name="csY1" fmla="*/ 14688708 h 20420006"/>
              <a:gd name="csX2" fmla="*/ 7964101 w 9353159"/>
              <a:gd name="csY2" fmla="*/ 18907205 h 20420006"/>
              <a:gd name="csX3" fmla="*/ 5464962 w 9353159"/>
              <a:gd name="csY3" fmla="*/ 20100627 h 20420006"/>
              <a:gd name="csX4" fmla="*/ 3279 w 9353159"/>
              <a:gd name="csY4" fmla="*/ 16958866 h 20420006"/>
              <a:gd name="csX5" fmla="*/ 4025662 w 9353159"/>
              <a:gd name="csY5" fmla="*/ 6016536 h 20420006"/>
              <a:gd name="csX6" fmla="*/ 5254274 w 9353159"/>
              <a:gd name="csY6" fmla="*/ 5517 h 20420006"/>
              <a:gd name="csX7" fmla="*/ 7040773 w 9353159"/>
              <a:gd name="csY7" fmla="*/ 5011555 h 20420006"/>
              <a:gd name="csX8" fmla="*/ 8609562 w 9353159"/>
              <a:gd name="csY8" fmla="*/ 8898040 h 20420006"/>
              <a:gd name="csX0" fmla="*/ 8716965 w 9460562"/>
              <a:gd name="csY0" fmla="*/ 8894840 h 20416806"/>
              <a:gd name="csX1" fmla="*/ 9440576 w 9460562"/>
              <a:gd name="csY1" fmla="*/ 14685508 h 20416806"/>
              <a:gd name="csX2" fmla="*/ 8071504 w 9460562"/>
              <a:gd name="csY2" fmla="*/ 18904005 h 20416806"/>
              <a:gd name="csX3" fmla="*/ 5572365 w 9460562"/>
              <a:gd name="csY3" fmla="*/ 20097427 h 20416806"/>
              <a:gd name="csX4" fmla="*/ 110682 w 9460562"/>
              <a:gd name="csY4" fmla="*/ 16955666 h 20416806"/>
              <a:gd name="csX5" fmla="*/ 132565 w 9460562"/>
              <a:gd name="csY5" fmla="*/ 4413139 h 20416806"/>
              <a:gd name="csX6" fmla="*/ 5361677 w 9460562"/>
              <a:gd name="csY6" fmla="*/ 2317 h 20416806"/>
              <a:gd name="csX7" fmla="*/ 7148176 w 9460562"/>
              <a:gd name="csY7" fmla="*/ 5008355 h 20416806"/>
              <a:gd name="csX8" fmla="*/ 8716965 w 9460562"/>
              <a:gd name="csY8" fmla="*/ 8894840 h 20416806"/>
              <a:gd name="csX0" fmla="*/ 8716965 w 9460562"/>
              <a:gd name="csY0" fmla="*/ 8894840 h 20420932"/>
              <a:gd name="csX1" fmla="*/ 9440576 w 9460562"/>
              <a:gd name="csY1" fmla="*/ 14685508 h 20420932"/>
              <a:gd name="csX2" fmla="*/ 8071504 w 9460562"/>
              <a:gd name="csY2" fmla="*/ 18904005 h 20420932"/>
              <a:gd name="csX3" fmla="*/ 5572365 w 9460562"/>
              <a:gd name="csY3" fmla="*/ 20097427 h 20420932"/>
              <a:gd name="csX4" fmla="*/ 110682 w 9460562"/>
              <a:gd name="csY4" fmla="*/ 16955666 h 20420932"/>
              <a:gd name="csX5" fmla="*/ 132565 w 9460562"/>
              <a:gd name="csY5" fmla="*/ 4413139 h 20420932"/>
              <a:gd name="csX6" fmla="*/ 5361677 w 9460562"/>
              <a:gd name="csY6" fmla="*/ 2317 h 20420932"/>
              <a:gd name="csX7" fmla="*/ 7148176 w 9460562"/>
              <a:gd name="csY7" fmla="*/ 5008355 h 20420932"/>
              <a:gd name="csX8" fmla="*/ 8716965 w 9460562"/>
              <a:gd name="csY8" fmla="*/ 8894840 h 20420932"/>
              <a:gd name="csX0" fmla="*/ 8716965 w 9460562"/>
              <a:gd name="csY0" fmla="*/ 8894840 h 20294154"/>
              <a:gd name="csX1" fmla="*/ 9440576 w 9460562"/>
              <a:gd name="csY1" fmla="*/ 14685508 h 20294154"/>
              <a:gd name="csX2" fmla="*/ 8071504 w 9460562"/>
              <a:gd name="csY2" fmla="*/ 18904005 h 20294154"/>
              <a:gd name="csX3" fmla="*/ 5572365 w 9460562"/>
              <a:gd name="csY3" fmla="*/ 20097427 h 20294154"/>
              <a:gd name="csX4" fmla="*/ 110682 w 9460562"/>
              <a:gd name="csY4" fmla="*/ 16955666 h 20294154"/>
              <a:gd name="csX5" fmla="*/ 132565 w 9460562"/>
              <a:gd name="csY5" fmla="*/ 4413139 h 20294154"/>
              <a:gd name="csX6" fmla="*/ 5361677 w 9460562"/>
              <a:gd name="csY6" fmla="*/ 2317 h 20294154"/>
              <a:gd name="csX7" fmla="*/ 7148176 w 9460562"/>
              <a:gd name="csY7" fmla="*/ 5008355 h 20294154"/>
              <a:gd name="csX8" fmla="*/ 8716965 w 9460562"/>
              <a:gd name="csY8" fmla="*/ 8894840 h 20294154"/>
              <a:gd name="csX0" fmla="*/ 8716965 w 9460562"/>
              <a:gd name="csY0" fmla="*/ 8894840 h 20094429"/>
              <a:gd name="csX1" fmla="*/ 9440576 w 9460562"/>
              <a:gd name="csY1" fmla="*/ 14685508 h 20094429"/>
              <a:gd name="csX2" fmla="*/ 8071504 w 9460562"/>
              <a:gd name="csY2" fmla="*/ 18904005 h 20094429"/>
              <a:gd name="csX3" fmla="*/ 3743565 w 9460562"/>
              <a:gd name="csY3" fmla="*/ 19868828 h 20094429"/>
              <a:gd name="csX4" fmla="*/ 110682 w 9460562"/>
              <a:gd name="csY4" fmla="*/ 16955666 h 20094429"/>
              <a:gd name="csX5" fmla="*/ 132565 w 9460562"/>
              <a:gd name="csY5" fmla="*/ 4413139 h 20094429"/>
              <a:gd name="csX6" fmla="*/ 5361677 w 9460562"/>
              <a:gd name="csY6" fmla="*/ 2317 h 20094429"/>
              <a:gd name="csX7" fmla="*/ 7148176 w 9460562"/>
              <a:gd name="csY7" fmla="*/ 5008355 h 20094429"/>
              <a:gd name="csX8" fmla="*/ 8716965 w 9460562"/>
              <a:gd name="csY8" fmla="*/ 8894840 h 20094429"/>
              <a:gd name="csX0" fmla="*/ 9936140 w 10679737"/>
              <a:gd name="csY0" fmla="*/ 8903491 h 20103080"/>
              <a:gd name="csX1" fmla="*/ 10659751 w 10679737"/>
              <a:gd name="csY1" fmla="*/ 14694159 h 20103080"/>
              <a:gd name="csX2" fmla="*/ 9290679 w 10679737"/>
              <a:gd name="csY2" fmla="*/ 18912656 h 20103080"/>
              <a:gd name="csX3" fmla="*/ 4962740 w 10679737"/>
              <a:gd name="csY3" fmla="*/ 19877479 h 20103080"/>
              <a:gd name="csX4" fmla="*/ 1329857 w 10679737"/>
              <a:gd name="csY4" fmla="*/ 16964317 h 20103080"/>
              <a:gd name="csX5" fmla="*/ 18239 w 10679737"/>
              <a:gd name="csY5" fmla="*/ 3812193 h 20103080"/>
              <a:gd name="csX6" fmla="*/ 6580852 w 10679737"/>
              <a:gd name="csY6" fmla="*/ 10968 h 20103080"/>
              <a:gd name="csX7" fmla="*/ 8367351 w 10679737"/>
              <a:gd name="csY7" fmla="*/ 5017006 h 20103080"/>
              <a:gd name="csX8" fmla="*/ 9936140 w 10679737"/>
              <a:gd name="csY8" fmla="*/ 8903491 h 20103080"/>
              <a:gd name="csX0" fmla="*/ 9984916 w 10728513"/>
              <a:gd name="csY0" fmla="*/ 8903491 h 19963253"/>
              <a:gd name="csX1" fmla="*/ 10708527 w 10728513"/>
              <a:gd name="csY1" fmla="*/ 14694159 h 19963253"/>
              <a:gd name="csX2" fmla="*/ 9339455 w 10728513"/>
              <a:gd name="csY2" fmla="*/ 18912656 h 19963253"/>
              <a:gd name="csX3" fmla="*/ 5011516 w 10728513"/>
              <a:gd name="csY3" fmla="*/ 19877479 h 19963253"/>
              <a:gd name="csX4" fmla="*/ 273736 w 10728513"/>
              <a:gd name="csY4" fmla="*/ 17307219 h 19963253"/>
              <a:gd name="csX5" fmla="*/ 67015 w 10728513"/>
              <a:gd name="csY5" fmla="*/ 3812193 h 19963253"/>
              <a:gd name="csX6" fmla="*/ 6629628 w 10728513"/>
              <a:gd name="csY6" fmla="*/ 10968 h 19963253"/>
              <a:gd name="csX7" fmla="*/ 8416127 w 10728513"/>
              <a:gd name="csY7" fmla="*/ 5017006 h 19963253"/>
              <a:gd name="csX8" fmla="*/ 9984916 w 10728513"/>
              <a:gd name="csY8" fmla="*/ 8903491 h 199632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0728513" h="19963253">
                <a:moveTo>
                  <a:pt x="9984916" y="8903491"/>
                </a:moveTo>
                <a:cubicBezTo>
                  <a:pt x="10439343" y="10836969"/>
                  <a:pt x="10821410" y="12936452"/>
                  <a:pt x="10708527" y="14694159"/>
                </a:cubicBezTo>
                <a:cubicBezTo>
                  <a:pt x="10598538" y="16442101"/>
                  <a:pt x="10288957" y="18048769"/>
                  <a:pt x="9339455" y="18912656"/>
                </a:cubicBezTo>
                <a:cubicBezTo>
                  <a:pt x="8389953" y="19776543"/>
                  <a:pt x="6522469" y="20145052"/>
                  <a:pt x="5011516" y="19877479"/>
                </a:cubicBezTo>
                <a:cubicBezTo>
                  <a:pt x="3500563" y="19609906"/>
                  <a:pt x="403986" y="19621533"/>
                  <a:pt x="273736" y="17307219"/>
                </a:cubicBezTo>
                <a:cubicBezTo>
                  <a:pt x="140591" y="15002670"/>
                  <a:pt x="-124018" y="5540605"/>
                  <a:pt x="67015" y="3812193"/>
                </a:cubicBezTo>
                <a:cubicBezTo>
                  <a:pt x="132556" y="2415385"/>
                  <a:pt x="5238109" y="-189834"/>
                  <a:pt x="6629628" y="10968"/>
                </a:cubicBezTo>
                <a:cubicBezTo>
                  <a:pt x="8021147" y="211770"/>
                  <a:pt x="7856912" y="3534919"/>
                  <a:pt x="8416127" y="5017006"/>
                </a:cubicBezTo>
                <a:cubicBezTo>
                  <a:pt x="8975342" y="6499093"/>
                  <a:pt x="9533382" y="6970014"/>
                  <a:pt x="9984916" y="8903491"/>
                </a:cubicBezTo>
                <a:close/>
              </a:path>
            </a:pathLst>
          </a:custGeom>
          <a:solidFill>
            <a:schemeClr val="accent4">
              <a:lumMod val="60000"/>
              <a:lumOff val="40000"/>
            </a:schemeClr>
          </a:solidFill>
          <a:ln w="28908" cap="flat">
            <a:noFill/>
            <a:prstDash val="solid"/>
            <a:miter/>
          </a:ln>
        </p:spPr>
        <p:txBody>
          <a:bodyPr/>
          <a:lstStyle/>
          <a:p>
            <a:endParaRPr lang="en-US">
              <a:noFill/>
            </a:endParaRPr>
          </a:p>
        </p:txBody>
      </p:sp>
      <p:sp>
        <p:nvSpPr>
          <p:cNvPr id="10" name="Graphic 129">
            <a:extLst>
              <a:ext uri="{FF2B5EF4-FFF2-40B4-BE49-F238E27FC236}">
                <a16:creationId xmlns:a16="http://schemas.microsoft.com/office/drawing/2014/main" id="{7801F1F2-73A2-BE31-ACA2-2205BE1123CB}"/>
              </a:ext>
            </a:extLst>
          </p:cNvPr>
          <p:cNvSpPr/>
          <p:nvPr/>
        </p:nvSpPr>
        <p:spPr>
          <a:xfrm rot="5679338" flipH="1">
            <a:off x="-2120261" y="290362"/>
            <a:ext cx="9709043" cy="18740383"/>
          </a:xfrm>
          <a:custGeom>
            <a:avLst/>
            <a:gdLst>
              <a:gd name="csX0" fmla="*/ 714496 w 977405"/>
              <a:gd name="csY0" fmla="*/ 349032 h 1125362"/>
              <a:gd name="csX1" fmla="*/ 977386 w 977405"/>
              <a:gd name="csY1" fmla="*/ 710982 h 1125362"/>
              <a:gd name="csX2" fmla="*/ 679254 w 977405"/>
              <a:gd name="csY2" fmla="*/ 1034832 h 1125362"/>
              <a:gd name="csX3" fmla="*/ 229674 w 977405"/>
              <a:gd name="csY3" fmla="*/ 1087220 h 1125362"/>
              <a:gd name="csX4" fmla="*/ 84894 w 977405"/>
              <a:gd name="csY4" fmla="*/ 635735 h 1125362"/>
              <a:gd name="csX5" fmla="*/ 19171 w 977405"/>
              <a:gd name="csY5" fmla="*/ 154722 h 1125362"/>
              <a:gd name="csX6" fmla="*/ 395409 w 977405"/>
              <a:gd name="csY6" fmla="*/ 14705 h 1125362"/>
              <a:gd name="csX7" fmla="*/ 714496 w 977405"/>
              <a:gd name="csY7" fmla="*/ 349032 h 1125362"/>
              <a:gd name="csX0" fmla="*/ 714397 w 977405"/>
              <a:gd name="csY0" fmla="*/ 348932 h 1125363"/>
              <a:gd name="csX1" fmla="*/ 977287 w 977405"/>
              <a:gd name="csY1" fmla="*/ 710882 h 1125363"/>
              <a:gd name="csX2" fmla="*/ 679155 w 977405"/>
              <a:gd name="csY2" fmla="*/ 1034732 h 1125363"/>
              <a:gd name="csX3" fmla="*/ 229575 w 977405"/>
              <a:gd name="csY3" fmla="*/ 1087120 h 1125363"/>
              <a:gd name="csX4" fmla="*/ 84795 w 977405"/>
              <a:gd name="csY4" fmla="*/ 635635 h 1125363"/>
              <a:gd name="csX5" fmla="*/ 19072 w 977405"/>
              <a:gd name="csY5" fmla="*/ 154622 h 1125363"/>
              <a:gd name="csX6" fmla="*/ 395310 w 977405"/>
              <a:gd name="csY6" fmla="*/ 14605 h 1125363"/>
              <a:gd name="csX7" fmla="*/ 714397 w 977405"/>
              <a:gd name="csY7" fmla="*/ 348932 h 1125363"/>
              <a:gd name="csX0" fmla="*/ 1954611 w 2217619"/>
              <a:gd name="csY0" fmla="*/ 953674 h 1730105"/>
              <a:gd name="csX1" fmla="*/ 2217501 w 2217619"/>
              <a:gd name="csY1" fmla="*/ 1315624 h 1730105"/>
              <a:gd name="csX2" fmla="*/ 1919369 w 2217619"/>
              <a:gd name="csY2" fmla="*/ 1639474 h 1730105"/>
              <a:gd name="csX3" fmla="*/ 1469789 w 2217619"/>
              <a:gd name="csY3" fmla="*/ 1691862 h 1730105"/>
              <a:gd name="csX4" fmla="*/ 1325009 w 2217619"/>
              <a:gd name="csY4" fmla="*/ 1240377 h 1730105"/>
              <a:gd name="csX5" fmla="*/ 1667 w 2217619"/>
              <a:gd name="csY5" fmla="*/ 14189 h 1730105"/>
              <a:gd name="csX6" fmla="*/ 1635524 w 2217619"/>
              <a:gd name="csY6" fmla="*/ 619347 h 1730105"/>
              <a:gd name="csX7" fmla="*/ 1954611 w 2217619"/>
              <a:gd name="csY7" fmla="*/ 953674 h 1730105"/>
              <a:gd name="csX0" fmla="*/ 1955732 w 2218740"/>
              <a:gd name="csY0" fmla="*/ 970158 h 1746589"/>
              <a:gd name="csX1" fmla="*/ 2218622 w 2218740"/>
              <a:gd name="csY1" fmla="*/ 1332108 h 1746589"/>
              <a:gd name="csX2" fmla="*/ 1920490 w 2218740"/>
              <a:gd name="csY2" fmla="*/ 1655958 h 1746589"/>
              <a:gd name="csX3" fmla="*/ 1470910 w 2218740"/>
              <a:gd name="csY3" fmla="*/ 1708346 h 1746589"/>
              <a:gd name="csX4" fmla="*/ 1326130 w 2218740"/>
              <a:gd name="csY4" fmla="*/ 1256861 h 1746589"/>
              <a:gd name="csX5" fmla="*/ 2788 w 2218740"/>
              <a:gd name="csY5" fmla="*/ 30673 h 1746589"/>
              <a:gd name="csX6" fmla="*/ 819250 w 2218740"/>
              <a:gd name="csY6" fmla="*/ 396116 h 1746589"/>
              <a:gd name="csX7" fmla="*/ 1636645 w 2218740"/>
              <a:gd name="csY7" fmla="*/ 635831 h 1746589"/>
              <a:gd name="csX8" fmla="*/ 1955732 w 2218740"/>
              <a:gd name="csY8" fmla="*/ 970158 h 1746589"/>
              <a:gd name="csX0" fmla="*/ 1955732 w 2218740"/>
              <a:gd name="csY0" fmla="*/ 970158 h 1746589"/>
              <a:gd name="csX1" fmla="*/ 2218622 w 2218740"/>
              <a:gd name="csY1" fmla="*/ 1332108 h 1746589"/>
              <a:gd name="csX2" fmla="*/ 1920490 w 2218740"/>
              <a:gd name="csY2" fmla="*/ 1655958 h 1746589"/>
              <a:gd name="csX3" fmla="*/ 1470910 w 2218740"/>
              <a:gd name="csY3" fmla="*/ 1708346 h 1746589"/>
              <a:gd name="csX4" fmla="*/ 1326130 w 2218740"/>
              <a:gd name="csY4" fmla="*/ 1256861 h 1746589"/>
              <a:gd name="csX5" fmla="*/ 2788 w 2218740"/>
              <a:gd name="csY5" fmla="*/ 30673 h 1746589"/>
              <a:gd name="csX6" fmla="*/ 819250 w 2218740"/>
              <a:gd name="csY6" fmla="*/ 396116 h 1746589"/>
              <a:gd name="csX7" fmla="*/ 1636645 w 2218740"/>
              <a:gd name="csY7" fmla="*/ 635831 h 1746589"/>
              <a:gd name="csX8" fmla="*/ 1955732 w 2218740"/>
              <a:gd name="csY8" fmla="*/ 970158 h 1746589"/>
              <a:gd name="csX0" fmla="*/ 1956297 w 2219305"/>
              <a:gd name="csY0" fmla="*/ 975663 h 1752094"/>
              <a:gd name="csX1" fmla="*/ 2219187 w 2219305"/>
              <a:gd name="csY1" fmla="*/ 1337613 h 1752094"/>
              <a:gd name="csX2" fmla="*/ 1921055 w 2219305"/>
              <a:gd name="csY2" fmla="*/ 1661463 h 1752094"/>
              <a:gd name="csX3" fmla="*/ 1471475 w 2219305"/>
              <a:gd name="csY3" fmla="*/ 1713851 h 1752094"/>
              <a:gd name="csX4" fmla="*/ 1326695 w 2219305"/>
              <a:gd name="csY4" fmla="*/ 1262366 h 1752094"/>
              <a:gd name="csX5" fmla="*/ 3353 w 2219305"/>
              <a:gd name="csY5" fmla="*/ 36178 h 1752094"/>
              <a:gd name="csX6" fmla="*/ 819815 w 2219305"/>
              <a:gd name="csY6" fmla="*/ 401621 h 1752094"/>
              <a:gd name="csX7" fmla="*/ 1637210 w 2219305"/>
              <a:gd name="csY7" fmla="*/ 641336 h 1752094"/>
              <a:gd name="csX8" fmla="*/ 1956297 w 2219305"/>
              <a:gd name="csY8" fmla="*/ 975663 h 1752094"/>
              <a:gd name="csX0" fmla="*/ 1525771 w 1788779"/>
              <a:gd name="csY0" fmla="*/ 1078795 h 1855226"/>
              <a:gd name="csX1" fmla="*/ 1788661 w 1788779"/>
              <a:gd name="csY1" fmla="*/ 1440745 h 1855226"/>
              <a:gd name="csX2" fmla="*/ 1490529 w 1788779"/>
              <a:gd name="csY2" fmla="*/ 1764595 h 1855226"/>
              <a:gd name="csX3" fmla="*/ 1040949 w 1788779"/>
              <a:gd name="csY3" fmla="*/ 1816983 h 1855226"/>
              <a:gd name="csX4" fmla="*/ 896169 w 1788779"/>
              <a:gd name="csY4" fmla="*/ 1365498 h 1855226"/>
              <a:gd name="csX5" fmla="*/ 6489 w 1788779"/>
              <a:gd name="csY5" fmla="*/ 25914 h 1855226"/>
              <a:gd name="csX6" fmla="*/ 389289 w 1788779"/>
              <a:gd name="csY6" fmla="*/ 504753 h 1855226"/>
              <a:gd name="csX7" fmla="*/ 1206684 w 1788779"/>
              <a:gd name="csY7" fmla="*/ 744468 h 1855226"/>
              <a:gd name="csX8" fmla="*/ 1525771 w 1788779"/>
              <a:gd name="csY8" fmla="*/ 1078795 h 1855226"/>
              <a:gd name="csX0" fmla="*/ 1525771 w 1788779"/>
              <a:gd name="csY0" fmla="*/ 1078795 h 1855226"/>
              <a:gd name="csX1" fmla="*/ 1788661 w 1788779"/>
              <a:gd name="csY1" fmla="*/ 1440745 h 1855226"/>
              <a:gd name="csX2" fmla="*/ 1490529 w 1788779"/>
              <a:gd name="csY2" fmla="*/ 1764595 h 1855226"/>
              <a:gd name="csX3" fmla="*/ 1040949 w 1788779"/>
              <a:gd name="csY3" fmla="*/ 1816983 h 1855226"/>
              <a:gd name="csX4" fmla="*/ 896169 w 1788779"/>
              <a:gd name="csY4" fmla="*/ 1365498 h 1855226"/>
              <a:gd name="csX5" fmla="*/ 6489 w 1788779"/>
              <a:gd name="csY5" fmla="*/ 25914 h 1855226"/>
              <a:gd name="csX6" fmla="*/ 389289 w 1788779"/>
              <a:gd name="csY6" fmla="*/ 504753 h 1855226"/>
              <a:gd name="csX7" fmla="*/ 1206684 w 1788779"/>
              <a:gd name="csY7" fmla="*/ 744468 h 1855226"/>
              <a:gd name="csX8" fmla="*/ 1525771 w 1788779"/>
              <a:gd name="csY8" fmla="*/ 1078795 h 1855226"/>
              <a:gd name="csX0" fmla="*/ 1681014 w 1944022"/>
              <a:gd name="csY0" fmla="*/ 1076515 h 1852946"/>
              <a:gd name="csX1" fmla="*/ 1943904 w 1944022"/>
              <a:gd name="csY1" fmla="*/ 1438465 h 1852946"/>
              <a:gd name="csX2" fmla="*/ 1645772 w 1944022"/>
              <a:gd name="csY2" fmla="*/ 1762315 h 1852946"/>
              <a:gd name="csX3" fmla="*/ 1196192 w 1944022"/>
              <a:gd name="csY3" fmla="*/ 1814703 h 1852946"/>
              <a:gd name="csX4" fmla="*/ 1051412 w 1944022"/>
              <a:gd name="csY4" fmla="*/ 1363218 h 1852946"/>
              <a:gd name="csX5" fmla="*/ 161732 w 1944022"/>
              <a:gd name="csY5" fmla="*/ 23634 h 1852946"/>
              <a:gd name="csX6" fmla="*/ 544532 w 1944022"/>
              <a:gd name="csY6" fmla="*/ 502473 h 1852946"/>
              <a:gd name="csX7" fmla="*/ 1361927 w 1944022"/>
              <a:gd name="csY7" fmla="*/ 742188 h 1852946"/>
              <a:gd name="csX8" fmla="*/ 1681014 w 1944022"/>
              <a:gd name="csY8" fmla="*/ 1076515 h 1852946"/>
              <a:gd name="csX0" fmla="*/ 4763267 w 5026275"/>
              <a:gd name="csY0" fmla="*/ 1053765 h 1830196"/>
              <a:gd name="csX1" fmla="*/ 5026157 w 5026275"/>
              <a:gd name="csY1" fmla="*/ 1415715 h 1830196"/>
              <a:gd name="csX2" fmla="*/ 4728025 w 5026275"/>
              <a:gd name="csY2" fmla="*/ 1739565 h 1830196"/>
              <a:gd name="csX3" fmla="*/ 4278445 w 5026275"/>
              <a:gd name="csY3" fmla="*/ 1791953 h 1830196"/>
              <a:gd name="csX4" fmla="*/ 4133665 w 5026275"/>
              <a:gd name="csY4" fmla="*/ 1340468 h 1830196"/>
              <a:gd name="csX5" fmla="*/ 5711 w 5026275"/>
              <a:gd name="csY5" fmla="*/ 609319 h 1830196"/>
              <a:gd name="csX6" fmla="*/ 3243985 w 5026275"/>
              <a:gd name="csY6" fmla="*/ 884 h 1830196"/>
              <a:gd name="csX7" fmla="*/ 3626785 w 5026275"/>
              <a:gd name="csY7" fmla="*/ 479723 h 1830196"/>
              <a:gd name="csX8" fmla="*/ 4444180 w 5026275"/>
              <a:gd name="csY8" fmla="*/ 719438 h 1830196"/>
              <a:gd name="csX9" fmla="*/ 4763267 w 5026275"/>
              <a:gd name="csY9" fmla="*/ 1053765 h 1830196"/>
              <a:gd name="csX0" fmla="*/ 4764215 w 5027223"/>
              <a:gd name="csY0" fmla="*/ 1037597 h 1814028"/>
              <a:gd name="csX1" fmla="*/ 5027105 w 5027223"/>
              <a:gd name="csY1" fmla="*/ 1399547 h 1814028"/>
              <a:gd name="csX2" fmla="*/ 4728973 w 5027223"/>
              <a:gd name="csY2" fmla="*/ 1723397 h 1814028"/>
              <a:gd name="csX3" fmla="*/ 4279393 w 5027223"/>
              <a:gd name="csY3" fmla="*/ 1775785 h 1814028"/>
              <a:gd name="csX4" fmla="*/ 4134613 w 5027223"/>
              <a:gd name="csY4" fmla="*/ 1324300 h 1814028"/>
              <a:gd name="csX5" fmla="*/ 6659 w 5027223"/>
              <a:gd name="csY5" fmla="*/ 593151 h 1814028"/>
              <a:gd name="csX6" fmla="*/ 2832954 w 5027223"/>
              <a:gd name="csY6" fmla="*/ 915 h 1814028"/>
              <a:gd name="csX7" fmla="*/ 3627733 w 5027223"/>
              <a:gd name="csY7" fmla="*/ 463555 h 1814028"/>
              <a:gd name="csX8" fmla="*/ 4445128 w 5027223"/>
              <a:gd name="csY8" fmla="*/ 703270 h 1814028"/>
              <a:gd name="csX9" fmla="*/ 4764215 w 5027223"/>
              <a:gd name="csY9" fmla="*/ 1037597 h 1814028"/>
              <a:gd name="csX0" fmla="*/ 4764046 w 5027054"/>
              <a:gd name="csY0" fmla="*/ 1045680 h 1822111"/>
              <a:gd name="csX1" fmla="*/ 5026936 w 5027054"/>
              <a:gd name="csY1" fmla="*/ 1407630 h 1822111"/>
              <a:gd name="csX2" fmla="*/ 4728804 w 5027054"/>
              <a:gd name="csY2" fmla="*/ 1731480 h 1822111"/>
              <a:gd name="csX3" fmla="*/ 4279224 w 5027054"/>
              <a:gd name="csY3" fmla="*/ 1783868 h 1822111"/>
              <a:gd name="csX4" fmla="*/ 4134444 w 5027054"/>
              <a:gd name="csY4" fmla="*/ 1332383 h 1822111"/>
              <a:gd name="csX5" fmla="*/ 6490 w 5027054"/>
              <a:gd name="csY5" fmla="*/ 601234 h 1822111"/>
              <a:gd name="csX6" fmla="*/ 2897834 w 5027054"/>
              <a:gd name="csY6" fmla="*/ 898 h 1822111"/>
              <a:gd name="csX7" fmla="*/ 3627564 w 5027054"/>
              <a:gd name="csY7" fmla="*/ 471638 h 1822111"/>
              <a:gd name="csX8" fmla="*/ 4444959 w 5027054"/>
              <a:gd name="csY8" fmla="*/ 711353 h 1822111"/>
              <a:gd name="csX9" fmla="*/ 4764046 w 5027054"/>
              <a:gd name="csY9" fmla="*/ 1045680 h 1822111"/>
              <a:gd name="csX0" fmla="*/ 5023732 w 5286740"/>
              <a:gd name="csY0" fmla="*/ 1044819 h 1821250"/>
              <a:gd name="csX1" fmla="*/ 5286622 w 5286740"/>
              <a:gd name="csY1" fmla="*/ 1406769 h 1821250"/>
              <a:gd name="csX2" fmla="*/ 4988490 w 5286740"/>
              <a:gd name="csY2" fmla="*/ 1730619 h 1821250"/>
              <a:gd name="csX3" fmla="*/ 4538910 w 5286740"/>
              <a:gd name="csY3" fmla="*/ 1783007 h 1821250"/>
              <a:gd name="csX4" fmla="*/ 4394130 w 5286740"/>
              <a:gd name="csY4" fmla="*/ 1331522 h 1821250"/>
              <a:gd name="csX5" fmla="*/ 5979 w 5286740"/>
              <a:gd name="csY5" fmla="*/ 450528 h 1821250"/>
              <a:gd name="csX6" fmla="*/ 3157520 w 5286740"/>
              <a:gd name="csY6" fmla="*/ 37 h 1821250"/>
              <a:gd name="csX7" fmla="*/ 3887250 w 5286740"/>
              <a:gd name="csY7" fmla="*/ 470777 h 1821250"/>
              <a:gd name="csX8" fmla="*/ 4704645 w 5286740"/>
              <a:gd name="csY8" fmla="*/ 710492 h 1821250"/>
              <a:gd name="csX9" fmla="*/ 5023732 w 5286740"/>
              <a:gd name="csY9" fmla="*/ 1044819 h 1821250"/>
              <a:gd name="csX0" fmla="*/ 5023732 w 5286740"/>
              <a:gd name="csY0" fmla="*/ 1044819 h 1821250"/>
              <a:gd name="csX1" fmla="*/ 5286622 w 5286740"/>
              <a:gd name="csY1" fmla="*/ 1406769 h 1821250"/>
              <a:gd name="csX2" fmla="*/ 4988490 w 5286740"/>
              <a:gd name="csY2" fmla="*/ 1730619 h 1821250"/>
              <a:gd name="csX3" fmla="*/ 4538910 w 5286740"/>
              <a:gd name="csY3" fmla="*/ 1783007 h 1821250"/>
              <a:gd name="csX4" fmla="*/ 4394130 w 5286740"/>
              <a:gd name="csY4" fmla="*/ 1331522 h 1821250"/>
              <a:gd name="csX5" fmla="*/ 5979 w 5286740"/>
              <a:gd name="csY5" fmla="*/ 450528 h 1821250"/>
              <a:gd name="csX6" fmla="*/ 3157520 w 5286740"/>
              <a:gd name="csY6" fmla="*/ 37 h 1821250"/>
              <a:gd name="csX7" fmla="*/ 3887250 w 5286740"/>
              <a:gd name="csY7" fmla="*/ 470777 h 1821250"/>
              <a:gd name="csX8" fmla="*/ 4704645 w 5286740"/>
              <a:gd name="csY8" fmla="*/ 710492 h 1821250"/>
              <a:gd name="csX9" fmla="*/ 5023732 w 5286740"/>
              <a:gd name="csY9" fmla="*/ 1044819 h 1821250"/>
              <a:gd name="csX0" fmla="*/ 5023732 w 5286740"/>
              <a:gd name="csY0" fmla="*/ 1044819 h 1821250"/>
              <a:gd name="csX1" fmla="*/ 5286622 w 5286740"/>
              <a:gd name="csY1" fmla="*/ 1406769 h 1821250"/>
              <a:gd name="csX2" fmla="*/ 4988490 w 5286740"/>
              <a:gd name="csY2" fmla="*/ 1730619 h 1821250"/>
              <a:gd name="csX3" fmla="*/ 4538910 w 5286740"/>
              <a:gd name="csY3" fmla="*/ 1783007 h 1821250"/>
              <a:gd name="csX4" fmla="*/ 4394130 w 5286740"/>
              <a:gd name="csY4" fmla="*/ 1331522 h 1821250"/>
              <a:gd name="csX5" fmla="*/ 5979 w 5286740"/>
              <a:gd name="csY5" fmla="*/ 450528 h 1821250"/>
              <a:gd name="csX6" fmla="*/ 3157520 w 5286740"/>
              <a:gd name="csY6" fmla="*/ 37 h 1821250"/>
              <a:gd name="csX7" fmla="*/ 3887250 w 5286740"/>
              <a:gd name="csY7" fmla="*/ 470777 h 1821250"/>
              <a:gd name="csX8" fmla="*/ 4704645 w 5286740"/>
              <a:gd name="csY8" fmla="*/ 710492 h 1821250"/>
              <a:gd name="csX9" fmla="*/ 5023732 w 5286740"/>
              <a:gd name="csY9" fmla="*/ 1044819 h 1821250"/>
              <a:gd name="csX0" fmla="*/ 5019151 w 5282159"/>
              <a:gd name="csY0" fmla="*/ 1044819 h 1821250"/>
              <a:gd name="csX1" fmla="*/ 5282041 w 5282159"/>
              <a:gd name="csY1" fmla="*/ 1406769 h 1821250"/>
              <a:gd name="csX2" fmla="*/ 4983909 w 5282159"/>
              <a:gd name="csY2" fmla="*/ 1730619 h 1821250"/>
              <a:gd name="csX3" fmla="*/ 4534329 w 5282159"/>
              <a:gd name="csY3" fmla="*/ 1783007 h 1821250"/>
              <a:gd name="csX4" fmla="*/ 4389549 w 5282159"/>
              <a:gd name="csY4" fmla="*/ 1331522 h 1821250"/>
              <a:gd name="csX5" fmla="*/ 1398 w 5282159"/>
              <a:gd name="csY5" fmla="*/ 450528 h 1821250"/>
              <a:gd name="csX6" fmla="*/ 3152939 w 5282159"/>
              <a:gd name="csY6" fmla="*/ 37 h 1821250"/>
              <a:gd name="csX7" fmla="*/ 3882669 w 5282159"/>
              <a:gd name="csY7" fmla="*/ 470777 h 1821250"/>
              <a:gd name="csX8" fmla="*/ 4700064 w 5282159"/>
              <a:gd name="csY8" fmla="*/ 710492 h 1821250"/>
              <a:gd name="csX9" fmla="*/ 5019151 w 5282159"/>
              <a:gd name="csY9" fmla="*/ 1044819 h 1821250"/>
              <a:gd name="csX0" fmla="*/ 5235949 w 5498957"/>
              <a:gd name="csY0" fmla="*/ 1044828 h 1794706"/>
              <a:gd name="csX1" fmla="*/ 5498839 w 5498957"/>
              <a:gd name="csY1" fmla="*/ 1406778 h 1794706"/>
              <a:gd name="csX2" fmla="*/ 5200707 w 5498957"/>
              <a:gd name="csY2" fmla="*/ 1730628 h 1794706"/>
              <a:gd name="csX3" fmla="*/ 4751127 w 5498957"/>
              <a:gd name="csY3" fmla="*/ 1783016 h 1794706"/>
              <a:gd name="csX4" fmla="*/ 378149 w 5498957"/>
              <a:gd name="csY4" fmla="*/ 1647420 h 1794706"/>
              <a:gd name="csX5" fmla="*/ 218196 w 5498957"/>
              <a:gd name="csY5" fmla="*/ 450537 h 1794706"/>
              <a:gd name="csX6" fmla="*/ 3369737 w 5498957"/>
              <a:gd name="csY6" fmla="*/ 46 h 1794706"/>
              <a:gd name="csX7" fmla="*/ 4099467 w 5498957"/>
              <a:gd name="csY7" fmla="*/ 470786 h 1794706"/>
              <a:gd name="csX8" fmla="*/ 4916862 w 5498957"/>
              <a:gd name="csY8" fmla="*/ 710501 h 1794706"/>
              <a:gd name="csX9" fmla="*/ 5235949 w 5498957"/>
              <a:gd name="csY9" fmla="*/ 1044828 h 1794706"/>
              <a:gd name="csX0" fmla="*/ 5235949 w 5498957"/>
              <a:gd name="csY0" fmla="*/ 1044828 h 1794706"/>
              <a:gd name="csX1" fmla="*/ 5498839 w 5498957"/>
              <a:gd name="csY1" fmla="*/ 1406778 h 1794706"/>
              <a:gd name="csX2" fmla="*/ 5200707 w 5498957"/>
              <a:gd name="csY2" fmla="*/ 1730628 h 1794706"/>
              <a:gd name="csX3" fmla="*/ 4751127 w 5498957"/>
              <a:gd name="csY3" fmla="*/ 1783016 h 1794706"/>
              <a:gd name="csX4" fmla="*/ 378149 w 5498957"/>
              <a:gd name="csY4" fmla="*/ 1647420 h 1794706"/>
              <a:gd name="csX5" fmla="*/ 218196 w 5498957"/>
              <a:gd name="csY5" fmla="*/ 450537 h 1794706"/>
              <a:gd name="csX6" fmla="*/ 3369737 w 5498957"/>
              <a:gd name="csY6" fmla="*/ 46 h 1794706"/>
              <a:gd name="csX7" fmla="*/ 4099467 w 5498957"/>
              <a:gd name="csY7" fmla="*/ 470786 h 1794706"/>
              <a:gd name="csX8" fmla="*/ 4916862 w 5498957"/>
              <a:gd name="csY8" fmla="*/ 710501 h 1794706"/>
              <a:gd name="csX9" fmla="*/ 5235949 w 5498957"/>
              <a:gd name="csY9" fmla="*/ 1044828 h 1794706"/>
              <a:gd name="csX0" fmla="*/ 5200285 w 5463293"/>
              <a:gd name="csY0" fmla="*/ 1044828 h 1799770"/>
              <a:gd name="csX1" fmla="*/ 5463175 w 5463293"/>
              <a:gd name="csY1" fmla="*/ 1406778 h 1799770"/>
              <a:gd name="csX2" fmla="*/ 5165043 w 5463293"/>
              <a:gd name="csY2" fmla="*/ 1730628 h 1799770"/>
              <a:gd name="csX3" fmla="*/ 4715463 w 5463293"/>
              <a:gd name="csY3" fmla="*/ 1783016 h 1799770"/>
              <a:gd name="csX4" fmla="*/ 342485 w 5463293"/>
              <a:gd name="csY4" fmla="*/ 1647420 h 1799770"/>
              <a:gd name="csX5" fmla="*/ 182532 w 5463293"/>
              <a:gd name="csY5" fmla="*/ 450537 h 1799770"/>
              <a:gd name="csX6" fmla="*/ 3334073 w 5463293"/>
              <a:gd name="csY6" fmla="*/ 46 h 1799770"/>
              <a:gd name="csX7" fmla="*/ 4063803 w 5463293"/>
              <a:gd name="csY7" fmla="*/ 470786 h 1799770"/>
              <a:gd name="csX8" fmla="*/ 4881198 w 5463293"/>
              <a:gd name="csY8" fmla="*/ 710501 h 1799770"/>
              <a:gd name="csX9" fmla="*/ 5200285 w 5463293"/>
              <a:gd name="csY9" fmla="*/ 1044828 h 1799770"/>
              <a:gd name="csX0" fmla="*/ 5200285 w 5463293"/>
              <a:gd name="csY0" fmla="*/ 1044828 h 1799770"/>
              <a:gd name="csX1" fmla="*/ 5463175 w 5463293"/>
              <a:gd name="csY1" fmla="*/ 1406778 h 1799770"/>
              <a:gd name="csX2" fmla="*/ 5165043 w 5463293"/>
              <a:gd name="csY2" fmla="*/ 1730628 h 1799770"/>
              <a:gd name="csX3" fmla="*/ 4715463 w 5463293"/>
              <a:gd name="csY3" fmla="*/ 1783016 h 1799770"/>
              <a:gd name="csX4" fmla="*/ 342485 w 5463293"/>
              <a:gd name="csY4" fmla="*/ 1647420 h 1799770"/>
              <a:gd name="csX5" fmla="*/ 182532 w 5463293"/>
              <a:gd name="csY5" fmla="*/ 450537 h 1799770"/>
              <a:gd name="csX6" fmla="*/ 3334073 w 5463293"/>
              <a:gd name="csY6" fmla="*/ 46 h 1799770"/>
              <a:gd name="csX7" fmla="*/ 4063803 w 5463293"/>
              <a:gd name="csY7" fmla="*/ 470786 h 1799770"/>
              <a:gd name="csX8" fmla="*/ 4881198 w 5463293"/>
              <a:gd name="csY8" fmla="*/ 710501 h 1799770"/>
              <a:gd name="csX9" fmla="*/ 5200285 w 5463293"/>
              <a:gd name="csY9" fmla="*/ 1044828 h 1799770"/>
              <a:gd name="csX0" fmla="*/ 5200285 w 5463293"/>
              <a:gd name="csY0" fmla="*/ 1044828 h 1799770"/>
              <a:gd name="csX1" fmla="*/ 5463175 w 5463293"/>
              <a:gd name="csY1" fmla="*/ 1406778 h 1799770"/>
              <a:gd name="csX2" fmla="*/ 5165043 w 5463293"/>
              <a:gd name="csY2" fmla="*/ 1730628 h 1799770"/>
              <a:gd name="csX3" fmla="*/ 4715463 w 5463293"/>
              <a:gd name="csY3" fmla="*/ 1783016 h 1799770"/>
              <a:gd name="csX4" fmla="*/ 342485 w 5463293"/>
              <a:gd name="csY4" fmla="*/ 1647420 h 1799770"/>
              <a:gd name="csX5" fmla="*/ 182532 w 5463293"/>
              <a:gd name="csY5" fmla="*/ 450537 h 1799770"/>
              <a:gd name="csX6" fmla="*/ 3334073 w 5463293"/>
              <a:gd name="csY6" fmla="*/ 46 h 1799770"/>
              <a:gd name="csX7" fmla="*/ 4063803 w 5463293"/>
              <a:gd name="csY7" fmla="*/ 470786 h 1799770"/>
              <a:gd name="csX8" fmla="*/ 4881198 w 5463293"/>
              <a:gd name="csY8" fmla="*/ 710501 h 1799770"/>
              <a:gd name="csX9" fmla="*/ 5200285 w 5463293"/>
              <a:gd name="csY9" fmla="*/ 1044828 h 1799770"/>
              <a:gd name="csX0" fmla="*/ 5320168 w 5593529"/>
              <a:gd name="csY0" fmla="*/ 1044828 h 1857809"/>
              <a:gd name="csX1" fmla="*/ 5583058 w 5593529"/>
              <a:gd name="csY1" fmla="*/ 1406778 h 1857809"/>
              <a:gd name="csX2" fmla="*/ 5284926 w 5593529"/>
              <a:gd name="csY2" fmla="*/ 1730628 h 1857809"/>
              <a:gd name="csX3" fmla="*/ 3274165 w 5593529"/>
              <a:gd name="csY3" fmla="*/ 1855914 h 1857809"/>
              <a:gd name="csX4" fmla="*/ 462368 w 5593529"/>
              <a:gd name="csY4" fmla="*/ 1647420 h 1857809"/>
              <a:gd name="csX5" fmla="*/ 302415 w 5593529"/>
              <a:gd name="csY5" fmla="*/ 450537 h 1857809"/>
              <a:gd name="csX6" fmla="*/ 3453956 w 5593529"/>
              <a:gd name="csY6" fmla="*/ 46 h 1857809"/>
              <a:gd name="csX7" fmla="*/ 4183686 w 5593529"/>
              <a:gd name="csY7" fmla="*/ 470786 h 1857809"/>
              <a:gd name="csX8" fmla="*/ 5001081 w 5593529"/>
              <a:gd name="csY8" fmla="*/ 710501 h 1857809"/>
              <a:gd name="csX9" fmla="*/ 5320168 w 5593529"/>
              <a:gd name="csY9" fmla="*/ 1044828 h 1857809"/>
              <a:gd name="csX0" fmla="*/ 5303906 w 5590401"/>
              <a:gd name="csY0" fmla="*/ 1044828 h 1986298"/>
              <a:gd name="csX1" fmla="*/ 5566796 w 5590401"/>
              <a:gd name="csY1" fmla="*/ 1406778 h 1986298"/>
              <a:gd name="csX2" fmla="*/ 5268664 w 5590401"/>
              <a:gd name="csY2" fmla="*/ 1730628 h 1986298"/>
              <a:gd name="csX3" fmla="*/ 2932657 w 5590401"/>
              <a:gd name="csY3" fmla="*/ 1985510 h 1986298"/>
              <a:gd name="csX4" fmla="*/ 446106 w 5590401"/>
              <a:gd name="csY4" fmla="*/ 1647420 h 1986298"/>
              <a:gd name="csX5" fmla="*/ 286153 w 5590401"/>
              <a:gd name="csY5" fmla="*/ 450537 h 1986298"/>
              <a:gd name="csX6" fmla="*/ 3437694 w 5590401"/>
              <a:gd name="csY6" fmla="*/ 46 h 1986298"/>
              <a:gd name="csX7" fmla="*/ 4167424 w 5590401"/>
              <a:gd name="csY7" fmla="*/ 470786 h 1986298"/>
              <a:gd name="csX8" fmla="*/ 4984819 w 5590401"/>
              <a:gd name="csY8" fmla="*/ 710501 h 1986298"/>
              <a:gd name="csX9" fmla="*/ 5303906 w 5590401"/>
              <a:gd name="csY9" fmla="*/ 1044828 h 1986298"/>
              <a:gd name="csX0" fmla="*/ 5303906 w 5566904"/>
              <a:gd name="csY0" fmla="*/ 1044828 h 1992814"/>
              <a:gd name="csX1" fmla="*/ 5566796 w 5566904"/>
              <a:gd name="csY1" fmla="*/ 1406778 h 1992814"/>
              <a:gd name="csX2" fmla="*/ 5268664 w 5566904"/>
              <a:gd name="csY2" fmla="*/ 1730628 h 1992814"/>
              <a:gd name="csX3" fmla="*/ 4666136 w 5566904"/>
              <a:gd name="csY3" fmla="*/ 1867989 h 1992814"/>
              <a:gd name="csX4" fmla="*/ 2932657 w 5566904"/>
              <a:gd name="csY4" fmla="*/ 1985510 h 1992814"/>
              <a:gd name="csX5" fmla="*/ 446106 w 5566904"/>
              <a:gd name="csY5" fmla="*/ 1647420 h 1992814"/>
              <a:gd name="csX6" fmla="*/ 286153 w 5566904"/>
              <a:gd name="csY6" fmla="*/ 450537 h 1992814"/>
              <a:gd name="csX7" fmla="*/ 3437694 w 5566904"/>
              <a:gd name="csY7" fmla="*/ 46 h 1992814"/>
              <a:gd name="csX8" fmla="*/ 4167424 w 5566904"/>
              <a:gd name="csY8" fmla="*/ 470786 h 1992814"/>
              <a:gd name="csX9" fmla="*/ 4984819 w 5566904"/>
              <a:gd name="csY9" fmla="*/ 710501 h 1992814"/>
              <a:gd name="csX10" fmla="*/ 5303906 w 5566904"/>
              <a:gd name="csY10" fmla="*/ 1044828 h 1992814"/>
              <a:gd name="csX0" fmla="*/ 5303906 w 5566904"/>
              <a:gd name="csY0" fmla="*/ 1044828 h 1992814"/>
              <a:gd name="csX1" fmla="*/ 5566796 w 5566904"/>
              <a:gd name="csY1" fmla="*/ 1406778 h 1992814"/>
              <a:gd name="csX2" fmla="*/ 5268664 w 5566904"/>
              <a:gd name="csY2" fmla="*/ 1730628 h 1992814"/>
              <a:gd name="csX3" fmla="*/ 4666136 w 5566904"/>
              <a:gd name="csY3" fmla="*/ 1867989 h 1992814"/>
              <a:gd name="csX4" fmla="*/ 2932657 w 5566904"/>
              <a:gd name="csY4" fmla="*/ 1985510 h 1992814"/>
              <a:gd name="csX5" fmla="*/ 446106 w 5566904"/>
              <a:gd name="csY5" fmla="*/ 1647420 h 1992814"/>
              <a:gd name="csX6" fmla="*/ 286153 w 5566904"/>
              <a:gd name="csY6" fmla="*/ 450537 h 1992814"/>
              <a:gd name="csX7" fmla="*/ 3437694 w 5566904"/>
              <a:gd name="csY7" fmla="*/ 46 h 1992814"/>
              <a:gd name="csX8" fmla="*/ 4167424 w 5566904"/>
              <a:gd name="csY8" fmla="*/ 470786 h 1992814"/>
              <a:gd name="csX9" fmla="*/ 4984819 w 5566904"/>
              <a:gd name="csY9" fmla="*/ 710501 h 1992814"/>
              <a:gd name="csX10" fmla="*/ 5303906 w 5566904"/>
              <a:gd name="csY10" fmla="*/ 1044828 h 1992814"/>
              <a:gd name="csX0" fmla="*/ 5303906 w 5566886"/>
              <a:gd name="csY0" fmla="*/ 1044828 h 1995191"/>
              <a:gd name="csX1" fmla="*/ 5566796 w 5566886"/>
              <a:gd name="csY1" fmla="*/ 1406778 h 1995191"/>
              <a:gd name="csX2" fmla="*/ 5268664 w 5566886"/>
              <a:gd name="csY2" fmla="*/ 1730628 h 1995191"/>
              <a:gd name="csX3" fmla="*/ 4861285 w 5566886"/>
              <a:gd name="csY3" fmla="*/ 1888239 h 1995191"/>
              <a:gd name="csX4" fmla="*/ 2932657 w 5566886"/>
              <a:gd name="csY4" fmla="*/ 1985510 h 1995191"/>
              <a:gd name="csX5" fmla="*/ 446106 w 5566886"/>
              <a:gd name="csY5" fmla="*/ 1647420 h 1995191"/>
              <a:gd name="csX6" fmla="*/ 286153 w 5566886"/>
              <a:gd name="csY6" fmla="*/ 450537 h 1995191"/>
              <a:gd name="csX7" fmla="*/ 3437694 w 5566886"/>
              <a:gd name="csY7" fmla="*/ 46 h 1995191"/>
              <a:gd name="csX8" fmla="*/ 4167424 w 5566886"/>
              <a:gd name="csY8" fmla="*/ 470786 h 1995191"/>
              <a:gd name="csX9" fmla="*/ 4984819 w 5566886"/>
              <a:gd name="csY9" fmla="*/ 710501 h 1995191"/>
              <a:gd name="csX10" fmla="*/ 5303906 w 5566886"/>
              <a:gd name="csY10" fmla="*/ 1044828 h 1995191"/>
              <a:gd name="csX0" fmla="*/ 5268865 w 5531845"/>
              <a:gd name="csY0" fmla="*/ 1044831 h 1991805"/>
              <a:gd name="csX1" fmla="*/ 5531755 w 5531845"/>
              <a:gd name="csY1" fmla="*/ 1406781 h 1991805"/>
              <a:gd name="csX2" fmla="*/ 5233623 w 5531845"/>
              <a:gd name="csY2" fmla="*/ 1730631 h 1991805"/>
              <a:gd name="csX3" fmla="*/ 4826244 w 5531845"/>
              <a:gd name="csY3" fmla="*/ 1888242 h 1991805"/>
              <a:gd name="csX4" fmla="*/ 2897616 w 5531845"/>
              <a:gd name="csY4" fmla="*/ 1985513 h 1991805"/>
              <a:gd name="csX5" fmla="*/ 497799 w 5531845"/>
              <a:gd name="csY5" fmla="*/ 1708171 h 1991805"/>
              <a:gd name="csX6" fmla="*/ 251112 w 5531845"/>
              <a:gd name="csY6" fmla="*/ 450540 h 1991805"/>
              <a:gd name="csX7" fmla="*/ 3402653 w 5531845"/>
              <a:gd name="csY7" fmla="*/ 49 h 1991805"/>
              <a:gd name="csX8" fmla="*/ 4132383 w 5531845"/>
              <a:gd name="csY8" fmla="*/ 470789 h 1991805"/>
              <a:gd name="csX9" fmla="*/ 4949778 w 5531845"/>
              <a:gd name="csY9" fmla="*/ 710504 h 1991805"/>
              <a:gd name="csX10" fmla="*/ 5268865 w 5531845"/>
              <a:gd name="csY10" fmla="*/ 1044831 h 1991805"/>
              <a:gd name="csX0" fmla="*/ 5187606 w 5450586"/>
              <a:gd name="csY0" fmla="*/ 1044831 h 1991805"/>
              <a:gd name="csX1" fmla="*/ 5450496 w 5450586"/>
              <a:gd name="csY1" fmla="*/ 1406781 h 1991805"/>
              <a:gd name="csX2" fmla="*/ 5152364 w 5450586"/>
              <a:gd name="csY2" fmla="*/ 1730631 h 1991805"/>
              <a:gd name="csX3" fmla="*/ 4744985 w 5450586"/>
              <a:gd name="csY3" fmla="*/ 1888242 h 1991805"/>
              <a:gd name="csX4" fmla="*/ 2816357 w 5450586"/>
              <a:gd name="csY4" fmla="*/ 1985513 h 1991805"/>
              <a:gd name="csX5" fmla="*/ 416540 w 5450586"/>
              <a:gd name="csY5" fmla="*/ 1708171 h 1991805"/>
              <a:gd name="csX6" fmla="*/ 169853 w 5450586"/>
              <a:gd name="csY6" fmla="*/ 450540 h 1991805"/>
              <a:gd name="csX7" fmla="*/ 3321394 w 5450586"/>
              <a:gd name="csY7" fmla="*/ 49 h 1991805"/>
              <a:gd name="csX8" fmla="*/ 4051124 w 5450586"/>
              <a:gd name="csY8" fmla="*/ 470789 h 1991805"/>
              <a:gd name="csX9" fmla="*/ 4868519 w 5450586"/>
              <a:gd name="csY9" fmla="*/ 710504 h 1991805"/>
              <a:gd name="csX10" fmla="*/ 5187606 w 5450586"/>
              <a:gd name="csY10" fmla="*/ 1044831 h 1991805"/>
              <a:gd name="csX0" fmla="*/ 5262529 w 5525509"/>
              <a:gd name="csY0" fmla="*/ 1044831 h 1992020"/>
              <a:gd name="csX1" fmla="*/ 5525419 w 5525509"/>
              <a:gd name="csY1" fmla="*/ 1406781 h 1992020"/>
              <a:gd name="csX2" fmla="*/ 5227287 w 5525509"/>
              <a:gd name="csY2" fmla="*/ 1730631 h 1992020"/>
              <a:gd name="csX3" fmla="*/ 4819908 w 5525509"/>
              <a:gd name="csY3" fmla="*/ 1888242 h 1992020"/>
              <a:gd name="csX4" fmla="*/ 2891280 w 5525509"/>
              <a:gd name="csY4" fmla="*/ 1985513 h 1992020"/>
              <a:gd name="csX5" fmla="*/ 231267 w 5525509"/>
              <a:gd name="csY5" fmla="*/ 1704121 h 1992020"/>
              <a:gd name="csX6" fmla="*/ 244776 w 5525509"/>
              <a:gd name="csY6" fmla="*/ 450540 h 1992020"/>
              <a:gd name="csX7" fmla="*/ 3396317 w 5525509"/>
              <a:gd name="csY7" fmla="*/ 49 h 1992020"/>
              <a:gd name="csX8" fmla="*/ 4126047 w 5525509"/>
              <a:gd name="csY8" fmla="*/ 470789 h 1992020"/>
              <a:gd name="csX9" fmla="*/ 4943442 w 5525509"/>
              <a:gd name="csY9" fmla="*/ 710504 h 1992020"/>
              <a:gd name="csX10" fmla="*/ 5262529 w 5525509"/>
              <a:gd name="csY10" fmla="*/ 1044831 h 19920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525509" h="1992020">
                <a:moveTo>
                  <a:pt x="5262529" y="1044831"/>
                </a:moveTo>
                <a:cubicBezTo>
                  <a:pt x="5373972" y="1178181"/>
                  <a:pt x="5521609" y="1289624"/>
                  <a:pt x="5525419" y="1406781"/>
                </a:cubicBezTo>
                <a:cubicBezTo>
                  <a:pt x="5530182" y="1523939"/>
                  <a:pt x="5344872" y="1650388"/>
                  <a:pt x="5227287" y="1730631"/>
                </a:cubicBezTo>
                <a:cubicBezTo>
                  <a:pt x="5109702" y="1810874"/>
                  <a:pt x="5209242" y="1845762"/>
                  <a:pt x="4819908" y="1888242"/>
                </a:cubicBezTo>
                <a:cubicBezTo>
                  <a:pt x="4430574" y="1930722"/>
                  <a:pt x="3656053" y="2016200"/>
                  <a:pt x="2891280" y="1985513"/>
                </a:cubicBezTo>
                <a:cubicBezTo>
                  <a:pt x="2126507" y="1954826"/>
                  <a:pt x="260372" y="1951850"/>
                  <a:pt x="231267" y="1704121"/>
                </a:cubicBezTo>
                <a:cubicBezTo>
                  <a:pt x="202162" y="1456392"/>
                  <a:pt x="-282732" y="734552"/>
                  <a:pt x="244776" y="450540"/>
                </a:cubicBezTo>
                <a:cubicBezTo>
                  <a:pt x="772284" y="166528"/>
                  <a:pt x="2749439" y="-3326"/>
                  <a:pt x="3396317" y="49"/>
                </a:cubicBezTo>
                <a:cubicBezTo>
                  <a:pt x="4043196" y="3424"/>
                  <a:pt x="3868193" y="352380"/>
                  <a:pt x="4126047" y="470789"/>
                </a:cubicBezTo>
                <a:cubicBezTo>
                  <a:pt x="4383901" y="589198"/>
                  <a:pt x="4790167" y="613480"/>
                  <a:pt x="4943442" y="710504"/>
                </a:cubicBezTo>
                <a:cubicBezTo>
                  <a:pt x="5075839" y="756224"/>
                  <a:pt x="5151087" y="911481"/>
                  <a:pt x="5262529" y="1044831"/>
                </a:cubicBezTo>
                <a:close/>
              </a:path>
            </a:pathLst>
          </a:custGeom>
          <a:solidFill>
            <a:schemeClr val="accent4">
              <a:lumMod val="75000"/>
            </a:schemeClr>
          </a:solidFill>
          <a:ln w="9525" cap="flat">
            <a:noFill/>
            <a:prstDash val="solid"/>
            <a:miter/>
          </a:ln>
        </p:spPr>
        <p:txBody>
          <a:bodyPr/>
          <a:lstStyle/>
          <a:p>
            <a:endParaRPr lang="en-US">
              <a:noFill/>
            </a:endParaRPr>
          </a:p>
        </p:txBody>
      </p:sp>
      <p:sp>
        <p:nvSpPr>
          <p:cNvPr id="11" name="Graphic 129">
            <a:extLst>
              <a:ext uri="{FF2B5EF4-FFF2-40B4-BE49-F238E27FC236}">
                <a16:creationId xmlns:a16="http://schemas.microsoft.com/office/drawing/2014/main" id="{DB7080DB-2ED4-792E-3605-A96F2505AA95}"/>
              </a:ext>
            </a:extLst>
          </p:cNvPr>
          <p:cNvSpPr/>
          <p:nvPr/>
        </p:nvSpPr>
        <p:spPr>
          <a:xfrm rot="5747428" flipH="1">
            <a:off x="-855431" y="1033690"/>
            <a:ext cx="8272474" cy="16972778"/>
          </a:xfrm>
          <a:custGeom>
            <a:avLst/>
            <a:gdLst>
              <a:gd name="csX0" fmla="*/ 714496 w 977405"/>
              <a:gd name="csY0" fmla="*/ 349032 h 1125362"/>
              <a:gd name="csX1" fmla="*/ 977386 w 977405"/>
              <a:gd name="csY1" fmla="*/ 710982 h 1125362"/>
              <a:gd name="csX2" fmla="*/ 679254 w 977405"/>
              <a:gd name="csY2" fmla="*/ 1034832 h 1125362"/>
              <a:gd name="csX3" fmla="*/ 229674 w 977405"/>
              <a:gd name="csY3" fmla="*/ 1087220 h 1125362"/>
              <a:gd name="csX4" fmla="*/ 84894 w 977405"/>
              <a:gd name="csY4" fmla="*/ 635735 h 1125362"/>
              <a:gd name="csX5" fmla="*/ 19171 w 977405"/>
              <a:gd name="csY5" fmla="*/ 154722 h 1125362"/>
              <a:gd name="csX6" fmla="*/ 395409 w 977405"/>
              <a:gd name="csY6" fmla="*/ 14705 h 1125362"/>
              <a:gd name="csX7" fmla="*/ 714496 w 977405"/>
              <a:gd name="csY7" fmla="*/ 349032 h 1125362"/>
              <a:gd name="csX0" fmla="*/ 714397 w 977405"/>
              <a:gd name="csY0" fmla="*/ 348932 h 1125363"/>
              <a:gd name="csX1" fmla="*/ 977287 w 977405"/>
              <a:gd name="csY1" fmla="*/ 710882 h 1125363"/>
              <a:gd name="csX2" fmla="*/ 679155 w 977405"/>
              <a:gd name="csY2" fmla="*/ 1034732 h 1125363"/>
              <a:gd name="csX3" fmla="*/ 229575 w 977405"/>
              <a:gd name="csY3" fmla="*/ 1087120 h 1125363"/>
              <a:gd name="csX4" fmla="*/ 84795 w 977405"/>
              <a:gd name="csY4" fmla="*/ 635635 h 1125363"/>
              <a:gd name="csX5" fmla="*/ 19072 w 977405"/>
              <a:gd name="csY5" fmla="*/ 154622 h 1125363"/>
              <a:gd name="csX6" fmla="*/ 395310 w 977405"/>
              <a:gd name="csY6" fmla="*/ 14605 h 1125363"/>
              <a:gd name="csX7" fmla="*/ 714397 w 977405"/>
              <a:gd name="csY7" fmla="*/ 348932 h 1125363"/>
              <a:gd name="csX0" fmla="*/ 1954611 w 2217619"/>
              <a:gd name="csY0" fmla="*/ 953674 h 1730105"/>
              <a:gd name="csX1" fmla="*/ 2217501 w 2217619"/>
              <a:gd name="csY1" fmla="*/ 1315624 h 1730105"/>
              <a:gd name="csX2" fmla="*/ 1919369 w 2217619"/>
              <a:gd name="csY2" fmla="*/ 1639474 h 1730105"/>
              <a:gd name="csX3" fmla="*/ 1469789 w 2217619"/>
              <a:gd name="csY3" fmla="*/ 1691862 h 1730105"/>
              <a:gd name="csX4" fmla="*/ 1325009 w 2217619"/>
              <a:gd name="csY4" fmla="*/ 1240377 h 1730105"/>
              <a:gd name="csX5" fmla="*/ 1667 w 2217619"/>
              <a:gd name="csY5" fmla="*/ 14189 h 1730105"/>
              <a:gd name="csX6" fmla="*/ 1635524 w 2217619"/>
              <a:gd name="csY6" fmla="*/ 619347 h 1730105"/>
              <a:gd name="csX7" fmla="*/ 1954611 w 2217619"/>
              <a:gd name="csY7" fmla="*/ 953674 h 1730105"/>
              <a:gd name="csX0" fmla="*/ 1955732 w 2218740"/>
              <a:gd name="csY0" fmla="*/ 970158 h 1746589"/>
              <a:gd name="csX1" fmla="*/ 2218622 w 2218740"/>
              <a:gd name="csY1" fmla="*/ 1332108 h 1746589"/>
              <a:gd name="csX2" fmla="*/ 1920490 w 2218740"/>
              <a:gd name="csY2" fmla="*/ 1655958 h 1746589"/>
              <a:gd name="csX3" fmla="*/ 1470910 w 2218740"/>
              <a:gd name="csY3" fmla="*/ 1708346 h 1746589"/>
              <a:gd name="csX4" fmla="*/ 1326130 w 2218740"/>
              <a:gd name="csY4" fmla="*/ 1256861 h 1746589"/>
              <a:gd name="csX5" fmla="*/ 2788 w 2218740"/>
              <a:gd name="csY5" fmla="*/ 30673 h 1746589"/>
              <a:gd name="csX6" fmla="*/ 819250 w 2218740"/>
              <a:gd name="csY6" fmla="*/ 396116 h 1746589"/>
              <a:gd name="csX7" fmla="*/ 1636645 w 2218740"/>
              <a:gd name="csY7" fmla="*/ 635831 h 1746589"/>
              <a:gd name="csX8" fmla="*/ 1955732 w 2218740"/>
              <a:gd name="csY8" fmla="*/ 970158 h 1746589"/>
              <a:gd name="csX0" fmla="*/ 1955732 w 2218740"/>
              <a:gd name="csY0" fmla="*/ 970158 h 1746589"/>
              <a:gd name="csX1" fmla="*/ 2218622 w 2218740"/>
              <a:gd name="csY1" fmla="*/ 1332108 h 1746589"/>
              <a:gd name="csX2" fmla="*/ 1920490 w 2218740"/>
              <a:gd name="csY2" fmla="*/ 1655958 h 1746589"/>
              <a:gd name="csX3" fmla="*/ 1470910 w 2218740"/>
              <a:gd name="csY3" fmla="*/ 1708346 h 1746589"/>
              <a:gd name="csX4" fmla="*/ 1326130 w 2218740"/>
              <a:gd name="csY4" fmla="*/ 1256861 h 1746589"/>
              <a:gd name="csX5" fmla="*/ 2788 w 2218740"/>
              <a:gd name="csY5" fmla="*/ 30673 h 1746589"/>
              <a:gd name="csX6" fmla="*/ 819250 w 2218740"/>
              <a:gd name="csY6" fmla="*/ 396116 h 1746589"/>
              <a:gd name="csX7" fmla="*/ 1636645 w 2218740"/>
              <a:gd name="csY7" fmla="*/ 635831 h 1746589"/>
              <a:gd name="csX8" fmla="*/ 1955732 w 2218740"/>
              <a:gd name="csY8" fmla="*/ 970158 h 1746589"/>
              <a:gd name="csX0" fmla="*/ 1956297 w 2219305"/>
              <a:gd name="csY0" fmla="*/ 975663 h 1752094"/>
              <a:gd name="csX1" fmla="*/ 2219187 w 2219305"/>
              <a:gd name="csY1" fmla="*/ 1337613 h 1752094"/>
              <a:gd name="csX2" fmla="*/ 1921055 w 2219305"/>
              <a:gd name="csY2" fmla="*/ 1661463 h 1752094"/>
              <a:gd name="csX3" fmla="*/ 1471475 w 2219305"/>
              <a:gd name="csY3" fmla="*/ 1713851 h 1752094"/>
              <a:gd name="csX4" fmla="*/ 1326695 w 2219305"/>
              <a:gd name="csY4" fmla="*/ 1262366 h 1752094"/>
              <a:gd name="csX5" fmla="*/ 3353 w 2219305"/>
              <a:gd name="csY5" fmla="*/ 36178 h 1752094"/>
              <a:gd name="csX6" fmla="*/ 819815 w 2219305"/>
              <a:gd name="csY6" fmla="*/ 401621 h 1752094"/>
              <a:gd name="csX7" fmla="*/ 1637210 w 2219305"/>
              <a:gd name="csY7" fmla="*/ 641336 h 1752094"/>
              <a:gd name="csX8" fmla="*/ 1956297 w 2219305"/>
              <a:gd name="csY8" fmla="*/ 975663 h 1752094"/>
              <a:gd name="csX0" fmla="*/ 1525771 w 1788779"/>
              <a:gd name="csY0" fmla="*/ 1078795 h 1855226"/>
              <a:gd name="csX1" fmla="*/ 1788661 w 1788779"/>
              <a:gd name="csY1" fmla="*/ 1440745 h 1855226"/>
              <a:gd name="csX2" fmla="*/ 1490529 w 1788779"/>
              <a:gd name="csY2" fmla="*/ 1764595 h 1855226"/>
              <a:gd name="csX3" fmla="*/ 1040949 w 1788779"/>
              <a:gd name="csY3" fmla="*/ 1816983 h 1855226"/>
              <a:gd name="csX4" fmla="*/ 896169 w 1788779"/>
              <a:gd name="csY4" fmla="*/ 1365498 h 1855226"/>
              <a:gd name="csX5" fmla="*/ 6489 w 1788779"/>
              <a:gd name="csY5" fmla="*/ 25914 h 1855226"/>
              <a:gd name="csX6" fmla="*/ 389289 w 1788779"/>
              <a:gd name="csY6" fmla="*/ 504753 h 1855226"/>
              <a:gd name="csX7" fmla="*/ 1206684 w 1788779"/>
              <a:gd name="csY7" fmla="*/ 744468 h 1855226"/>
              <a:gd name="csX8" fmla="*/ 1525771 w 1788779"/>
              <a:gd name="csY8" fmla="*/ 1078795 h 1855226"/>
              <a:gd name="csX0" fmla="*/ 1525771 w 1788779"/>
              <a:gd name="csY0" fmla="*/ 1078795 h 1855226"/>
              <a:gd name="csX1" fmla="*/ 1788661 w 1788779"/>
              <a:gd name="csY1" fmla="*/ 1440745 h 1855226"/>
              <a:gd name="csX2" fmla="*/ 1490529 w 1788779"/>
              <a:gd name="csY2" fmla="*/ 1764595 h 1855226"/>
              <a:gd name="csX3" fmla="*/ 1040949 w 1788779"/>
              <a:gd name="csY3" fmla="*/ 1816983 h 1855226"/>
              <a:gd name="csX4" fmla="*/ 896169 w 1788779"/>
              <a:gd name="csY4" fmla="*/ 1365498 h 1855226"/>
              <a:gd name="csX5" fmla="*/ 6489 w 1788779"/>
              <a:gd name="csY5" fmla="*/ 25914 h 1855226"/>
              <a:gd name="csX6" fmla="*/ 389289 w 1788779"/>
              <a:gd name="csY6" fmla="*/ 504753 h 1855226"/>
              <a:gd name="csX7" fmla="*/ 1206684 w 1788779"/>
              <a:gd name="csY7" fmla="*/ 744468 h 1855226"/>
              <a:gd name="csX8" fmla="*/ 1525771 w 1788779"/>
              <a:gd name="csY8" fmla="*/ 1078795 h 1855226"/>
              <a:gd name="csX0" fmla="*/ 1681014 w 1944022"/>
              <a:gd name="csY0" fmla="*/ 1076515 h 1852946"/>
              <a:gd name="csX1" fmla="*/ 1943904 w 1944022"/>
              <a:gd name="csY1" fmla="*/ 1438465 h 1852946"/>
              <a:gd name="csX2" fmla="*/ 1645772 w 1944022"/>
              <a:gd name="csY2" fmla="*/ 1762315 h 1852946"/>
              <a:gd name="csX3" fmla="*/ 1196192 w 1944022"/>
              <a:gd name="csY3" fmla="*/ 1814703 h 1852946"/>
              <a:gd name="csX4" fmla="*/ 1051412 w 1944022"/>
              <a:gd name="csY4" fmla="*/ 1363218 h 1852946"/>
              <a:gd name="csX5" fmla="*/ 161732 w 1944022"/>
              <a:gd name="csY5" fmla="*/ 23634 h 1852946"/>
              <a:gd name="csX6" fmla="*/ 544532 w 1944022"/>
              <a:gd name="csY6" fmla="*/ 502473 h 1852946"/>
              <a:gd name="csX7" fmla="*/ 1361927 w 1944022"/>
              <a:gd name="csY7" fmla="*/ 742188 h 1852946"/>
              <a:gd name="csX8" fmla="*/ 1681014 w 1944022"/>
              <a:gd name="csY8" fmla="*/ 1076515 h 1852946"/>
              <a:gd name="csX0" fmla="*/ 4763267 w 5026275"/>
              <a:gd name="csY0" fmla="*/ 1053765 h 1830196"/>
              <a:gd name="csX1" fmla="*/ 5026157 w 5026275"/>
              <a:gd name="csY1" fmla="*/ 1415715 h 1830196"/>
              <a:gd name="csX2" fmla="*/ 4728025 w 5026275"/>
              <a:gd name="csY2" fmla="*/ 1739565 h 1830196"/>
              <a:gd name="csX3" fmla="*/ 4278445 w 5026275"/>
              <a:gd name="csY3" fmla="*/ 1791953 h 1830196"/>
              <a:gd name="csX4" fmla="*/ 4133665 w 5026275"/>
              <a:gd name="csY4" fmla="*/ 1340468 h 1830196"/>
              <a:gd name="csX5" fmla="*/ 5711 w 5026275"/>
              <a:gd name="csY5" fmla="*/ 609319 h 1830196"/>
              <a:gd name="csX6" fmla="*/ 3243985 w 5026275"/>
              <a:gd name="csY6" fmla="*/ 884 h 1830196"/>
              <a:gd name="csX7" fmla="*/ 3626785 w 5026275"/>
              <a:gd name="csY7" fmla="*/ 479723 h 1830196"/>
              <a:gd name="csX8" fmla="*/ 4444180 w 5026275"/>
              <a:gd name="csY8" fmla="*/ 719438 h 1830196"/>
              <a:gd name="csX9" fmla="*/ 4763267 w 5026275"/>
              <a:gd name="csY9" fmla="*/ 1053765 h 1830196"/>
              <a:gd name="csX0" fmla="*/ 4764215 w 5027223"/>
              <a:gd name="csY0" fmla="*/ 1037597 h 1814028"/>
              <a:gd name="csX1" fmla="*/ 5027105 w 5027223"/>
              <a:gd name="csY1" fmla="*/ 1399547 h 1814028"/>
              <a:gd name="csX2" fmla="*/ 4728973 w 5027223"/>
              <a:gd name="csY2" fmla="*/ 1723397 h 1814028"/>
              <a:gd name="csX3" fmla="*/ 4279393 w 5027223"/>
              <a:gd name="csY3" fmla="*/ 1775785 h 1814028"/>
              <a:gd name="csX4" fmla="*/ 4134613 w 5027223"/>
              <a:gd name="csY4" fmla="*/ 1324300 h 1814028"/>
              <a:gd name="csX5" fmla="*/ 6659 w 5027223"/>
              <a:gd name="csY5" fmla="*/ 593151 h 1814028"/>
              <a:gd name="csX6" fmla="*/ 2832954 w 5027223"/>
              <a:gd name="csY6" fmla="*/ 915 h 1814028"/>
              <a:gd name="csX7" fmla="*/ 3627733 w 5027223"/>
              <a:gd name="csY7" fmla="*/ 463555 h 1814028"/>
              <a:gd name="csX8" fmla="*/ 4445128 w 5027223"/>
              <a:gd name="csY8" fmla="*/ 703270 h 1814028"/>
              <a:gd name="csX9" fmla="*/ 4764215 w 5027223"/>
              <a:gd name="csY9" fmla="*/ 1037597 h 1814028"/>
              <a:gd name="csX0" fmla="*/ 4764046 w 5027054"/>
              <a:gd name="csY0" fmla="*/ 1045680 h 1822111"/>
              <a:gd name="csX1" fmla="*/ 5026936 w 5027054"/>
              <a:gd name="csY1" fmla="*/ 1407630 h 1822111"/>
              <a:gd name="csX2" fmla="*/ 4728804 w 5027054"/>
              <a:gd name="csY2" fmla="*/ 1731480 h 1822111"/>
              <a:gd name="csX3" fmla="*/ 4279224 w 5027054"/>
              <a:gd name="csY3" fmla="*/ 1783868 h 1822111"/>
              <a:gd name="csX4" fmla="*/ 4134444 w 5027054"/>
              <a:gd name="csY4" fmla="*/ 1332383 h 1822111"/>
              <a:gd name="csX5" fmla="*/ 6490 w 5027054"/>
              <a:gd name="csY5" fmla="*/ 601234 h 1822111"/>
              <a:gd name="csX6" fmla="*/ 2897834 w 5027054"/>
              <a:gd name="csY6" fmla="*/ 898 h 1822111"/>
              <a:gd name="csX7" fmla="*/ 3627564 w 5027054"/>
              <a:gd name="csY7" fmla="*/ 471638 h 1822111"/>
              <a:gd name="csX8" fmla="*/ 4444959 w 5027054"/>
              <a:gd name="csY8" fmla="*/ 711353 h 1822111"/>
              <a:gd name="csX9" fmla="*/ 4764046 w 5027054"/>
              <a:gd name="csY9" fmla="*/ 1045680 h 1822111"/>
              <a:gd name="csX0" fmla="*/ 5023732 w 5286740"/>
              <a:gd name="csY0" fmla="*/ 1044819 h 1821250"/>
              <a:gd name="csX1" fmla="*/ 5286622 w 5286740"/>
              <a:gd name="csY1" fmla="*/ 1406769 h 1821250"/>
              <a:gd name="csX2" fmla="*/ 4988490 w 5286740"/>
              <a:gd name="csY2" fmla="*/ 1730619 h 1821250"/>
              <a:gd name="csX3" fmla="*/ 4538910 w 5286740"/>
              <a:gd name="csY3" fmla="*/ 1783007 h 1821250"/>
              <a:gd name="csX4" fmla="*/ 4394130 w 5286740"/>
              <a:gd name="csY4" fmla="*/ 1331522 h 1821250"/>
              <a:gd name="csX5" fmla="*/ 5979 w 5286740"/>
              <a:gd name="csY5" fmla="*/ 450528 h 1821250"/>
              <a:gd name="csX6" fmla="*/ 3157520 w 5286740"/>
              <a:gd name="csY6" fmla="*/ 37 h 1821250"/>
              <a:gd name="csX7" fmla="*/ 3887250 w 5286740"/>
              <a:gd name="csY7" fmla="*/ 470777 h 1821250"/>
              <a:gd name="csX8" fmla="*/ 4704645 w 5286740"/>
              <a:gd name="csY8" fmla="*/ 710492 h 1821250"/>
              <a:gd name="csX9" fmla="*/ 5023732 w 5286740"/>
              <a:gd name="csY9" fmla="*/ 1044819 h 1821250"/>
              <a:gd name="csX0" fmla="*/ 5023732 w 5286740"/>
              <a:gd name="csY0" fmla="*/ 1044819 h 1821250"/>
              <a:gd name="csX1" fmla="*/ 5286622 w 5286740"/>
              <a:gd name="csY1" fmla="*/ 1406769 h 1821250"/>
              <a:gd name="csX2" fmla="*/ 4988490 w 5286740"/>
              <a:gd name="csY2" fmla="*/ 1730619 h 1821250"/>
              <a:gd name="csX3" fmla="*/ 4538910 w 5286740"/>
              <a:gd name="csY3" fmla="*/ 1783007 h 1821250"/>
              <a:gd name="csX4" fmla="*/ 4394130 w 5286740"/>
              <a:gd name="csY4" fmla="*/ 1331522 h 1821250"/>
              <a:gd name="csX5" fmla="*/ 5979 w 5286740"/>
              <a:gd name="csY5" fmla="*/ 450528 h 1821250"/>
              <a:gd name="csX6" fmla="*/ 3157520 w 5286740"/>
              <a:gd name="csY6" fmla="*/ 37 h 1821250"/>
              <a:gd name="csX7" fmla="*/ 3887250 w 5286740"/>
              <a:gd name="csY7" fmla="*/ 470777 h 1821250"/>
              <a:gd name="csX8" fmla="*/ 4704645 w 5286740"/>
              <a:gd name="csY8" fmla="*/ 710492 h 1821250"/>
              <a:gd name="csX9" fmla="*/ 5023732 w 5286740"/>
              <a:gd name="csY9" fmla="*/ 1044819 h 1821250"/>
              <a:gd name="csX0" fmla="*/ 5023732 w 5286740"/>
              <a:gd name="csY0" fmla="*/ 1044819 h 1821250"/>
              <a:gd name="csX1" fmla="*/ 5286622 w 5286740"/>
              <a:gd name="csY1" fmla="*/ 1406769 h 1821250"/>
              <a:gd name="csX2" fmla="*/ 4988490 w 5286740"/>
              <a:gd name="csY2" fmla="*/ 1730619 h 1821250"/>
              <a:gd name="csX3" fmla="*/ 4538910 w 5286740"/>
              <a:gd name="csY3" fmla="*/ 1783007 h 1821250"/>
              <a:gd name="csX4" fmla="*/ 4394130 w 5286740"/>
              <a:gd name="csY4" fmla="*/ 1331522 h 1821250"/>
              <a:gd name="csX5" fmla="*/ 5979 w 5286740"/>
              <a:gd name="csY5" fmla="*/ 450528 h 1821250"/>
              <a:gd name="csX6" fmla="*/ 3157520 w 5286740"/>
              <a:gd name="csY6" fmla="*/ 37 h 1821250"/>
              <a:gd name="csX7" fmla="*/ 3887250 w 5286740"/>
              <a:gd name="csY7" fmla="*/ 470777 h 1821250"/>
              <a:gd name="csX8" fmla="*/ 4704645 w 5286740"/>
              <a:gd name="csY8" fmla="*/ 710492 h 1821250"/>
              <a:gd name="csX9" fmla="*/ 5023732 w 5286740"/>
              <a:gd name="csY9" fmla="*/ 1044819 h 1821250"/>
              <a:gd name="csX0" fmla="*/ 5019151 w 5282159"/>
              <a:gd name="csY0" fmla="*/ 1044819 h 1821250"/>
              <a:gd name="csX1" fmla="*/ 5282041 w 5282159"/>
              <a:gd name="csY1" fmla="*/ 1406769 h 1821250"/>
              <a:gd name="csX2" fmla="*/ 4983909 w 5282159"/>
              <a:gd name="csY2" fmla="*/ 1730619 h 1821250"/>
              <a:gd name="csX3" fmla="*/ 4534329 w 5282159"/>
              <a:gd name="csY3" fmla="*/ 1783007 h 1821250"/>
              <a:gd name="csX4" fmla="*/ 4389549 w 5282159"/>
              <a:gd name="csY4" fmla="*/ 1331522 h 1821250"/>
              <a:gd name="csX5" fmla="*/ 1398 w 5282159"/>
              <a:gd name="csY5" fmla="*/ 450528 h 1821250"/>
              <a:gd name="csX6" fmla="*/ 3152939 w 5282159"/>
              <a:gd name="csY6" fmla="*/ 37 h 1821250"/>
              <a:gd name="csX7" fmla="*/ 3882669 w 5282159"/>
              <a:gd name="csY7" fmla="*/ 470777 h 1821250"/>
              <a:gd name="csX8" fmla="*/ 4700064 w 5282159"/>
              <a:gd name="csY8" fmla="*/ 710492 h 1821250"/>
              <a:gd name="csX9" fmla="*/ 5019151 w 5282159"/>
              <a:gd name="csY9" fmla="*/ 1044819 h 1821250"/>
              <a:gd name="csX0" fmla="*/ 5235949 w 5498957"/>
              <a:gd name="csY0" fmla="*/ 1044828 h 1794706"/>
              <a:gd name="csX1" fmla="*/ 5498839 w 5498957"/>
              <a:gd name="csY1" fmla="*/ 1406778 h 1794706"/>
              <a:gd name="csX2" fmla="*/ 5200707 w 5498957"/>
              <a:gd name="csY2" fmla="*/ 1730628 h 1794706"/>
              <a:gd name="csX3" fmla="*/ 4751127 w 5498957"/>
              <a:gd name="csY3" fmla="*/ 1783016 h 1794706"/>
              <a:gd name="csX4" fmla="*/ 378149 w 5498957"/>
              <a:gd name="csY4" fmla="*/ 1647420 h 1794706"/>
              <a:gd name="csX5" fmla="*/ 218196 w 5498957"/>
              <a:gd name="csY5" fmla="*/ 450537 h 1794706"/>
              <a:gd name="csX6" fmla="*/ 3369737 w 5498957"/>
              <a:gd name="csY6" fmla="*/ 46 h 1794706"/>
              <a:gd name="csX7" fmla="*/ 4099467 w 5498957"/>
              <a:gd name="csY7" fmla="*/ 470786 h 1794706"/>
              <a:gd name="csX8" fmla="*/ 4916862 w 5498957"/>
              <a:gd name="csY8" fmla="*/ 710501 h 1794706"/>
              <a:gd name="csX9" fmla="*/ 5235949 w 5498957"/>
              <a:gd name="csY9" fmla="*/ 1044828 h 1794706"/>
              <a:gd name="csX0" fmla="*/ 5235949 w 5498957"/>
              <a:gd name="csY0" fmla="*/ 1044828 h 1794706"/>
              <a:gd name="csX1" fmla="*/ 5498839 w 5498957"/>
              <a:gd name="csY1" fmla="*/ 1406778 h 1794706"/>
              <a:gd name="csX2" fmla="*/ 5200707 w 5498957"/>
              <a:gd name="csY2" fmla="*/ 1730628 h 1794706"/>
              <a:gd name="csX3" fmla="*/ 4751127 w 5498957"/>
              <a:gd name="csY3" fmla="*/ 1783016 h 1794706"/>
              <a:gd name="csX4" fmla="*/ 378149 w 5498957"/>
              <a:gd name="csY4" fmla="*/ 1647420 h 1794706"/>
              <a:gd name="csX5" fmla="*/ 218196 w 5498957"/>
              <a:gd name="csY5" fmla="*/ 450537 h 1794706"/>
              <a:gd name="csX6" fmla="*/ 3369737 w 5498957"/>
              <a:gd name="csY6" fmla="*/ 46 h 1794706"/>
              <a:gd name="csX7" fmla="*/ 4099467 w 5498957"/>
              <a:gd name="csY7" fmla="*/ 470786 h 1794706"/>
              <a:gd name="csX8" fmla="*/ 4916862 w 5498957"/>
              <a:gd name="csY8" fmla="*/ 710501 h 1794706"/>
              <a:gd name="csX9" fmla="*/ 5235949 w 5498957"/>
              <a:gd name="csY9" fmla="*/ 1044828 h 1794706"/>
              <a:gd name="csX0" fmla="*/ 5200285 w 5463293"/>
              <a:gd name="csY0" fmla="*/ 1044828 h 1799770"/>
              <a:gd name="csX1" fmla="*/ 5463175 w 5463293"/>
              <a:gd name="csY1" fmla="*/ 1406778 h 1799770"/>
              <a:gd name="csX2" fmla="*/ 5165043 w 5463293"/>
              <a:gd name="csY2" fmla="*/ 1730628 h 1799770"/>
              <a:gd name="csX3" fmla="*/ 4715463 w 5463293"/>
              <a:gd name="csY3" fmla="*/ 1783016 h 1799770"/>
              <a:gd name="csX4" fmla="*/ 342485 w 5463293"/>
              <a:gd name="csY4" fmla="*/ 1647420 h 1799770"/>
              <a:gd name="csX5" fmla="*/ 182532 w 5463293"/>
              <a:gd name="csY5" fmla="*/ 450537 h 1799770"/>
              <a:gd name="csX6" fmla="*/ 3334073 w 5463293"/>
              <a:gd name="csY6" fmla="*/ 46 h 1799770"/>
              <a:gd name="csX7" fmla="*/ 4063803 w 5463293"/>
              <a:gd name="csY7" fmla="*/ 470786 h 1799770"/>
              <a:gd name="csX8" fmla="*/ 4881198 w 5463293"/>
              <a:gd name="csY8" fmla="*/ 710501 h 1799770"/>
              <a:gd name="csX9" fmla="*/ 5200285 w 5463293"/>
              <a:gd name="csY9" fmla="*/ 1044828 h 1799770"/>
              <a:gd name="csX0" fmla="*/ 5200285 w 5463293"/>
              <a:gd name="csY0" fmla="*/ 1044828 h 1799770"/>
              <a:gd name="csX1" fmla="*/ 5463175 w 5463293"/>
              <a:gd name="csY1" fmla="*/ 1406778 h 1799770"/>
              <a:gd name="csX2" fmla="*/ 5165043 w 5463293"/>
              <a:gd name="csY2" fmla="*/ 1730628 h 1799770"/>
              <a:gd name="csX3" fmla="*/ 4715463 w 5463293"/>
              <a:gd name="csY3" fmla="*/ 1783016 h 1799770"/>
              <a:gd name="csX4" fmla="*/ 342485 w 5463293"/>
              <a:gd name="csY4" fmla="*/ 1647420 h 1799770"/>
              <a:gd name="csX5" fmla="*/ 182532 w 5463293"/>
              <a:gd name="csY5" fmla="*/ 450537 h 1799770"/>
              <a:gd name="csX6" fmla="*/ 3334073 w 5463293"/>
              <a:gd name="csY6" fmla="*/ 46 h 1799770"/>
              <a:gd name="csX7" fmla="*/ 4063803 w 5463293"/>
              <a:gd name="csY7" fmla="*/ 470786 h 1799770"/>
              <a:gd name="csX8" fmla="*/ 4881198 w 5463293"/>
              <a:gd name="csY8" fmla="*/ 710501 h 1799770"/>
              <a:gd name="csX9" fmla="*/ 5200285 w 5463293"/>
              <a:gd name="csY9" fmla="*/ 1044828 h 1799770"/>
              <a:gd name="csX0" fmla="*/ 5200285 w 5463293"/>
              <a:gd name="csY0" fmla="*/ 1044828 h 1799770"/>
              <a:gd name="csX1" fmla="*/ 5463175 w 5463293"/>
              <a:gd name="csY1" fmla="*/ 1406778 h 1799770"/>
              <a:gd name="csX2" fmla="*/ 5165043 w 5463293"/>
              <a:gd name="csY2" fmla="*/ 1730628 h 1799770"/>
              <a:gd name="csX3" fmla="*/ 4715463 w 5463293"/>
              <a:gd name="csY3" fmla="*/ 1783016 h 1799770"/>
              <a:gd name="csX4" fmla="*/ 342485 w 5463293"/>
              <a:gd name="csY4" fmla="*/ 1647420 h 1799770"/>
              <a:gd name="csX5" fmla="*/ 182532 w 5463293"/>
              <a:gd name="csY5" fmla="*/ 450537 h 1799770"/>
              <a:gd name="csX6" fmla="*/ 3334073 w 5463293"/>
              <a:gd name="csY6" fmla="*/ 46 h 1799770"/>
              <a:gd name="csX7" fmla="*/ 4063803 w 5463293"/>
              <a:gd name="csY7" fmla="*/ 470786 h 1799770"/>
              <a:gd name="csX8" fmla="*/ 4881198 w 5463293"/>
              <a:gd name="csY8" fmla="*/ 710501 h 1799770"/>
              <a:gd name="csX9" fmla="*/ 5200285 w 5463293"/>
              <a:gd name="csY9" fmla="*/ 1044828 h 1799770"/>
              <a:gd name="csX0" fmla="*/ 5320168 w 5593529"/>
              <a:gd name="csY0" fmla="*/ 1044828 h 1857809"/>
              <a:gd name="csX1" fmla="*/ 5583058 w 5593529"/>
              <a:gd name="csY1" fmla="*/ 1406778 h 1857809"/>
              <a:gd name="csX2" fmla="*/ 5284926 w 5593529"/>
              <a:gd name="csY2" fmla="*/ 1730628 h 1857809"/>
              <a:gd name="csX3" fmla="*/ 3274165 w 5593529"/>
              <a:gd name="csY3" fmla="*/ 1855914 h 1857809"/>
              <a:gd name="csX4" fmla="*/ 462368 w 5593529"/>
              <a:gd name="csY4" fmla="*/ 1647420 h 1857809"/>
              <a:gd name="csX5" fmla="*/ 302415 w 5593529"/>
              <a:gd name="csY5" fmla="*/ 450537 h 1857809"/>
              <a:gd name="csX6" fmla="*/ 3453956 w 5593529"/>
              <a:gd name="csY6" fmla="*/ 46 h 1857809"/>
              <a:gd name="csX7" fmla="*/ 4183686 w 5593529"/>
              <a:gd name="csY7" fmla="*/ 470786 h 1857809"/>
              <a:gd name="csX8" fmla="*/ 5001081 w 5593529"/>
              <a:gd name="csY8" fmla="*/ 710501 h 1857809"/>
              <a:gd name="csX9" fmla="*/ 5320168 w 5593529"/>
              <a:gd name="csY9" fmla="*/ 1044828 h 1857809"/>
              <a:gd name="csX0" fmla="*/ 5303906 w 5590401"/>
              <a:gd name="csY0" fmla="*/ 1044828 h 1986298"/>
              <a:gd name="csX1" fmla="*/ 5566796 w 5590401"/>
              <a:gd name="csY1" fmla="*/ 1406778 h 1986298"/>
              <a:gd name="csX2" fmla="*/ 5268664 w 5590401"/>
              <a:gd name="csY2" fmla="*/ 1730628 h 1986298"/>
              <a:gd name="csX3" fmla="*/ 2932657 w 5590401"/>
              <a:gd name="csY3" fmla="*/ 1985510 h 1986298"/>
              <a:gd name="csX4" fmla="*/ 446106 w 5590401"/>
              <a:gd name="csY4" fmla="*/ 1647420 h 1986298"/>
              <a:gd name="csX5" fmla="*/ 286153 w 5590401"/>
              <a:gd name="csY5" fmla="*/ 450537 h 1986298"/>
              <a:gd name="csX6" fmla="*/ 3437694 w 5590401"/>
              <a:gd name="csY6" fmla="*/ 46 h 1986298"/>
              <a:gd name="csX7" fmla="*/ 4167424 w 5590401"/>
              <a:gd name="csY7" fmla="*/ 470786 h 1986298"/>
              <a:gd name="csX8" fmla="*/ 4984819 w 5590401"/>
              <a:gd name="csY8" fmla="*/ 710501 h 1986298"/>
              <a:gd name="csX9" fmla="*/ 5303906 w 5590401"/>
              <a:gd name="csY9" fmla="*/ 1044828 h 1986298"/>
              <a:gd name="csX0" fmla="*/ 5303906 w 5566904"/>
              <a:gd name="csY0" fmla="*/ 1044828 h 1992814"/>
              <a:gd name="csX1" fmla="*/ 5566796 w 5566904"/>
              <a:gd name="csY1" fmla="*/ 1406778 h 1992814"/>
              <a:gd name="csX2" fmla="*/ 5268664 w 5566904"/>
              <a:gd name="csY2" fmla="*/ 1730628 h 1992814"/>
              <a:gd name="csX3" fmla="*/ 4666136 w 5566904"/>
              <a:gd name="csY3" fmla="*/ 1867989 h 1992814"/>
              <a:gd name="csX4" fmla="*/ 2932657 w 5566904"/>
              <a:gd name="csY4" fmla="*/ 1985510 h 1992814"/>
              <a:gd name="csX5" fmla="*/ 446106 w 5566904"/>
              <a:gd name="csY5" fmla="*/ 1647420 h 1992814"/>
              <a:gd name="csX6" fmla="*/ 286153 w 5566904"/>
              <a:gd name="csY6" fmla="*/ 450537 h 1992814"/>
              <a:gd name="csX7" fmla="*/ 3437694 w 5566904"/>
              <a:gd name="csY7" fmla="*/ 46 h 1992814"/>
              <a:gd name="csX8" fmla="*/ 4167424 w 5566904"/>
              <a:gd name="csY8" fmla="*/ 470786 h 1992814"/>
              <a:gd name="csX9" fmla="*/ 4984819 w 5566904"/>
              <a:gd name="csY9" fmla="*/ 710501 h 1992814"/>
              <a:gd name="csX10" fmla="*/ 5303906 w 5566904"/>
              <a:gd name="csY10" fmla="*/ 1044828 h 1992814"/>
              <a:gd name="csX0" fmla="*/ 5303906 w 5566904"/>
              <a:gd name="csY0" fmla="*/ 1044828 h 1992814"/>
              <a:gd name="csX1" fmla="*/ 5566796 w 5566904"/>
              <a:gd name="csY1" fmla="*/ 1406778 h 1992814"/>
              <a:gd name="csX2" fmla="*/ 5268664 w 5566904"/>
              <a:gd name="csY2" fmla="*/ 1730628 h 1992814"/>
              <a:gd name="csX3" fmla="*/ 4666136 w 5566904"/>
              <a:gd name="csY3" fmla="*/ 1867989 h 1992814"/>
              <a:gd name="csX4" fmla="*/ 2932657 w 5566904"/>
              <a:gd name="csY4" fmla="*/ 1985510 h 1992814"/>
              <a:gd name="csX5" fmla="*/ 446106 w 5566904"/>
              <a:gd name="csY5" fmla="*/ 1647420 h 1992814"/>
              <a:gd name="csX6" fmla="*/ 286153 w 5566904"/>
              <a:gd name="csY6" fmla="*/ 450537 h 1992814"/>
              <a:gd name="csX7" fmla="*/ 3437694 w 5566904"/>
              <a:gd name="csY7" fmla="*/ 46 h 1992814"/>
              <a:gd name="csX8" fmla="*/ 4167424 w 5566904"/>
              <a:gd name="csY8" fmla="*/ 470786 h 1992814"/>
              <a:gd name="csX9" fmla="*/ 4984819 w 5566904"/>
              <a:gd name="csY9" fmla="*/ 710501 h 1992814"/>
              <a:gd name="csX10" fmla="*/ 5303906 w 5566904"/>
              <a:gd name="csY10" fmla="*/ 1044828 h 1992814"/>
              <a:gd name="csX0" fmla="*/ 5303906 w 5566886"/>
              <a:gd name="csY0" fmla="*/ 1044828 h 1995191"/>
              <a:gd name="csX1" fmla="*/ 5566796 w 5566886"/>
              <a:gd name="csY1" fmla="*/ 1406778 h 1995191"/>
              <a:gd name="csX2" fmla="*/ 5268664 w 5566886"/>
              <a:gd name="csY2" fmla="*/ 1730628 h 1995191"/>
              <a:gd name="csX3" fmla="*/ 4861285 w 5566886"/>
              <a:gd name="csY3" fmla="*/ 1888239 h 1995191"/>
              <a:gd name="csX4" fmla="*/ 2932657 w 5566886"/>
              <a:gd name="csY4" fmla="*/ 1985510 h 1995191"/>
              <a:gd name="csX5" fmla="*/ 446106 w 5566886"/>
              <a:gd name="csY5" fmla="*/ 1647420 h 1995191"/>
              <a:gd name="csX6" fmla="*/ 286153 w 5566886"/>
              <a:gd name="csY6" fmla="*/ 450537 h 1995191"/>
              <a:gd name="csX7" fmla="*/ 3437694 w 5566886"/>
              <a:gd name="csY7" fmla="*/ 46 h 1995191"/>
              <a:gd name="csX8" fmla="*/ 4167424 w 5566886"/>
              <a:gd name="csY8" fmla="*/ 470786 h 1995191"/>
              <a:gd name="csX9" fmla="*/ 4984819 w 5566886"/>
              <a:gd name="csY9" fmla="*/ 710501 h 1995191"/>
              <a:gd name="csX10" fmla="*/ 5303906 w 5566886"/>
              <a:gd name="csY10" fmla="*/ 1044828 h 1995191"/>
              <a:gd name="csX0" fmla="*/ 5268865 w 5531845"/>
              <a:gd name="csY0" fmla="*/ 1044831 h 1991805"/>
              <a:gd name="csX1" fmla="*/ 5531755 w 5531845"/>
              <a:gd name="csY1" fmla="*/ 1406781 h 1991805"/>
              <a:gd name="csX2" fmla="*/ 5233623 w 5531845"/>
              <a:gd name="csY2" fmla="*/ 1730631 h 1991805"/>
              <a:gd name="csX3" fmla="*/ 4826244 w 5531845"/>
              <a:gd name="csY3" fmla="*/ 1888242 h 1991805"/>
              <a:gd name="csX4" fmla="*/ 2897616 w 5531845"/>
              <a:gd name="csY4" fmla="*/ 1985513 h 1991805"/>
              <a:gd name="csX5" fmla="*/ 497799 w 5531845"/>
              <a:gd name="csY5" fmla="*/ 1708171 h 1991805"/>
              <a:gd name="csX6" fmla="*/ 251112 w 5531845"/>
              <a:gd name="csY6" fmla="*/ 450540 h 1991805"/>
              <a:gd name="csX7" fmla="*/ 3402653 w 5531845"/>
              <a:gd name="csY7" fmla="*/ 49 h 1991805"/>
              <a:gd name="csX8" fmla="*/ 4132383 w 5531845"/>
              <a:gd name="csY8" fmla="*/ 470789 h 1991805"/>
              <a:gd name="csX9" fmla="*/ 4949778 w 5531845"/>
              <a:gd name="csY9" fmla="*/ 710504 h 1991805"/>
              <a:gd name="csX10" fmla="*/ 5268865 w 5531845"/>
              <a:gd name="csY10" fmla="*/ 1044831 h 1991805"/>
              <a:gd name="csX0" fmla="*/ 5187606 w 5450586"/>
              <a:gd name="csY0" fmla="*/ 1044831 h 1991805"/>
              <a:gd name="csX1" fmla="*/ 5450496 w 5450586"/>
              <a:gd name="csY1" fmla="*/ 1406781 h 1991805"/>
              <a:gd name="csX2" fmla="*/ 5152364 w 5450586"/>
              <a:gd name="csY2" fmla="*/ 1730631 h 1991805"/>
              <a:gd name="csX3" fmla="*/ 4744985 w 5450586"/>
              <a:gd name="csY3" fmla="*/ 1888242 h 1991805"/>
              <a:gd name="csX4" fmla="*/ 2816357 w 5450586"/>
              <a:gd name="csY4" fmla="*/ 1985513 h 1991805"/>
              <a:gd name="csX5" fmla="*/ 416540 w 5450586"/>
              <a:gd name="csY5" fmla="*/ 1708171 h 1991805"/>
              <a:gd name="csX6" fmla="*/ 169853 w 5450586"/>
              <a:gd name="csY6" fmla="*/ 450540 h 1991805"/>
              <a:gd name="csX7" fmla="*/ 3321394 w 5450586"/>
              <a:gd name="csY7" fmla="*/ 49 h 1991805"/>
              <a:gd name="csX8" fmla="*/ 4051124 w 5450586"/>
              <a:gd name="csY8" fmla="*/ 470789 h 1991805"/>
              <a:gd name="csX9" fmla="*/ 4868519 w 5450586"/>
              <a:gd name="csY9" fmla="*/ 710504 h 1991805"/>
              <a:gd name="csX10" fmla="*/ 5187606 w 5450586"/>
              <a:gd name="csY10" fmla="*/ 1044831 h 1991805"/>
              <a:gd name="csX0" fmla="*/ 5262529 w 5525509"/>
              <a:gd name="csY0" fmla="*/ 1044831 h 1992020"/>
              <a:gd name="csX1" fmla="*/ 5525419 w 5525509"/>
              <a:gd name="csY1" fmla="*/ 1406781 h 1992020"/>
              <a:gd name="csX2" fmla="*/ 5227287 w 5525509"/>
              <a:gd name="csY2" fmla="*/ 1730631 h 1992020"/>
              <a:gd name="csX3" fmla="*/ 4819908 w 5525509"/>
              <a:gd name="csY3" fmla="*/ 1888242 h 1992020"/>
              <a:gd name="csX4" fmla="*/ 2891280 w 5525509"/>
              <a:gd name="csY4" fmla="*/ 1985513 h 1992020"/>
              <a:gd name="csX5" fmla="*/ 231267 w 5525509"/>
              <a:gd name="csY5" fmla="*/ 1704121 h 1992020"/>
              <a:gd name="csX6" fmla="*/ 244776 w 5525509"/>
              <a:gd name="csY6" fmla="*/ 450540 h 1992020"/>
              <a:gd name="csX7" fmla="*/ 3396317 w 5525509"/>
              <a:gd name="csY7" fmla="*/ 49 h 1992020"/>
              <a:gd name="csX8" fmla="*/ 4126047 w 5525509"/>
              <a:gd name="csY8" fmla="*/ 470789 h 1992020"/>
              <a:gd name="csX9" fmla="*/ 4943442 w 5525509"/>
              <a:gd name="csY9" fmla="*/ 710504 h 1992020"/>
              <a:gd name="csX10" fmla="*/ 5262529 w 5525509"/>
              <a:gd name="csY10" fmla="*/ 1044831 h 1992020"/>
              <a:gd name="csX0" fmla="*/ 5237591 w 5500571"/>
              <a:gd name="csY0" fmla="*/ 1044916 h 1992105"/>
              <a:gd name="csX1" fmla="*/ 5500481 w 5500571"/>
              <a:gd name="csY1" fmla="*/ 1406866 h 1992105"/>
              <a:gd name="csX2" fmla="*/ 5202349 w 5500571"/>
              <a:gd name="csY2" fmla="*/ 1730716 h 1992105"/>
              <a:gd name="csX3" fmla="*/ 4794970 w 5500571"/>
              <a:gd name="csY3" fmla="*/ 1888327 h 1992105"/>
              <a:gd name="csX4" fmla="*/ 2866342 w 5500571"/>
              <a:gd name="csY4" fmla="*/ 1985598 h 1992105"/>
              <a:gd name="csX5" fmla="*/ 206329 w 5500571"/>
              <a:gd name="csY5" fmla="*/ 1704206 h 1992105"/>
              <a:gd name="csX6" fmla="*/ 534243 w 5500571"/>
              <a:gd name="csY6" fmla="*/ 519473 h 1992105"/>
              <a:gd name="csX7" fmla="*/ 3371379 w 5500571"/>
              <a:gd name="csY7" fmla="*/ 134 h 1992105"/>
              <a:gd name="csX8" fmla="*/ 4101109 w 5500571"/>
              <a:gd name="csY8" fmla="*/ 470874 h 1992105"/>
              <a:gd name="csX9" fmla="*/ 4918504 w 5500571"/>
              <a:gd name="csY9" fmla="*/ 710589 h 1992105"/>
              <a:gd name="csX10" fmla="*/ 5237591 w 5500571"/>
              <a:gd name="csY10" fmla="*/ 1044916 h 1992105"/>
              <a:gd name="csX0" fmla="*/ 5070999 w 5333979"/>
              <a:gd name="csY0" fmla="*/ 1044916 h 1994231"/>
              <a:gd name="csX1" fmla="*/ 5333889 w 5333979"/>
              <a:gd name="csY1" fmla="*/ 1406866 h 1994231"/>
              <a:gd name="csX2" fmla="*/ 5035757 w 5333979"/>
              <a:gd name="csY2" fmla="*/ 1730716 h 1994231"/>
              <a:gd name="csX3" fmla="*/ 4628378 w 5333979"/>
              <a:gd name="csY3" fmla="*/ 1888327 h 1994231"/>
              <a:gd name="csX4" fmla="*/ 2699750 w 5333979"/>
              <a:gd name="csY4" fmla="*/ 1985598 h 1994231"/>
              <a:gd name="csX5" fmla="*/ 289094 w 5333979"/>
              <a:gd name="csY5" fmla="*/ 1665733 h 1994231"/>
              <a:gd name="csX6" fmla="*/ 367651 w 5333979"/>
              <a:gd name="csY6" fmla="*/ 519473 h 1994231"/>
              <a:gd name="csX7" fmla="*/ 3204787 w 5333979"/>
              <a:gd name="csY7" fmla="*/ 134 h 1994231"/>
              <a:gd name="csX8" fmla="*/ 3934517 w 5333979"/>
              <a:gd name="csY8" fmla="*/ 470874 h 1994231"/>
              <a:gd name="csX9" fmla="*/ 4751912 w 5333979"/>
              <a:gd name="csY9" fmla="*/ 710589 h 1994231"/>
              <a:gd name="csX10" fmla="*/ 5070999 w 5333979"/>
              <a:gd name="csY10" fmla="*/ 1044916 h 1994231"/>
              <a:gd name="csX0" fmla="*/ 5070999 w 5333979"/>
              <a:gd name="csY0" fmla="*/ 1044916 h 1926472"/>
              <a:gd name="csX1" fmla="*/ 5333889 w 5333979"/>
              <a:gd name="csY1" fmla="*/ 1406866 h 1926472"/>
              <a:gd name="csX2" fmla="*/ 5035757 w 5333979"/>
              <a:gd name="csY2" fmla="*/ 1730716 h 1926472"/>
              <a:gd name="csX3" fmla="*/ 4628378 w 5333979"/>
              <a:gd name="csY3" fmla="*/ 1888327 h 1926472"/>
              <a:gd name="csX4" fmla="*/ 2699750 w 5333979"/>
              <a:gd name="csY4" fmla="*/ 1908651 h 1926472"/>
              <a:gd name="csX5" fmla="*/ 289094 w 5333979"/>
              <a:gd name="csY5" fmla="*/ 1665733 h 1926472"/>
              <a:gd name="csX6" fmla="*/ 367651 w 5333979"/>
              <a:gd name="csY6" fmla="*/ 519473 h 1926472"/>
              <a:gd name="csX7" fmla="*/ 3204787 w 5333979"/>
              <a:gd name="csY7" fmla="*/ 134 h 1926472"/>
              <a:gd name="csX8" fmla="*/ 3934517 w 5333979"/>
              <a:gd name="csY8" fmla="*/ 470874 h 1926472"/>
              <a:gd name="csX9" fmla="*/ 4751912 w 5333979"/>
              <a:gd name="csY9" fmla="*/ 710589 h 1926472"/>
              <a:gd name="csX10" fmla="*/ 5070999 w 5333979"/>
              <a:gd name="csY10" fmla="*/ 1044916 h 1926472"/>
              <a:gd name="csX0" fmla="*/ 5070999 w 5333985"/>
              <a:gd name="csY0" fmla="*/ 1044916 h 1915150"/>
              <a:gd name="csX1" fmla="*/ 5333889 w 5333985"/>
              <a:gd name="csY1" fmla="*/ 1406866 h 1915150"/>
              <a:gd name="csX2" fmla="*/ 5035757 w 5333985"/>
              <a:gd name="csY2" fmla="*/ 1730716 h 1915150"/>
              <a:gd name="csX3" fmla="*/ 4552487 w 5333985"/>
              <a:gd name="csY3" fmla="*/ 1835679 h 1915150"/>
              <a:gd name="csX4" fmla="*/ 2699750 w 5333985"/>
              <a:gd name="csY4" fmla="*/ 1908651 h 1915150"/>
              <a:gd name="csX5" fmla="*/ 289094 w 5333985"/>
              <a:gd name="csY5" fmla="*/ 1665733 h 1915150"/>
              <a:gd name="csX6" fmla="*/ 367651 w 5333985"/>
              <a:gd name="csY6" fmla="*/ 519473 h 1915150"/>
              <a:gd name="csX7" fmla="*/ 3204787 w 5333985"/>
              <a:gd name="csY7" fmla="*/ 134 h 1915150"/>
              <a:gd name="csX8" fmla="*/ 3934517 w 5333985"/>
              <a:gd name="csY8" fmla="*/ 470874 h 1915150"/>
              <a:gd name="csX9" fmla="*/ 4751912 w 5333985"/>
              <a:gd name="csY9" fmla="*/ 710589 h 1915150"/>
              <a:gd name="csX10" fmla="*/ 5070999 w 5333985"/>
              <a:gd name="csY10" fmla="*/ 1044916 h 1915150"/>
              <a:gd name="csX0" fmla="*/ 4922170 w 5185156"/>
              <a:gd name="csY0" fmla="*/ 1044916 h 1915495"/>
              <a:gd name="csX1" fmla="*/ 5185060 w 5185156"/>
              <a:gd name="csY1" fmla="*/ 1406866 h 1915495"/>
              <a:gd name="csX2" fmla="*/ 4886928 w 5185156"/>
              <a:gd name="csY2" fmla="*/ 1730716 h 1915495"/>
              <a:gd name="csX3" fmla="*/ 4403658 w 5185156"/>
              <a:gd name="csY3" fmla="*/ 1835679 h 1915495"/>
              <a:gd name="csX4" fmla="*/ 2550921 w 5185156"/>
              <a:gd name="csY4" fmla="*/ 1908651 h 1915495"/>
              <a:gd name="csX5" fmla="*/ 454669 w 5185156"/>
              <a:gd name="csY5" fmla="*/ 1659658 h 1915495"/>
              <a:gd name="csX6" fmla="*/ 218822 w 5185156"/>
              <a:gd name="csY6" fmla="*/ 519473 h 1915495"/>
              <a:gd name="csX7" fmla="*/ 3055958 w 5185156"/>
              <a:gd name="csY7" fmla="*/ 134 h 1915495"/>
              <a:gd name="csX8" fmla="*/ 3785688 w 5185156"/>
              <a:gd name="csY8" fmla="*/ 470874 h 1915495"/>
              <a:gd name="csX9" fmla="*/ 4603083 w 5185156"/>
              <a:gd name="csY9" fmla="*/ 710589 h 1915495"/>
              <a:gd name="csX10" fmla="*/ 4922170 w 5185156"/>
              <a:gd name="csY10" fmla="*/ 1044916 h 1915495"/>
              <a:gd name="csX0" fmla="*/ 4793813 w 5056799"/>
              <a:gd name="csY0" fmla="*/ 1044951 h 1915530"/>
              <a:gd name="csX1" fmla="*/ 5056703 w 5056799"/>
              <a:gd name="csY1" fmla="*/ 1406901 h 1915530"/>
              <a:gd name="csX2" fmla="*/ 4758571 w 5056799"/>
              <a:gd name="csY2" fmla="*/ 1730751 h 1915530"/>
              <a:gd name="csX3" fmla="*/ 4275301 w 5056799"/>
              <a:gd name="csY3" fmla="*/ 1835714 h 1915530"/>
              <a:gd name="csX4" fmla="*/ 2422564 w 5056799"/>
              <a:gd name="csY4" fmla="*/ 1908686 h 1915530"/>
              <a:gd name="csX5" fmla="*/ 326312 w 5056799"/>
              <a:gd name="csY5" fmla="*/ 1659693 h 1915530"/>
              <a:gd name="csX6" fmla="*/ 274771 w 5056799"/>
              <a:gd name="csY6" fmla="*/ 525583 h 1915530"/>
              <a:gd name="csX7" fmla="*/ 2927601 w 5056799"/>
              <a:gd name="csY7" fmla="*/ 169 h 1915530"/>
              <a:gd name="csX8" fmla="*/ 3657331 w 5056799"/>
              <a:gd name="csY8" fmla="*/ 470909 h 1915530"/>
              <a:gd name="csX9" fmla="*/ 4474726 w 5056799"/>
              <a:gd name="csY9" fmla="*/ 710624 h 1915530"/>
              <a:gd name="csX10" fmla="*/ 4793813 w 5056799"/>
              <a:gd name="csY10" fmla="*/ 1044951 h 1915530"/>
              <a:gd name="csX0" fmla="*/ 4720683 w 4983669"/>
              <a:gd name="csY0" fmla="*/ 1044951 h 1915300"/>
              <a:gd name="csX1" fmla="*/ 4983573 w 4983669"/>
              <a:gd name="csY1" fmla="*/ 1406901 h 1915300"/>
              <a:gd name="csX2" fmla="*/ 4685441 w 4983669"/>
              <a:gd name="csY2" fmla="*/ 1730751 h 1915300"/>
              <a:gd name="csX3" fmla="*/ 4202171 w 4983669"/>
              <a:gd name="csY3" fmla="*/ 1835714 h 1915300"/>
              <a:gd name="csX4" fmla="*/ 2349434 w 4983669"/>
              <a:gd name="csY4" fmla="*/ 1908686 h 1915300"/>
              <a:gd name="csX5" fmla="*/ 426647 w 4983669"/>
              <a:gd name="csY5" fmla="*/ 1663743 h 1915300"/>
              <a:gd name="csX6" fmla="*/ 201641 w 4983669"/>
              <a:gd name="csY6" fmla="*/ 525583 h 1915300"/>
              <a:gd name="csX7" fmla="*/ 2854471 w 4983669"/>
              <a:gd name="csY7" fmla="*/ 169 h 1915300"/>
              <a:gd name="csX8" fmla="*/ 3584201 w 4983669"/>
              <a:gd name="csY8" fmla="*/ 470909 h 1915300"/>
              <a:gd name="csX9" fmla="*/ 4401596 w 4983669"/>
              <a:gd name="csY9" fmla="*/ 710624 h 1915300"/>
              <a:gd name="csX10" fmla="*/ 4720683 w 4983669"/>
              <a:gd name="csY10" fmla="*/ 1044951 h 1915300"/>
              <a:gd name="csX0" fmla="*/ 4720683 w 4998043"/>
              <a:gd name="csY0" fmla="*/ 1044951 h 1915300"/>
              <a:gd name="csX1" fmla="*/ 4983573 w 4998043"/>
              <a:gd name="csY1" fmla="*/ 1406901 h 1915300"/>
              <a:gd name="csX2" fmla="*/ 4928096 w 4998043"/>
              <a:gd name="csY2" fmla="*/ 1567132 h 1915300"/>
              <a:gd name="csX3" fmla="*/ 4685441 w 4998043"/>
              <a:gd name="csY3" fmla="*/ 1730751 h 1915300"/>
              <a:gd name="csX4" fmla="*/ 4202171 w 4998043"/>
              <a:gd name="csY4" fmla="*/ 1835714 h 1915300"/>
              <a:gd name="csX5" fmla="*/ 2349434 w 4998043"/>
              <a:gd name="csY5" fmla="*/ 1908686 h 1915300"/>
              <a:gd name="csX6" fmla="*/ 426647 w 4998043"/>
              <a:gd name="csY6" fmla="*/ 1663743 h 1915300"/>
              <a:gd name="csX7" fmla="*/ 201641 w 4998043"/>
              <a:gd name="csY7" fmla="*/ 525583 h 1915300"/>
              <a:gd name="csX8" fmla="*/ 2854471 w 4998043"/>
              <a:gd name="csY8" fmla="*/ 169 h 1915300"/>
              <a:gd name="csX9" fmla="*/ 3584201 w 4998043"/>
              <a:gd name="csY9" fmla="*/ 470909 h 1915300"/>
              <a:gd name="csX10" fmla="*/ 4401596 w 4998043"/>
              <a:gd name="csY10" fmla="*/ 710624 h 1915300"/>
              <a:gd name="csX11" fmla="*/ 4720683 w 4998043"/>
              <a:gd name="csY11" fmla="*/ 1044951 h 19153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998043" h="1915300">
                <a:moveTo>
                  <a:pt x="4720683" y="1044951"/>
                </a:moveTo>
                <a:cubicBezTo>
                  <a:pt x="4832126" y="1178301"/>
                  <a:pt x="4979763" y="1289744"/>
                  <a:pt x="4983573" y="1406901"/>
                </a:cubicBezTo>
                <a:cubicBezTo>
                  <a:pt x="5021756" y="1490556"/>
                  <a:pt x="4977785" y="1513157"/>
                  <a:pt x="4928096" y="1567132"/>
                </a:cubicBezTo>
                <a:cubicBezTo>
                  <a:pt x="4878407" y="1621107"/>
                  <a:pt x="4806429" y="1685987"/>
                  <a:pt x="4685441" y="1730751"/>
                </a:cubicBezTo>
                <a:cubicBezTo>
                  <a:pt x="4564454" y="1775515"/>
                  <a:pt x="4591506" y="1806058"/>
                  <a:pt x="4202171" y="1835714"/>
                </a:cubicBezTo>
                <a:cubicBezTo>
                  <a:pt x="3812836" y="1865370"/>
                  <a:pt x="2978688" y="1937348"/>
                  <a:pt x="2349434" y="1908686"/>
                </a:cubicBezTo>
                <a:cubicBezTo>
                  <a:pt x="1720180" y="1880024"/>
                  <a:pt x="784612" y="1894260"/>
                  <a:pt x="426647" y="1663743"/>
                </a:cubicBezTo>
                <a:cubicBezTo>
                  <a:pt x="68682" y="1433226"/>
                  <a:pt x="-202996" y="802845"/>
                  <a:pt x="201641" y="525583"/>
                </a:cubicBezTo>
                <a:cubicBezTo>
                  <a:pt x="606278" y="248321"/>
                  <a:pt x="2290711" y="9281"/>
                  <a:pt x="2854471" y="169"/>
                </a:cubicBezTo>
                <a:cubicBezTo>
                  <a:pt x="3418231" y="-8943"/>
                  <a:pt x="3326347" y="352500"/>
                  <a:pt x="3584201" y="470909"/>
                </a:cubicBezTo>
                <a:cubicBezTo>
                  <a:pt x="3842055" y="589318"/>
                  <a:pt x="4248321" y="613600"/>
                  <a:pt x="4401596" y="710624"/>
                </a:cubicBezTo>
                <a:cubicBezTo>
                  <a:pt x="4533993" y="756344"/>
                  <a:pt x="4609241" y="911601"/>
                  <a:pt x="4720683" y="1044951"/>
                </a:cubicBezTo>
                <a:close/>
              </a:path>
            </a:pathLst>
          </a:custGeom>
          <a:solidFill>
            <a:schemeClr val="accent4">
              <a:lumMod val="50000"/>
            </a:schemeClr>
          </a:solidFill>
          <a:ln w="9525" cap="flat">
            <a:noFill/>
            <a:prstDash val="solid"/>
            <a:miter/>
          </a:ln>
        </p:spPr>
        <p:txBody>
          <a:bodyPr/>
          <a:lstStyle/>
          <a:p>
            <a:endParaRPr lang="en-US">
              <a:noFill/>
            </a:endParaRPr>
          </a:p>
        </p:txBody>
      </p:sp>
      <p:sp>
        <p:nvSpPr>
          <p:cNvPr id="6" name="Graphic 127">
            <a:extLst>
              <a:ext uri="{FF2B5EF4-FFF2-40B4-BE49-F238E27FC236}">
                <a16:creationId xmlns:a16="http://schemas.microsoft.com/office/drawing/2014/main" id="{51B196E2-DCB2-A1C6-1B7A-54AE120D1A75}"/>
              </a:ext>
            </a:extLst>
          </p:cNvPr>
          <p:cNvSpPr/>
          <p:nvPr/>
        </p:nvSpPr>
        <p:spPr>
          <a:xfrm rot="6026319" flipV="1">
            <a:off x="8696004" y="-7945449"/>
            <a:ext cx="3829558" cy="15209314"/>
          </a:xfrm>
          <a:custGeom>
            <a:avLst/>
            <a:gdLst>
              <a:gd name="csX0" fmla="*/ 3086062 w 3829558"/>
              <a:gd name="csY0" fmla="*/ 3905196 h 15209314"/>
              <a:gd name="csX1" fmla="*/ 3809673 w 3829558"/>
              <a:gd name="csY1" fmla="*/ 9695864 h 15209314"/>
              <a:gd name="csX2" fmla="*/ 2440601 w 3829558"/>
              <a:gd name="csY2" fmla="*/ 13914361 h 15209314"/>
              <a:gd name="csX3" fmla="*/ 741562 w 3829558"/>
              <a:gd name="csY3" fmla="*/ 14802979 h 15209314"/>
              <a:gd name="csX4" fmla="*/ 290029 w 3829558"/>
              <a:gd name="csY4" fmla="*/ 9051372 h 15209314"/>
              <a:gd name="csX5" fmla="*/ 64262 w 3829558"/>
              <a:gd name="csY5" fmla="*/ 2928692 h 15209314"/>
              <a:gd name="csX6" fmla="*/ 1517273 w 3829558"/>
              <a:gd name="csY6" fmla="*/ 18711 h 15209314"/>
              <a:gd name="csX7" fmla="*/ 3086062 w 3829558"/>
              <a:gd name="csY7" fmla="*/ 3905196 h 152093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829558" h="15209314">
                <a:moveTo>
                  <a:pt x="3086062" y="3905196"/>
                </a:moveTo>
                <a:cubicBezTo>
                  <a:pt x="3540489" y="5838674"/>
                  <a:pt x="3922556" y="7938157"/>
                  <a:pt x="3809673" y="9695864"/>
                </a:cubicBezTo>
                <a:cubicBezTo>
                  <a:pt x="3699684" y="11443806"/>
                  <a:pt x="3094745" y="12849972"/>
                  <a:pt x="2440601" y="13914361"/>
                </a:cubicBezTo>
                <a:cubicBezTo>
                  <a:pt x="1786456" y="14978750"/>
                  <a:pt x="1083106" y="15701363"/>
                  <a:pt x="741562" y="14802979"/>
                </a:cubicBezTo>
                <a:cubicBezTo>
                  <a:pt x="400018" y="13894831"/>
                  <a:pt x="420279" y="11365686"/>
                  <a:pt x="290029" y="9051372"/>
                </a:cubicBezTo>
                <a:cubicBezTo>
                  <a:pt x="156884" y="6746823"/>
                  <a:pt x="-126771" y="4657104"/>
                  <a:pt x="64262" y="2928692"/>
                </a:cubicBezTo>
                <a:cubicBezTo>
                  <a:pt x="255295" y="1190516"/>
                  <a:pt x="923912" y="-176590"/>
                  <a:pt x="1517273" y="18711"/>
                </a:cubicBezTo>
                <a:cubicBezTo>
                  <a:pt x="2110634" y="214012"/>
                  <a:pt x="2634528" y="1971719"/>
                  <a:pt x="3086062" y="3905196"/>
                </a:cubicBezTo>
                <a:close/>
              </a:path>
            </a:pathLst>
          </a:custGeom>
          <a:solidFill>
            <a:schemeClr val="accent4">
              <a:lumMod val="60000"/>
              <a:lumOff val="40000"/>
            </a:schemeClr>
          </a:solidFill>
          <a:ln w="28908" cap="flat">
            <a:noFill/>
            <a:prstDash val="solid"/>
            <a:miter/>
          </a:ln>
        </p:spPr>
        <p:txBody>
          <a:bodyPr/>
          <a:lstStyle/>
          <a:p>
            <a:endParaRPr lang="en-US"/>
          </a:p>
        </p:txBody>
      </p:sp>
      <p:sp>
        <p:nvSpPr>
          <p:cNvPr id="7" name="Graphic 129">
            <a:extLst>
              <a:ext uri="{FF2B5EF4-FFF2-40B4-BE49-F238E27FC236}">
                <a16:creationId xmlns:a16="http://schemas.microsoft.com/office/drawing/2014/main" id="{8C2AB15D-A73F-7C91-34B0-7C873B30607C}"/>
              </a:ext>
            </a:extLst>
          </p:cNvPr>
          <p:cNvSpPr/>
          <p:nvPr/>
        </p:nvSpPr>
        <p:spPr>
          <a:xfrm rot="16826319" flipH="1">
            <a:off x="9664497" y="-5159000"/>
            <a:ext cx="1717428" cy="10587099"/>
          </a:xfrm>
          <a:custGeom>
            <a:avLst/>
            <a:gdLst>
              <a:gd name="csX0" fmla="*/ 714496 w 977405"/>
              <a:gd name="csY0" fmla="*/ 349032 h 1125362"/>
              <a:gd name="csX1" fmla="*/ 977386 w 977405"/>
              <a:gd name="csY1" fmla="*/ 710982 h 1125362"/>
              <a:gd name="csX2" fmla="*/ 679254 w 977405"/>
              <a:gd name="csY2" fmla="*/ 1034832 h 1125362"/>
              <a:gd name="csX3" fmla="*/ 229674 w 977405"/>
              <a:gd name="csY3" fmla="*/ 1087220 h 1125362"/>
              <a:gd name="csX4" fmla="*/ 84894 w 977405"/>
              <a:gd name="csY4" fmla="*/ 635735 h 1125362"/>
              <a:gd name="csX5" fmla="*/ 19171 w 977405"/>
              <a:gd name="csY5" fmla="*/ 154722 h 1125362"/>
              <a:gd name="csX6" fmla="*/ 395409 w 977405"/>
              <a:gd name="csY6" fmla="*/ 14705 h 1125362"/>
              <a:gd name="csX7" fmla="*/ 714496 w 977405"/>
              <a:gd name="csY7" fmla="*/ 349032 h 11253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977405" h="1125362">
                <a:moveTo>
                  <a:pt x="714496" y="349032"/>
                </a:moveTo>
                <a:cubicBezTo>
                  <a:pt x="825939" y="482382"/>
                  <a:pt x="973576" y="593825"/>
                  <a:pt x="977386" y="710982"/>
                </a:cubicBezTo>
                <a:cubicBezTo>
                  <a:pt x="982149" y="828140"/>
                  <a:pt x="843084" y="951965"/>
                  <a:pt x="679254" y="1034832"/>
                </a:cubicBezTo>
                <a:cubicBezTo>
                  <a:pt x="515424" y="1118652"/>
                  <a:pt x="326829" y="1161515"/>
                  <a:pt x="229674" y="1087220"/>
                </a:cubicBezTo>
                <a:cubicBezTo>
                  <a:pt x="132519" y="1011972"/>
                  <a:pt x="126804" y="819567"/>
                  <a:pt x="84894" y="635735"/>
                </a:cubicBezTo>
                <a:cubicBezTo>
                  <a:pt x="42031" y="451902"/>
                  <a:pt x="-36074" y="275690"/>
                  <a:pt x="19171" y="154722"/>
                </a:cubicBezTo>
                <a:cubicBezTo>
                  <a:pt x="74416" y="34707"/>
                  <a:pt x="263011" y="-31015"/>
                  <a:pt x="395409" y="14705"/>
                </a:cubicBezTo>
                <a:cubicBezTo>
                  <a:pt x="527806" y="60425"/>
                  <a:pt x="603054" y="215682"/>
                  <a:pt x="714496" y="349032"/>
                </a:cubicBezTo>
                <a:close/>
              </a:path>
            </a:pathLst>
          </a:custGeom>
          <a:solidFill>
            <a:schemeClr val="accent4">
              <a:lumMod val="75000"/>
            </a:schemeClr>
          </a:solidFill>
          <a:ln w="9525" cap="flat">
            <a:noFill/>
            <a:prstDash val="solid"/>
            <a:miter/>
          </a:ln>
        </p:spPr>
        <p:txBody>
          <a:bodyPr/>
          <a:lstStyle/>
          <a:p>
            <a:endParaRPr lang="en-US"/>
          </a:p>
        </p:txBody>
      </p:sp>
    </p:spTree>
    <p:extLst>
      <p:ext uri="{BB962C8B-B14F-4D97-AF65-F5344CB8AC3E}">
        <p14:creationId xmlns:p14="http://schemas.microsoft.com/office/powerpoint/2010/main" val="212224864"/>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4">
            <a:lumMod val="40000"/>
            <a:lumOff val="60000"/>
          </a:schemeClr>
        </a:solidFill>
        <a:effectLst/>
      </p:bgPr>
    </p:bg>
    <p:spTree>
      <p:nvGrpSpPr>
        <p:cNvPr id="1" name="">
          <a:extLst>
            <a:ext uri="{FF2B5EF4-FFF2-40B4-BE49-F238E27FC236}">
              <a16:creationId xmlns:a16="http://schemas.microsoft.com/office/drawing/2014/main" id="{D106BA29-6444-A088-19AF-C89334B41DA9}"/>
            </a:ext>
          </a:extLst>
        </p:cNvPr>
        <p:cNvGrpSpPr/>
        <p:nvPr/>
      </p:nvGrpSpPr>
      <p:grpSpPr>
        <a:xfrm>
          <a:off x="0" y="0"/>
          <a:ext cx="0" cy="0"/>
          <a:chOff x="0" y="0"/>
          <a:chExt cx="0" cy="0"/>
        </a:xfrm>
      </p:grpSpPr>
      <p:sp>
        <p:nvSpPr>
          <p:cNvPr id="8" name="Graphic 127">
            <a:extLst>
              <a:ext uri="{FF2B5EF4-FFF2-40B4-BE49-F238E27FC236}">
                <a16:creationId xmlns:a16="http://schemas.microsoft.com/office/drawing/2014/main" id="{AE429ED9-4484-BE58-61B9-0782628E4134}"/>
              </a:ext>
            </a:extLst>
          </p:cNvPr>
          <p:cNvSpPr/>
          <p:nvPr/>
        </p:nvSpPr>
        <p:spPr>
          <a:xfrm rot="16404696" flipV="1">
            <a:off x="-2206826" y="-321072"/>
            <a:ext cx="10728513" cy="19963253"/>
          </a:xfrm>
          <a:custGeom>
            <a:avLst/>
            <a:gdLst>
              <a:gd name="csX0" fmla="*/ 3086062 w 3829558"/>
              <a:gd name="csY0" fmla="*/ 3905196 h 15209314"/>
              <a:gd name="csX1" fmla="*/ 3809673 w 3829558"/>
              <a:gd name="csY1" fmla="*/ 9695864 h 15209314"/>
              <a:gd name="csX2" fmla="*/ 2440601 w 3829558"/>
              <a:gd name="csY2" fmla="*/ 13914361 h 15209314"/>
              <a:gd name="csX3" fmla="*/ 741562 w 3829558"/>
              <a:gd name="csY3" fmla="*/ 14802979 h 15209314"/>
              <a:gd name="csX4" fmla="*/ 290029 w 3829558"/>
              <a:gd name="csY4" fmla="*/ 9051372 h 15209314"/>
              <a:gd name="csX5" fmla="*/ 64262 w 3829558"/>
              <a:gd name="csY5" fmla="*/ 2928692 h 15209314"/>
              <a:gd name="csX6" fmla="*/ 1517273 w 3829558"/>
              <a:gd name="csY6" fmla="*/ 18711 h 15209314"/>
              <a:gd name="csX7" fmla="*/ 3086062 w 3829558"/>
              <a:gd name="csY7" fmla="*/ 3905196 h 15209314"/>
              <a:gd name="csX0" fmla="*/ 3085962 w 3829559"/>
              <a:gd name="csY0" fmla="*/ 6215146 h 17519365"/>
              <a:gd name="csX1" fmla="*/ 3809573 w 3829559"/>
              <a:gd name="csY1" fmla="*/ 12005814 h 17519365"/>
              <a:gd name="csX2" fmla="*/ 2440501 w 3829559"/>
              <a:gd name="csY2" fmla="*/ 16224311 h 17519365"/>
              <a:gd name="csX3" fmla="*/ 741462 w 3829559"/>
              <a:gd name="csY3" fmla="*/ 17112929 h 17519365"/>
              <a:gd name="csX4" fmla="*/ 289929 w 3829559"/>
              <a:gd name="csY4" fmla="*/ 11361322 h 17519365"/>
              <a:gd name="csX5" fmla="*/ 64162 w 3829559"/>
              <a:gd name="csY5" fmla="*/ 5238642 h 17519365"/>
              <a:gd name="csX6" fmla="*/ 1445174 w 3829559"/>
              <a:gd name="csY6" fmla="*/ 84873 h 17519365"/>
              <a:gd name="csX7" fmla="*/ 1517173 w 3829559"/>
              <a:gd name="csY7" fmla="*/ 2328661 h 17519365"/>
              <a:gd name="csX8" fmla="*/ 3085962 w 3829559"/>
              <a:gd name="csY8" fmla="*/ 6215146 h 17519365"/>
              <a:gd name="csX0" fmla="*/ 3085962 w 3829559"/>
              <a:gd name="csY0" fmla="*/ 6215146 h 17519365"/>
              <a:gd name="csX1" fmla="*/ 3809573 w 3829559"/>
              <a:gd name="csY1" fmla="*/ 12005814 h 17519365"/>
              <a:gd name="csX2" fmla="*/ 2440501 w 3829559"/>
              <a:gd name="csY2" fmla="*/ 16224311 h 17519365"/>
              <a:gd name="csX3" fmla="*/ 741462 w 3829559"/>
              <a:gd name="csY3" fmla="*/ 17112929 h 17519365"/>
              <a:gd name="csX4" fmla="*/ 289929 w 3829559"/>
              <a:gd name="csY4" fmla="*/ 11361322 h 17519365"/>
              <a:gd name="csX5" fmla="*/ 64162 w 3829559"/>
              <a:gd name="csY5" fmla="*/ 5238642 h 17519365"/>
              <a:gd name="csX6" fmla="*/ 1445174 w 3829559"/>
              <a:gd name="csY6" fmla="*/ 84873 h 17519365"/>
              <a:gd name="csX7" fmla="*/ 1517173 w 3829559"/>
              <a:gd name="csY7" fmla="*/ 2328661 h 17519365"/>
              <a:gd name="csX8" fmla="*/ 3085962 w 3829559"/>
              <a:gd name="csY8" fmla="*/ 6215146 h 17519365"/>
              <a:gd name="csX0" fmla="*/ 3085962 w 3829559"/>
              <a:gd name="csY0" fmla="*/ 6215146 h 17519365"/>
              <a:gd name="csX1" fmla="*/ 3809573 w 3829559"/>
              <a:gd name="csY1" fmla="*/ 12005814 h 17519365"/>
              <a:gd name="csX2" fmla="*/ 2440501 w 3829559"/>
              <a:gd name="csY2" fmla="*/ 16224311 h 17519365"/>
              <a:gd name="csX3" fmla="*/ 741462 w 3829559"/>
              <a:gd name="csY3" fmla="*/ 17112929 h 17519365"/>
              <a:gd name="csX4" fmla="*/ 289929 w 3829559"/>
              <a:gd name="csY4" fmla="*/ 11361322 h 17519365"/>
              <a:gd name="csX5" fmla="*/ 64162 w 3829559"/>
              <a:gd name="csY5" fmla="*/ 5238642 h 17519365"/>
              <a:gd name="csX6" fmla="*/ 1445174 w 3829559"/>
              <a:gd name="csY6" fmla="*/ 84873 h 17519365"/>
              <a:gd name="csX7" fmla="*/ 1517173 w 3829559"/>
              <a:gd name="csY7" fmla="*/ 2328661 h 17519365"/>
              <a:gd name="csX8" fmla="*/ 3085962 w 3829559"/>
              <a:gd name="csY8" fmla="*/ 6215146 h 17519365"/>
              <a:gd name="csX0" fmla="*/ 3085962 w 3829559"/>
              <a:gd name="csY0" fmla="*/ 6166200 h 17470419"/>
              <a:gd name="csX1" fmla="*/ 3809573 w 3829559"/>
              <a:gd name="csY1" fmla="*/ 11956868 h 17470419"/>
              <a:gd name="csX2" fmla="*/ 2440501 w 3829559"/>
              <a:gd name="csY2" fmla="*/ 16175365 h 17470419"/>
              <a:gd name="csX3" fmla="*/ 741462 w 3829559"/>
              <a:gd name="csY3" fmla="*/ 17063983 h 17470419"/>
              <a:gd name="csX4" fmla="*/ 289929 w 3829559"/>
              <a:gd name="csY4" fmla="*/ 11312376 h 17470419"/>
              <a:gd name="csX5" fmla="*/ 64162 w 3829559"/>
              <a:gd name="csY5" fmla="*/ 5189696 h 17470419"/>
              <a:gd name="csX6" fmla="*/ 1445174 w 3829559"/>
              <a:gd name="csY6" fmla="*/ 35927 h 17470419"/>
              <a:gd name="csX7" fmla="*/ 1517173 w 3829559"/>
              <a:gd name="csY7" fmla="*/ 2279715 h 17470419"/>
              <a:gd name="csX8" fmla="*/ 3085962 w 3829559"/>
              <a:gd name="csY8" fmla="*/ 6166200 h 17470419"/>
              <a:gd name="csX0" fmla="*/ 3518558 w 4262155"/>
              <a:gd name="csY0" fmla="*/ 8914932 h 20219151"/>
              <a:gd name="csX1" fmla="*/ 4242169 w 4262155"/>
              <a:gd name="csY1" fmla="*/ 14705600 h 20219151"/>
              <a:gd name="csX2" fmla="*/ 2873097 w 4262155"/>
              <a:gd name="csY2" fmla="*/ 18924097 h 20219151"/>
              <a:gd name="csX3" fmla="*/ 1174058 w 4262155"/>
              <a:gd name="csY3" fmla="*/ 19812715 h 20219151"/>
              <a:gd name="csX4" fmla="*/ 722525 w 4262155"/>
              <a:gd name="csY4" fmla="*/ 14061108 h 20219151"/>
              <a:gd name="csX5" fmla="*/ 496758 w 4262155"/>
              <a:gd name="csY5" fmla="*/ 7938428 h 20219151"/>
              <a:gd name="csX6" fmla="*/ 163270 w 4262155"/>
              <a:gd name="csY6" fmla="*/ 22409 h 20219151"/>
              <a:gd name="csX7" fmla="*/ 1949769 w 4262155"/>
              <a:gd name="csY7" fmla="*/ 5028447 h 20219151"/>
              <a:gd name="csX8" fmla="*/ 3518558 w 4262155"/>
              <a:gd name="csY8" fmla="*/ 8914932 h 20219151"/>
              <a:gd name="csX0" fmla="*/ 4597752 w 5341349"/>
              <a:gd name="csY0" fmla="*/ 8898040 h 20202259"/>
              <a:gd name="csX1" fmla="*/ 5321363 w 5341349"/>
              <a:gd name="csY1" fmla="*/ 14688708 h 20202259"/>
              <a:gd name="csX2" fmla="*/ 3952291 w 5341349"/>
              <a:gd name="csY2" fmla="*/ 18907205 h 20202259"/>
              <a:gd name="csX3" fmla="*/ 2253252 w 5341349"/>
              <a:gd name="csY3" fmla="*/ 19795823 h 20202259"/>
              <a:gd name="csX4" fmla="*/ 1801719 w 5341349"/>
              <a:gd name="csY4" fmla="*/ 14044216 h 20202259"/>
              <a:gd name="csX5" fmla="*/ 13852 w 5341349"/>
              <a:gd name="csY5" fmla="*/ 6016536 h 20202259"/>
              <a:gd name="csX6" fmla="*/ 1242464 w 5341349"/>
              <a:gd name="csY6" fmla="*/ 5517 h 20202259"/>
              <a:gd name="csX7" fmla="*/ 3028963 w 5341349"/>
              <a:gd name="csY7" fmla="*/ 5011555 h 20202259"/>
              <a:gd name="csX8" fmla="*/ 4597752 w 5341349"/>
              <a:gd name="csY8" fmla="*/ 8898040 h 20202259"/>
              <a:gd name="csX0" fmla="*/ 4716465 w 5460062"/>
              <a:gd name="csY0" fmla="*/ 8898040 h 20202259"/>
              <a:gd name="csX1" fmla="*/ 5440076 w 5460062"/>
              <a:gd name="csY1" fmla="*/ 14688708 h 20202259"/>
              <a:gd name="csX2" fmla="*/ 4071004 w 5460062"/>
              <a:gd name="csY2" fmla="*/ 18907205 h 20202259"/>
              <a:gd name="csX3" fmla="*/ 2371965 w 5460062"/>
              <a:gd name="csY3" fmla="*/ 19795823 h 20202259"/>
              <a:gd name="csX4" fmla="*/ 110682 w 5460062"/>
              <a:gd name="csY4" fmla="*/ 15968266 h 20202259"/>
              <a:gd name="csX5" fmla="*/ 132565 w 5460062"/>
              <a:gd name="csY5" fmla="*/ 6016536 h 20202259"/>
              <a:gd name="csX6" fmla="*/ 1361177 w 5460062"/>
              <a:gd name="csY6" fmla="*/ 5517 h 20202259"/>
              <a:gd name="csX7" fmla="*/ 3147676 w 5460062"/>
              <a:gd name="csY7" fmla="*/ 5011555 h 20202259"/>
              <a:gd name="csX8" fmla="*/ 4716465 w 5460062"/>
              <a:gd name="csY8" fmla="*/ 8898040 h 20202259"/>
              <a:gd name="csX0" fmla="*/ 4716465 w 5460062"/>
              <a:gd name="csY0" fmla="*/ 8898040 h 20420006"/>
              <a:gd name="csX1" fmla="*/ 5440076 w 5460062"/>
              <a:gd name="csY1" fmla="*/ 14688708 h 20420006"/>
              <a:gd name="csX2" fmla="*/ 4071004 w 5460062"/>
              <a:gd name="csY2" fmla="*/ 18907205 h 20420006"/>
              <a:gd name="csX3" fmla="*/ 1571865 w 5460062"/>
              <a:gd name="csY3" fmla="*/ 20100627 h 20420006"/>
              <a:gd name="csX4" fmla="*/ 110682 w 5460062"/>
              <a:gd name="csY4" fmla="*/ 15968266 h 20420006"/>
              <a:gd name="csX5" fmla="*/ 132565 w 5460062"/>
              <a:gd name="csY5" fmla="*/ 6016536 h 20420006"/>
              <a:gd name="csX6" fmla="*/ 1361177 w 5460062"/>
              <a:gd name="csY6" fmla="*/ 5517 h 20420006"/>
              <a:gd name="csX7" fmla="*/ 3147676 w 5460062"/>
              <a:gd name="csY7" fmla="*/ 5011555 h 20420006"/>
              <a:gd name="csX8" fmla="*/ 4716465 w 5460062"/>
              <a:gd name="csY8" fmla="*/ 8898040 h 20420006"/>
              <a:gd name="csX0" fmla="*/ 8609562 w 9353159"/>
              <a:gd name="csY0" fmla="*/ 8898040 h 20420006"/>
              <a:gd name="csX1" fmla="*/ 9333173 w 9353159"/>
              <a:gd name="csY1" fmla="*/ 14688708 h 20420006"/>
              <a:gd name="csX2" fmla="*/ 7964101 w 9353159"/>
              <a:gd name="csY2" fmla="*/ 18907205 h 20420006"/>
              <a:gd name="csX3" fmla="*/ 5464962 w 9353159"/>
              <a:gd name="csY3" fmla="*/ 20100627 h 20420006"/>
              <a:gd name="csX4" fmla="*/ 3279 w 9353159"/>
              <a:gd name="csY4" fmla="*/ 16958866 h 20420006"/>
              <a:gd name="csX5" fmla="*/ 4025662 w 9353159"/>
              <a:gd name="csY5" fmla="*/ 6016536 h 20420006"/>
              <a:gd name="csX6" fmla="*/ 5254274 w 9353159"/>
              <a:gd name="csY6" fmla="*/ 5517 h 20420006"/>
              <a:gd name="csX7" fmla="*/ 7040773 w 9353159"/>
              <a:gd name="csY7" fmla="*/ 5011555 h 20420006"/>
              <a:gd name="csX8" fmla="*/ 8609562 w 9353159"/>
              <a:gd name="csY8" fmla="*/ 8898040 h 20420006"/>
              <a:gd name="csX0" fmla="*/ 8716965 w 9460562"/>
              <a:gd name="csY0" fmla="*/ 8894840 h 20416806"/>
              <a:gd name="csX1" fmla="*/ 9440576 w 9460562"/>
              <a:gd name="csY1" fmla="*/ 14685508 h 20416806"/>
              <a:gd name="csX2" fmla="*/ 8071504 w 9460562"/>
              <a:gd name="csY2" fmla="*/ 18904005 h 20416806"/>
              <a:gd name="csX3" fmla="*/ 5572365 w 9460562"/>
              <a:gd name="csY3" fmla="*/ 20097427 h 20416806"/>
              <a:gd name="csX4" fmla="*/ 110682 w 9460562"/>
              <a:gd name="csY4" fmla="*/ 16955666 h 20416806"/>
              <a:gd name="csX5" fmla="*/ 132565 w 9460562"/>
              <a:gd name="csY5" fmla="*/ 4413139 h 20416806"/>
              <a:gd name="csX6" fmla="*/ 5361677 w 9460562"/>
              <a:gd name="csY6" fmla="*/ 2317 h 20416806"/>
              <a:gd name="csX7" fmla="*/ 7148176 w 9460562"/>
              <a:gd name="csY7" fmla="*/ 5008355 h 20416806"/>
              <a:gd name="csX8" fmla="*/ 8716965 w 9460562"/>
              <a:gd name="csY8" fmla="*/ 8894840 h 20416806"/>
              <a:gd name="csX0" fmla="*/ 8716965 w 9460562"/>
              <a:gd name="csY0" fmla="*/ 8894840 h 20420932"/>
              <a:gd name="csX1" fmla="*/ 9440576 w 9460562"/>
              <a:gd name="csY1" fmla="*/ 14685508 h 20420932"/>
              <a:gd name="csX2" fmla="*/ 8071504 w 9460562"/>
              <a:gd name="csY2" fmla="*/ 18904005 h 20420932"/>
              <a:gd name="csX3" fmla="*/ 5572365 w 9460562"/>
              <a:gd name="csY3" fmla="*/ 20097427 h 20420932"/>
              <a:gd name="csX4" fmla="*/ 110682 w 9460562"/>
              <a:gd name="csY4" fmla="*/ 16955666 h 20420932"/>
              <a:gd name="csX5" fmla="*/ 132565 w 9460562"/>
              <a:gd name="csY5" fmla="*/ 4413139 h 20420932"/>
              <a:gd name="csX6" fmla="*/ 5361677 w 9460562"/>
              <a:gd name="csY6" fmla="*/ 2317 h 20420932"/>
              <a:gd name="csX7" fmla="*/ 7148176 w 9460562"/>
              <a:gd name="csY7" fmla="*/ 5008355 h 20420932"/>
              <a:gd name="csX8" fmla="*/ 8716965 w 9460562"/>
              <a:gd name="csY8" fmla="*/ 8894840 h 20420932"/>
              <a:gd name="csX0" fmla="*/ 8716965 w 9460562"/>
              <a:gd name="csY0" fmla="*/ 8894840 h 20294154"/>
              <a:gd name="csX1" fmla="*/ 9440576 w 9460562"/>
              <a:gd name="csY1" fmla="*/ 14685508 h 20294154"/>
              <a:gd name="csX2" fmla="*/ 8071504 w 9460562"/>
              <a:gd name="csY2" fmla="*/ 18904005 h 20294154"/>
              <a:gd name="csX3" fmla="*/ 5572365 w 9460562"/>
              <a:gd name="csY3" fmla="*/ 20097427 h 20294154"/>
              <a:gd name="csX4" fmla="*/ 110682 w 9460562"/>
              <a:gd name="csY4" fmla="*/ 16955666 h 20294154"/>
              <a:gd name="csX5" fmla="*/ 132565 w 9460562"/>
              <a:gd name="csY5" fmla="*/ 4413139 h 20294154"/>
              <a:gd name="csX6" fmla="*/ 5361677 w 9460562"/>
              <a:gd name="csY6" fmla="*/ 2317 h 20294154"/>
              <a:gd name="csX7" fmla="*/ 7148176 w 9460562"/>
              <a:gd name="csY7" fmla="*/ 5008355 h 20294154"/>
              <a:gd name="csX8" fmla="*/ 8716965 w 9460562"/>
              <a:gd name="csY8" fmla="*/ 8894840 h 20294154"/>
              <a:gd name="csX0" fmla="*/ 8716965 w 9460562"/>
              <a:gd name="csY0" fmla="*/ 8894840 h 20094429"/>
              <a:gd name="csX1" fmla="*/ 9440576 w 9460562"/>
              <a:gd name="csY1" fmla="*/ 14685508 h 20094429"/>
              <a:gd name="csX2" fmla="*/ 8071504 w 9460562"/>
              <a:gd name="csY2" fmla="*/ 18904005 h 20094429"/>
              <a:gd name="csX3" fmla="*/ 3743565 w 9460562"/>
              <a:gd name="csY3" fmla="*/ 19868828 h 20094429"/>
              <a:gd name="csX4" fmla="*/ 110682 w 9460562"/>
              <a:gd name="csY4" fmla="*/ 16955666 h 20094429"/>
              <a:gd name="csX5" fmla="*/ 132565 w 9460562"/>
              <a:gd name="csY5" fmla="*/ 4413139 h 20094429"/>
              <a:gd name="csX6" fmla="*/ 5361677 w 9460562"/>
              <a:gd name="csY6" fmla="*/ 2317 h 20094429"/>
              <a:gd name="csX7" fmla="*/ 7148176 w 9460562"/>
              <a:gd name="csY7" fmla="*/ 5008355 h 20094429"/>
              <a:gd name="csX8" fmla="*/ 8716965 w 9460562"/>
              <a:gd name="csY8" fmla="*/ 8894840 h 20094429"/>
              <a:gd name="csX0" fmla="*/ 9936140 w 10679737"/>
              <a:gd name="csY0" fmla="*/ 8903491 h 20103080"/>
              <a:gd name="csX1" fmla="*/ 10659751 w 10679737"/>
              <a:gd name="csY1" fmla="*/ 14694159 h 20103080"/>
              <a:gd name="csX2" fmla="*/ 9290679 w 10679737"/>
              <a:gd name="csY2" fmla="*/ 18912656 h 20103080"/>
              <a:gd name="csX3" fmla="*/ 4962740 w 10679737"/>
              <a:gd name="csY3" fmla="*/ 19877479 h 20103080"/>
              <a:gd name="csX4" fmla="*/ 1329857 w 10679737"/>
              <a:gd name="csY4" fmla="*/ 16964317 h 20103080"/>
              <a:gd name="csX5" fmla="*/ 18239 w 10679737"/>
              <a:gd name="csY5" fmla="*/ 3812193 h 20103080"/>
              <a:gd name="csX6" fmla="*/ 6580852 w 10679737"/>
              <a:gd name="csY6" fmla="*/ 10968 h 20103080"/>
              <a:gd name="csX7" fmla="*/ 8367351 w 10679737"/>
              <a:gd name="csY7" fmla="*/ 5017006 h 20103080"/>
              <a:gd name="csX8" fmla="*/ 9936140 w 10679737"/>
              <a:gd name="csY8" fmla="*/ 8903491 h 20103080"/>
              <a:gd name="csX0" fmla="*/ 9984916 w 10728513"/>
              <a:gd name="csY0" fmla="*/ 8903491 h 19963253"/>
              <a:gd name="csX1" fmla="*/ 10708527 w 10728513"/>
              <a:gd name="csY1" fmla="*/ 14694159 h 19963253"/>
              <a:gd name="csX2" fmla="*/ 9339455 w 10728513"/>
              <a:gd name="csY2" fmla="*/ 18912656 h 19963253"/>
              <a:gd name="csX3" fmla="*/ 5011516 w 10728513"/>
              <a:gd name="csY3" fmla="*/ 19877479 h 19963253"/>
              <a:gd name="csX4" fmla="*/ 273736 w 10728513"/>
              <a:gd name="csY4" fmla="*/ 17307219 h 19963253"/>
              <a:gd name="csX5" fmla="*/ 67015 w 10728513"/>
              <a:gd name="csY5" fmla="*/ 3812193 h 19963253"/>
              <a:gd name="csX6" fmla="*/ 6629628 w 10728513"/>
              <a:gd name="csY6" fmla="*/ 10968 h 19963253"/>
              <a:gd name="csX7" fmla="*/ 8416127 w 10728513"/>
              <a:gd name="csY7" fmla="*/ 5017006 h 19963253"/>
              <a:gd name="csX8" fmla="*/ 9984916 w 10728513"/>
              <a:gd name="csY8" fmla="*/ 8903491 h 199632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0728513" h="19963253">
                <a:moveTo>
                  <a:pt x="9984916" y="8903491"/>
                </a:moveTo>
                <a:cubicBezTo>
                  <a:pt x="10439343" y="10836969"/>
                  <a:pt x="10821410" y="12936452"/>
                  <a:pt x="10708527" y="14694159"/>
                </a:cubicBezTo>
                <a:cubicBezTo>
                  <a:pt x="10598538" y="16442101"/>
                  <a:pt x="10288957" y="18048769"/>
                  <a:pt x="9339455" y="18912656"/>
                </a:cubicBezTo>
                <a:cubicBezTo>
                  <a:pt x="8389953" y="19776543"/>
                  <a:pt x="6522469" y="20145052"/>
                  <a:pt x="5011516" y="19877479"/>
                </a:cubicBezTo>
                <a:cubicBezTo>
                  <a:pt x="3500563" y="19609906"/>
                  <a:pt x="403986" y="19621533"/>
                  <a:pt x="273736" y="17307219"/>
                </a:cubicBezTo>
                <a:cubicBezTo>
                  <a:pt x="140591" y="15002670"/>
                  <a:pt x="-124018" y="5540605"/>
                  <a:pt x="67015" y="3812193"/>
                </a:cubicBezTo>
                <a:cubicBezTo>
                  <a:pt x="132556" y="2415385"/>
                  <a:pt x="5238109" y="-189834"/>
                  <a:pt x="6629628" y="10968"/>
                </a:cubicBezTo>
                <a:cubicBezTo>
                  <a:pt x="8021147" y="211770"/>
                  <a:pt x="7856912" y="3534919"/>
                  <a:pt x="8416127" y="5017006"/>
                </a:cubicBezTo>
                <a:cubicBezTo>
                  <a:pt x="8975342" y="6499093"/>
                  <a:pt x="9533382" y="6970014"/>
                  <a:pt x="9984916" y="8903491"/>
                </a:cubicBezTo>
                <a:close/>
              </a:path>
            </a:pathLst>
          </a:custGeom>
          <a:solidFill>
            <a:schemeClr val="accent4">
              <a:lumMod val="60000"/>
              <a:lumOff val="40000"/>
            </a:schemeClr>
          </a:solidFill>
          <a:ln w="28908" cap="flat">
            <a:noFill/>
            <a:prstDash val="solid"/>
            <a:miter/>
          </a:ln>
        </p:spPr>
        <p:txBody>
          <a:bodyPr/>
          <a:lstStyle/>
          <a:p>
            <a:endParaRPr lang="en-US">
              <a:noFill/>
            </a:endParaRPr>
          </a:p>
        </p:txBody>
      </p:sp>
      <p:sp>
        <p:nvSpPr>
          <p:cNvPr id="10" name="Graphic 129">
            <a:extLst>
              <a:ext uri="{FF2B5EF4-FFF2-40B4-BE49-F238E27FC236}">
                <a16:creationId xmlns:a16="http://schemas.microsoft.com/office/drawing/2014/main" id="{02EBA971-E2C0-E51E-76D7-6F0095906BB2}"/>
              </a:ext>
            </a:extLst>
          </p:cNvPr>
          <p:cNvSpPr/>
          <p:nvPr/>
        </p:nvSpPr>
        <p:spPr>
          <a:xfrm rot="5679338" flipH="1">
            <a:off x="-2120261" y="290362"/>
            <a:ext cx="9709043" cy="18740383"/>
          </a:xfrm>
          <a:custGeom>
            <a:avLst/>
            <a:gdLst>
              <a:gd name="csX0" fmla="*/ 714496 w 977405"/>
              <a:gd name="csY0" fmla="*/ 349032 h 1125362"/>
              <a:gd name="csX1" fmla="*/ 977386 w 977405"/>
              <a:gd name="csY1" fmla="*/ 710982 h 1125362"/>
              <a:gd name="csX2" fmla="*/ 679254 w 977405"/>
              <a:gd name="csY2" fmla="*/ 1034832 h 1125362"/>
              <a:gd name="csX3" fmla="*/ 229674 w 977405"/>
              <a:gd name="csY3" fmla="*/ 1087220 h 1125362"/>
              <a:gd name="csX4" fmla="*/ 84894 w 977405"/>
              <a:gd name="csY4" fmla="*/ 635735 h 1125362"/>
              <a:gd name="csX5" fmla="*/ 19171 w 977405"/>
              <a:gd name="csY5" fmla="*/ 154722 h 1125362"/>
              <a:gd name="csX6" fmla="*/ 395409 w 977405"/>
              <a:gd name="csY6" fmla="*/ 14705 h 1125362"/>
              <a:gd name="csX7" fmla="*/ 714496 w 977405"/>
              <a:gd name="csY7" fmla="*/ 349032 h 1125362"/>
              <a:gd name="csX0" fmla="*/ 714397 w 977405"/>
              <a:gd name="csY0" fmla="*/ 348932 h 1125363"/>
              <a:gd name="csX1" fmla="*/ 977287 w 977405"/>
              <a:gd name="csY1" fmla="*/ 710882 h 1125363"/>
              <a:gd name="csX2" fmla="*/ 679155 w 977405"/>
              <a:gd name="csY2" fmla="*/ 1034732 h 1125363"/>
              <a:gd name="csX3" fmla="*/ 229575 w 977405"/>
              <a:gd name="csY3" fmla="*/ 1087120 h 1125363"/>
              <a:gd name="csX4" fmla="*/ 84795 w 977405"/>
              <a:gd name="csY4" fmla="*/ 635635 h 1125363"/>
              <a:gd name="csX5" fmla="*/ 19072 w 977405"/>
              <a:gd name="csY5" fmla="*/ 154622 h 1125363"/>
              <a:gd name="csX6" fmla="*/ 395310 w 977405"/>
              <a:gd name="csY6" fmla="*/ 14605 h 1125363"/>
              <a:gd name="csX7" fmla="*/ 714397 w 977405"/>
              <a:gd name="csY7" fmla="*/ 348932 h 1125363"/>
              <a:gd name="csX0" fmla="*/ 1954611 w 2217619"/>
              <a:gd name="csY0" fmla="*/ 953674 h 1730105"/>
              <a:gd name="csX1" fmla="*/ 2217501 w 2217619"/>
              <a:gd name="csY1" fmla="*/ 1315624 h 1730105"/>
              <a:gd name="csX2" fmla="*/ 1919369 w 2217619"/>
              <a:gd name="csY2" fmla="*/ 1639474 h 1730105"/>
              <a:gd name="csX3" fmla="*/ 1469789 w 2217619"/>
              <a:gd name="csY3" fmla="*/ 1691862 h 1730105"/>
              <a:gd name="csX4" fmla="*/ 1325009 w 2217619"/>
              <a:gd name="csY4" fmla="*/ 1240377 h 1730105"/>
              <a:gd name="csX5" fmla="*/ 1667 w 2217619"/>
              <a:gd name="csY5" fmla="*/ 14189 h 1730105"/>
              <a:gd name="csX6" fmla="*/ 1635524 w 2217619"/>
              <a:gd name="csY6" fmla="*/ 619347 h 1730105"/>
              <a:gd name="csX7" fmla="*/ 1954611 w 2217619"/>
              <a:gd name="csY7" fmla="*/ 953674 h 1730105"/>
              <a:gd name="csX0" fmla="*/ 1955732 w 2218740"/>
              <a:gd name="csY0" fmla="*/ 970158 h 1746589"/>
              <a:gd name="csX1" fmla="*/ 2218622 w 2218740"/>
              <a:gd name="csY1" fmla="*/ 1332108 h 1746589"/>
              <a:gd name="csX2" fmla="*/ 1920490 w 2218740"/>
              <a:gd name="csY2" fmla="*/ 1655958 h 1746589"/>
              <a:gd name="csX3" fmla="*/ 1470910 w 2218740"/>
              <a:gd name="csY3" fmla="*/ 1708346 h 1746589"/>
              <a:gd name="csX4" fmla="*/ 1326130 w 2218740"/>
              <a:gd name="csY4" fmla="*/ 1256861 h 1746589"/>
              <a:gd name="csX5" fmla="*/ 2788 w 2218740"/>
              <a:gd name="csY5" fmla="*/ 30673 h 1746589"/>
              <a:gd name="csX6" fmla="*/ 819250 w 2218740"/>
              <a:gd name="csY6" fmla="*/ 396116 h 1746589"/>
              <a:gd name="csX7" fmla="*/ 1636645 w 2218740"/>
              <a:gd name="csY7" fmla="*/ 635831 h 1746589"/>
              <a:gd name="csX8" fmla="*/ 1955732 w 2218740"/>
              <a:gd name="csY8" fmla="*/ 970158 h 1746589"/>
              <a:gd name="csX0" fmla="*/ 1955732 w 2218740"/>
              <a:gd name="csY0" fmla="*/ 970158 h 1746589"/>
              <a:gd name="csX1" fmla="*/ 2218622 w 2218740"/>
              <a:gd name="csY1" fmla="*/ 1332108 h 1746589"/>
              <a:gd name="csX2" fmla="*/ 1920490 w 2218740"/>
              <a:gd name="csY2" fmla="*/ 1655958 h 1746589"/>
              <a:gd name="csX3" fmla="*/ 1470910 w 2218740"/>
              <a:gd name="csY3" fmla="*/ 1708346 h 1746589"/>
              <a:gd name="csX4" fmla="*/ 1326130 w 2218740"/>
              <a:gd name="csY4" fmla="*/ 1256861 h 1746589"/>
              <a:gd name="csX5" fmla="*/ 2788 w 2218740"/>
              <a:gd name="csY5" fmla="*/ 30673 h 1746589"/>
              <a:gd name="csX6" fmla="*/ 819250 w 2218740"/>
              <a:gd name="csY6" fmla="*/ 396116 h 1746589"/>
              <a:gd name="csX7" fmla="*/ 1636645 w 2218740"/>
              <a:gd name="csY7" fmla="*/ 635831 h 1746589"/>
              <a:gd name="csX8" fmla="*/ 1955732 w 2218740"/>
              <a:gd name="csY8" fmla="*/ 970158 h 1746589"/>
              <a:gd name="csX0" fmla="*/ 1956297 w 2219305"/>
              <a:gd name="csY0" fmla="*/ 975663 h 1752094"/>
              <a:gd name="csX1" fmla="*/ 2219187 w 2219305"/>
              <a:gd name="csY1" fmla="*/ 1337613 h 1752094"/>
              <a:gd name="csX2" fmla="*/ 1921055 w 2219305"/>
              <a:gd name="csY2" fmla="*/ 1661463 h 1752094"/>
              <a:gd name="csX3" fmla="*/ 1471475 w 2219305"/>
              <a:gd name="csY3" fmla="*/ 1713851 h 1752094"/>
              <a:gd name="csX4" fmla="*/ 1326695 w 2219305"/>
              <a:gd name="csY4" fmla="*/ 1262366 h 1752094"/>
              <a:gd name="csX5" fmla="*/ 3353 w 2219305"/>
              <a:gd name="csY5" fmla="*/ 36178 h 1752094"/>
              <a:gd name="csX6" fmla="*/ 819815 w 2219305"/>
              <a:gd name="csY6" fmla="*/ 401621 h 1752094"/>
              <a:gd name="csX7" fmla="*/ 1637210 w 2219305"/>
              <a:gd name="csY7" fmla="*/ 641336 h 1752094"/>
              <a:gd name="csX8" fmla="*/ 1956297 w 2219305"/>
              <a:gd name="csY8" fmla="*/ 975663 h 1752094"/>
              <a:gd name="csX0" fmla="*/ 1525771 w 1788779"/>
              <a:gd name="csY0" fmla="*/ 1078795 h 1855226"/>
              <a:gd name="csX1" fmla="*/ 1788661 w 1788779"/>
              <a:gd name="csY1" fmla="*/ 1440745 h 1855226"/>
              <a:gd name="csX2" fmla="*/ 1490529 w 1788779"/>
              <a:gd name="csY2" fmla="*/ 1764595 h 1855226"/>
              <a:gd name="csX3" fmla="*/ 1040949 w 1788779"/>
              <a:gd name="csY3" fmla="*/ 1816983 h 1855226"/>
              <a:gd name="csX4" fmla="*/ 896169 w 1788779"/>
              <a:gd name="csY4" fmla="*/ 1365498 h 1855226"/>
              <a:gd name="csX5" fmla="*/ 6489 w 1788779"/>
              <a:gd name="csY5" fmla="*/ 25914 h 1855226"/>
              <a:gd name="csX6" fmla="*/ 389289 w 1788779"/>
              <a:gd name="csY6" fmla="*/ 504753 h 1855226"/>
              <a:gd name="csX7" fmla="*/ 1206684 w 1788779"/>
              <a:gd name="csY7" fmla="*/ 744468 h 1855226"/>
              <a:gd name="csX8" fmla="*/ 1525771 w 1788779"/>
              <a:gd name="csY8" fmla="*/ 1078795 h 1855226"/>
              <a:gd name="csX0" fmla="*/ 1525771 w 1788779"/>
              <a:gd name="csY0" fmla="*/ 1078795 h 1855226"/>
              <a:gd name="csX1" fmla="*/ 1788661 w 1788779"/>
              <a:gd name="csY1" fmla="*/ 1440745 h 1855226"/>
              <a:gd name="csX2" fmla="*/ 1490529 w 1788779"/>
              <a:gd name="csY2" fmla="*/ 1764595 h 1855226"/>
              <a:gd name="csX3" fmla="*/ 1040949 w 1788779"/>
              <a:gd name="csY3" fmla="*/ 1816983 h 1855226"/>
              <a:gd name="csX4" fmla="*/ 896169 w 1788779"/>
              <a:gd name="csY4" fmla="*/ 1365498 h 1855226"/>
              <a:gd name="csX5" fmla="*/ 6489 w 1788779"/>
              <a:gd name="csY5" fmla="*/ 25914 h 1855226"/>
              <a:gd name="csX6" fmla="*/ 389289 w 1788779"/>
              <a:gd name="csY6" fmla="*/ 504753 h 1855226"/>
              <a:gd name="csX7" fmla="*/ 1206684 w 1788779"/>
              <a:gd name="csY7" fmla="*/ 744468 h 1855226"/>
              <a:gd name="csX8" fmla="*/ 1525771 w 1788779"/>
              <a:gd name="csY8" fmla="*/ 1078795 h 1855226"/>
              <a:gd name="csX0" fmla="*/ 1681014 w 1944022"/>
              <a:gd name="csY0" fmla="*/ 1076515 h 1852946"/>
              <a:gd name="csX1" fmla="*/ 1943904 w 1944022"/>
              <a:gd name="csY1" fmla="*/ 1438465 h 1852946"/>
              <a:gd name="csX2" fmla="*/ 1645772 w 1944022"/>
              <a:gd name="csY2" fmla="*/ 1762315 h 1852946"/>
              <a:gd name="csX3" fmla="*/ 1196192 w 1944022"/>
              <a:gd name="csY3" fmla="*/ 1814703 h 1852946"/>
              <a:gd name="csX4" fmla="*/ 1051412 w 1944022"/>
              <a:gd name="csY4" fmla="*/ 1363218 h 1852946"/>
              <a:gd name="csX5" fmla="*/ 161732 w 1944022"/>
              <a:gd name="csY5" fmla="*/ 23634 h 1852946"/>
              <a:gd name="csX6" fmla="*/ 544532 w 1944022"/>
              <a:gd name="csY6" fmla="*/ 502473 h 1852946"/>
              <a:gd name="csX7" fmla="*/ 1361927 w 1944022"/>
              <a:gd name="csY7" fmla="*/ 742188 h 1852946"/>
              <a:gd name="csX8" fmla="*/ 1681014 w 1944022"/>
              <a:gd name="csY8" fmla="*/ 1076515 h 1852946"/>
              <a:gd name="csX0" fmla="*/ 4763267 w 5026275"/>
              <a:gd name="csY0" fmla="*/ 1053765 h 1830196"/>
              <a:gd name="csX1" fmla="*/ 5026157 w 5026275"/>
              <a:gd name="csY1" fmla="*/ 1415715 h 1830196"/>
              <a:gd name="csX2" fmla="*/ 4728025 w 5026275"/>
              <a:gd name="csY2" fmla="*/ 1739565 h 1830196"/>
              <a:gd name="csX3" fmla="*/ 4278445 w 5026275"/>
              <a:gd name="csY3" fmla="*/ 1791953 h 1830196"/>
              <a:gd name="csX4" fmla="*/ 4133665 w 5026275"/>
              <a:gd name="csY4" fmla="*/ 1340468 h 1830196"/>
              <a:gd name="csX5" fmla="*/ 5711 w 5026275"/>
              <a:gd name="csY5" fmla="*/ 609319 h 1830196"/>
              <a:gd name="csX6" fmla="*/ 3243985 w 5026275"/>
              <a:gd name="csY6" fmla="*/ 884 h 1830196"/>
              <a:gd name="csX7" fmla="*/ 3626785 w 5026275"/>
              <a:gd name="csY7" fmla="*/ 479723 h 1830196"/>
              <a:gd name="csX8" fmla="*/ 4444180 w 5026275"/>
              <a:gd name="csY8" fmla="*/ 719438 h 1830196"/>
              <a:gd name="csX9" fmla="*/ 4763267 w 5026275"/>
              <a:gd name="csY9" fmla="*/ 1053765 h 1830196"/>
              <a:gd name="csX0" fmla="*/ 4764215 w 5027223"/>
              <a:gd name="csY0" fmla="*/ 1037597 h 1814028"/>
              <a:gd name="csX1" fmla="*/ 5027105 w 5027223"/>
              <a:gd name="csY1" fmla="*/ 1399547 h 1814028"/>
              <a:gd name="csX2" fmla="*/ 4728973 w 5027223"/>
              <a:gd name="csY2" fmla="*/ 1723397 h 1814028"/>
              <a:gd name="csX3" fmla="*/ 4279393 w 5027223"/>
              <a:gd name="csY3" fmla="*/ 1775785 h 1814028"/>
              <a:gd name="csX4" fmla="*/ 4134613 w 5027223"/>
              <a:gd name="csY4" fmla="*/ 1324300 h 1814028"/>
              <a:gd name="csX5" fmla="*/ 6659 w 5027223"/>
              <a:gd name="csY5" fmla="*/ 593151 h 1814028"/>
              <a:gd name="csX6" fmla="*/ 2832954 w 5027223"/>
              <a:gd name="csY6" fmla="*/ 915 h 1814028"/>
              <a:gd name="csX7" fmla="*/ 3627733 w 5027223"/>
              <a:gd name="csY7" fmla="*/ 463555 h 1814028"/>
              <a:gd name="csX8" fmla="*/ 4445128 w 5027223"/>
              <a:gd name="csY8" fmla="*/ 703270 h 1814028"/>
              <a:gd name="csX9" fmla="*/ 4764215 w 5027223"/>
              <a:gd name="csY9" fmla="*/ 1037597 h 1814028"/>
              <a:gd name="csX0" fmla="*/ 4764046 w 5027054"/>
              <a:gd name="csY0" fmla="*/ 1045680 h 1822111"/>
              <a:gd name="csX1" fmla="*/ 5026936 w 5027054"/>
              <a:gd name="csY1" fmla="*/ 1407630 h 1822111"/>
              <a:gd name="csX2" fmla="*/ 4728804 w 5027054"/>
              <a:gd name="csY2" fmla="*/ 1731480 h 1822111"/>
              <a:gd name="csX3" fmla="*/ 4279224 w 5027054"/>
              <a:gd name="csY3" fmla="*/ 1783868 h 1822111"/>
              <a:gd name="csX4" fmla="*/ 4134444 w 5027054"/>
              <a:gd name="csY4" fmla="*/ 1332383 h 1822111"/>
              <a:gd name="csX5" fmla="*/ 6490 w 5027054"/>
              <a:gd name="csY5" fmla="*/ 601234 h 1822111"/>
              <a:gd name="csX6" fmla="*/ 2897834 w 5027054"/>
              <a:gd name="csY6" fmla="*/ 898 h 1822111"/>
              <a:gd name="csX7" fmla="*/ 3627564 w 5027054"/>
              <a:gd name="csY7" fmla="*/ 471638 h 1822111"/>
              <a:gd name="csX8" fmla="*/ 4444959 w 5027054"/>
              <a:gd name="csY8" fmla="*/ 711353 h 1822111"/>
              <a:gd name="csX9" fmla="*/ 4764046 w 5027054"/>
              <a:gd name="csY9" fmla="*/ 1045680 h 1822111"/>
              <a:gd name="csX0" fmla="*/ 5023732 w 5286740"/>
              <a:gd name="csY0" fmla="*/ 1044819 h 1821250"/>
              <a:gd name="csX1" fmla="*/ 5286622 w 5286740"/>
              <a:gd name="csY1" fmla="*/ 1406769 h 1821250"/>
              <a:gd name="csX2" fmla="*/ 4988490 w 5286740"/>
              <a:gd name="csY2" fmla="*/ 1730619 h 1821250"/>
              <a:gd name="csX3" fmla="*/ 4538910 w 5286740"/>
              <a:gd name="csY3" fmla="*/ 1783007 h 1821250"/>
              <a:gd name="csX4" fmla="*/ 4394130 w 5286740"/>
              <a:gd name="csY4" fmla="*/ 1331522 h 1821250"/>
              <a:gd name="csX5" fmla="*/ 5979 w 5286740"/>
              <a:gd name="csY5" fmla="*/ 450528 h 1821250"/>
              <a:gd name="csX6" fmla="*/ 3157520 w 5286740"/>
              <a:gd name="csY6" fmla="*/ 37 h 1821250"/>
              <a:gd name="csX7" fmla="*/ 3887250 w 5286740"/>
              <a:gd name="csY7" fmla="*/ 470777 h 1821250"/>
              <a:gd name="csX8" fmla="*/ 4704645 w 5286740"/>
              <a:gd name="csY8" fmla="*/ 710492 h 1821250"/>
              <a:gd name="csX9" fmla="*/ 5023732 w 5286740"/>
              <a:gd name="csY9" fmla="*/ 1044819 h 1821250"/>
              <a:gd name="csX0" fmla="*/ 5023732 w 5286740"/>
              <a:gd name="csY0" fmla="*/ 1044819 h 1821250"/>
              <a:gd name="csX1" fmla="*/ 5286622 w 5286740"/>
              <a:gd name="csY1" fmla="*/ 1406769 h 1821250"/>
              <a:gd name="csX2" fmla="*/ 4988490 w 5286740"/>
              <a:gd name="csY2" fmla="*/ 1730619 h 1821250"/>
              <a:gd name="csX3" fmla="*/ 4538910 w 5286740"/>
              <a:gd name="csY3" fmla="*/ 1783007 h 1821250"/>
              <a:gd name="csX4" fmla="*/ 4394130 w 5286740"/>
              <a:gd name="csY4" fmla="*/ 1331522 h 1821250"/>
              <a:gd name="csX5" fmla="*/ 5979 w 5286740"/>
              <a:gd name="csY5" fmla="*/ 450528 h 1821250"/>
              <a:gd name="csX6" fmla="*/ 3157520 w 5286740"/>
              <a:gd name="csY6" fmla="*/ 37 h 1821250"/>
              <a:gd name="csX7" fmla="*/ 3887250 w 5286740"/>
              <a:gd name="csY7" fmla="*/ 470777 h 1821250"/>
              <a:gd name="csX8" fmla="*/ 4704645 w 5286740"/>
              <a:gd name="csY8" fmla="*/ 710492 h 1821250"/>
              <a:gd name="csX9" fmla="*/ 5023732 w 5286740"/>
              <a:gd name="csY9" fmla="*/ 1044819 h 1821250"/>
              <a:gd name="csX0" fmla="*/ 5023732 w 5286740"/>
              <a:gd name="csY0" fmla="*/ 1044819 h 1821250"/>
              <a:gd name="csX1" fmla="*/ 5286622 w 5286740"/>
              <a:gd name="csY1" fmla="*/ 1406769 h 1821250"/>
              <a:gd name="csX2" fmla="*/ 4988490 w 5286740"/>
              <a:gd name="csY2" fmla="*/ 1730619 h 1821250"/>
              <a:gd name="csX3" fmla="*/ 4538910 w 5286740"/>
              <a:gd name="csY3" fmla="*/ 1783007 h 1821250"/>
              <a:gd name="csX4" fmla="*/ 4394130 w 5286740"/>
              <a:gd name="csY4" fmla="*/ 1331522 h 1821250"/>
              <a:gd name="csX5" fmla="*/ 5979 w 5286740"/>
              <a:gd name="csY5" fmla="*/ 450528 h 1821250"/>
              <a:gd name="csX6" fmla="*/ 3157520 w 5286740"/>
              <a:gd name="csY6" fmla="*/ 37 h 1821250"/>
              <a:gd name="csX7" fmla="*/ 3887250 w 5286740"/>
              <a:gd name="csY7" fmla="*/ 470777 h 1821250"/>
              <a:gd name="csX8" fmla="*/ 4704645 w 5286740"/>
              <a:gd name="csY8" fmla="*/ 710492 h 1821250"/>
              <a:gd name="csX9" fmla="*/ 5023732 w 5286740"/>
              <a:gd name="csY9" fmla="*/ 1044819 h 1821250"/>
              <a:gd name="csX0" fmla="*/ 5019151 w 5282159"/>
              <a:gd name="csY0" fmla="*/ 1044819 h 1821250"/>
              <a:gd name="csX1" fmla="*/ 5282041 w 5282159"/>
              <a:gd name="csY1" fmla="*/ 1406769 h 1821250"/>
              <a:gd name="csX2" fmla="*/ 4983909 w 5282159"/>
              <a:gd name="csY2" fmla="*/ 1730619 h 1821250"/>
              <a:gd name="csX3" fmla="*/ 4534329 w 5282159"/>
              <a:gd name="csY3" fmla="*/ 1783007 h 1821250"/>
              <a:gd name="csX4" fmla="*/ 4389549 w 5282159"/>
              <a:gd name="csY4" fmla="*/ 1331522 h 1821250"/>
              <a:gd name="csX5" fmla="*/ 1398 w 5282159"/>
              <a:gd name="csY5" fmla="*/ 450528 h 1821250"/>
              <a:gd name="csX6" fmla="*/ 3152939 w 5282159"/>
              <a:gd name="csY6" fmla="*/ 37 h 1821250"/>
              <a:gd name="csX7" fmla="*/ 3882669 w 5282159"/>
              <a:gd name="csY7" fmla="*/ 470777 h 1821250"/>
              <a:gd name="csX8" fmla="*/ 4700064 w 5282159"/>
              <a:gd name="csY8" fmla="*/ 710492 h 1821250"/>
              <a:gd name="csX9" fmla="*/ 5019151 w 5282159"/>
              <a:gd name="csY9" fmla="*/ 1044819 h 1821250"/>
              <a:gd name="csX0" fmla="*/ 5235949 w 5498957"/>
              <a:gd name="csY0" fmla="*/ 1044828 h 1794706"/>
              <a:gd name="csX1" fmla="*/ 5498839 w 5498957"/>
              <a:gd name="csY1" fmla="*/ 1406778 h 1794706"/>
              <a:gd name="csX2" fmla="*/ 5200707 w 5498957"/>
              <a:gd name="csY2" fmla="*/ 1730628 h 1794706"/>
              <a:gd name="csX3" fmla="*/ 4751127 w 5498957"/>
              <a:gd name="csY3" fmla="*/ 1783016 h 1794706"/>
              <a:gd name="csX4" fmla="*/ 378149 w 5498957"/>
              <a:gd name="csY4" fmla="*/ 1647420 h 1794706"/>
              <a:gd name="csX5" fmla="*/ 218196 w 5498957"/>
              <a:gd name="csY5" fmla="*/ 450537 h 1794706"/>
              <a:gd name="csX6" fmla="*/ 3369737 w 5498957"/>
              <a:gd name="csY6" fmla="*/ 46 h 1794706"/>
              <a:gd name="csX7" fmla="*/ 4099467 w 5498957"/>
              <a:gd name="csY7" fmla="*/ 470786 h 1794706"/>
              <a:gd name="csX8" fmla="*/ 4916862 w 5498957"/>
              <a:gd name="csY8" fmla="*/ 710501 h 1794706"/>
              <a:gd name="csX9" fmla="*/ 5235949 w 5498957"/>
              <a:gd name="csY9" fmla="*/ 1044828 h 1794706"/>
              <a:gd name="csX0" fmla="*/ 5235949 w 5498957"/>
              <a:gd name="csY0" fmla="*/ 1044828 h 1794706"/>
              <a:gd name="csX1" fmla="*/ 5498839 w 5498957"/>
              <a:gd name="csY1" fmla="*/ 1406778 h 1794706"/>
              <a:gd name="csX2" fmla="*/ 5200707 w 5498957"/>
              <a:gd name="csY2" fmla="*/ 1730628 h 1794706"/>
              <a:gd name="csX3" fmla="*/ 4751127 w 5498957"/>
              <a:gd name="csY3" fmla="*/ 1783016 h 1794706"/>
              <a:gd name="csX4" fmla="*/ 378149 w 5498957"/>
              <a:gd name="csY4" fmla="*/ 1647420 h 1794706"/>
              <a:gd name="csX5" fmla="*/ 218196 w 5498957"/>
              <a:gd name="csY5" fmla="*/ 450537 h 1794706"/>
              <a:gd name="csX6" fmla="*/ 3369737 w 5498957"/>
              <a:gd name="csY6" fmla="*/ 46 h 1794706"/>
              <a:gd name="csX7" fmla="*/ 4099467 w 5498957"/>
              <a:gd name="csY7" fmla="*/ 470786 h 1794706"/>
              <a:gd name="csX8" fmla="*/ 4916862 w 5498957"/>
              <a:gd name="csY8" fmla="*/ 710501 h 1794706"/>
              <a:gd name="csX9" fmla="*/ 5235949 w 5498957"/>
              <a:gd name="csY9" fmla="*/ 1044828 h 1794706"/>
              <a:gd name="csX0" fmla="*/ 5200285 w 5463293"/>
              <a:gd name="csY0" fmla="*/ 1044828 h 1799770"/>
              <a:gd name="csX1" fmla="*/ 5463175 w 5463293"/>
              <a:gd name="csY1" fmla="*/ 1406778 h 1799770"/>
              <a:gd name="csX2" fmla="*/ 5165043 w 5463293"/>
              <a:gd name="csY2" fmla="*/ 1730628 h 1799770"/>
              <a:gd name="csX3" fmla="*/ 4715463 w 5463293"/>
              <a:gd name="csY3" fmla="*/ 1783016 h 1799770"/>
              <a:gd name="csX4" fmla="*/ 342485 w 5463293"/>
              <a:gd name="csY4" fmla="*/ 1647420 h 1799770"/>
              <a:gd name="csX5" fmla="*/ 182532 w 5463293"/>
              <a:gd name="csY5" fmla="*/ 450537 h 1799770"/>
              <a:gd name="csX6" fmla="*/ 3334073 w 5463293"/>
              <a:gd name="csY6" fmla="*/ 46 h 1799770"/>
              <a:gd name="csX7" fmla="*/ 4063803 w 5463293"/>
              <a:gd name="csY7" fmla="*/ 470786 h 1799770"/>
              <a:gd name="csX8" fmla="*/ 4881198 w 5463293"/>
              <a:gd name="csY8" fmla="*/ 710501 h 1799770"/>
              <a:gd name="csX9" fmla="*/ 5200285 w 5463293"/>
              <a:gd name="csY9" fmla="*/ 1044828 h 1799770"/>
              <a:gd name="csX0" fmla="*/ 5200285 w 5463293"/>
              <a:gd name="csY0" fmla="*/ 1044828 h 1799770"/>
              <a:gd name="csX1" fmla="*/ 5463175 w 5463293"/>
              <a:gd name="csY1" fmla="*/ 1406778 h 1799770"/>
              <a:gd name="csX2" fmla="*/ 5165043 w 5463293"/>
              <a:gd name="csY2" fmla="*/ 1730628 h 1799770"/>
              <a:gd name="csX3" fmla="*/ 4715463 w 5463293"/>
              <a:gd name="csY3" fmla="*/ 1783016 h 1799770"/>
              <a:gd name="csX4" fmla="*/ 342485 w 5463293"/>
              <a:gd name="csY4" fmla="*/ 1647420 h 1799770"/>
              <a:gd name="csX5" fmla="*/ 182532 w 5463293"/>
              <a:gd name="csY5" fmla="*/ 450537 h 1799770"/>
              <a:gd name="csX6" fmla="*/ 3334073 w 5463293"/>
              <a:gd name="csY6" fmla="*/ 46 h 1799770"/>
              <a:gd name="csX7" fmla="*/ 4063803 w 5463293"/>
              <a:gd name="csY7" fmla="*/ 470786 h 1799770"/>
              <a:gd name="csX8" fmla="*/ 4881198 w 5463293"/>
              <a:gd name="csY8" fmla="*/ 710501 h 1799770"/>
              <a:gd name="csX9" fmla="*/ 5200285 w 5463293"/>
              <a:gd name="csY9" fmla="*/ 1044828 h 1799770"/>
              <a:gd name="csX0" fmla="*/ 5200285 w 5463293"/>
              <a:gd name="csY0" fmla="*/ 1044828 h 1799770"/>
              <a:gd name="csX1" fmla="*/ 5463175 w 5463293"/>
              <a:gd name="csY1" fmla="*/ 1406778 h 1799770"/>
              <a:gd name="csX2" fmla="*/ 5165043 w 5463293"/>
              <a:gd name="csY2" fmla="*/ 1730628 h 1799770"/>
              <a:gd name="csX3" fmla="*/ 4715463 w 5463293"/>
              <a:gd name="csY3" fmla="*/ 1783016 h 1799770"/>
              <a:gd name="csX4" fmla="*/ 342485 w 5463293"/>
              <a:gd name="csY4" fmla="*/ 1647420 h 1799770"/>
              <a:gd name="csX5" fmla="*/ 182532 w 5463293"/>
              <a:gd name="csY5" fmla="*/ 450537 h 1799770"/>
              <a:gd name="csX6" fmla="*/ 3334073 w 5463293"/>
              <a:gd name="csY6" fmla="*/ 46 h 1799770"/>
              <a:gd name="csX7" fmla="*/ 4063803 w 5463293"/>
              <a:gd name="csY7" fmla="*/ 470786 h 1799770"/>
              <a:gd name="csX8" fmla="*/ 4881198 w 5463293"/>
              <a:gd name="csY8" fmla="*/ 710501 h 1799770"/>
              <a:gd name="csX9" fmla="*/ 5200285 w 5463293"/>
              <a:gd name="csY9" fmla="*/ 1044828 h 1799770"/>
              <a:gd name="csX0" fmla="*/ 5320168 w 5593529"/>
              <a:gd name="csY0" fmla="*/ 1044828 h 1857809"/>
              <a:gd name="csX1" fmla="*/ 5583058 w 5593529"/>
              <a:gd name="csY1" fmla="*/ 1406778 h 1857809"/>
              <a:gd name="csX2" fmla="*/ 5284926 w 5593529"/>
              <a:gd name="csY2" fmla="*/ 1730628 h 1857809"/>
              <a:gd name="csX3" fmla="*/ 3274165 w 5593529"/>
              <a:gd name="csY3" fmla="*/ 1855914 h 1857809"/>
              <a:gd name="csX4" fmla="*/ 462368 w 5593529"/>
              <a:gd name="csY4" fmla="*/ 1647420 h 1857809"/>
              <a:gd name="csX5" fmla="*/ 302415 w 5593529"/>
              <a:gd name="csY5" fmla="*/ 450537 h 1857809"/>
              <a:gd name="csX6" fmla="*/ 3453956 w 5593529"/>
              <a:gd name="csY6" fmla="*/ 46 h 1857809"/>
              <a:gd name="csX7" fmla="*/ 4183686 w 5593529"/>
              <a:gd name="csY7" fmla="*/ 470786 h 1857809"/>
              <a:gd name="csX8" fmla="*/ 5001081 w 5593529"/>
              <a:gd name="csY8" fmla="*/ 710501 h 1857809"/>
              <a:gd name="csX9" fmla="*/ 5320168 w 5593529"/>
              <a:gd name="csY9" fmla="*/ 1044828 h 1857809"/>
              <a:gd name="csX0" fmla="*/ 5303906 w 5590401"/>
              <a:gd name="csY0" fmla="*/ 1044828 h 1986298"/>
              <a:gd name="csX1" fmla="*/ 5566796 w 5590401"/>
              <a:gd name="csY1" fmla="*/ 1406778 h 1986298"/>
              <a:gd name="csX2" fmla="*/ 5268664 w 5590401"/>
              <a:gd name="csY2" fmla="*/ 1730628 h 1986298"/>
              <a:gd name="csX3" fmla="*/ 2932657 w 5590401"/>
              <a:gd name="csY3" fmla="*/ 1985510 h 1986298"/>
              <a:gd name="csX4" fmla="*/ 446106 w 5590401"/>
              <a:gd name="csY4" fmla="*/ 1647420 h 1986298"/>
              <a:gd name="csX5" fmla="*/ 286153 w 5590401"/>
              <a:gd name="csY5" fmla="*/ 450537 h 1986298"/>
              <a:gd name="csX6" fmla="*/ 3437694 w 5590401"/>
              <a:gd name="csY6" fmla="*/ 46 h 1986298"/>
              <a:gd name="csX7" fmla="*/ 4167424 w 5590401"/>
              <a:gd name="csY7" fmla="*/ 470786 h 1986298"/>
              <a:gd name="csX8" fmla="*/ 4984819 w 5590401"/>
              <a:gd name="csY8" fmla="*/ 710501 h 1986298"/>
              <a:gd name="csX9" fmla="*/ 5303906 w 5590401"/>
              <a:gd name="csY9" fmla="*/ 1044828 h 1986298"/>
              <a:gd name="csX0" fmla="*/ 5303906 w 5566904"/>
              <a:gd name="csY0" fmla="*/ 1044828 h 1992814"/>
              <a:gd name="csX1" fmla="*/ 5566796 w 5566904"/>
              <a:gd name="csY1" fmla="*/ 1406778 h 1992814"/>
              <a:gd name="csX2" fmla="*/ 5268664 w 5566904"/>
              <a:gd name="csY2" fmla="*/ 1730628 h 1992814"/>
              <a:gd name="csX3" fmla="*/ 4666136 w 5566904"/>
              <a:gd name="csY3" fmla="*/ 1867989 h 1992814"/>
              <a:gd name="csX4" fmla="*/ 2932657 w 5566904"/>
              <a:gd name="csY4" fmla="*/ 1985510 h 1992814"/>
              <a:gd name="csX5" fmla="*/ 446106 w 5566904"/>
              <a:gd name="csY5" fmla="*/ 1647420 h 1992814"/>
              <a:gd name="csX6" fmla="*/ 286153 w 5566904"/>
              <a:gd name="csY6" fmla="*/ 450537 h 1992814"/>
              <a:gd name="csX7" fmla="*/ 3437694 w 5566904"/>
              <a:gd name="csY7" fmla="*/ 46 h 1992814"/>
              <a:gd name="csX8" fmla="*/ 4167424 w 5566904"/>
              <a:gd name="csY8" fmla="*/ 470786 h 1992814"/>
              <a:gd name="csX9" fmla="*/ 4984819 w 5566904"/>
              <a:gd name="csY9" fmla="*/ 710501 h 1992814"/>
              <a:gd name="csX10" fmla="*/ 5303906 w 5566904"/>
              <a:gd name="csY10" fmla="*/ 1044828 h 1992814"/>
              <a:gd name="csX0" fmla="*/ 5303906 w 5566904"/>
              <a:gd name="csY0" fmla="*/ 1044828 h 1992814"/>
              <a:gd name="csX1" fmla="*/ 5566796 w 5566904"/>
              <a:gd name="csY1" fmla="*/ 1406778 h 1992814"/>
              <a:gd name="csX2" fmla="*/ 5268664 w 5566904"/>
              <a:gd name="csY2" fmla="*/ 1730628 h 1992814"/>
              <a:gd name="csX3" fmla="*/ 4666136 w 5566904"/>
              <a:gd name="csY3" fmla="*/ 1867989 h 1992814"/>
              <a:gd name="csX4" fmla="*/ 2932657 w 5566904"/>
              <a:gd name="csY4" fmla="*/ 1985510 h 1992814"/>
              <a:gd name="csX5" fmla="*/ 446106 w 5566904"/>
              <a:gd name="csY5" fmla="*/ 1647420 h 1992814"/>
              <a:gd name="csX6" fmla="*/ 286153 w 5566904"/>
              <a:gd name="csY6" fmla="*/ 450537 h 1992814"/>
              <a:gd name="csX7" fmla="*/ 3437694 w 5566904"/>
              <a:gd name="csY7" fmla="*/ 46 h 1992814"/>
              <a:gd name="csX8" fmla="*/ 4167424 w 5566904"/>
              <a:gd name="csY8" fmla="*/ 470786 h 1992814"/>
              <a:gd name="csX9" fmla="*/ 4984819 w 5566904"/>
              <a:gd name="csY9" fmla="*/ 710501 h 1992814"/>
              <a:gd name="csX10" fmla="*/ 5303906 w 5566904"/>
              <a:gd name="csY10" fmla="*/ 1044828 h 1992814"/>
              <a:gd name="csX0" fmla="*/ 5303906 w 5566886"/>
              <a:gd name="csY0" fmla="*/ 1044828 h 1995191"/>
              <a:gd name="csX1" fmla="*/ 5566796 w 5566886"/>
              <a:gd name="csY1" fmla="*/ 1406778 h 1995191"/>
              <a:gd name="csX2" fmla="*/ 5268664 w 5566886"/>
              <a:gd name="csY2" fmla="*/ 1730628 h 1995191"/>
              <a:gd name="csX3" fmla="*/ 4861285 w 5566886"/>
              <a:gd name="csY3" fmla="*/ 1888239 h 1995191"/>
              <a:gd name="csX4" fmla="*/ 2932657 w 5566886"/>
              <a:gd name="csY4" fmla="*/ 1985510 h 1995191"/>
              <a:gd name="csX5" fmla="*/ 446106 w 5566886"/>
              <a:gd name="csY5" fmla="*/ 1647420 h 1995191"/>
              <a:gd name="csX6" fmla="*/ 286153 w 5566886"/>
              <a:gd name="csY6" fmla="*/ 450537 h 1995191"/>
              <a:gd name="csX7" fmla="*/ 3437694 w 5566886"/>
              <a:gd name="csY7" fmla="*/ 46 h 1995191"/>
              <a:gd name="csX8" fmla="*/ 4167424 w 5566886"/>
              <a:gd name="csY8" fmla="*/ 470786 h 1995191"/>
              <a:gd name="csX9" fmla="*/ 4984819 w 5566886"/>
              <a:gd name="csY9" fmla="*/ 710501 h 1995191"/>
              <a:gd name="csX10" fmla="*/ 5303906 w 5566886"/>
              <a:gd name="csY10" fmla="*/ 1044828 h 1995191"/>
              <a:gd name="csX0" fmla="*/ 5268865 w 5531845"/>
              <a:gd name="csY0" fmla="*/ 1044831 h 1991805"/>
              <a:gd name="csX1" fmla="*/ 5531755 w 5531845"/>
              <a:gd name="csY1" fmla="*/ 1406781 h 1991805"/>
              <a:gd name="csX2" fmla="*/ 5233623 w 5531845"/>
              <a:gd name="csY2" fmla="*/ 1730631 h 1991805"/>
              <a:gd name="csX3" fmla="*/ 4826244 w 5531845"/>
              <a:gd name="csY3" fmla="*/ 1888242 h 1991805"/>
              <a:gd name="csX4" fmla="*/ 2897616 w 5531845"/>
              <a:gd name="csY4" fmla="*/ 1985513 h 1991805"/>
              <a:gd name="csX5" fmla="*/ 497799 w 5531845"/>
              <a:gd name="csY5" fmla="*/ 1708171 h 1991805"/>
              <a:gd name="csX6" fmla="*/ 251112 w 5531845"/>
              <a:gd name="csY6" fmla="*/ 450540 h 1991805"/>
              <a:gd name="csX7" fmla="*/ 3402653 w 5531845"/>
              <a:gd name="csY7" fmla="*/ 49 h 1991805"/>
              <a:gd name="csX8" fmla="*/ 4132383 w 5531845"/>
              <a:gd name="csY8" fmla="*/ 470789 h 1991805"/>
              <a:gd name="csX9" fmla="*/ 4949778 w 5531845"/>
              <a:gd name="csY9" fmla="*/ 710504 h 1991805"/>
              <a:gd name="csX10" fmla="*/ 5268865 w 5531845"/>
              <a:gd name="csY10" fmla="*/ 1044831 h 1991805"/>
              <a:gd name="csX0" fmla="*/ 5187606 w 5450586"/>
              <a:gd name="csY0" fmla="*/ 1044831 h 1991805"/>
              <a:gd name="csX1" fmla="*/ 5450496 w 5450586"/>
              <a:gd name="csY1" fmla="*/ 1406781 h 1991805"/>
              <a:gd name="csX2" fmla="*/ 5152364 w 5450586"/>
              <a:gd name="csY2" fmla="*/ 1730631 h 1991805"/>
              <a:gd name="csX3" fmla="*/ 4744985 w 5450586"/>
              <a:gd name="csY3" fmla="*/ 1888242 h 1991805"/>
              <a:gd name="csX4" fmla="*/ 2816357 w 5450586"/>
              <a:gd name="csY4" fmla="*/ 1985513 h 1991805"/>
              <a:gd name="csX5" fmla="*/ 416540 w 5450586"/>
              <a:gd name="csY5" fmla="*/ 1708171 h 1991805"/>
              <a:gd name="csX6" fmla="*/ 169853 w 5450586"/>
              <a:gd name="csY6" fmla="*/ 450540 h 1991805"/>
              <a:gd name="csX7" fmla="*/ 3321394 w 5450586"/>
              <a:gd name="csY7" fmla="*/ 49 h 1991805"/>
              <a:gd name="csX8" fmla="*/ 4051124 w 5450586"/>
              <a:gd name="csY8" fmla="*/ 470789 h 1991805"/>
              <a:gd name="csX9" fmla="*/ 4868519 w 5450586"/>
              <a:gd name="csY9" fmla="*/ 710504 h 1991805"/>
              <a:gd name="csX10" fmla="*/ 5187606 w 5450586"/>
              <a:gd name="csY10" fmla="*/ 1044831 h 1991805"/>
              <a:gd name="csX0" fmla="*/ 5262529 w 5525509"/>
              <a:gd name="csY0" fmla="*/ 1044831 h 1992020"/>
              <a:gd name="csX1" fmla="*/ 5525419 w 5525509"/>
              <a:gd name="csY1" fmla="*/ 1406781 h 1992020"/>
              <a:gd name="csX2" fmla="*/ 5227287 w 5525509"/>
              <a:gd name="csY2" fmla="*/ 1730631 h 1992020"/>
              <a:gd name="csX3" fmla="*/ 4819908 w 5525509"/>
              <a:gd name="csY3" fmla="*/ 1888242 h 1992020"/>
              <a:gd name="csX4" fmla="*/ 2891280 w 5525509"/>
              <a:gd name="csY4" fmla="*/ 1985513 h 1992020"/>
              <a:gd name="csX5" fmla="*/ 231267 w 5525509"/>
              <a:gd name="csY5" fmla="*/ 1704121 h 1992020"/>
              <a:gd name="csX6" fmla="*/ 244776 w 5525509"/>
              <a:gd name="csY6" fmla="*/ 450540 h 1992020"/>
              <a:gd name="csX7" fmla="*/ 3396317 w 5525509"/>
              <a:gd name="csY7" fmla="*/ 49 h 1992020"/>
              <a:gd name="csX8" fmla="*/ 4126047 w 5525509"/>
              <a:gd name="csY8" fmla="*/ 470789 h 1992020"/>
              <a:gd name="csX9" fmla="*/ 4943442 w 5525509"/>
              <a:gd name="csY9" fmla="*/ 710504 h 1992020"/>
              <a:gd name="csX10" fmla="*/ 5262529 w 5525509"/>
              <a:gd name="csY10" fmla="*/ 1044831 h 19920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525509" h="1992020">
                <a:moveTo>
                  <a:pt x="5262529" y="1044831"/>
                </a:moveTo>
                <a:cubicBezTo>
                  <a:pt x="5373972" y="1178181"/>
                  <a:pt x="5521609" y="1289624"/>
                  <a:pt x="5525419" y="1406781"/>
                </a:cubicBezTo>
                <a:cubicBezTo>
                  <a:pt x="5530182" y="1523939"/>
                  <a:pt x="5344872" y="1650388"/>
                  <a:pt x="5227287" y="1730631"/>
                </a:cubicBezTo>
                <a:cubicBezTo>
                  <a:pt x="5109702" y="1810874"/>
                  <a:pt x="5209242" y="1845762"/>
                  <a:pt x="4819908" y="1888242"/>
                </a:cubicBezTo>
                <a:cubicBezTo>
                  <a:pt x="4430574" y="1930722"/>
                  <a:pt x="3656053" y="2016200"/>
                  <a:pt x="2891280" y="1985513"/>
                </a:cubicBezTo>
                <a:cubicBezTo>
                  <a:pt x="2126507" y="1954826"/>
                  <a:pt x="260372" y="1951850"/>
                  <a:pt x="231267" y="1704121"/>
                </a:cubicBezTo>
                <a:cubicBezTo>
                  <a:pt x="202162" y="1456392"/>
                  <a:pt x="-282732" y="734552"/>
                  <a:pt x="244776" y="450540"/>
                </a:cubicBezTo>
                <a:cubicBezTo>
                  <a:pt x="772284" y="166528"/>
                  <a:pt x="2749439" y="-3326"/>
                  <a:pt x="3396317" y="49"/>
                </a:cubicBezTo>
                <a:cubicBezTo>
                  <a:pt x="4043196" y="3424"/>
                  <a:pt x="3868193" y="352380"/>
                  <a:pt x="4126047" y="470789"/>
                </a:cubicBezTo>
                <a:cubicBezTo>
                  <a:pt x="4383901" y="589198"/>
                  <a:pt x="4790167" y="613480"/>
                  <a:pt x="4943442" y="710504"/>
                </a:cubicBezTo>
                <a:cubicBezTo>
                  <a:pt x="5075839" y="756224"/>
                  <a:pt x="5151087" y="911481"/>
                  <a:pt x="5262529" y="1044831"/>
                </a:cubicBezTo>
                <a:close/>
              </a:path>
            </a:pathLst>
          </a:custGeom>
          <a:solidFill>
            <a:schemeClr val="accent4">
              <a:lumMod val="75000"/>
            </a:schemeClr>
          </a:solidFill>
          <a:ln w="9525" cap="flat">
            <a:noFill/>
            <a:prstDash val="solid"/>
            <a:miter/>
          </a:ln>
        </p:spPr>
        <p:txBody>
          <a:bodyPr/>
          <a:lstStyle/>
          <a:p>
            <a:endParaRPr lang="en-US">
              <a:noFill/>
            </a:endParaRPr>
          </a:p>
        </p:txBody>
      </p:sp>
      <p:sp>
        <p:nvSpPr>
          <p:cNvPr id="11" name="Graphic 129">
            <a:extLst>
              <a:ext uri="{FF2B5EF4-FFF2-40B4-BE49-F238E27FC236}">
                <a16:creationId xmlns:a16="http://schemas.microsoft.com/office/drawing/2014/main" id="{0A7C47F9-E838-E305-2D6B-FDFC94EA07A8}"/>
              </a:ext>
            </a:extLst>
          </p:cNvPr>
          <p:cNvSpPr/>
          <p:nvPr/>
        </p:nvSpPr>
        <p:spPr>
          <a:xfrm rot="5747428" flipH="1">
            <a:off x="-855431" y="1033690"/>
            <a:ext cx="8272474" cy="16972778"/>
          </a:xfrm>
          <a:custGeom>
            <a:avLst/>
            <a:gdLst>
              <a:gd name="csX0" fmla="*/ 714496 w 977405"/>
              <a:gd name="csY0" fmla="*/ 349032 h 1125362"/>
              <a:gd name="csX1" fmla="*/ 977386 w 977405"/>
              <a:gd name="csY1" fmla="*/ 710982 h 1125362"/>
              <a:gd name="csX2" fmla="*/ 679254 w 977405"/>
              <a:gd name="csY2" fmla="*/ 1034832 h 1125362"/>
              <a:gd name="csX3" fmla="*/ 229674 w 977405"/>
              <a:gd name="csY3" fmla="*/ 1087220 h 1125362"/>
              <a:gd name="csX4" fmla="*/ 84894 w 977405"/>
              <a:gd name="csY4" fmla="*/ 635735 h 1125362"/>
              <a:gd name="csX5" fmla="*/ 19171 w 977405"/>
              <a:gd name="csY5" fmla="*/ 154722 h 1125362"/>
              <a:gd name="csX6" fmla="*/ 395409 w 977405"/>
              <a:gd name="csY6" fmla="*/ 14705 h 1125362"/>
              <a:gd name="csX7" fmla="*/ 714496 w 977405"/>
              <a:gd name="csY7" fmla="*/ 349032 h 1125362"/>
              <a:gd name="csX0" fmla="*/ 714397 w 977405"/>
              <a:gd name="csY0" fmla="*/ 348932 h 1125363"/>
              <a:gd name="csX1" fmla="*/ 977287 w 977405"/>
              <a:gd name="csY1" fmla="*/ 710882 h 1125363"/>
              <a:gd name="csX2" fmla="*/ 679155 w 977405"/>
              <a:gd name="csY2" fmla="*/ 1034732 h 1125363"/>
              <a:gd name="csX3" fmla="*/ 229575 w 977405"/>
              <a:gd name="csY3" fmla="*/ 1087120 h 1125363"/>
              <a:gd name="csX4" fmla="*/ 84795 w 977405"/>
              <a:gd name="csY4" fmla="*/ 635635 h 1125363"/>
              <a:gd name="csX5" fmla="*/ 19072 w 977405"/>
              <a:gd name="csY5" fmla="*/ 154622 h 1125363"/>
              <a:gd name="csX6" fmla="*/ 395310 w 977405"/>
              <a:gd name="csY6" fmla="*/ 14605 h 1125363"/>
              <a:gd name="csX7" fmla="*/ 714397 w 977405"/>
              <a:gd name="csY7" fmla="*/ 348932 h 1125363"/>
              <a:gd name="csX0" fmla="*/ 1954611 w 2217619"/>
              <a:gd name="csY0" fmla="*/ 953674 h 1730105"/>
              <a:gd name="csX1" fmla="*/ 2217501 w 2217619"/>
              <a:gd name="csY1" fmla="*/ 1315624 h 1730105"/>
              <a:gd name="csX2" fmla="*/ 1919369 w 2217619"/>
              <a:gd name="csY2" fmla="*/ 1639474 h 1730105"/>
              <a:gd name="csX3" fmla="*/ 1469789 w 2217619"/>
              <a:gd name="csY3" fmla="*/ 1691862 h 1730105"/>
              <a:gd name="csX4" fmla="*/ 1325009 w 2217619"/>
              <a:gd name="csY4" fmla="*/ 1240377 h 1730105"/>
              <a:gd name="csX5" fmla="*/ 1667 w 2217619"/>
              <a:gd name="csY5" fmla="*/ 14189 h 1730105"/>
              <a:gd name="csX6" fmla="*/ 1635524 w 2217619"/>
              <a:gd name="csY6" fmla="*/ 619347 h 1730105"/>
              <a:gd name="csX7" fmla="*/ 1954611 w 2217619"/>
              <a:gd name="csY7" fmla="*/ 953674 h 1730105"/>
              <a:gd name="csX0" fmla="*/ 1955732 w 2218740"/>
              <a:gd name="csY0" fmla="*/ 970158 h 1746589"/>
              <a:gd name="csX1" fmla="*/ 2218622 w 2218740"/>
              <a:gd name="csY1" fmla="*/ 1332108 h 1746589"/>
              <a:gd name="csX2" fmla="*/ 1920490 w 2218740"/>
              <a:gd name="csY2" fmla="*/ 1655958 h 1746589"/>
              <a:gd name="csX3" fmla="*/ 1470910 w 2218740"/>
              <a:gd name="csY3" fmla="*/ 1708346 h 1746589"/>
              <a:gd name="csX4" fmla="*/ 1326130 w 2218740"/>
              <a:gd name="csY4" fmla="*/ 1256861 h 1746589"/>
              <a:gd name="csX5" fmla="*/ 2788 w 2218740"/>
              <a:gd name="csY5" fmla="*/ 30673 h 1746589"/>
              <a:gd name="csX6" fmla="*/ 819250 w 2218740"/>
              <a:gd name="csY6" fmla="*/ 396116 h 1746589"/>
              <a:gd name="csX7" fmla="*/ 1636645 w 2218740"/>
              <a:gd name="csY7" fmla="*/ 635831 h 1746589"/>
              <a:gd name="csX8" fmla="*/ 1955732 w 2218740"/>
              <a:gd name="csY8" fmla="*/ 970158 h 1746589"/>
              <a:gd name="csX0" fmla="*/ 1955732 w 2218740"/>
              <a:gd name="csY0" fmla="*/ 970158 h 1746589"/>
              <a:gd name="csX1" fmla="*/ 2218622 w 2218740"/>
              <a:gd name="csY1" fmla="*/ 1332108 h 1746589"/>
              <a:gd name="csX2" fmla="*/ 1920490 w 2218740"/>
              <a:gd name="csY2" fmla="*/ 1655958 h 1746589"/>
              <a:gd name="csX3" fmla="*/ 1470910 w 2218740"/>
              <a:gd name="csY3" fmla="*/ 1708346 h 1746589"/>
              <a:gd name="csX4" fmla="*/ 1326130 w 2218740"/>
              <a:gd name="csY4" fmla="*/ 1256861 h 1746589"/>
              <a:gd name="csX5" fmla="*/ 2788 w 2218740"/>
              <a:gd name="csY5" fmla="*/ 30673 h 1746589"/>
              <a:gd name="csX6" fmla="*/ 819250 w 2218740"/>
              <a:gd name="csY6" fmla="*/ 396116 h 1746589"/>
              <a:gd name="csX7" fmla="*/ 1636645 w 2218740"/>
              <a:gd name="csY7" fmla="*/ 635831 h 1746589"/>
              <a:gd name="csX8" fmla="*/ 1955732 w 2218740"/>
              <a:gd name="csY8" fmla="*/ 970158 h 1746589"/>
              <a:gd name="csX0" fmla="*/ 1956297 w 2219305"/>
              <a:gd name="csY0" fmla="*/ 975663 h 1752094"/>
              <a:gd name="csX1" fmla="*/ 2219187 w 2219305"/>
              <a:gd name="csY1" fmla="*/ 1337613 h 1752094"/>
              <a:gd name="csX2" fmla="*/ 1921055 w 2219305"/>
              <a:gd name="csY2" fmla="*/ 1661463 h 1752094"/>
              <a:gd name="csX3" fmla="*/ 1471475 w 2219305"/>
              <a:gd name="csY3" fmla="*/ 1713851 h 1752094"/>
              <a:gd name="csX4" fmla="*/ 1326695 w 2219305"/>
              <a:gd name="csY4" fmla="*/ 1262366 h 1752094"/>
              <a:gd name="csX5" fmla="*/ 3353 w 2219305"/>
              <a:gd name="csY5" fmla="*/ 36178 h 1752094"/>
              <a:gd name="csX6" fmla="*/ 819815 w 2219305"/>
              <a:gd name="csY6" fmla="*/ 401621 h 1752094"/>
              <a:gd name="csX7" fmla="*/ 1637210 w 2219305"/>
              <a:gd name="csY7" fmla="*/ 641336 h 1752094"/>
              <a:gd name="csX8" fmla="*/ 1956297 w 2219305"/>
              <a:gd name="csY8" fmla="*/ 975663 h 1752094"/>
              <a:gd name="csX0" fmla="*/ 1525771 w 1788779"/>
              <a:gd name="csY0" fmla="*/ 1078795 h 1855226"/>
              <a:gd name="csX1" fmla="*/ 1788661 w 1788779"/>
              <a:gd name="csY1" fmla="*/ 1440745 h 1855226"/>
              <a:gd name="csX2" fmla="*/ 1490529 w 1788779"/>
              <a:gd name="csY2" fmla="*/ 1764595 h 1855226"/>
              <a:gd name="csX3" fmla="*/ 1040949 w 1788779"/>
              <a:gd name="csY3" fmla="*/ 1816983 h 1855226"/>
              <a:gd name="csX4" fmla="*/ 896169 w 1788779"/>
              <a:gd name="csY4" fmla="*/ 1365498 h 1855226"/>
              <a:gd name="csX5" fmla="*/ 6489 w 1788779"/>
              <a:gd name="csY5" fmla="*/ 25914 h 1855226"/>
              <a:gd name="csX6" fmla="*/ 389289 w 1788779"/>
              <a:gd name="csY6" fmla="*/ 504753 h 1855226"/>
              <a:gd name="csX7" fmla="*/ 1206684 w 1788779"/>
              <a:gd name="csY7" fmla="*/ 744468 h 1855226"/>
              <a:gd name="csX8" fmla="*/ 1525771 w 1788779"/>
              <a:gd name="csY8" fmla="*/ 1078795 h 1855226"/>
              <a:gd name="csX0" fmla="*/ 1525771 w 1788779"/>
              <a:gd name="csY0" fmla="*/ 1078795 h 1855226"/>
              <a:gd name="csX1" fmla="*/ 1788661 w 1788779"/>
              <a:gd name="csY1" fmla="*/ 1440745 h 1855226"/>
              <a:gd name="csX2" fmla="*/ 1490529 w 1788779"/>
              <a:gd name="csY2" fmla="*/ 1764595 h 1855226"/>
              <a:gd name="csX3" fmla="*/ 1040949 w 1788779"/>
              <a:gd name="csY3" fmla="*/ 1816983 h 1855226"/>
              <a:gd name="csX4" fmla="*/ 896169 w 1788779"/>
              <a:gd name="csY4" fmla="*/ 1365498 h 1855226"/>
              <a:gd name="csX5" fmla="*/ 6489 w 1788779"/>
              <a:gd name="csY5" fmla="*/ 25914 h 1855226"/>
              <a:gd name="csX6" fmla="*/ 389289 w 1788779"/>
              <a:gd name="csY6" fmla="*/ 504753 h 1855226"/>
              <a:gd name="csX7" fmla="*/ 1206684 w 1788779"/>
              <a:gd name="csY7" fmla="*/ 744468 h 1855226"/>
              <a:gd name="csX8" fmla="*/ 1525771 w 1788779"/>
              <a:gd name="csY8" fmla="*/ 1078795 h 1855226"/>
              <a:gd name="csX0" fmla="*/ 1681014 w 1944022"/>
              <a:gd name="csY0" fmla="*/ 1076515 h 1852946"/>
              <a:gd name="csX1" fmla="*/ 1943904 w 1944022"/>
              <a:gd name="csY1" fmla="*/ 1438465 h 1852946"/>
              <a:gd name="csX2" fmla="*/ 1645772 w 1944022"/>
              <a:gd name="csY2" fmla="*/ 1762315 h 1852946"/>
              <a:gd name="csX3" fmla="*/ 1196192 w 1944022"/>
              <a:gd name="csY3" fmla="*/ 1814703 h 1852946"/>
              <a:gd name="csX4" fmla="*/ 1051412 w 1944022"/>
              <a:gd name="csY4" fmla="*/ 1363218 h 1852946"/>
              <a:gd name="csX5" fmla="*/ 161732 w 1944022"/>
              <a:gd name="csY5" fmla="*/ 23634 h 1852946"/>
              <a:gd name="csX6" fmla="*/ 544532 w 1944022"/>
              <a:gd name="csY6" fmla="*/ 502473 h 1852946"/>
              <a:gd name="csX7" fmla="*/ 1361927 w 1944022"/>
              <a:gd name="csY7" fmla="*/ 742188 h 1852946"/>
              <a:gd name="csX8" fmla="*/ 1681014 w 1944022"/>
              <a:gd name="csY8" fmla="*/ 1076515 h 1852946"/>
              <a:gd name="csX0" fmla="*/ 4763267 w 5026275"/>
              <a:gd name="csY0" fmla="*/ 1053765 h 1830196"/>
              <a:gd name="csX1" fmla="*/ 5026157 w 5026275"/>
              <a:gd name="csY1" fmla="*/ 1415715 h 1830196"/>
              <a:gd name="csX2" fmla="*/ 4728025 w 5026275"/>
              <a:gd name="csY2" fmla="*/ 1739565 h 1830196"/>
              <a:gd name="csX3" fmla="*/ 4278445 w 5026275"/>
              <a:gd name="csY3" fmla="*/ 1791953 h 1830196"/>
              <a:gd name="csX4" fmla="*/ 4133665 w 5026275"/>
              <a:gd name="csY4" fmla="*/ 1340468 h 1830196"/>
              <a:gd name="csX5" fmla="*/ 5711 w 5026275"/>
              <a:gd name="csY5" fmla="*/ 609319 h 1830196"/>
              <a:gd name="csX6" fmla="*/ 3243985 w 5026275"/>
              <a:gd name="csY6" fmla="*/ 884 h 1830196"/>
              <a:gd name="csX7" fmla="*/ 3626785 w 5026275"/>
              <a:gd name="csY7" fmla="*/ 479723 h 1830196"/>
              <a:gd name="csX8" fmla="*/ 4444180 w 5026275"/>
              <a:gd name="csY8" fmla="*/ 719438 h 1830196"/>
              <a:gd name="csX9" fmla="*/ 4763267 w 5026275"/>
              <a:gd name="csY9" fmla="*/ 1053765 h 1830196"/>
              <a:gd name="csX0" fmla="*/ 4764215 w 5027223"/>
              <a:gd name="csY0" fmla="*/ 1037597 h 1814028"/>
              <a:gd name="csX1" fmla="*/ 5027105 w 5027223"/>
              <a:gd name="csY1" fmla="*/ 1399547 h 1814028"/>
              <a:gd name="csX2" fmla="*/ 4728973 w 5027223"/>
              <a:gd name="csY2" fmla="*/ 1723397 h 1814028"/>
              <a:gd name="csX3" fmla="*/ 4279393 w 5027223"/>
              <a:gd name="csY3" fmla="*/ 1775785 h 1814028"/>
              <a:gd name="csX4" fmla="*/ 4134613 w 5027223"/>
              <a:gd name="csY4" fmla="*/ 1324300 h 1814028"/>
              <a:gd name="csX5" fmla="*/ 6659 w 5027223"/>
              <a:gd name="csY5" fmla="*/ 593151 h 1814028"/>
              <a:gd name="csX6" fmla="*/ 2832954 w 5027223"/>
              <a:gd name="csY6" fmla="*/ 915 h 1814028"/>
              <a:gd name="csX7" fmla="*/ 3627733 w 5027223"/>
              <a:gd name="csY7" fmla="*/ 463555 h 1814028"/>
              <a:gd name="csX8" fmla="*/ 4445128 w 5027223"/>
              <a:gd name="csY8" fmla="*/ 703270 h 1814028"/>
              <a:gd name="csX9" fmla="*/ 4764215 w 5027223"/>
              <a:gd name="csY9" fmla="*/ 1037597 h 1814028"/>
              <a:gd name="csX0" fmla="*/ 4764046 w 5027054"/>
              <a:gd name="csY0" fmla="*/ 1045680 h 1822111"/>
              <a:gd name="csX1" fmla="*/ 5026936 w 5027054"/>
              <a:gd name="csY1" fmla="*/ 1407630 h 1822111"/>
              <a:gd name="csX2" fmla="*/ 4728804 w 5027054"/>
              <a:gd name="csY2" fmla="*/ 1731480 h 1822111"/>
              <a:gd name="csX3" fmla="*/ 4279224 w 5027054"/>
              <a:gd name="csY3" fmla="*/ 1783868 h 1822111"/>
              <a:gd name="csX4" fmla="*/ 4134444 w 5027054"/>
              <a:gd name="csY4" fmla="*/ 1332383 h 1822111"/>
              <a:gd name="csX5" fmla="*/ 6490 w 5027054"/>
              <a:gd name="csY5" fmla="*/ 601234 h 1822111"/>
              <a:gd name="csX6" fmla="*/ 2897834 w 5027054"/>
              <a:gd name="csY6" fmla="*/ 898 h 1822111"/>
              <a:gd name="csX7" fmla="*/ 3627564 w 5027054"/>
              <a:gd name="csY7" fmla="*/ 471638 h 1822111"/>
              <a:gd name="csX8" fmla="*/ 4444959 w 5027054"/>
              <a:gd name="csY8" fmla="*/ 711353 h 1822111"/>
              <a:gd name="csX9" fmla="*/ 4764046 w 5027054"/>
              <a:gd name="csY9" fmla="*/ 1045680 h 1822111"/>
              <a:gd name="csX0" fmla="*/ 5023732 w 5286740"/>
              <a:gd name="csY0" fmla="*/ 1044819 h 1821250"/>
              <a:gd name="csX1" fmla="*/ 5286622 w 5286740"/>
              <a:gd name="csY1" fmla="*/ 1406769 h 1821250"/>
              <a:gd name="csX2" fmla="*/ 4988490 w 5286740"/>
              <a:gd name="csY2" fmla="*/ 1730619 h 1821250"/>
              <a:gd name="csX3" fmla="*/ 4538910 w 5286740"/>
              <a:gd name="csY3" fmla="*/ 1783007 h 1821250"/>
              <a:gd name="csX4" fmla="*/ 4394130 w 5286740"/>
              <a:gd name="csY4" fmla="*/ 1331522 h 1821250"/>
              <a:gd name="csX5" fmla="*/ 5979 w 5286740"/>
              <a:gd name="csY5" fmla="*/ 450528 h 1821250"/>
              <a:gd name="csX6" fmla="*/ 3157520 w 5286740"/>
              <a:gd name="csY6" fmla="*/ 37 h 1821250"/>
              <a:gd name="csX7" fmla="*/ 3887250 w 5286740"/>
              <a:gd name="csY7" fmla="*/ 470777 h 1821250"/>
              <a:gd name="csX8" fmla="*/ 4704645 w 5286740"/>
              <a:gd name="csY8" fmla="*/ 710492 h 1821250"/>
              <a:gd name="csX9" fmla="*/ 5023732 w 5286740"/>
              <a:gd name="csY9" fmla="*/ 1044819 h 1821250"/>
              <a:gd name="csX0" fmla="*/ 5023732 w 5286740"/>
              <a:gd name="csY0" fmla="*/ 1044819 h 1821250"/>
              <a:gd name="csX1" fmla="*/ 5286622 w 5286740"/>
              <a:gd name="csY1" fmla="*/ 1406769 h 1821250"/>
              <a:gd name="csX2" fmla="*/ 4988490 w 5286740"/>
              <a:gd name="csY2" fmla="*/ 1730619 h 1821250"/>
              <a:gd name="csX3" fmla="*/ 4538910 w 5286740"/>
              <a:gd name="csY3" fmla="*/ 1783007 h 1821250"/>
              <a:gd name="csX4" fmla="*/ 4394130 w 5286740"/>
              <a:gd name="csY4" fmla="*/ 1331522 h 1821250"/>
              <a:gd name="csX5" fmla="*/ 5979 w 5286740"/>
              <a:gd name="csY5" fmla="*/ 450528 h 1821250"/>
              <a:gd name="csX6" fmla="*/ 3157520 w 5286740"/>
              <a:gd name="csY6" fmla="*/ 37 h 1821250"/>
              <a:gd name="csX7" fmla="*/ 3887250 w 5286740"/>
              <a:gd name="csY7" fmla="*/ 470777 h 1821250"/>
              <a:gd name="csX8" fmla="*/ 4704645 w 5286740"/>
              <a:gd name="csY8" fmla="*/ 710492 h 1821250"/>
              <a:gd name="csX9" fmla="*/ 5023732 w 5286740"/>
              <a:gd name="csY9" fmla="*/ 1044819 h 1821250"/>
              <a:gd name="csX0" fmla="*/ 5023732 w 5286740"/>
              <a:gd name="csY0" fmla="*/ 1044819 h 1821250"/>
              <a:gd name="csX1" fmla="*/ 5286622 w 5286740"/>
              <a:gd name="csY1" fmla="*/ 1406769 h 1821250"/>
              <a:gd name="csX2" fmla="*/ 4988490 w 5286740"/>
              <a:gd name="csY2" fmla="*/ 1730619 h 1821250"/>
              <a:gd name="csX3" fmla="*/ 4538910 w 5286740"/>
              <a:gd name="csY3" fmla="*/ 1783007 h 1821250"/>
              <a:gd name="csX4" fmla="*/ 4394130 w 5286740"/>
              <a:gd name="csY4" fmla="*/ 1331522 h 1821250"/>
              <a:gd name="csX5" fmla="*/ 5979 w 5286740"/>
              <a:gd name="csY5" fmla="*/ 450528 h 1821250"/>
              <a:gd name="csX6" fmla="*/ 3157520 w 5286740"/>
              <a:gd name="csY6" fmla="*/ 37 h 1821250"/>
              <a:gd name="csX7" fmla="*/ 3887250 w 5286740"/>
              <a:gd name="csY7" fmla="*/ 470777 h 1821250"/>
              <a:gd name="csX8" fmla="*/ 4704645 w 5286740"/>
              <a:gd name="csY8" fmla="*/ 710492 h 1821250"/>
              <a:gd name="csX9" fmla="*/ 5023732 w 5286740"/>
              <a:gd name="csY9" fmla="*/ 1044819 h 1821250"/>
              <a:gd name="csX0" fmla="*/ 5019151 w 5282159"/>
              <a:gd name="csY0" fmla="*/ 1044819 h 1821250"/>
              <a:gd name="csX1" fmla="*/ 5282041 w 5282159"/>
              <a:gd name="csY1" fmla="*/ 1406769 h 1821250"/>
              <a:gd name="csX2" fmla="*/ 4983909 w 5282159"/>
              <a:gd name="csY2" fmla="*/ 1730619 h 1821250"/>
              <a:gd name="csX3" fmla="*/ 4534329 w 5282159"/>
              <a:gd name="csY3" fmla="*/ 1783007 h 1821250"/>
              <a:gd name="csX4" fmla="*/ 4389549 w 5282159"/>
              <a:gd name="csY4" fmla="*/ 1331522 h 1821250"/>
              <a:gd name="csX5" fmla="*/ 1398 w 5282159"/>
              <a:gd name="csY5" fmla="*/ 450528 h 1821250"/>
              <a:gd name="csX6" fmla="*/ 3152939 w 5282159"/>
              <a:gd name="csY6" fmla="*/ 37 h 1821250"/>
              <a:gd name="csX7" fmla="*/ 3882669 w 5282159"/>
              <a:gd name="csY7" fmla="*/ 470777 h 1821250"/>
              <a:gd name="csX8" fmla="*/ 4700064 w 5282159"/>
              <a:gd name="csY8" fmla="*/ 710492 h 1821250"/>
              <a:gd name="csX9" fmla="*/ 5019151 w 5282159"/>
              <a:gd name="csY9" fmla="*/ 1044819 h 1821250"/>
              <a:gd name="csX0" fmla="*/ 5235949 w 5498957"/>
              <a:gd name="csY0" fmla="*/ 1044828 h 1794706"/>
              <a:gd name="csX1" fmla="*/ 5498839 w 5498957"/>
              <a:gd name="csY1" fmla="*/ 1406778 h 1794706"/>
              <a:gd name="csX2" fmla="*/ 5200707 w 5498957"/>
              <a:gd name="csY2" fmla="*/ 1730628 h 1794706"/>
              <a:gd name="csX3" fmla="*/ 4751127 w 5498957"/>
              <a:gd name="csY3" fmla="*/ 1783016 h 1794706"/>
              <a:gd name="csX4" fmla="*/ 378149 w 5498957"/>
              <a:gd name="csY4" fmla="*/ 1647420 h 1794706"/>
              <a:gd name="csX5" fmla="*/ 218196 w 5498957"/>
              <a:gd name="csY5" fmla="*/ 450537 h 1794706"/>
              <a:gd name="csX6" fmla="*/ 3369737 w 5498957"/>
              <a:gd name="csY6" fmla="*/ 46 h 1794706"/>
              <a:gd name="csX7" fmla="*/ 4099467 w 5498957"/>
              <a:gd name="csY7" fmla="*/ 470786 h 1794706"/>
              <a:gd name="csX8" fmla="*/ 4916862 w 5498957"/>
              <a:gd name="csY8" fmla="*/ 710501 h 1794706"/>
              <a:gd name="csX9" fmla="*/ 5235949 w 5498957"/>
              <a:gd name="csY9" fmla="*/ 1044828 h 1794706"/>
              <a:gd name="csX0" fmla="*/ 5235949 w 5498957"/>
              <a:gd name="csY0" fmla="*/ 1044828 h 1794706"/>
              <a:gd name="csX1" fmla="*/ 5498839 w 5498957"/>
              <a:gd name="csY1" fmla="*/ 1406778 h 1794706"/>
              <a:gd name="csX2" fmla="*/ 5200707 w 5498957"/>
              <a:gd name="csY2" fmla="*/ 1730628 h 1794706"/>
              <a:gd name="csX3" fmla="*/ 4751127 w 5498957"/>
              <a:gd name="csY3" fmla="*/ 1783016 h 1794706"/>
              <a:gd name="csX4" fmla="*/ 378149 w 5498957"/>
              <a:gd name="csY4" fmla="*/ 1647420 h 1794706"/>
              <a:gd name="csX5" fmla="*/ 218196 w 5498957"/>
              <a:gd name="csY5" fmla="*/ 450537 h 1794706"/>
              <a:gd name="csX6" fmla="*/ 3369737 w 5498957"/>
              <a:gd name="csY6" fmla="*/ 46 h 1794706"/>
              <a:gd name="csX7" fmla="*/ 4099467 w 5498957"/>
              <a:gd name="csY7" fmla="*/ 470786 h 1794706"/>
              <a:gd name="csX8" fmla="*/ 4916862 w 5498957"/>
              <a:gd name="csY8" fmla="*/ 710501 h 1794706"/>
              <a:gd name="csX9" fmla="*/ 5235949 w 5498957"/>
              <a:gd name="csY9" fmla="*/ 1044828 h 1794706"/>
              <a:gd name="csX0" fmla="*/ 5200285 w 5463293"/>
              <a:gd name="csY0" fmla="*/ 1044828 h 1799770"/>
              <a:gd name="csX1" fmla="*/ 5463175 w 5463293"/>
              <a:gd name="csY1" fmla="*/ 1406778 h 1799770"/>
              <a:gd name="csX2" fmla="*/ 5165043 w 5463293"/>
              <a:gd name="csY2" fmla="*/ 1730628 h 1799770"/>
              <a:gd name="csX3" fmla="*/ 4715463 w 5463293"/>
              <a:gd name="csY3" fmla="*/ 1783016 h 1799770"/>
              <a:gd name="csX4" fmla="*/ 342485 w 5463293"/>
              <a:gd name="csY4" fmla="*/ 1647420 h 1799770"/>
              <a:gd name="csX5" fmla="*/ 182532 w 5463293"/>
              <a:gd name="csY5" fmla="*/ 450537 h 1799770"/>
              <a:gd name="csX6" fmla="*/ 3334073 w 5463293"/>
              <a:gd name="csY6" fmla="*/ 46 h 1799770"/>
              <a:gd name="csX7" fmla="*/ 4063803 w 5463293"/>
              <a:gd name="csY7" fmla="*/ 470786 h 1799770"/>
              <a:gd name="csX8" fmla="*/ 4881198 w 5463293"/>
              <a:gd name="csY8" fmla="*/ 710501 h 1799770"/>
              <a:gd name="csX9" fmla="*/ 5200285 w 5463293"/>
              <a:gd name="csY9" fmla="*/ 1044828 h 1799770"/>
              <a:gd name="csX0" fmla="*/ 5200285 w 5463293"/>
              <a:gd name="csY0" fmla="*/ 1044828 h 1799770"/>
              <a:gd name="csX1" fmla="*/ 5463175 w 5463293"/>
              <a:gd name="csY1" fmla="*/ 1406778 h 1799770"/>
              <a:gd name="csX2" fmla="*/ 5165043 w 5463293"/>
              <a:gd name="csY2" fmla="*/ 1730628 h 1799770"/>
              <a:gd name="csX3" fmla="*/ 4715463 w 5463293"/>
              <a:gd name="csY3" fmla="*/ 1783016 h 1799770"/>
              <a:gd name="csX4" fmla="*/ 342485 w 5463293"/>
              <a:gd name="csY4" fmla="*/ 1647420 h 1799770"/>
              <a:gd name="csX5" fmla="*/ 182532 w 5463293"/>
              <a:gd name="csY5" fmla="*/ 450537 h 1799770"/>
              <a:gd name="csX6" fmla="*/ 3334073 w 5463293"/>
              <a:gd name="csY6" fmla="*/ 46 h 1799770"/>
              <a:gd name="csX7" fmla="*/ 4063803 w 5463293"/>
              <a:gd name="csY7" fmla="*/ 470786 h 1799770"/>
              <a:gd name="csX8" fmla="*/ 4881198 w 5463293"/>
              <a:gd name="csY8" fmla="*/ 710501 h 1799770"/>
              <a:gd name="csX9" fmla="*/ 5200285 w 5463293"/>
              <a:gd name="csY9" fmla="*/ 1044828 h 1799770"/>
              <a:gd name="csX0" fmla="*/ 5200285 w 5463293"/>
              <a:gd name="csY0" fmla="*/ 1044828 h 1799770"/>
              <a:gd name="csX1" fmla="*/ 5463175 w 5463293"/>
              <a:gd name="csY1" fmla="*/ 1406778 h 1799770"/>
              <a:gd name="csX2" fmla="*/ 5165043 w 5463293"/>
              <a:gd name="csY2" fmla="*/ 1730628 h 1799770"/>
              <a:gd name="csX3" fmla="*/ 4715463 w 5463293"/>
              <a:gd name="csY3" fmla="*/ 1783016 h 1799770"/>
              <a:gd name="csX4" fmla="*/ 342485 w 5463293"/>
              <a:gd name="csY4" fmla="*/ 1647420 h 1799770"/>
              <a:gd name="csX5" fmla="*/ 182532 w 5463293"/>
              <a:gd name="csY5" fmla="*/ 450537 h 1799770"/>
              <a:gd name="csX6" fmla="*/ 3334073 w 5463293"/>
              <a:gd name="csY6" fmla="*/ 46 h 1799770"/>
              <a:gd name="csX7" fmla="*/ 4063803 w 5463293"/>
              <a:gd name="csY7" fmla="*/ 470786 h 1799770"/>
              <a:gd name="csX8" fmla="*/ 4881198 w 5463293"/>
              <a:gd name="csY8" fmla="*/ 710501 h 1799770"/>
              <a:gd name="csX9" fmla="*/ 5200285 w 5463293"/>
              <a:gd name="csY9" fmla="*/ 1044828 h 1799770"/>
              <a:gd name="csX0" fmla="*/ 5320168 w 5593529"/>
              <a:gd name="csY0" fmla="*/ 1044828 h 1857809"/>
              <a:gd name="csX1" fmla="*/ 5583058 w 5593529"/>
              <a:gd name="csY1" fmla="*/ 1406778 h 1857809"/>
              <a:gd name="csX2" fmla="*/ 5284926 w 5593529"/>
              <a:gd name="csY2" fmla="*/ 1730628 h 1857809"/>
              <a:gd name="csX3" fmla="*/ 3274165 w 5593529"/>
              <a:gd name="csY3" fmla="*/ 1855914 h 1857809"/>
              <a:gd name="csX4" fmla="*/ 462368 w 5593529"/>
              <a:gd name="csY4" fmla="*/ 1647420 h 1857809"/>
              <a:gd name="csX5" fmla="*/ 302415 w 5593529"/>
              <a:gd name="csY5" fmla="*/ 450537 h 1857809"/>
              <a:gd name="csX6" fmla="*/ 3453956 w 5593529"/>
              <a:gd name="csY6" fmla="*/ 46 h 1857809"/>
              <a:gd name="csX7" fmla="*/ 4183686 w 5593529"/>
              <a:gd name="csY7" fmla="*/ 470786 h 1857809"/>
              <a:gd name="csX8" fmla="*/ 5001081 w 5593529"/>
              <a:gd name="csY8" fmla="*/ 710501 h 1857809"/>
              <a:gd name="csX9" fmla="*/ 5320168 w 5593529"/>
              <a:gd name="csY9" fmla="*/ 1044828 h 1857809"/>
              <a:gd name="csX0" fmla="*/ 5303906 w 5590401"/>
              <a:gd name="csY0" fmla="*/ 1044828 h 1986298"/>
              <a:gd name="csX1" fmla="*/ 5566796 w 5590401"/>
              <a:gd name="csY1" fmla="*/ 1406778 h 1986298"/>
              <a:gd name="csX2" fmla="*/ 5268664 w 5590401"/>
              <a:gd name="csY2" fmla="*/ 1730628 h 1986298"/>
              <a:gd name="csX3" fmla="*/ 2932657 w 5590401"/>
              <a:gd name="csY3" fmla="*/ 1985510 h 1986298"/>
              <a:gd name="csX4" fmla="*/ 446106 w 5590401"/>
              <a:gd name="csY4" fmla="*/ 1647420 h 1986298"/>
              <a:gd name="csX5" fmla="*/ 286153 w 5590401"/>
              <a:gd name="csY5" fmla="*/ 450537 h 1986298"/>
              <a:gd name="csX6" fmla="*/ 3437694 w 5590401"/>
              <a:gd name="csY6" fmla="*/ 46 h 1986298"/>
              <a:gd name="csX7" fmla="*/ 4167424 w 5590401"/>
              <a:gd name="csY7" fmla="*/ 470786 h 1986298"/>
              <a:gd name="csX8" fmla="*/ 4984819 w 5590401"/>
              <a:gd name="csY8" fmla="*/ 710501 h 1986298"/>
              <a:gd name="csX9" fmla="*/ 5303906 w 5590401"/>
              <a:gd name="csY9" fmla="*/ 1044828 h 1986298"/>
              <a:gd name="csX0" fmla="*/ 5303906 w 5566904"/>
              <a:gd name="csY0" fmla="*/ 1044828 h 1992814"/>
              <a:gd name="csX1" fmla="*/ 5566796 w 5566904"/>
              <a:gd name="csY1" fmla="*/ 1406778 h 1992814"/>
              <a:gd name="csX2" fmla="*/ 5268664 w 5566904"/>
              <a:gd name="csY2" fmla="*/ 1730628 h 1992814"/>
              <a:gd name="csX3" fmla="*/ 4666136 w 5566904"/>
              <a:gd name="csY3" fmla="*/ 1867989 h 1992814"/>
              <a:gd name="csX4" fmla="*/ 2932657 w 5566904"/>
              <a:gd name="csY4" fmla="*/ 1985510 h 1992814"/>
              <a:gd name="csX5" fmla="*/ 446106 w 5566904"/>
              <a:gd name="csY5" fmla="*/ 1647420 h 1992814"/>
              <a:gd name="csX6" fmla="*/ 286153 w 5566904"/>
              <a:gd name="csY6" fmla="*/ 450537 h 1992814"/>
              <a:gd name="csX7" fmla="*/ 3437694 w 5566904"/>
              <a:gd name="csY7" fmla="*/ 46 h 1992814"/>
              <a:gd name="csX8" fmla="*/ 4167424 w 5566904"/>
              <a:gd name="csY8" fmla="*/ 470786 h 1992814"/>
              <a:gd name="csX9" fmla="*/ 4984819 w 5566904"/>
              <a:gd name="csY9" fmla="*/ 710501 h 1992814"/>
              <a:gd name="csX10" fmla="*/ 5303906 w 5566904"/>
              <a:gd name="csY10" fmla="*/ 1044828 h 1992814"/>
              <a:gd name="csX0" fmla="*/ 5303906 w 5566904"/>
              <a:gd name="csY0" fmla="*/ 1044828 h 1992814"/>
              <a:gd name="csX1" fmla="*/ 5566796 w 5566904"/>
              <a:gd name="csY1" fmla="*/ 1406778 h 1992814"/>
              <a:gd name="csX2" fmla="*/ 5268664 w 5566904"/>
              <a:gd name="csY2" fmla="*/ 1730628 h 1992814"/>
              <a:gd name="csX3" fmla="*/ 4666136 w 5566904"/>
              <a:gd name="csY3" fmla="*/ 1867989 h 1992814"/>
              <a:gd name="csX4" fmla="*/ 2932657 w 5566904"/>
              <a:gd name="csY4" fmla="*/ 1985510 h 1992814"/>
              <a:gd name="csX5" fmla="*/ 446106 w 5566904"/>
              <a:gd name="csY5" fmla="*/ 1647420 h 1992814"/>
              <a:gd name="csX6" fmla="*/ 286153 w 5566904"/>
              <a:gd name="csY6" fmla="*/ 450537 h 1992814"/>
              <a:gd name="csX7" fmla="*/ 3437694 w 5566904"/>
              <a:gd name="csY7" fmla="*/ 46 h 1992814"/>
              <a:gd name="csX8" fmla="*/ 4167424 w 5566904"/>
              <a:gd name="csY8" fmla="*/ 470786 h 1992814"/>
              <a:gd name="csX9" fmla="*/ 4984819 w 5566904"/>
              <a:gd name="csY9" fmla="*/ 710501 h 1992814"/>
              <a:gd name="csX10" fmla="*/ 5303906 w 5566904"/>
              <a:gd name="csY10" fmla="*/ 1044828 h 1992814"/>
              <a:gd name="csX0" fmla="*/ 5303906 w 5566886"/>
              <a:gd name="csY0" fmla="*/ 1044828 h 1995191"/>
              <a:gd name="csX1" fmla="*/ 5566796 w 5566886"/>
              <a:gd name="csY1" fmla="*/ 1406778 h 1995191"/>
              <a:gd name="csX2" fmla="*/ 5268664 w 5566886"/>
              <a:gd name="csY2" fmla="*/ 1730628 h 1995191"/>
              <a:gd name="csX3" fmla="*/ 4861285 w 5566886"/>
              <a:gd name="csY3" fmla="*/ 1888239 h 1995191"/>
              <a:gd name="csX4" fmla="*/ 2932657 w 5566886"/>
              <a:gd name="csY4" fmla="*/ 1985510 h 1995191"/>
              <a:gd name="csX5" fmla="*/ 446106 w 5566886"/>
              <a:gd name="csY5" fmla="*/ 1647420 h 1995191"/>
              <a:gd name="csX6" fmla="*/ 286153 w 5566886"/>
              <a:gd name="csY6" fmla="*/ 450537 h 1995191"/>
              <a:gd name="csX7" fmla="*/ 3437694 w 5566886"/>
              <a:gd name="csY7" fmla="*/ 46 h 1995191"/>
              <a:gd name="csX8" fmla="*/ 4167424 w 5566886"/>
              <a:gd name="csY8" fmla="*/ 470786 h 1995191"/>
              <a:gd name="csX9" fmla="*/ 4984819 w 5566886"/>
              <a:gd name="csY9" fmla="*/ 710501 h 1995191"/>
              <a:gd name="csX10" fmla="*/ 5303906 w 5566886"/>
              <a:gd name="csY10" fmla="*/ 1044828 h 1995191"/>
              <a:gd name="csX0" fmla="*/ 5268865 w 5531845"/>
              <a:gd name="csY0" fmla="*/ 1044831 h 1991805"/>
              <a:gd name="csX1" fmla="*/ 5531755 w 5531845"/>
              <a:gd name="csY1" fmla="*/ 1406781 h 1991805"/>
              <a:gd name="csX2" fmla="*/ 5233623 w 5531845"/>
              <a:gd name="csY2" fmla="*/ 1730631 h 1991805"/>
              <a:gd name="csX3" fmla="*/ 4826244 w 5531845"/>
              <a:gd name="csY3" fmla="*/ 1888242 h 1991805"/>
              <a:gd name="csX4" fmla="*/ 2897616 w 5531845"/>
              <a:gd name="csY4" fmla="*/ 1985513 h 1991805"/>
              <a:gd name="csX5" fmla="*/ 497799 w 5531845"/>
              <a:gd name="csY5" fmla="*/ 1708171 h 1991805"/>
              <a:gd name="csX6" fmla="*/ 251112 w 5531845"/>
              <a:gd name="csY6" fmla="*/ 450540 h 1991805"/>
              <a:gd name="csX7" fmla="*/ 3402653 w 5531845"/>
              <a:gd name="csY7" fmla="*/ 49 h 1991805"/>
              <a:gd name="csX8" fmla="*/ 4132383 w 5531845"/>
              <a:gd name="csY8" fmla="*/ 470789 h 1991805"/>
              <a:gd name="csX9" fmla="*/ 4949778 w 5531845"/>
              <a:gd name="csY9" fmla="*/ 710504 h 1991805"/>
              <a:gd name="csX10" fmla="*/ 5268865 w 5531845"/>
              <a:gd name="csY10" fmla="*/ 1044831 h 1991805"/>
              <a:gd name="csX0" fmla="*/ 5187606 w 5450586"/>
              <a:gd name="csY0" fmla="*/ 1044831 h 1991805"/>
              <a:gd name="csX1" fmla="*/ 5450496 w 5450586"/>
              <a:gd name="csY1" fmla="*/ 1406781 h 1991805"/>
              <a:gd name="csX2" fmla="*/ 5152364 w 5450586"/>
              <a:gd name="csY2" fmla="*/ 1730631 h 1991805"/>
              <a:gd name="csX3" fmla="*/ 4744985 w 5450586"/>
              <a:gd name="csY3" fmla="*/ 1888242 h 1991805"/>
              <a:gd name="csX4" fmla="*/ 2816357 w 5450586"/>
              <a:gd name="csY4" fmla="*/ 1985513 h 1991805"/>
              <a:gd name="csX5" fmla="*/ 416540 w 5450586"/>
              <a:gd name="csY5" fmla="*/ 1708171 h 1991805"/>
              <a:gd name="csX6" fmla="*/ 169853 w 5450586"/>
              <a:gd name="csY6" fmla="*/ 450540 h 1991805"/>
              <a:gd name="csX7" fmla="*/ 3321394 w 5450586"/>
              <a:gd name="csY7" fmla="*/ 49 h 1991805"/>
              <a:gd name="csX8" fmla="*/ 4051124 w 5450586"/>
              <a:gd name="csY8" fmla="*/ 470789 h 1991805"/>
              <a:gd name="csX9" fmla="*/ 4868519 w 5450586"/>
              <a:gd name="csY9" fmla="*/ 710504 h 1991805"/>
              <a:gd name="csX10" fmla="*/ 5187606 w 5450586"/>
              <a:gd name="csY10" fmla="*/ 1044831 h 1991805"/>
              <a:gd name="csX0" fmla="*/ 5262529 w 5525509"/>
              <a:gd name="csY0" fmla="*/ 1044831 h 1992020"/>
              <a:gd name="csX1" fmla="*/ 5525419 w 5525509"/>
              <a:gd name="csY1" fmla="*/ 1406781 h 1992020"/>
              <a:gd name="csX2" fmla="*/ 5227287 w 5525509"/>
              <a:gd name="csY2" fmla="*/ 1730631 h 1992020"/>
              <a:gd name="csX3" fmla="*/ 4819908 w 5525509"/>
              <a:gd name="csY3" fmla="*/ 1888242 h 1992020"/>
              <a:gd name="csX4" fmla="*/ 2891280 w 5525509"/>
              <a:gd name="csY4" fmla="*/ 1985513 h 1992020"/>
              <a:gd name="csX5" fmla="*/ 231267 w 5525509"/>
              <a:gd name="csY5" fmla="*/ 1704121 h 1992020"/>
              <a:gd name="csX6" fmla="*/ 244776 w 5525509"/>
              <a:gd name="csY6" fmla="*/ 450540 h 1992020"/>
              <a:gd name="csX7" fmla="*/ 3396317 w 5525509"/>
              <a:gd name="csY7" fmla="*/ 49 h 1992020"/>
              <a:gd name="csX8" fmla="*/ 4126047 w 5525509"/>
              <a:gd name="csY8" fmla="*/ 470789 h 1992020"/>
              <a:gd name="csX9" fmla="*/ 4943442 w 5525509"/>
              <a:gd name="csY9" fmla="*/ 710504 h 1992020"/>
              <a:gd name="csX10" fmla="*/ 5262529 w 5525509"/>
              <a:gd name="csY10" fmla="*/ 1044831 h 1992020"/>
              <a:gd name="csX0" fmla="*/ 5237591 w 5500571"/>
              <a:gd name="csY0" fmla="*/ 1044916 h 1992105"/>
              <a:gd name="csX1" fmla="*/ 5500481 w 5500571"/>
              <a:gd name="csY1" fmla="*/ 1406866 h 1992105"/>
              <a:gd name="csX2" fmla="*/ 5202349 w 5500571"/>
              <a:gd name="csY2" fmla="*/ 1730716 h 1992105"/>
              <a:gd name="csX3" fmla="*/ 4794970 w 5500571"/>
              <a:gd name="csY3" fmla="*/ 1888327 h 1992105"/>
              <a:gd name="csX4" fmla="*/ 2866342 w 5500571"/>
              <a:gd name="csY4" fmla="*/ 1985598 h 1992105"/>
              <a:gd name="csX5" fmla="*/ 206329 w 5500571"/>
              <a:gd name="csY5" fmla="*/ 1704206 h 1992105"/>
              <a:gd name="csX6" fmla="*/ 534243 w 5500571"/>
              <a:gd name="csY6" fmla="*/ 519473 h 1992105"/>
              <a:gd name="csX7" fmla="*/ 3371379 w 5500571"/>
              <a:gd name="csY7" fmla="*/ 134 h 1992105"/>
              <a:gd name="csX8" fmla="*/ 4101109 w 5500571"/>
              <a:gd name="csY8" fmla="*/ 470874 h 1992105"/>
              <a:gd name="csX9" fmla="*/ 4918504 w 5500571"/>
              <a:gd name="csY9" fmla="*/ 710589 h 1992105"/>
              <a:gd name="csX10" fmla="*/ 5237591 w 5500571"/>
              <a:gd name="csY10" fmla="*/ 1044916 h 1992105"/>
              <a:gd name="csX0" fmla="*/ 5070999 w 5333979"/>
              <a:gd name="csY0" fmla="*/ 1044916 h 1994231"/>
              <a:gd name="csX1" fmla="*/ 5333889 w 5333979"/>
              <a:gd name="csY1" fmla="*/ 1406866 h 1994231"/>
              <a:gd name="csX2" fmla="*/ 5035757 w 5333979"/>
              <a:gd name="csY2" fmla="*/ 1730716 h 1994231"/>
              <a:gd name="csX3" fmla="*/ 4628378 w 5333979"/>
              <a:gd name="csY3" fmla="*/ 1888327 h 1994231"/>
              <a:gd name="csX4" fmla="*/ 2699750 w 5333979"/>
              <a:gd name="csY4" fmla="*/ 1985598 h 1994231"/>
              <a:gd name="csX5" fmla="*/ 289094 w 5333979"/>
              <a:gd name="csY5" fmla="*/ 1665733 h 1994231"/>
              <a:gd name="csX6" fmla="*/ 367651 w 5333979"/>
              <a:gd name="csY6" fmla="*/ 519473 h 1994231"/>
              <a:gd name="csX7" fmla="*/ 3204787 w 5333979"/>
              <a:gd name="csY7" fmla="*/ 134 h 1994231"/>
              <a:gd name="csX8" fmla="*/ 3934517 w 5333979"/>
              <a:gd name="csY8" fmla="*/ 470874 h 1994231"/>
              <a:gd name="csX9" fmla="*/ 4751912 w 5333979"/>
              <a:gd name="csY9" fmla="*/ 710589 h 1994231"/>
              <a:gd name="csX10" fmla="*/ 5070999 w 5333979"/>
              <a:gd name="csY10" fmla="*/ 1044916 h 1994231"/>
              <a:gd name="csX0" fmla="*/ 5070999 w 5333979"/>
              <a:gd name="csY0" fmla="*/ 1044916 h 1926472"/>
              <a:gd name="csX1" fmla="*/ 5333889 w 5333979"/>
              <a:gd name="csY1" fmla="*/ 1406866 h 1926472"/>
              <a:gd name="csX2" fmla="*/ 5035757 w 5333979"/>
              <a:gd name="csY2" fmla="*/ 1730716 h 1926472"/>
              <a:gd name="csX3" fmla="*/ 4628378 w 5333979"/>
              <a:gd name="csY3" fmla="*/ 1888327 h 1926472"/>
              <a:gd name="csX4" fmla="*/ 2699750 w 5333979"/>
              <a:gd name="csY4" fmla="*/ 1908651 h 1926472"/>
              <a:gd name="csX5" fmla="*/ 289094 w 5333979"/>
              <a:gd name="csY5" fmla="*/ 1665733 h 1926472"/>
              <a:gd name="csX6" fmla="*/ 367651 w 5333979"/>
              <a:gd name="csY6" fmla="*/ 519473 h 1926472"/>
              <a:gd name="csX7" fmla="*/ 3204787 w 5333979"/>
              <a:gd name="csY7" fmla="*/ 134 h 1926472"/>
              <a:gd name="csX8" fmla="*/ 3934517 w 5333979"/>
              <a:gd name="csY8" fmla="*/ 470874 h 1926472"/>
              <a:gd name="csX9" fmla="*/ 4751912 w 5333979"/>
              <a:gd name="csY9" fmla="*/ 710589 h 1926472"/>
              <a:gd name="csX10" fmla="*/ 5070999 w 5333979"/>
              <a:gd name="csY10" fmla="*/ 1044916 h 1926472"/>
              <a:gd name="csX0" fmla="*/ 5070999 w 5333985"/>
              <a:gd name="csY0" fmla="*/ 1044916 h 1915150"/>
              <a:gd name="csX1" fmla="*/ 5333889 w 5333985"/>
              <a:gd name="csY1" fmla="*/ 1406866 h 1915150"/>
              <a:gd name="csX2" fmla="*/ 5035757 w 5333985"/>
              <a:gd name="csY2" fmla="*/ 1730716 h 1915150"/>
              <a:gd name="csX3" fmla="*/ 4552487 w 5333985"/>
              <a:gd name="csY3" fmla="*/ 1835679 h 1915150"/>
              <a:gd name="csX4" fmla="*/ 2699750 w 5333985"/>
              <a:gd name="csY4" fmla="*/ 1908651 h 1915150"/>
              <a:gd name="csX5" fmla="*/ 289094 w 5333985"/>
              <a:gd name="csY5" fmla="*/ 1665733 h 1915150"/>
              <a:gd name="csX6" fmla="*/ 367651 w 5333985"/>
              <a:gd name="csY6" fmla="*/ 519473 h 1915150"/>
              <a:gd name="csX7" fmla="*/ 3204787 w 5333985"/>
              <a:gd name="csY7" fmla="*/ 134 h 1915150"/>
              <a:gd name="csX8" fmla="*/ 3934517 w 5333985"/>
              <a:gd name="csY8" fmla="*/ 470874 h 1915150"/>
              <a:gd name="csX9" fmla="*/ 4751912 w 5333985"/>
              <a:gd name="csY9" fmla="*/ 710589 h 1915150"/>
              <a:gd name="csX10" fmla="*/ 5070999 w 5333985"/>
              <a:gd name="csY10" fmla="*/ 1044916 h 1915150"/>
              <a:gd name="csX0" fmla="*/ 4922170 w 5185156"/>
              <a:gd name="csY0" fmla="*/ 1044916 h 1915495"/>
              <a:gd name="csX1" fmla="*/ 5185060 w 5185156"/>
              <a:gd name="csY1" fmla="*/ 1406866 h 1915495"/>
              <a:gd name="csX2" fmla="*/ 4886928 w 5185156"/>
              <a:gd name="csY2" fmla="*/ 1730716 h 1915495"/>
              <a:gd name="csX3" fmla="*/ 4403658 w 5185156"/>
              <a:gd name="csY3" fmla="*/ 1835679 h 1915495"/>
              <a:gd name="csX4" fmla="*/ 2550921 w 5185156"/>
              <a:gd name="csY4" fmla="*/ 1908651 h 1915495"/>
              <a:gd name="csX5" fmla="*/ 454669 w 5185156"/>
              <a:gd name="csY5" fmla="*/ 1659658 h 1915495"/>
              <a:gd name="csX6" fmla="*/ 218822 w 5185156"/>
              <a:gd name="csY6" fmla="*/ 519473 h 1915495"/>
              <a:gd name="csX7" fmla="*/ 3055958 w 5185156"/>
              <a:gd name="csY7" fmla="*/ 134 h 1915495"/>
              <a:gd name="csX8" fmla="*/ 3785688 w 5185156"/>
              <a:gd name="csY8" fmla="*/ 470874 h 1915495"/>
              <a:gd name="csX9" fmla="*/ 4603083 w 5185156"/>
              <a:gd name="csY9" fmla="*/ 710589 h 1915495"/>
              <a:gd name="csX10" fmla="*/ 4922170 w 5185156"/>
              <a:gd name="csY10" fmla="*/ 1044916 h 1915495"/>
              <a:gd name="csX0" fmla="*/ 4793813 w 5056799"/>
              <a:gd name="csY0" fmla="*/ 1044951 h 1915530"/>
              <a:gd name="csX1" fmla="*/ 5056703 w 5056799"/>
              <a:gd name="csY1" fmla="*/ 1406901 h 1915530"/>
              <a:gd name="csX2" fmla="*/ 4758571 w 5056799"/>
              <a:gd name="csY2" fmla="*/ 1730751 h 1915530"/>
              <a:gd name="csX3" fmla="*/ 4275301 w 5056799"/>
              <a:gd name="csY3" fmla="*/ 1835714 h 1915530"/>
              <a:gd name="csX4" fmla="*/ 2422564 w 5056799"/>
              <a:gd name="csY4" fmla="*/ 1908686 h 1915530"/>
              <a:gd name="csX5" fmla="*/ 326312 w 5056799"/>
              <a:gd name="csY5" fmla="*/ 1659693 h 1915530"/>
              <a:gd name="csX6" fmla="*/ 274771 w 5056799"/>
              <a:gd name="csY6" fmla="*/ 525583 h 1915530"/>
              <a:gd name="csX7" fmla="*/ 2927601 w 5056799"/>
              <a:gd name="csY7" fmla="*/ 169 h 1915530"/>
              <a:gd name="csX8" fmla="*/ 3657331 w 5056799"/>
              <a:gd name="csY8" fmla="*/ 470909 h 1915530"/>
              <a:gd name="csX9" fmla="*/ 4474726 w 5056799"/>
              <a:gd name="csY9" fmla="*/ 710624 h 1915530"/>
              <a:gd name="csX10" fmla="*/ 4793813 w 5056799"/>
              <a:gd name="csY10" fmla="*/ 1044951 h 1915530"/>
              <a:gd name="csX0" fmla="*/ 4720683 w 4983669"/>
              <a:gd name="csY0" fmla="*/ 1044951 h 1915300"/>
              <a:gd name="csX1" fmla="*/ 4983573 w 4983669"/>
              <a:gd name="csY1" fmla="*/ 1406901 h 1915300"/>
              <a:gd name="csX2" fmla="*/ 4685441 w 4983669"/>
              <a:gd name="csY2" fmla="*/ 1730751 h 1915300"/>
              <a:gd name="csX3" fmla="*/ 4202171 w 4983669"/>
              <a:gd name="csY3" fmla="*/ 1835714 h 1915300"/>
              <a:gd name="csX4" fmla="*/ 2349434 w 4983669"/>
              <a:gd name="csY4" fmla="*/ 1908686 h 1915300"/>
              <a:gd name="csX5" fmla="*/ 426647 w 4983669"/>
              <a:gd name="csY5" fmla="*/ 1663743 h 1915300"/>
              <a:gd name="csX6" fmla="*/ 201641 w 4983669"/>
              <a:gd name="csY6" fmla="*/ 525583 h 1915300"/>
              <a:gd name="csX7" fmla="*/ 2854471 w 4983669"/>
              <a:gd name="csY7" fmla="*/ 169 h 1915300"/>
              <a:gd name="csX8" fmla="*/ 3584201 w 4983669"/>
              <a:gd name="csY8" fmla="*/ 470909 h 1915300"/>
              <a:gd name="csX9" fmla="*/ 4401596 w 4983669"/>
              <a:gd name="csY9" fmla="*/ 710624 h 1915300"/>
              <a:gd name="csX10" fmla="*/ 4720683 w 4983669"/>
              <a:gd name="csY10" fmla="*/ 1044951 h 1915300"/>
              <a:gd name="csX0" fmla="*/ 4720683 w 4998043"/>
              <a:gd name="csY0" fmla="*/ 1044951 h 1915300"/>
              <a:gd name="csX1" fmla="*/ 4983573 w 4998043"/>
              <a:gd name="csY1" fmla="*/ 1406901 h 1915300"/>
              <a:gd name="csX2" fmla="*/ 4928096 w 4998043"/>
              <a:gd name="csY2" fmla="*/ 1567132 h 1915300"/>
              <a:gd name="csX3" fmla="*/ 4685441 w 4998043"/>
              <a:gd name="csY3" fmla="*/ 1730751 h 1915300"/>
              <a:gd name="csX4" fmla="*/ 4202171 w 4998043"/>
              <a:gd name="csY4" fmla="*/ 1835714 h 1915300"/>
              <a:gd name="csX5" fmla="*/ 2349434 w 4998043"/>
              <a:gd name="csY5" fmla="*/ 1908686 h 1915300"/>
              <a:gd name="csX6" fmla="*/ 426647 w 4998043"/>
              <a:gd name="csY6" fmla="*/ 1663743 h 1915300"/>
              <a:gd name="csX7" fmla="*/ 201641 w 4998043"/>
              <a:gd name="csY7" fmla="*/ 525583 h 1915300"/>
              <a:gd name="csX8" fmla="*/ 2854471 w 4998043"/>
              <a:gd name="csY8" fmla="*/ 169 h 1915300"/>
              <a:gd name="csX9" fmla="*/ 3584201 w 4998043"/>
              <a:gd name="csY9" fmla="*/ 470909 h 1915300"/>
              <a:gd name="csX10" fmla="*/ 4401596 w 4998043"/>
              <a:gd name="csY10" fmla="*/ 710624 h 1915300"/>
              <a:gd name="csX11" fmla="*/ 4720683 w 4998043"/>
              <a:gd name="csY11" fmla="*/ 1044951 h 19153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998043" h="1915300">
                <a:moveTo>
                  <a:pt x="4720683" y="1044951"/>
                </a:moveTo>
                <a:cubicBezTo>
                  <a:pt x="4832126" y="1178301"/>
                  <a:pt x="4979763" y="1289744"/>
                  <a:pt x="4983573" y="1406901"/>
                </a:cubicBezTo>
                <a:cubicBezTo>
                  <a:pt x="5021756" y="1490556"/>
                  <a:pt x="4977785" y="1513157"/>
                  <a:pt x="4928096" y="1567132"/>
                </a:cubicBezTo>
                <a:cubicBezTo>
                  <a:pt x="4878407" y="1621107"/>
                  <a:pt x="4806429" y="1685987"/>
                  <a:pt x="4685441" y="1730751"/>
                </a:cubicBezTo>
                <a:cubicBezTo>
                  <a:pt x="4564454" y="1775515"/>
                  <a:pt x="4591506" y="1806058"/>
                  <a:pt x="4202171" y="1835714"/>
                </a:cubicBezTo>
                <a:cubicBezTo>
                  <a:pt x="3812836" y="1865370"/>
                  <a:pt x="2978688" y="1937348"/>
                  <a:pt x="2349434" y="1908686"/>
                </a:cubicBezTo>
                <a:cubicBezTo>
                  <a:pt x="1720180" y="1880024"/>
                  <a:pt x="784612" y="1894260"/>
                  <a:pt x="426647" y="1663743"/>
                </a:cubicBezTo>
                <a:cubicBezTo>
                  <a:pt x="68682" y="1433226"/>
                  <a:pt x="-202996" y="802845"/>
                  <a:pt x="201641" y="525583"/>
                </a:cubicBezTo>
                <a:cubicBezTo>
                  <a:pt x="606278" y="248321"/>
                  <a:pt x="2290711" y="9281"/>
                  <a:pt x="2854471" y="169"/>
                </a:cubicBezTo>
                <a:cubicBezTo>
                  <a:pt x="3418231" y="-8943"/>
                  <a:pt x="3326347" y="352500"/>
                  <a:pt x="3584201" y="470909"/>
                </a:cubicBezTo>
                <a:cubicBezTo>
                  <a:pt x="3842055" y="589318"/>
                  <a:pt x="4248321" y="613600"/>
                  <a:pt x="4401596" y="710624"/>
                </a:cubicBezTo>
                <a:cubicBezTo>
                  <a:pt x="4533993" y="756344"/>
                  <a:pt x="4609241" y="911601"/>
                  <a:pt x="4720683" y="1044951"/>
                </a:cubicBezTo>
                <a:close/>
              </a:path>
            </a:pathLst>
          </a:custGeom>
          <a:solidFill>
            <a:schemeClr val="accent4">
              <a:lumMod val="50000"/>
            </a:schemeClr>
          </a:solidFill>
          <a:ln w="9525" cap="flat">
            <a:noFill/>
            <a:prstDash val="solid"/>
            <a:miter/>
          </a:ln>
        </p:spPr>
        <p:txBody>
          <a:bodyPr/>
          <a:lstStyle/>
          <a:p>
            <a:endParaRPr lang="en-US">
              <a:noFill/>
            </a:endParaRPr>
          </a:p>
        </p:txBody>
      </p:sp>
      <p:sp>
        <p:nvSpPr>
          <p:cNvPr id="6" name="Graphic 127">
            <a:extLst>
              <a:ext uri="{FF2B5EF4-FFF2-40B4-BE49-F238E27FC236}">
                <a16:creationId xmlns:a16="http://schemas.microsoft.com/office/drawing/2014/main" id="{08D16D78-2150-CF67-7FD6-8E1E17F66C94}"/>
              </a:ext>
            </a:extLst>
          </p:cNvPr>
          <p:cNvSpPr/>
          <p:nvPr/>
        </p:nvSpPr>
        <p:spPr>
          <a:xfrm rot="6026319" flipV="1">
            <a:off x="8696004" y="-7945449"/>
            <a:ext cx="3829558" cy="15209314"/>
          </a:xfrm>
          <a:custGeom>
            <a:avLst/>
            <a:gdLst>
              <a:gd name="csX0" fmla="*/ 3086062 w 3829558"/>
              <a:gd name="csY0" fmla="*/ 3905196 h 15209314"/>
              <a:gd name="csX1" fmla="*/ 3809673 w 3829558"/>
              <a:gd name="csY1" fmla="*/ 9695864 h 15209314"/>
              <a:gd name="csX2" fmla="*/ 2440601 w 3829558"/>
              <a:gd name="csY2" fmla="*/ 13914361 h 15209314"/>
              <a:gd name="csX3" fmla="*/ 741562 w 3829558"/>
              <a:gd name="csY3" fmla="*/ 14802979 h 15209314"/>
              <a:gd name="csX4" fmla="*/ 290029 w 3829558"/>
              <a:gd name="csY4" fmla="*/ 9051372 h 15209314"/>
              <a:gd name="csX5" fmla="*/ 64262 w 3829558"/>
              <a:gd name="csY5" fmla="*/ 2928692 h 15209314"/>
              <a:gd name="csX6" fmla="*/ 1517273 w 3829558"/>
              <a:gd name="csY6" fmla="*/ 18711 h 15209314"/>
              <a:gd name="csX7" fmla="*/ 3086062 w 3829558"/>
              <a:gd name="csY7" fmla="*/ 3905196 h 152093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829558" h="15209314">
                <a:moveTo>
                  <a:pt x="3086062" y="3905196"/>
                </a:moveTo>
                <a:cubicBezTo>
                  <a:pt x="3540489" y="5838674"/>
                  <a:pt x="3922556" y="7938157"/>
                  <a:pt x="3809673" y="9695864"/>
                </a:cubicBezTo>
                <a:cubicBezTo>
                  <a:pt x="3699684" y="11443806"/>
                  <a:pt x="3094745" y="12849972"/>
                  <a:pt x="2440601" y="13914361"/>
                </a:cubicBezTo>
                <a:cubicBezTo>
                  <a:pt x="1786456" y="14978750"/>
                  <a:pt x="1083106" y="15701363"/>
                  <a:pt x="741562" y="14802979"/>
                </a:cubicBezTo>
                <a:cubicBezTo>
                  <a:pt x="400018" y="13894831"/>
                  <a:pt x="420279" y="11365686"/>
                  <a:pt x="290029" y="9051372"/>
                </a:cubicBezTo>
                <a:cubicBezTo>
                  <a:pt x="156884" y="6746823"/>
                  <a:pt x="-126771" y="4657104"/>
                  <a:pt x="64262" y="2928692"/>
                </a:cubicBezTo>
                <a:cubicBezTo>
                  <a:pt x="255295" y="1190516"/>
                  <a:pt x="923912" y="-176590"/>
                  <a:pt x="1517273" y="18711"/>
                </a:cubicBezTo>
                <a:cubicBezTo>
                  <a:pt x="2110634" y="214012"/>
                  <a:pt x="2634528" y="1971719"/>
                  <a:pt x="3086062" y="3905196"/>
                </a:cubicBezTo>
                <a:close/>
              </a:path>
            </a:pathLst>
          </a:custGeom>
          <a:solidFill>
            <a:schemeClr val="accent4">
              <a:lumMod val="60000"/>
              <a:lumOff val="40000"/>
            </a:schemeClr>
          </a:solidFill>
          <a:ln w="28908" cap="flat">
            <a:noFill/>
            <a:prstDash val="solid"/>
            <a:miter/>
          </a:ln>
        </p:spPr>
        <p:txBody>
          <a:bodyPr/>
          <a:lstStyle/>
          <a:p>
            <a:endParaRPr lang="en-US"/>
          </a:p>
        </p:txBody>
      </p:sp>
      <p:sp>
        <p:nvSpPr>
          <p:cNvPr id="7" name="Graphic 129">
            <a:extLst>
              <a:ext uri="{FF2B5EF4-FFF2-40B4-BE49-F238E27FC236}">
                <a16:creationId xmlns:a16="http://schemas.microsoft.com/office/drawing/2014/main" id="{8FB35E44-9798-7DBD-317E-31F9C3EE5040}"/>
              </a:ext>
            </a:extLst>
          </p:cNvPr>
          <p:cNvSpPr/>
          <p:nvPr/>
        </p:nvSpPr>
        <p:spPr>
          <a:xfrm rot="16826319" flipH="1">
            <a:off x="9664497" y="-5159000"/>
            <a:ext cx="1717428" cy="10587099"/>
          </a:xfrm>
          <a:custGeom>
            <a:avLst/>
            <a:gdLst>
              <a:gd name="csX0" fmla="*/ 714496 w 977405"/>
              <a:gd name="csY0" fmla="*/ 349032 h 1125362"/>
              <a:gd name="csX1" fmla="*/ 977386 w 977405"/>
              <a:gd name="csY1" fmla="*/ 710982 h 1125362"/>
              <a:gd name="csX2" fmla="*/ 679254 w 977405"/>
              <a:gd name="csY2" fmla="*/ 1034832 h 1125362"/>
              <a:gd name="csX3" fmla="*/ 229674 w 977405"/>
              <a:gd name="csY3" fmla="*/ 1087220 h 1125362"/>
              <a:gd name="csX4" fmla="*/ 84894 w 977405"/>
              <a:gd name="csY4" fmla="*/ 635735 h 1125362"/>
              <a:gd name="csX5" fmla="*/ 19171 w 977405"/>
              <a:gd name="csY5" fmla="*/ 154722 h 1125362"/>
              <a:gd name="csX6" fmla="*/ 395409 w 977405"/>
              <a:gd name="csY6" fmla="*/ 14705 h 1125362"/>
              <a:gd name="csX7" fmla="*/ 714496 w 977405"/>
              <a:gd name="csY7" fmla="*/ 349032 h 11253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977405" h="1125362">
                <a:moveTo>
                  <a:pt x="714496" y="349032"/>
                </a:moveTo>
                <a:cubicBezTo>
                  <a:pt x="825939" y="482382"/>
                  <a:pt x="973576" y="593825"/>
                  <a:pt x="977386" y="710982"/>
                </a:cubicBezTo>
                <a:cubicBezTo>
                  <a:pt x="982149" y="828140"/>
                  <a:pt x="843084" y="951965"/>
                  <a:pt x="679254" y="1034832"/>
                </a:cubicBezTo>
                <a:cubicBezTo>
                  <a:pt x="515424" y="1118652"/>
                  <a:pt x="326829" y="1161515"/>
                  <a:pt x="229674" y="1087220"/>
                </a:cubicBezTo>
                <a:cubicBezTo>
                  <a:pt x="132519" y="1011972"/>
                  <a:pt x="126804" y="819567"/>
                  <a:pt x="84894" y="635735"/>
                </a:cubicBezTo>
                <a:cubicBezTo>
                  <a:pt x="42031" y="451902"/>
                  <a:pt x="-36074" y="275690"/>
                  <a:pt x="19171" y="154722"/>
                </a:cubicBezTo>
                <a:cubicBezTo>
                  <a:pt x="74416" y="34707"/>
                  <a:pt x="263011" y="-31015"/>
                  <a:pt x="395409" y="14705"/>
                </a:cubicBezTo>
                <a:cubicBezTo>
                  <a:pt x="527806" y="60425"/>
                  <a:pt x="603054" y="215682"/>
                  <a:pt x="714496" y="349032"/>
                </a:cubicBezTo>
                <a:close/>
              </a:path>
            </a:pathLst>
          </a:custGeom>
          <a:solidFill>
            <a:schemeClr val="accent4">
              <a:lumMod val="75000"/>
            </a:schemeClr>
          </a:solidFill>
          <a:ln w="9525" cap="flat">
            <a:noFill/>
            <a:prstDash val="solid"/>
            <a:miter/>
          </a:ln>
        </p:spPr>
        <p:txBody>
          <a:bodyPr/>
          <a:lstStyle/>
          <a:p>
            <a:endParaRPr lang="en-US"/>
          </a:p>
        </p:txBody>
      </p:sp>
      <p:pic>
        <p:nvPicPr>
          <p:cNvPr id="19" name="Picture 14">
            <a:extLst>
              <a:ext uri="{FF2B5EF4-FFF2-40B4-BE49-F238E27FC236}">
                <a16:creationId xmlns:a16="http://schemas.microsoft.com/office/drawing/2014/main" id="{73B5FB63-2364-A82A-C2E0-C7F3A20544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7460" b="-2"/>
          <a:stretch>
            <a:fillRect/>
          </a:stretch>
        </p:blipFill>
        <p:spPr bwMode="auto">
          <a:xfrm>
            <a:off x="198742" y="364456"/>
            <a:ext cx="5804105" cy="3167426"/>
          </a:xfrm>
          <a:prstGeom prst="rect">
            <a:avLst/>
          </a:prstGeom>
          <a:noFill/>
          <a:extLst>
            <a:ext uri="{909E8E84-426E-40DD-AFC4-6F175D3DCCD1}">
              <a14:hiddenFill xmlns:a14="http://schemas.microsoft.com/office/drawing/2010/main">
                <a:solidFill>
                  <a:srgbClr val="FFFFFF"/>
                </a:solidFill>
              </a14:hiddenFill>
            </a:ext>
          </a:extLst>
        </p:spPr>
      </p:pic>
      <p:sp>
        <p:nvSpPr>
          <p:cNvPr id="20" name="flash">
            <a:extLst>
              <a:ext uri="{FF2B5EF4-FFF2-40B4-BE49-F238E27FC236}">
                <a16:creationId xmlns:a16="http://schemas.microsoft.com/office/drawing/2014/main" id="{27D64573-53A9-A861-173C-2A5133D917C1}"/>
              </a:ext>
            </a:extLst>
          </p:cNvPr>
          <p:cNvSpPr/>
          <p:nvPr/>
        </p:nvSpPr>
        <p:spPr>
          <a:xfrm>
            <a:off x="198740" y="364453"/>
            <a:ext cx="5804105" cy="31674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border">
            <a:extLst>
              <a:ext uri="{FF2B5EF4-FFF2-40B4-BE49-F238E27FC236}">
                <a16:creationId xmlns:a16="http://schemas.microsoft.com/office/drawing/2014/main" id="{FA9EC14A-21CF-3859-2972-370BAE340DDC}"/>
              </a:ext>
            </a:extLst>
          </p:cNvPr>
          <p:cNvSpPr/>
          <p:nvPr/>
        </p:nvSpPr>
        <p:spPr>
          <a:xfrm>
            <a:off x="198741" y="364455"/>
            <a:ext cx="5804105" cy="316742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16">
            <a:extLst>
              <a:ext uri="{FF2B5EF4-FFF2-40B4-BE49-F238E27FC236}">
                <a16:creationId xmlns:a16="http://schemas.microsoft.com/office/drawing/2014/main" id="{69955C04-F801-89C4-9FD6-F728BA049C4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1155"/>
          <a:stretch>
            <a:fillRect/>
          </a:stretch>
        </p:blipFill>
        <p:spPr bwMode="auto">
          <a:xfrm>
            <a:off x="6195376" y="364456"/>
            <a:ext cx="5797883" cy="3167426"/>
          </a:xfrm>
          <a:prstGeom prst="rect">
            <a:avLst/>
          </a:prstGeom>
          <a:noFill/>
          <a:extLst>
            <a:ext uri="{909E8E84-426E-40DD-AFC4-6F175D3DCCD1}">
              <a14:hiddenFill xmlns:a14="http://schemas.microsoft.com/office/drawing/2010/main">
                <a:solidFill>
                  <a:srgbClr val="FFFFFF"/>
                </a:solidFill>
              </a14:hiddenFill>
            </a:ext>
          </a:extLst>
        </p:spPr>
      </p:pic>
      <p:sp>
        <p:nvSpPr>
          <p:cNvPr id="23" name="flash">
            <a:extLst>
              <a:ext uri="{FF2B5EF4-FFF2-40B4-BE49-F238E27FC236}">
                <a16:creationId xmlns:a16="http://schemas.microsoft.com/office/drawing/2014/main" id="{FF446857-1493-6467-EC51-61D1FAB4C18B}"/>
              </a:ext>
            </a:extLst>
          </p:cNvPr>
          <p:cNvSpPr/>
          <p:nvPr/>
        </p:nvSpPr>
        <p:spPr>
          <a:xfrm>
            <a:off x="6189152" y="364453"/>
            <a:ext cx="5804105" cy="31674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border">
            <a:extLst>
              <a:ext uri="{FF2B5EF4-FFF2-40B4-BE49-F238E27FC236}">
                <a16:creationId xmlns:a16="http://schemas.microsoft.com/office/drawing/2014/main" id="{8128E5E6-C1FF-65F9-D12E-C1AF25CFC816}"/>
              </a:ext>
            </a:extLst>
          </p:cNvPr>
          <p:cNvSpPr/>
          <p:nvPr/>
        </p:nvSpPr>
        <p:spPr>
          <a:xfrm>
            <a:off x="6189152" y="364455"/>
            <a:ext cx="5804105" cy="316742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18">
            <a:extLst>
              <a:ext uri="{FF2B5EF4-FFF2-40B4-BE49-F238E27FC236}">
                <a16:creationId xmlns:a16="http://schemas.microsoft.com/office/drawing/2014/main" id="{D6D551A0-72FA-2722-18DE-94801C1CF16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738" r="15007" b="1"/>
          <a:stretch>
            <a:fillRect/>
          </a:stretch>
        </p:blipFill>
        <p:spPr bwMode="auto">
          <a:xfrm>
            <a:off x="198742" y="3703597"/>
            <a:ext cx="5804105" cy="2789948"/>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12">
            <a:extLst>
              <a:ext uri="{FF2B5EF4-FFF2-40B4-BE49-F238E27FC236}">
                <a16:creationId xmlns:a16="http://schemas.microsoft.com/office/drawing/2014/main" id="{3B827AA5-1E3F-7B80-1C37-D39A7420C21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r="2327" b="-1"/>
          <a:stretch>
            <a:fillRect/>
          </a:stretch>
        </p:blipFill>
        <p:spPr bwMode="auto">
          <a:xfrm>
            <a:off x="6195375" y="3703597"/>
            <a:ext cx="5797883" cy="2789948"/>
          </a:xfrm>
          <a:prstGeom prst="rect">
            <a:avLst/>
          </a:prstGeom>
          <a:noFill/>
          <a:extLst>
            <a:ext uri="{909E8E84-426E-40DD-AFC4-6F175D3DCCD1}">
              <a14:hiddenFill xmlns:a14="http://schemas.microsoft.com/office/drawing/2010/main">
                <a:solidFill>
                  <a:srgbClr val="FFFFFF"/>
                </a:solidFill>
              </a14:hiddenFill>
            </a:ext>
          </a:extLst>
        </p:spPr>
      </p:pic>
      <p:sp>
        <p:nvSpPr>
          <p:cNvPr id="27" name="flash">
            <a:extLst>
              <a:ext uri="{FF2B5EF4-FFF2-40B4-BE49-F238E27FC236}">
                <a16:creationId xmlns:a16="http://schemas.microsoft.com/office/drawing/2014/main" id="{9E432F02-4A9B-8A49-32B2-82DCB442AD27}"/>
              </a:ext>
            </a:extLst>
          </p:cNvPr>
          <p:cNvSpPr/>
          <p:nvPr/>
        </p:nvSpPr>
        <p:spPr>
          <a:xfrm>
            <a:off x="198740" y="3703597"/>
            <a:ext cx="5804105" cy="278994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border">
            <a:extLst>
              <a:ext uri="{FF2B5EF4-FFF2-40B4-BE49-F238E27FC236}">
                <a16:creationId xmlns:a16="http://schemas.microsoft.com/office/drawing/2014/main" id="{A48339AE-3041-8D6E-1E0E-0534738C1C9A}"/>
              </a:ext>
            </a:extLst>
          </p:cNvPr>
          <p:cNvSpPr/>
          <p:nvPr/>
        </p:nvSpPr>
        <p:spPr>
          <a:xfrm>
            <a:off x="198741" y="3703599"/>
            <a:ext cx="5804105" cy="278994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lash">
            <a:extLst>
              <a:ext uri="{FF2B5EF4-FFF2-40B4-BE49-F238E27FC236}">
                <a16:creationId xmlns:a16="http://schemas.microsoft.com/office/drawing/2014/main" id="{E1667501-9CBF-0CEC-86AE-153D33607550}"/>
              </a:ext>
            </a:extLst>
          </p:cNvPr>
          <p:cNvSpPr/>
          <p:nvPr/>
        </p:nvSpPr>
        <p:spPr>
          <a:xfrm>
            <a:off x="6189152" y="3703597"/>
            <a:ext cx="5804105" cy="278994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border">
            <a:extLst>
              <a:ext uri="{FF2B5EF4-FFF2-40B4-BE49-F238E27FC236}">
                <a16:creationId xmlns:a16="http://schemas.microsoft.com/office/drawing/2014/main" id="{D2F88FF6-5ABD-DF1C-6589-668EE6544E63}"/>
              </a:ext>
            </a:extLst>
          </p:cNvPr>
          <p:cNvSpPr/>
          <p:nvPr/>
        </p:nvSpPr>
        <p:spPr>
          <a:xfrm>
            <a:off x="6189152" y="3703599"/>
            <a:ext cx="5804105" cy="278994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11777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1" nodeType="after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par>
                          <p:cTn id="7" fill="hold">
                            <p:stCondLst>
                              <p:cond delay="0"/>
                            </p:stCondLst>
                            <p:childTnLst>
                              <p:par>
                                <p:cTn id="8" presetID="10" presetClass="exit" presetSubtype="0" fill="hold" grpId="0" nodeType="afterEffect">
                                  <p:stCondLst>
                                    <p:cond delay="0"/>
                                  </p:stCondLst>
                                  <p:childTnLst>
                                    <p:animEffect transition="out" filter="fade">
                                      <p:cBhvr>
                                        <p:cTn id="9" dur="700"/>
                                        <p:tgtEl>
                                          <p:spTgt spid="20"/>
                                        </p:tgtEl>
                                      </p:cBhvr>
                                    </p:animEffect>
                                    <p:set>
                                      <p:cBhvr>
                                        <p:cTn id="10" dur="1" fill="hold">
                                          <p:stCondLst>
                                            <p:cond delay="699"/>
                                          </p:stCondLst>
                                        </p:cTn>
                                        <p:tgtEl>
                                          <p:spTgt spid="20"/>
                                        </p:tgtEl>
                                        <p:attrNameLst>
                                          <p:attrName>style.visibility</p:attrName>
                                        </p:attrNameLst>
                                      </p:cBhvr>
                                      <p:to>
                                        <p:strVal val="hidden"/>
                                      </p:to>
                                    </p:set>
                                  </p:childTnLst>
                                </p:cTn>
                              </p:par>
                              <p:par>
                                <p:cTn id="11" presetID="10"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500"/>
                                        <p:tgtEl>
                                          <p:spTgt spid="21"/>
                                        </p:tgtEl>
                                      </p:cBhvr>
                                    </p:animEffect>
                                  </p:childTnLst>
                                </p:cTn>
                              </p:par>
                              <p:par>
                                <p:cTn id="14" presetID="1" presetClass="entr" presetSubtype="0" fill="hold" nodeType="withEffect">
                                  <p:stCondLst>
                                    <p:cond delay="0"/>
                                  </p:stCondLst>
                                  <p:childTnLst>
                                    <p:set>
                                      <p:cBhvr>
                                        <p:cTn id="15" dur="1" fill="hold">
                                          <p:stCondLst>
                                            <p:cond delay="0"/>
                                          </p:stCondLst>
                                        </p:cTn>
                                        <p:tgtEl>
                                          <p:spTgt spid="19"/>
                                        </p:tgtEl>
                                        <p:attrNameLst>
                                          <p:attrName>style.visibility</p:attrName>
                                        </p:attrNameLst>
                                      </p:cBhvr>
                                      <p:to>
                                        <p:strVal val="visible"/>
                                      </p:to>
                                    </p:set>
                                  </p:childTnLst>
                                </p:cTn>
                              </p:par>
                              <p:par>
                                <p:cTn id="16" presetID="1" presetClass="entr" presetSubtype="0" fill="hold" grpId="1" nodeType="withEffect">
                                  <p:stCondLst>
                                    <p:cond delay="100"/>
                                  </p:stCondLst>
                                  <p:childTnLst>
                                    <p:set>
                                      <p:cBhvr>
                                        <p:cTn id="17" dur="1" fill="hold">
                                          <p:stCondLst>
                                            <p:cond delay="0"/>
                                          </p:stCondLst>
                                        </p:cTn>
                                        <p:tgtEl>
                                          <p:spTgt spid="23"/>
                                        </p:tgtEl>
                                        <p:attrNameLst>
                                          <p:attrName>style.visibility</p:attrName>
                                        </p:attrNameLst>
                                      </p:cBhvr>
                                      <p:to>
                                        <p:strVal val="visible"/>
                                      </p:to>
                                    </p:set>
                                  </p:childTnLst>
                                </p:cTn>
                              </p:par>
                              <p:par>
                                <p:cTn id="18" presetID="10" presetClass="exit" presetSubtype="0" fill="hold" grpId="0" nodeType="withEffect">
                                  <p:stCondLst>
                                    <p:cond delay="100"/>
                                  </p:stCondLst>
                                  <p:childTnLst>
                                    <p:animEffect transition="out" filter="fade">
                                      <p:cBhvr>
                                        <p:cTn id="19" dur="700"/>
                                        <p:tgtEl>
                                          <p:spTgt spid="23"/>
                                        </p:tgtEl>
                                      </p:cBhvr>
                                    </p:animEffect>
                                    <p:set>
                                      <p:cBhvr>
                                        <p:cTn id="20" dur="1" fill="hold">
                                          <p:stCondLst>
                                            <p:cond delay="699"/>
                                          </p:stCondLst>
                                        </p:cTn>
                                        <p:tgtEl>
                                          <p:spTgt spid="23"/>
                                        </p:tgtEl>
                                        <p:attrNameLst>
                                          <p:attrName>style.visibility</p:attrName>
                                        </p:attrNameLst>
                                      </p:cBhvr>
                                      <p:to>
                                        <p:strVal val="hidden"/>
                                      </p:to>
                                    </p:set>
                                  </p:childTnLst>
                                </p:cTn>
                              </p:par>
                              <p:par>
                                <p:cTn id="21" presetID="10" presetClass="entr" presetSubtype="0" fill="hold" grpId="0" nodeType="withEffect">
                                  <p:stCondLst>
                                    <p:cond delay="100"/>
                                  </p:stCondLst>
                                  <p:childTnLst>
                                    <p:set>
                                      <p:cBhvr>
                                        <p:cTn id="22" dur="1" fill="hold">
                                          <p:stCondLst>
                                            <p:cond delay="0"/>
                                          </p:stCondLst>
                                        </p:cTn>
                                        <p:tgtEl>
                                          <p:spTgt spid="24"/>
                                        </p:tgtEl>
                                        <p:attrNameLst>
                                          <p:attrName>style.visibility</p:attrName>
                                        </p:attrNameLst>
                                      </p:cBhvr>
                                      <p:to>
                                        <p:strVal val="visible"/>
                                      </p:to>
                                    </p:set>
                                    <p:animEffect transition="in" filter="fade">
                                      <p:cBhvr>
                                        <p:cTn id="23" dur="500"/>
                                        <p:tgtEl>
                                          <p:spTgt spid="24"/>
                                        </p:tgtEl>
                                      </p:cBhvr>
                                    </p:animEffect>
                                  </p:childTnLst>
                                </p:cTn>
                              </p:par>
                              <p:par>
                                <p:cTn id="24" presetID="1" presetClass="entr" presetSubtype="0" fill="hold" nodeType="withEffect">
                                  <p:stCondLst>
                                    <p:cond delay="100"/>
                                  </p:stCondLst>
                                  <p:childTnLst>
                                    <p:set>
                                      <p:cBhvr>
                                        <p:cTn id="25" dur="1" fill="hold">
                                          <p:stCondLst>
                                            <p:cond delay="0"/>
                                          </p:stCondLst>
                                        </p:cTn>
                                        <p:tgtEl>
                                          <p:spTgt spid="22"/>
                                        </p:tgtEl>
                                        <p:attrNameLst>
                                          <p:attrName>style.visibility</p:attrName>
                                        </p:attrNameLst>
                                      </p:cBhvr>
                                      <p:to>
                                        <p:strVal val="visible"/>
                                      </p:to>
                                    </p:set>
                                  </p:childTnLst>
                                </p:cTn>
                              </p:par>
                              <p:par>
                                <p:cTn id="26" presetID="1" presetClass="entr" presetSubtype="0" fill="hold" grpId="1" nodeType="withEffect">
                                  <p:stCondLst>
                                    <p:cond delay="100"/>
                                  </p:stCondLst>
                                  <p:childTnLst>
                                    <p:set>
                                      <p:cBhvr>
                                        <p:cTn id="27" dur="1" fill="hold">
                                          <p:stCondLst>
                                            <p:cond delay="0"/>
                                          </p:stCondLst>
                                        </p:cTn>
                                        <p:tgtEl>
                                          <p:spTgt spid="27"/>
                                        </p:tgtEl>
                                        <p:attrNameLst>
                                          <p:attrName>style.visibility</p:attrName>
                                        </p:attrNameLst>
                                      </p:cBhvr>
                                      <p:to>
                                        <p:strVal val="visible"/>
                                      </p:to>
                                    </p:set>
                                  </p:childTnLst>
                                </p:cTn>
                              </p:par>
                              <p:par>
                                <p:cTn id="28" presetID="10" presetClass="exit" presetSubtype="0" fill="hold" grpId="0" nodeType="withEffect">
                                  <p:stCondLst>
                                    <p:cond delay="100"/>
                                  </p:stCondLst>
                                  <p:childTnLst>
                                    <p:animEffect transition="out" filter="fade">
                                      <p:cBhvr>
                                        <p:cTn id="29" dur="700"/>
                                        <p:tgtEl>
                                          <p:spTgt spid="27"/>
                                        </p:tgtEl>
                                      </p:cBhvr>
                                    </p:animEffect>
                                    <p:set>
                                      <p:cBhvr>
                                        <p:cTn id="30" dur="1" fill="hold">
                                          <p:stCondLst>
                                            <p:cond delay="699"/>
                                          </p:stCondLst>
                                        </p:cTn>
                                        <p:tgtEl>
                                          <p:spTgt spid="27"/>
                                        </p:tgtEl>
                                        <p:attrNameLst>
                                          <p:attrName>style.visibility</p:attrName>
                                        </p:attrNameLst>
                                      </p:cBhvr>
                                      <p:to>
                                        <p:strVal val="hidden"/>
                                      </p:to>
                                    </p:set>
                                  </p:childTnLst>
                                </p:cTn>
                              </p:par>
                              <p:par>
                                <p:cTn id="31" presetID="10" presetClass="entr" presetSubtype="0" fill="hold" grpId="0" nodeType="withEffect">
                                  <p:stCondLst>
                                    <p:cond delay="100"/>
                                  </p:stCondLst>
                                  <p:childTnLst>
                                    <p:set>
                                      <p:cBhvr>
                                        <p:cTn id="32" dur="1" fill="hold">
                                          <p:stCondLst>
                                            <p:cond delay="0"/>
                                          </p:stCondLst>
                                        </p:cTn>
                                        <p:tgtEl>
                                          <p:spTgt spid="28"/>
                                        </p:tgtEl>
                                        <p:attrNameLst>
                                          <p:attrName>style.visibility</p:attrName>
                                        </p:attrNameLst>
                                      </p:cBhvr>
                                      <p:to>
                                        <p:strVal val="visible"/>
                                      </p:to>
                                    </p:set>
                                    <p:animEffect transition="in" filter="fade">
                                      <p:cBhvr>
                                        <p:cTn id="33" dur="500"/>
                                        <p:tgtEl>
                                          <p:spTgt spid="28"/>
                                        </p:tgtEl>
                                      </p:cBhvr>
                                    </p:animEffect>
                                  </p:childTnLst>
                                </p:cTn>
                              </p:par>
                              <p:par>
                                <p:cTn id="34" presetID="1" presetClass="entr" presetSubtype="0" fill="hold" nodeType="withEffect">
                                  <p:stCondLst>
                                    <p:cond delay="200"/>
                                  </p:stCondLst>
                                  <p:childTnLst>
                                    <p:set>
                                      <p:cBhvr>
                                        <p:cTn id="35" dur="1" fill="hold">
                                          <p:stCondLst>
                                            <p:cond delay="0"/>
                                          </p:stCondLst>
                                        </p:cTn>
                                        <p:tgtEl>
                                          <p:spTgt spid="25"/>
                                        </p:tgtEl>
                                        <p:attrNameLst>
                                          <p:attrName>style.visibility</p:attrName>
                                        </p:attrNameLst>
                                      </p:cBhvr>
                                      <p:to>
                                        <p:strVal val="visible"/>
                                      </p:to>
                                    </p:set>
                                  </p:childTnLst>
                                </p:cTn>
                              </p:par>
                              <p:par>
                                <p:cTn id="36" presetID="1" presetClass="entr" presetSubtype="0" fill="hold" grpId="1" nodeType="withEffect">
                                  <p:stCondLst>
                                    <p:cond delay="200"/>
                                  </p:stCondLst>
                                  <p:childTnLst>
                                    <p:set>
                                      <p:cBhvr>
                                        <p:cTn id="37" dur="1" fill="hold">
                                          <p:stCondLst>
                                            <p:cond delay="0"/>
                                          </p:stCondLst>
                                        </p:cTn>
                                        <p:tgtEl>
                                          <p:spTgt spid="29"/>
                                        </p:tgtEl>
                                        <p:attrNameLst>
                                          <p:attrName>style.visibility</p:attrName>
                                        </p:attrNameLst>
                                      </p:cBhvr>
                                      <p:to>
                                        <p:strVal val="visible"/>
                                      </p:to>
                                    </p:set>
                                  </p:childTnLst>
                                </p:cTn>
                              </p:par>
                              <p:par>
                                <p:cTn id="38" presetID="10" presetClass="exit" presetSubtype="0" fill="hold" grpId="0" nodeType="withEffect">
                                  <p:stCondLst>
                                    <p:cond delay="200"/>
                                  </p:stCondLst>
                                  <p:childTnLst>
                                    <p:animEffect transition="out" filter="fade">
                                      <p:cBhvr>
                                        <p:cTn id="39" dur="700"/>
                                        <p:tgtEl>
                                          <p:spTgt spid="29"/>
                                        </p:tgtEl>
                                      </p:cBhvr>
                                    </p:animEffect>
                                    <p:set>
                                      <p:cBhvr>
                                        <p:cTn id="40" dur="1" fill="hold">
                                          <p:stCondLst>
                                            <p:cond delay="699"/>
                                          </p:stCondLst>
                                        </p:cTn>
                                        <p:tgtEl>
                                          <p:spTgt spid="29"/>
                                        </p:tgtEl>
                                        <p:attrNameLst>
                                          <p:attrName>style.visibility</p:attrName>
                                        </p:attrNameLst>
                                      </p:cBhvr>
                                      <p:to>
                                        <p:strVal val="hidden"/>
                                      </p:to>
                                    </p:set>
                                  </p:childTnLst>
                                </p:cTn>
                              </p:par>
                              <p:par>
                                <p:cTn id="41" presetID="10" presetClass="entr" presetSubtype="0" fill="hold" grpId="0" nodeType="withEffect">
                                  <p:stCondLst>
                                    <p:cond delay="200"/>
                                  </p:stCondLst>
                                  <p:childTnLst>
                                    <p:set>
                                      <p:cBhvr>
                                        <p:cTn id="42" dur="1" fill="hold">
                                          <p:stCondLst>
                                            <p:cond delay="0"/>
                                          </p:stCondLst>
                                        </p:cTn>
                                        <p:tgtEl>
                                          <p:spTgt spid="30"/>
                                        </p:tgtEl>
                                        <p:attrNameLst>
                                          <p:attrName>style.visibility</p:attrName>
                                        </p:attrNameLst>
                                      </p:cBhvr>
                                      <p:to>
                                        <p:strVal val="visible"/>
                                      </p:to>
                                    </p:set>
                                    <p:animEffect transition="in" filter="fade">
                                      <p:cBhvr>
                                        <p:cTn id="43" dur="500"/>
                                        <p:tgtEl>
                                          <p:spTgt spid="30"/>
                                        </p:tgtEl>
                                      </p:cBhvr>
                                    </p:animEffect>
                                  </p:childTnLst>
                                </p:cTn>
                              </p:par>
                              <p:par>
                                <p:cTn id="44" presetID="1" presetClass="entr" presetSubtype="0" fill="hold" nodeType="withEffect">
                                  <p:stCondLst>
                                    <p:cond delay="200"/>
                                  </p:stCondLst>
                                  <p:childTnLst>
                                    <p:set>
                                      <p:cBhvr>
                                        <p:cTn id="45" dur="1" fill="hold">
                                          <p:stCondLst>
                                            <p:cond delay="0"/>
                                          </p:stCondLst>
                                        </p:cTn>
                                        <p:tgtEl>
                                          <p:spTgt spid="26"/>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2" nodeType="clickEffect">
                                  <p:stCondLst>
                                    <p:cond delay="0"/>
                                  </p:stCondLst>
                                  <p:childTnLst>
                                    <p:set>
                                      <p:cBhvr>
                                        <p:cTn id="49" dur="1" fill="hold">
                                          <p:stCondLst>
                                            <p:cond delay="0"/>
                                          </p:stCondLst>
                                        </p:cTn>
                                        <p:tgtEl>
                                          <p:spTgt spid="20"/>
                                        </p:tgtEl>
                                        <p:attrNameLst>
                                          <p:attrName>style.visibility</p:attrName>
                                        </p:attrNameLst>
                                      </p:cBhvr>
                                      <p:to>
                                        <p:strVal val="visible"/>
                                      </p:to>
                                    </p:set>
                                  </p:childTnLst>
                                </p:cTn>
                              </p:par>
                              <p:par>
                                <p:cTn id="50" presetID="10" presetClass="exit" presetSubtype="0" fill="hold" grpId="3" nodeType="withEffect">
                                  <p:stCondLst>
                                    <p:cond delay="0"/>
                                  </p:stCondLst>
                                  <p:childTnLst>
                                    <p:animEffect transition="out" filter="fade">
                                      <p:cBhvr>
                                        <p:cTn id="51" dur="700"/>
                                        <p:tgtEl>
                                          <p:spTgt spid="20"/>
                                        </p:tgtEl>
                                      </p:cBhvr>
                                    </p:animEffect>
                                    <p:set>
                                      <p:cBhvr>
                                        <p:cTn id="52" dur="1" fill="hold">
                                          <p:stCondLst>
                                            <p:cond delay="699"/>
                                          </p:stCondLst>
                                        </p:cTn>
                                        <p:tgtEl>
                                          <p:spTgt spid="20"/>
                                        </p:tgtEl>
                                        <p:attrNameLst>
                                          <p:attrName>style.visibility</p:attrName>
                                        </p:attrNameLst>
                                      </p:cBhvr>
                                      <p:to>
                                        <p:strVal val="hidden"/>
                                      </p:to>
                                    </p:set>
                                  </p:childTnLst>
                                </p:cTn>
                              </p:par>
                              <p:par>
                                <p:cTn id="53" presetID="1" presetClass="exit" presetSubtype="0" fill="hold" nodeType="withEffect">
                                  <p:stCondLst>
                                    <p:cond delay="0"/>
                                  </p:stCondLst>
                                  <p:childTnLst>
                                    <p:set>
                                      <p:cBhvr>
                                        <p:cTn id="54" dur="1" fill="hold">
                                          <p:stCondLst>
                                            <p:cond delay="0"/>
                                          </p:stCondLst>
                                        </p:cTn>
                                        <p:tgtEl>
                                          <p:spTgt spid="19"/>
                                        </p:tgtEl>
                                        <p:attrNameLst>
                                          <p:attrName>style.visibility</p:attrName>
                                        </p:attrNameLst>
                                      </p:cBhvr>
                                      <p:to>
                                        <p:strVal val="hidden"/>
                                      </p:to>
                                    </p:set>
                                  </p:childTnLst>
                                </p:cTn>
                              </p:par>
                              <p:par>
                                <p:cTn id="55" presetID="10" presetClass="exit" presetSubtype="0" fill="hold" grpId="1" nodeType="withEffect">
                                  <p:stCondLst>
                                    <p:cond delay="0"/>
                                  </p:stCondLst>
                                  <p:childTnLst>
                                    <p:animEffect transition="out" filter="fade">
                                      <p:cBhvr>
                                        <p:cTn id="56" dur="500"/>
                                        <p:tgtEl>
                                          <p:spTgt spid="21"/>
                                        </p:tgtEl>
                                      </p:cBhvr>
                                    </p:animEffect>
                                    <p:set>
                                      <p:cBhvr>
                                        <p:cTn id="57" dur="1" fill="hold">
                                          <p:stCondLst>
                                            <p:cond delay="499"/>
                                          </p:stCondLst>
                                        </p:cTn>
                                        <p:tgtEl>
                                          <p:spTgt spid="21"/>
                                        </p:tgtEl>
                                        <p:attrNameLst>
                                          <p:attrName>style.visibility</p:attrName>
                                        </p:attrNameLst>
                                      </p:cBhvr>
                                      <p:to>
                                        <p:strVal val="hidden"/>
                                      </p:to>
                                    </p:set>
                                  </p:childTnLst>
                                </p:cTn>
                              </p:par>
                              <p:par>
                                <p:cTn id="58" presetID="1" presetClass="entr" presetSubtype="0" fill="hold" grpId="2" nodeType="withEffect">
                                  <p:stCondLst>
                                    <p:cond delay="100"/>
                                  </p:stCondLst>
                                  <p:childTnLst>
                                    <p:set>
                                      <p:cBhvr>
                                        <p:cTn id="59" dur="1" fill="hold">
                                          <p:stCondLst>
                                            <p:cond delay="0"/>
                                          </p:stCondLst>
                                        </p:cTn>
                                        <p:tgtEl>
                                          <p:spTgt spid="23"/>
                                        </p:tgtEl>
                                        <p:attrNameLst>
                                          <p:attrName>style.visibility</p:attrName>
                                        </p:attrNameLst>
                                      </p:cBhvr>
                                      <p:to>
                                        <p:strVal val="visible"/>
                                      </p:to>
                                    </p:set>
                                  </p:childTnLst>
                                </p:cTn>
                              </p:par>
                              <p:par>
                                <p:cTn id="60" presetID="10" presetClass="exit" presetSubtype="0" fill="hold" grpId="3" nodeType="withEffect">
                                  <p:stCondLst>
                                    <p:cond delay="100"/>
                                  </p:stCondLst>
                                  <p:childTnLst>
                                    <p:animEffect transition="out" filter="fade">
                                      <p:cBhvr>
                                        <p:cTn id="61" dur="700"/>
                                        <p:tgtEl>
                                          <p:spTgt spid="23"/>
                                        </p:tgtEl>
                                      </p:cBhvr>
                                    </p:animEffect>
                                    <p:set>
                                      <p:cBhvr>
                                        <p:cTn id="62" dur="1" fill="hold">
                                          <p:stCondLst>
                                            <p:cond delay="699"/>
                                          </p:stCondLst>
                                        </p:cTn>
                                        <p:tgtEl>
                                          <p:spTgt spid="23"/>
                                        </p:tgtEl>
                                        <p:attrNameLst>
                                          <p:attrName>style.visibility</p:attrName>
                                        </p:attrNameLst>
                                      </p:cBhvr>
                                      <p:to>
                                        <p:strVal val="hidden"/>
                                      </p:to>
                                    </p:set>
                                  </p:childTnLst>
                                </p:cTn>
                              </p:par>
                              <p:par>
                                <p:cTn id="63" presetID="1" presetClass="exit" presetSubtype="0" fill="hold" nodeType="withEffect">
                                  <p:stCondLst>
                                    <p:cond delay="100"/>
                                  </p:stCondLst>
                                  <p:childTnLst>
                                    <p:set>
                                      <p:cBhvr>
                                        <p:cTn id="64" dur="1" fill="hold">
                                          <p:stCondLst>
                                            <p:cond delay="0"/>
                                          </p:stCondLst>
                                        </p:cTn>
                                        <p:tgtEl>
                                          <p:spTgt spid="22"/>
                                        </p:tgtEl>
                                        <p:attrNameLst>
                                          <p:attrName>style.visibility</p:attrName>
                                        </p:attrNameLst>
                                      </p:cBhvr>
                                      <p:to>
                                        <p:strVal val="hidden"/>
                                      </p:to>
                                    </p:set>
                                  </p:childTnLst>
                                </p:cTn>
                              </p:par>
                              <p:par>
                                <p:cTn id="65" presetID="10" presetClass="exit" presetSubtype="0" fill="hold" grpId="1" nodeType="withEffect">
                                  <p:stCondLst>
                                    <p:cond delay="100"/>
                                  </p:stCondLst>
                                  <p:childTnLst>
                                    <p:animEffect transition="out" filter="fade">
                                      <p:cBhvr>
                                        <p:cTn id="66" dur="500"/>
                                        <p:tgtEl>
                                          <p:spTgt spid="24"/>
                                        </p:tgtEl>
                                      </p:cBhvr>
                                    </p:animEffect>
                                    <p:set>
                                      <p:cBhvr>
                                        <p:cTn id="67" dur="1" fill="hold">
                                          <p:stCondLst>
                                            <p:cond delay="499"/>
                                          </p:stCondLst>
                                        </p:cTn>
                                        <p:tgtEl>
                                          <p:spTgt spid="24"/>
                                        </p:tgtEl>
                                        <p:attrNameLst>
                                          <p:attrName>style.visibility</p:attrName>
                                        </p:attrNameLst>
                                      </p:cBhvr>
                                      <p:to>
                                        <p:strVal val="hidden"/>
                                      </p:to>
                                    </p:set>
                                  </p:childTnLst>
                                </p:cTn>
                              </p:par>
                              <p:par>
                                <p:cTn id="68" presetID="1" presetClass="entr" presetSubtype="0" fill="hold" grpId="2" nodeType="withEffect">
                                  <p:stCondLst>
                                    <p:cond delay="200"/>
                                  </p:stCondLst>
                                  <p:childTnLst>
                                    <p:set>
                                      <p:cBhvr>
                                        <p:cTn id="69" dur="1" fill="hold">
                                          <p:stCondLst>
                                            <p:cond delay="0"/>
                                          </p:stCondLst>
                                        </p:cTn>
                                        <p:tgtEl>
                                          <p:spTgt spid="27"/>
                                        </p:tgtEl>
                                        <p:attrNameLst>
                                          <p:attrName>style.visibility</p:attrName>
                                        </p:attrNameLst>
                                      </p:cBhvr>
                                      <p:to>
                                        <p:strVal val="visible"/>
                                      </p:to>
                                    </p:set>
                                  </p:childTnLst>
                                </p:cTn>
                              </p:par>
                              <p:par>
                                <p:cTn id="70" presetID="10" presetClass="exit" presetSubtype="0" fill="hold" grpId="3" nodeType="withEffect">
                                  <p:stCondLst>
                                    <p:cond delay="200"/>
                                  </p:stCondLst>
                                  <p:childTnLst>
                                    <p:animEffect transition="out" filter="fade">
                                      <p:cBhvr>
                                        <p:cTn id="71" dur="700"/>
                                        <p:tgtEl>
                                          <p:spTgt spid="27"/>
                                        </p:tgtEl>
                                      </p:cBhvr>
                                    </p:animEffect>
                                    <p:set>
                                      <p:cBhvr>
                                        <p:cTn id="72" dur="1" fill="hold">
                                          <p:stCondLst>
                                            <p:cond delay="699"/>
                                          </p:stCondLst>
                                        </p:cTn>
                                        <p:tgtEl>
                                          <p:spTgt spid="27"/>
                                        </p:tgtEl>
                                        <p:attrNameLst>
                                          <p:attrName>style.visibility</p:attrName>
                                        </p:attrNameLst>
                                      </p:cBhvr>
                                      <p:to>
                                        <p:strVal val="hidden"/>
                                      </p:to>
                                    </p:set>
                                  </p:childTnLst>
                                </p:cTn>
                              </p:par>
                              <p:par>
                                <p:cTn id="73" presetID="1" presetClass="exit" presetSubtype="0" fill="hold" nodeType="withEffect">
                                  <p:stCondLst>
                                    <p:cond delay="200"/>
                                  </p:stCondLst>
                                  <p:childTnLst>
                                    <p:set>
                                      <p:cBhvr>
                                        <p:cTn id="74" dur="1" fill="hold">
                                          <p:stCondLst>
                                            <p:cond delay="0"/>
                                          </p:stCondLst>
                                        </p:cTn>
                                        <p:tgtEl>
                                          <p:spTgt spid="25"/>
                                        </p:tgtEl>
                                        <p:attrNameLst>
                                          <p:attrName>style.visibility</p:attrName>
                                        </p:attrNameLst>
                                      </p:cBhvr>
                                      <p:to>
                                        <p:strVal val="hidden"/>
                                      </p:to>
                                    </p:set>
                                  </p:childTnLst>
                                </p:cTn>
                              </p:par>
                              <p:par>
                                <p:cTn id="75" presetID="10" presetClass="exit" presetSubtype="0" fill="hold" grpId="1" nodeType="withEffect">
                                  <p:stCondLst>
                                    <p:cond delay="200"/>
                                  </p:stCondLst>
                                  <p:childTnLst>
                                    <p:animEffect transition="out" filter="fade">
                                      <p:cBhvr>
                                        <p:cTn id="76" dur="500"/>
                                        <p:tgtEl>
                                          <p:spTgt spid="28"/>
                                        </p:tgtEl>
                                      </p:cBhvr>
                                    </p:animEffect>
                                    <p:set>
                                      <p:cBhvr>
                                        <p:cTn id="77" dur="1" fill="hold">
                                          <p:stCondLst>
                                            <p:cond delay="499"/>
                                          </p:stCondLst>
                                        </p:cTn>
                                        <p:tgtEl>
                                          <p:spTgt spid="28"/>
                                        </p:tgtEl>
                                        <p:attrNameLst>
                                          <p:attrName>style.visibility</p:attrName>
                                        </p:attrNameLst>
                                      </p:cBhvr>
                                      <p:to>
                                        <p:strVal val="hidden"/>
                                      </p:to>
                                    </p:set>
                                  </p:childTnLst>
                                </p:cTn>
                              </p:par>
                              <p:par>
                                <p:cTn id="78" presetID="1" presetClass="entr" presetSubtype="0" fill="hold" grpId="2" nodeType="withEffect">
                                  <p:stCondLst>
                                    <p:cond delay="300"/>
                                  </p:stCondLst>
                                  <p:childTnLst>
                                    <p:set>
                                      <p:cBhvr>
                                        <p:cTn id="79" dur="1" fill="hold">
                                          <p:stCondLst>
                                            <p:cond delay="0"/>
                                          </p:stCondLst>
                                        </p:cTn>
                                        <p:tgtEl>
                                          <p:spTgt spid="29"/>
                                        </p:tgtEl>
                                        <p:attrNameLst>
                                          <p:attrName>style.visibility</p:attrName>
                                        </p:attrNameLst>
                                      </p:cBhvr>
                                      <p:to>
                                        <p:strVal val="visible"/>
                                      </p:to>
                                    </p:set>
                                  </p:childTnLst>
                                </p:cTn>
                              </p:par>
                              <p:par>
                                <p:cTn id="80" presetID="10" presetClass="exit" presetSubtype="0" fill="hold" grpId="3" nodeType="withEffect">
                                  <p:stCondLst>
                                    <p:cond delay="300"/>
                                  </p:stCondLst>
                                  <p:childTnLst>
                                    <p:animEffect transition="out" filter="fade">
                                      <p:cBhvr>
                                        <p:cTn id="81" dur="700"/>
                                        <p:tgtEl>
                                          <p:spTgt spid="29"/>
                                        </p:tgtEl>
                                      </p:cBhvr>
                                    </p:animEffect>
                                    <p:set>
                                      <p:cBhvr>
                                        <p:cTn id="82" dur="1" fill="hold">
                                          <p:stCondLst>
                                            <p:cond delay="699"/>
                                          </p:stCondLst>
                                        </p:cTn>
                                        <p:tgtEl>
                                          <p:spTgt spid="29"/>
                                        </p:tgtEl>
                                        <p:attrNameLst>
                                          <p:attrName>style.visibility</p:attrName>
                                        </p:attrNameLst>
                                      </p:cBhvr>
                                      <p:to>
                                        <p:strVal val="hidden"/>
                                      </p:to>
                                    </p:set>
                                  </p:childTnLst>
                                </p:cTn>
                              </p:par>
                              <p:par>
                                <p:cTn id="83" presetID="1" presetClass="exit" presetSubtype="0" fill="hold" nodeType="withEffect">
                                  <p:stCondLst>
                                    <p:cond delay="300"/>
                                  </p:stCondLst>
                                  <p:childTnLst>
                                    <p:set>
                                      <p:cBhvr>
                                        <p:cTn id="84" dur="1" fill="hold">
                                          <p:stCondLst>
                                            <p:cond delay="0"/>
                                          </p:stCondLst>
                                        </p:cTn>
                                        <p:tgtEl>
                                          <p:spTgt spid="26"/>
                                        </p:tgtEl>
                                        <p:attrNameLst>
                                          <p:attrName>style.visibility</p:attrName>
                                        </p:attrNameLst>
                                      </p:cBhvr>
                                      <p:to>
                                        <p:strVal val="hidden"/>
                                      </p:to>
                                    </p:set>
                                  </p:childTnLst>
                                </p:cTn>
                              </p:par>
                              <p:par>
                                <p:cTn id="85" presetID="10" presetClass="exit" presetSubtype="0" fill="hold" grpId="1" nodeType="withEffect">
                                  <p:stCondLst>
                                    <p:cond delay="300"/>
                                  </p:stCondLst>
                                  <p:childTnLst>
                                    <p:animEffect transition="out" filter="fade">
                                      <p:cBhvr>
                                        <p:cTn id="86" dur="500"/>
                                        <p:tgtEl>
                                          <p:spTgt spid="30"/>
                                        </p:tgtEl>
                                      </p:cBhvr>
                                    </p:animEffect>
                                    <p:set>
                                      <p:cBhvr>
                                        <p:cTn id="87"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0" grpId="1" animBg="1"/>
      <p:bldP spid="20" grpId="2" animBg="1"/>
      <p:bldP spid="20" grpId="3" animBg="1"/>
      <p:bldP spid="21" grpId="0" animBg="1"/>
      <p:bldP spid="21" grpId="1" animBg="1"/>
      <p:bldP spid="23" grpId="0" animBg="1"/>
      <p:bldP spid="23" grpId="1" animBg="1"/>
      <p:bldP spid="23" grpId="2" animBg="1"/>
      <p:bldP spid="23" grpId="3" animBg="1"/>
      <p:bldP spid="24" grpId="0" animBg="1"/>
      <p:bldP spid="24" grpId="1" animBg="1"/>
      <p:bldP spid="27" grpId="0" animBg="1"/>
      <p:bldP spid="27" grpId="1" animBg="1"/>
      <p:bldP spid="27" grpId="2" animBg="1"/>
      <p:bldP spid="27" grpId="3" animBg="1"/>
      <p:bldP spid="28" grpId="0" animBg="1"/>
      <p:bldP spid="28" grpId="1" animBg="1"/>
      <p:bldP spid="29" grpId="0" animBg="1"/>
      <p:bldP spid="29" grpId="1" animBg="1"/>
      <p:bldP spid="29" grpId="2" animBg="1"/>
      <p:bldP spid="29" grpId="3" animBg="1"/>
      <p:bldP spid="30" grpId="0" animBg="1"/>
      <p:bldP spid="30" grpId="1" animBg="1"/>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4">
            <a:lumMod val="40000"/>
            <a:lumOff val="60000"/>
          </a:schemeClr>
        </a:solidFill>
        <a:effectLst/>
      </p:bgPr>
    </p:bg>
    <p:spTree>
      <p:nvGrpSpPr>
        <p:cNvPr id="1" name="">
          <a:extLst>
            <a:ext uri="{FF2B5EF4-FFF2-40B4-BE49-F238E27FC236}">
              <a16:creationId xmlns:a16="http://schemas.microsoft.com/office/drawing/2014/main" id="{0CD5A1AC-0E6F-B16D-780B-3EF8A2B82693}"/>
            </a:ext>
          </a:extLst>
        </p:cNvPr>
        <p:cNvGrpSpPr/>
        <p:nvPr/>
      </p:nvGrpSpPr>
      <p:grpSpPr>
        <a:xfrm>
          <a:off x="0" y="0"/>
          <a:ext cx="0" cy="0"/>
          <a:chOff x="0" y="0"/>
          <a:chExt cx="0" cy="0"/>
        </a:xfrm>
      </p:grpSpPr>
      <p:sp>
        <p:nvSpPr>
          <p:cNvPr id="8" name="Graphic 127">
            <a:extLst>
              <a:ext uri="{FF2B5EF4-FFF2-40B4-BE49-F238E27FC236}">
                <a16:creationId xmlns:a16="http://schemas.microsoft.com/office/drawing/2014/main" id="{65438548-C79B-DA85-82F6-B92C6415CBA9}"/>
              </a:ext>
            </a:extLst>
          </p:cNvPr>
          <p:cNvSpPr/>
          <p:nvPr/>
        </p:nvSpPr>
        <p:spPr>
          <a:xfrm rot="16404696" flipV="1">
            <a:off x="-2206826" y="-321072"/>
            <a:ext cx="10728513" cy="19963253"/>
          </a:xfrm>
          <a:custGeom>
            <a:avLst/>
            <a:gdLst>
              <a:gd name="csX0" fmla="*/ 3086062 w 3829558"/>
              <a:gd name="csY0" fmla="*/ 3905196 h 15209314"/>
              <a:gd name="csX1" fmla="*/ 3809673 w 3829558"/>
              <a:gd name="csY1" fmla="*/ 9695864 h 15209314"/>
              <a:gd name="csX2" fmla="*/ 2440601 w 3829558"/>
              <a:gd name="csY2" fmla="*/ 13914361 h 15209314"/>
              <a:gd name="csX3" fmla="*/ 741562 w 3829558"/>
              <a:gd name="csY3" fmla="*/ 14802979 h 15209314"/>
              <a:gd name="csX4" fmla="*/ 290029 w 3829558"/>
              <a:gd name="csY4" fmla="*/ 9051372 h 15209314"/>
              <a:gd name="csX5" fmla="*/ 64262 w 3829558"/>
              <a:gd name="csY5" fmla="*/ 2928692 h 15209314"/>
              <a:gd name="csX6" fmla="*/ 1517273 w 3829558"/>
              <a:gd name="csY6" fmla="*/ 18711 h 15209314"/>
              <a:gd name="csX7" fmla="*/ 3086062 w 3829558"/>
              <a:gd name="csY7" fmla="*/ 3905196 h 15209314"/>
              <a:gd name="csX0" fmla="*/ 3085962 w 3829559"/>
              <a:gd name="csY0" fmla="*/ 6215146 h 17519365"/>
              <a:gd name="csX1" fmla="*/ 3809573 w 3829559"/>
              <a:gd name="csY1" fmla="*/ 12005814 h 17519365"/>
              <a:gd name="csX2" fmla="*/ 2440501 w 3829559"/>
              <a:gd name="csY2" fmla="*/ 16224311 h 17519365"/>
              <a:gd name="csX3" fmla="*/ 741462 w 3829559"/>
              <a:gd name="csY3" fmla="*/ 17112929 h 17519365"/>
              <a:gd name="csX4" fmla="*/ 289929 w 3829559"/>
              <a:gd name="csY4" fmla="*/ 11361322 h 17519365"/>
              <a:gd name="csX5" fmla="*/ 64162 w 3829559"/>
              <a:gd name="csY5" fmla="*/ 5238642 h 17519365"/>
              <a:gd name="csX6" fmla="*/ 1445174 w 3829559"/>
              <a:gd name="csY6" fmla="*/ 84873 h 17519365"/>
              <a:gd name="csX7" fmla="*/ 1517173 w 3829559"/>
              <a:gd name="csY7" fmla="*/ 2328661 h 17519365"/>
              <a:gd name="csX8" fmla="*/ 3085962 w 3829559"/>
              <a:gd name="csY8" fmla="*/ 6215146 h 17519365"/>
              <a:gd name="csX0" fmla="*/ 3085962 w 3829559"/>
              <a:gd name="csY0" fmla="*/ 6215146 h 17519365"/>
              <a:gd name="csX1" fmla="*/ 3809573 w 3829559"/>
              <a:gd name="csY1" fmla="*/ 12005814 h 17519365"/>
              <a:gd name="csX2" fmla="*/ 2440501 w 3829559"/>
              <a:gd name="csY2" fmla="*/ 16224311 h 17519365"/>
              <a:gd name="csX3" fmla="*/ 741462 w 3829559"/>
              <a:gd name="csY3" fmla="*/ 17112929 h 17519365"/>
              <a:gd name="csX4" fmla="*/ 289929 w 3829559"/>
              <a:gd name="csY4" fmla="*/ 11361322 h 17519365"/>
              <a:gd name="csX5" fmla="*/ 64162 w 3829559"/>
              <a:gd name="csY5" fmla="*/ 5238642 h 17519365"/>
              <a:gd name="csX6" fmla="*/ 1445174 w 3829559"/>
              <a:gd name="csY6" fmla="*/ 84873 h 17519365"/>
              <a:gd name="csX7" fmla="*/ 1517173 w 3829559"/>
              <a:gd name="csY7" fmla="*/ 2328661 h 17519365"/>
              <a:gd name="csX8" fmla="*/ 3085962 w 3829559"/>
              <a:gd name="csY8" fmla="*/ 6215146 h 17519365"/>
              <a:gd name="csX0" fmla="*/ 3085962 w 3829559"/>
              <a:gd name="csY0" fmla="*/ 6215146 h 17519365"/>
              <a:gd name="csX1" fmla="*/ 3809573 w 3829559"/>
              <a:gd name="csY1" fmla="*/ 12005814 h 17519365"/>
              <a:gd name="csX2" fmla="*/ 2440501 w 3829559"/>
              <a:gd name="csY2" fmla="*/ 16224311 h 17519365"/>
              <a:gd name="csX3" fmla="*/ 741462 w 3829559"/>
              <a:gd name="csY3" fmla="*/ 17112929 h 17519365"/>
              <a:gd name="csX4" fmla="*/ 289929 w 3829559"/>
              <a:gd name="csY4" fmla="*/ 11361322 h 17519365"/>
              <a:gd name="csX5" fmla="*/ 64162 w 3829559"/>
              <a:gd name="csY5" fmla="*/ 5238642 h 17519365"/>
              <a:gd name="csX6" fmla="*/ 1445174 w 3829559"/>
              <a:gd name="csY6" fmla="*/ 84873 h 17519365"/>
              <a:gd name="csX7" fmla="*/ 1517173 w 3829559"/>
              <a:gd name="csY7" fmla="*/ 2328661 h 17519365"/>
              <a:gd name="csX8" fmla="*/ 3085962 w 3829559"/>
              <a:gd name="csY8" fmla="*/ 6215146 h 17519365"/>
              <a:gd name="csX0" fmla="*/ 3085962 w 3829559"/>
              <a:gd name="csY0" fmla="*/ 6166200 h 17470419"/>
              <a:gd name="csX1" fmla="*/ 3809573 w 3829559"/>
              <a:gd name="csY1" fmla="*/ 11956868 h 17470419"/>
              <a:gd name="csX2" fmla="*/ 2440501 w 3829559"/>
              <a:gd name="csY2" fmla="*/ 16175365 h 17470419"/>
              <a:gd name="csX3" fmla="*/ 741462 w 3829559"/>
              <a:gd name="csY3" fmla="*/ 17063983 h 17470419"/>
              <a:gd name="csX4" fmla="*/ 289929 w 3829559"/>
              <a:gd name="csY4" fmla="*/ 11312376 h 17470419"/>
              <a:gd name="csX5" fmla="*/ 64162 w 3829559"/>
              <a:gd name="csY5" fmla="*/ 5189696 h 17470419"/>
              <a:gd name="csX6" fmla="*/ 1445174 w 3829559"/>
              <a:gd name="csY6" fmla="*/ 35927 h 17470419"/>
              <a:gd name="csX7" fmla="*/ 1517173 w 3829559"/>
              <a:gd name="csY7" fmla="*/ 2279715 h 17470419"/>
              <a:gd name="csX8" fmla="*/ 3085962 w 3829559"/>
              <a:gd name="csY8" fmla="*/ 6166200 h 17470419"/>
              <a:gd name="csX0" fmla="*/ 3518558 w 4262155"/>
              <a:gd name="csY0" fmla="*/ 8914932 h 20219151"/>
              <a:gd name="csX1" fmla="*/ 4242169 w 4262155"/>
              <a:gd name="csY1" fmla="*/ 14705600 h 20219151"/>
              <a:gd name="csX2" fmla="*/ 2873097 w 4262155"/>
              <a:gd name="csY2" fmla="*/ 18924097 h 20219151"/>
              <a:gd name="csX3" fmla="*/ 1174058 w 4262155"/>
              <a:gd name="csY3" fmla="*/ 19812715 h 20219151"/>
              <a:gd name="csX4" fmla="*/ 722525 w 4262155"/>
              <a:gd name="csY4" fmla="*/ 14061108 h 20219151"/>
              <a:gd name="csX5" fmla="*/ 496758 w 4262155"/>
              <a:gd name="csY5" fmla="*/ 7938428 h 20219151"/>
              <a:gd name="csX6" fmla="*/ 163270 w 4262155"/>
              <a:gd name="csY6" fmla="*/ 22409 h 20219151"/>
              <a:gd name="csX7" fmla="*/ 1949769 w 4262155"/>
              <a:gd name="csY7" fmla="*/ 5028447 h 20219151"/>
              <a:gd name="csX8" fmla="*/ 3518558 w 4262155"/>
              <a:gd name="csY8" fmla="*/ 8914932 h 20219151"/>
              <a:gd name="csX0" fmla="*/ 4597752 w 5341349"/>
              <a:gd name="csY0" fmla="*/ 8898040 h 20202259"/>
              <a:gd name="csX1" fmla="*/ 5321363 w 5341349"/>
              <a:gd name="csY1" fmla="*/ 14688708 h 20202259"/>
              <a:gd name="csX2" fmla="*/ 3952291 w 5341349"/>
              <a:gd name="csY2" fmla="*/ 18907205 h 20202259"/>
              <a:gd name="csX3" fmla="*/ 2253252 w 5341349"/>
              <a:gd name="csY3" fmla="*/ 19795823 h 20202259"/>
              <a:gd name="csX4" fmla="*/ 1801719 w 5341349"/>
              <a:gd name="csY4" fmla="*/ 14044216 h 20202259"/>
              <a:gd name="csX5" fmla="*/ 13852 w 5341349"/>
              <a:gd name="csY5" fmla="*/ 6016536 h 20202259"/>
              <a:gd name="csX6" fmla="*/ 1242464 w 5341349"/>
              <a:gd name="csY6" fmla="*/ 5517 h 20202259"/>
              <a:gd name="csX7" fmla="*/ 3028963 w 5341349"/>
              <a:gd name="csY7" fmla="*/ 5011555 h 20202259"/>
              <a:gd name="csX8" fmla="*/ 4597752 w 5341349"/>
              <a:gd name="csY8" fmla="*/ 8898040 h 20202259"/>
              <a:gd name="csX0" fmla="*/ 4716465 w 5460062"/>
              <a:gd name="csY0" fmla="*/ 8898040 h 20202259"/>
              <a:gd name="csX1" fmla="*/ 5440076 w 5460062"/>
              <a:gd name="csY1" fmla="*/ 14688708 h 20202259"/>
              <a:gd name="csX2" fmla="*/ 4071004 w 5460062"/>
              <a:gd name="csY2" fmla="*/ 18907205 h 20202259"/>
              <a:gd name="csX3" fmla="*/ 2371965 w 5460062"/>
              <a:gd name="csY3" fmla="*/ 19795823 h 20202259"/>
              <a:gd name="csX4" fmla="*/ 110682 w 5460062"/>
              <a:gd name="csY4" fmla="*/ 15968266 h 20202259"/>
              <a:gd name="csX5" fmla="*/ 132565 w 5460062"/>
              <a:gd name="csY5" fmla="*/ 6016536 h 20202259"/>
              <a:gd name="csX6" fmla="*/ 1361177 w 5460062"/>
              <a:gd name="csY6" fmla="*/ 5517 h 20202259"/>
              <a:gd name="csX7" fmla="*/ 3147676 w 5460062"/>
              <a:gd name="csY7" fmla="*/ 5011555 h 20202259"/>
              <a:gd name="csX8" fmla="*/ 4716465 w 5460062"/>
              <a:gd name="csY8" fmla="*/ 8898040 h 20202259"/>
              <a:gd name="csX0" fmla="*/ 4716465 w 5460062"/>
              <a:gd name="csY0" fmla="*/ 8898040 h 20420006"/>
              <a:gd name="csX1" fmla="*/ 5440076 w 5460062"/>
              <a:gd name="csY1" fmla="*/ 14688708 h 20420006"/>
              <a:gd name="csX2" fmla="*/ 4071004 w 5460062"/>
              <a:gd name="csY2" fmla="*/ 18907205 h 20420006"/>
              <a:gd name="csX3" fmla="*/ 1571865 w 5460062"/>
              <a:gd name="csY3" fmla="*/ 20100627 h 20420006"/>
              <a:gd name="csX4" fmla="*/ 110682 w 5460062"/>
              <a:gd name="csY4" fmla="*/ 15968266 h 20420006"/>
              <a:gd name="csX5" fmla="*/ 132565 w 5460062"/>
              <a:gd name="csY5" fmla="*/ 6016536 h 20420006"/>
              <a:gd name="csX6" fmla="*/ 1361177 w 5460062"/>
              <a:gd name="csY6" fmla="*/ 5517 h 20420006"/>
              <a:gd name="csX7" fmla="*/ 3147676 w 5460062"/>
              <a:gd name="csY7" fmla="*/ 5011555 h 20420006"/>
              <a:gd name="csX8" fmla="*/ 4716465 w 5460062"/>
              <a:gd name="csY8" fmla="*/ 8898040 h 20420006"/>
              <a:gd name="csX0" fmla="*/ 8609562 w 9353159"/>
              <a:gd name="csY0" fmla="*/ 8898040 h 20420006"/>
              <a:gd name="csX1" fmla="*/ 9333173 w 9353159"/>
              <a:gd name="csY1" fmla="*/ 14688708 h 20420006"/>
              <a:gd name="csX2" fmla="*/ 7964101 w 9353159"/>
              <a:gd name="csY2" fmla="*/ 18907205 h 20420006"/>
              <a:gd name="csX3" fmla="*/ 5464962 w 9353159"/>
              <a:gd name="csY3" fmla="*/ 20100627 h 20420006"/>
              <a:gd name="csX4" fmla="*/ 3279 w 9353159"/>
              <a:gd name="csY4" fmla="*/ 16958866 h 20420006"/>
              <a:gd name="csX5" fmla="*/ 4025662 w 9353159"/>
              <a:gd name="csY5" fmla="*/ 6016536 h 20420006"/>
              <a:gd name="csX6" fmla="*/ 5254274 w 9353159"/>
              <a:gd name="csY6" fmla="*/ 5517 h 20420006"/>
              <a:gd name="csX7" fmla="*/ 7040773 w 9353159"/>
              <a:gd name="csY7" fmla="*/ 5011555 h 20420006"/>
              <a:gd name="csX8" fmla="*/ 8609562 w 9353159"/>
              <a:gd name="csY8" fmla="*/ 8898040 h 20420006"/>
              <a:gd name="csX0" fmla="*/ 8716965 w 9460562"/>
              <a:gd name="csY0" fmla="*/ 8894840 h 20416806"/>
              <a:gd name="csX1" fmla="*/ 9440576 w 9460562"/>
              <a:gd name="csY1" fmla="*/ 14685508 h 20416806"/>
              <a:gd name="csX2" fmla="*/ 8071504 w 9460562"/>
              <a:gd name="csY2" fmla="*/ 18904005 h 20416806"/>
              <a:gd name="csX3" fmla="*/ 5572365 w 9460562"/>
              <a:gd name="csY3" fmla="*/ 20097427 h 20416806"/>
              <a:gd name="csX4" fmla="*/ 110682 w 9460562"/>
              <a:gd name="csY4" fmla="*/ 16955666 h 20416806"/>
              <a:gd name="csX5" fmla="*/ 132565 w 9460562"/>
              <a:gd name="csY5" fmla="*/ 4413139 h 20416806"/>
              <a:gd name="csX6" fmla="*/ 5361677 w 9460562"/>
              <a:gd name="csY6" fmla="*/ 2317 h 20416806"/>
              <a:gd name="csX7" fmla="*/ 7148176 w 9460562"/>
              <a:gd name="csY7" fmla="*/ 5008355 h 20416806"/>
              <a:gd name="csX8" fmla="*/ 8716965 w 9460562"/>
              <a:gd name="csY8" fmla="*/ 8894840 h 20416806"/>
              <a:gd name="csX0" fmla="*/ 8716965 w 9460562"/>
              <a:gd name="csY0" fmla="*/ 8894840 h 20420932"/>
              <a:gd name="csX1" fmla="*/ 9440576 w 9460562"/>
              <a:gd name="csY1" fmla="*/ 14685508 h 20420932"/>
              <a:gd name="csX2" fmla="*/ 8071504 w 9460562"/>
              <a:gd name="csY2" fmla="*/ 18904005 h 20420932"/>
              <a:gd name="csX3" fmla="*/ 5572365 w 9460562"/>
              <a:gd name="csY3" fmla="*/ 20097427 h 20420932"/>
              <a:gd name="csX4" fmla="*/ 110682 w 9460562"/>
              <a:gd name="csY4" fmla="*/ 16955666 h 20420932"/>
              <a:gd name="csX5" fmla="*/ 132565 w 9460562"/>
              <a:gd name="csY5" fmla="*/ 4413139 h 20420932"/>
              <a:gd name="csX6" fmla="*/ 5361677 w 9460562"/>
              <a:gd name="csY6" fmla="*/ 2317 h 20420932"/>
              <a:gd name="csX7" fmla="*/ 7148176 w 9460562"/>
              <a:gd name="csY7" fmla="*/ 5008355 h 20420932"/>
              <a:gd name="csX8" fmla="*/ 8716965 w 9460562"/>
              <a:gd name="csY8" fmla="*/ 8894840 h 20420932"/>
              <a:gd name="csX0" fmla="*/ 8716965 w 9460562"/>
              <a:gd name="csY0" fmla="*/ 8894840 h 20294154"/>
              <a:gd name="csX1" fmla="*/ 9440576 w 9460562"/>
              <a:gd name="csY1" fmla="*/ 14685508 h 20294154"/>
              <a:gd name="csX2" fmla="*/ 8071504 w 9460562"/>
              <a:gd name="csY2" fmla="*/ 18904005 h 20294154"/>
              <a:gd name="csX3" fmla="*/ 5572365 w 9460562"/>
              <a:gd name="csY3" fmla="*/ 20097427 h 20294154"/>
              <a:gd name="csX4" fmla="*/ 110682 w 9460562"/>
              <a:gd name="csY4" fmla="*/ 16955666 h 20294154"/>
              <a:gd name="csX5" fmla="*/ 132565 w 9460562"/>
              <a:gd name="csY5" fmla="*/ 4413139 h 20294154"/>
              <a:gd name="csX6" fmla="*/ 5361677 w 9460562"/>
              <a:gd name="csY6" fmla="*/ 2317 h 20294154"/>
              <a:gd name="csX7" fmla="*/ 7148176 w 9460562"/>
              <a:gd name="csY7" fmla="*/ 5008355 h 20294154"/>
              <a:gd name="csX8" fmla="*/ 8716965 w 9460562"/>
              <a:gd name="csY8" fmla="*/ 8894840 h 20294154"/>
              <a:gd name="csX0" fmla="*/ 8716965 w 9460562"/>
              <a:gd name="csY0" fmla="*/ 8894840 h 20094429"/>
              <a:gd name="csX1" fmla="*/ 9440576 w 9460562"/>
              <a:gd name="csY1" fmla="*/ 14685508 h 20094429"/>
              <a:gd name="csX2" fmla="*/ 8071504 w 9460562"/>
              <a:gd name="csY2" fmla="*/ 18904005 h 20094429"/>
              <a:gd name="csX3" fmla="*/ 3743565 w 9460562"/>
              <a:gd name="csY3" fmla="*/ 19868828 h 20094429"/>
              <a:gd name="csX4" fmla="*/ 110682 w 9460562"/>
              <a:gd name="csY4" fmla="*/ 16955666 h 20094429"/>
              <a:gd name="csX5" fmla="*/ 132565 w 9460562"/>
              <a:gd name="csY5" fmla="*/ 4413139 h 20094429"/>
              <a:gd name="csX6" fmla="*/ 5361677 w 9460562"/>
              <a:gd name="csY6" fmla="*/ 2317 h 20094429"/>
              <a:gd name="csX7" fmla="*/ 7148176 w 9460562"/>
              <a:gd name="csY7" fmla="*/ 5008355 h 20094429"/>
              <a:gd name="csX8" fmla="*/ 8716965 w 9460562"/>
              <a:gd name="csY8" fmla="*/ 8894840 h 20094429"/>
              <a:gd name="csX0" fmla="*/ 9936140 w 10679737"/>
              <a:gd name="csY0" fmla="*/ 8903491 h 20103080"/>
              <a:gd name="csX1" fmla="*/ 10659751 w 10679737"/>
              <a:gd name="csY1" fmla="*/ 14694159 h 20103080"/>
              <a:gd name="csX2" fmla="*/ 9290679 w 10679737"/>
              <a:gd name="csY2" fmla="*/ 18912656 h 20103080"/>
              <a:gd name="csX3" fmla="*/ 4962740 w 10679737"/>
              <a:gd name="csY3" fmla="*/ 19877479 h 20103080"/>
              <a:gd name="csX4" fmla="*/ 1329857 w 10679737"/>
              <a:gd name="csY4" fmla="*/ 16964317 h 20103080"/>
              <a:gd name="csX5" fmla="*/ 18239 w 10679737"/>
              <a:gd name="csY5" fmla="*/ 3812193 h 20103080"/>
              <a:gd name="csX6" fmla="*/ 6580852 w 10679737"/>
              <a:gd name="csY6" fmla="*/ 10968 h 20103080"/>
              <a:gd name="csX7" fmla="*/ 8367351 w 10679737"/>
              <a:gd name="csY7" fmla="*/ 5017006 h 20103080"/>
              <a:gd name="csX8" fmla="*/ 9936140 w 10679737"/>
              <a:gd name="csY8" fmla="*/ 8903491 h 20103080"/>
              <a:gd name="csX0" fmla="*/ 9984916 w 10728513"/>
              <a:gd name="csY0" fmla="*/ 8903491 h 19963253"/>
              <a:gd name="csX1" fmla="*/ 10708527 w 10728513"/>
              <a:gd name="csY1" fmla="*/ 14694159 h 19963253"/>
              <a:gd name="csX2" fmla="*/ 9339455 w 10728513"/>
              <a:gd name="csY2" fmla="*/ 18912656 h 19963253"/>
              <a:gd name="csX3" fmla="*/ 5011516 w 10728513"/>
              <a:gd name="csY3" fmla="*/ 19877479 h 19963253"/>
              <a:gd name="csX4" fmla="*/ 273736 w 10728513"/>
              <a:gd name="csY4" fmla="*/ 17307219 h 19963253"/>
              <a:gd name="csX5" fmla="*/ 67015 w 10728513"/>
              <a:gd name="csY5" fmla="*/ 3812193 h 19963253"/>
              <a:gd name="csX6" fmla="*/ 6629628 w 10728513"/>
              <a:gd name="csY6" fmla="*/ 10968 h 19963253"/>
              <a:gd name="csX7" fmla="*/ 8416127 w 10728513"/>
              <a:gd name="csY7" fmla="*/ 5017006 h 19963253"/>
              <a:gd name="csX8" fmla="*/ 9984916 w 10728513"/>
              <a:gd name="csY8" fmla="*/ 8903491 h 199632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0728513" h="19963253">
                <a:moveTo>
                  <a:pt x="9984916" y="8903491"/>
                </a:moveTo>
                <a:cubicBezTo>
                  <a:pt x="10439343" y="10836969"/>
                  <a:pt x="10821410" y="12936452"/>
                  <a:pt x="10708527" y="14694159"/>
                </a:cubicBezTo>
                <a:cubicBezTo>
                  <a:pt x="10598538" y="16442101"/>
                  <a:pt x="10288957" y="18048769"/>
                  <a:pt x="9339455" y="18912656"/>
                </a:cubicBezTo>
                <a:cubicBezTo>
                  <a:pt x="8389953" y="19776543"/>
                  <a:pt x="6522469" y="20145052"/>
                  <a:pt x="5011516" y="19877479"/>
                </a:cubicBezTo>
                <a:cubicBezTo>
                  <a:pt x="3500563" y="19609906"/>
                  <a:pt x="403986" y="19621533"/>
                  <a:pt x="273736" y="17307219"/>
                </a:cubicBezTo>
                <a:cubicBezTo>
                  <a:pt x="140591" y="15002670"/>
                  <a:pt x="-124018" y="5540605"/>
                  <a:pt x="67015" y="3812193"/>
                </a:cubicBezTo>
                <a:cubicBezTo>
                  <a:pt x="132556" y="2415385"/>
                  <a:pt x="5238109" y="-189834"/>
                  <a:pt x="6629628" y="10968"/>
                </a:cubicBezTo>
                <a:cubicBezTo>
                  <a:pt x="8021147" y="211770"/>
                  <a:pt x="7856912" y="3534919"/>
                  <a:pt x="8416127" y="5017006"/>
                </a:cubicBezTo>
                <a:cubicBezTo>
                  <a:pt x="8975342" y="6499093"/>
                  <a:pt x="9533382" y="6970014"/>
                  <a:pt x="9984916" y="8903491"/>
                </a:cubicBezTo>
                <a:close/>
              </a:path>
            </a:pathLst>
          </a:custGeom>
          <a:solidFill>
            <a:schemeClr val="accent4">
              <a:lumMod val="60000"/>
              <a:lumOff val="40000"/>
            </a:schemeClr>
          </a:solidFill>
          <a:ln w="28908" cap="flat">
            <a:noFill/>
            <a:prstDash val="solid"/>
            <a:miter/>
          </a:ln>
        </p:spPr>
        <p:txBody>
          <a:bodyPr/>
          <a:lstStyle/>
          <a:p>
            <a:endParaRPr lang="en-US">
              <a:noFill/>
            </a:endParaRPr>
          </a:p>
        </p:txBody>
      </p:sp>
      <p:sp>
        <p:nvSpPr>
          <p:cNvPr id="10" name="Graphic 129">
            <a:extLst>
              <a:ext uri="{FF2B5EF4-FFF2-40B4-BE49-F238E27FC236}">
                <a16:creationId xmlns:a16="http://schemas.microsoft.com/office/drawing/2014/main" id="{7091DA03-51DD-083E-0DBC-598D112184B9}"/>
              </a:ext>
            </a:extLst>
          </p:cNvPr>
          <p:cNvSpPr/>
          <p:nvPr/>
        </p:nvSpPr>
        <p:spPr>
          <a:xfrm rot="5679338" flipH="1">
            <a:off x="-2120261" y="290362"/>
            <a:ext cx="9709043" cy="18740383"/>
          </a:xfrm>
          <a:custGeom>
            <a:avLst/>
            <a:gdLst>
              <a:gd name="csX0" fmla="*/ 714496 w 977405"/>
              <a:gd name="csY0" fmla="*/ 349032 h 1125362"/>
              <a:gd name="csX1" fmla="*/ 977386 w 977405"/>
              <a:gd name="csY1" fmla="*/ 710982 h 1125362"/>
              <a:gd name="csX2" fmla="*/ 679254 w 977405"/>
              <a:gd name="csY2" fmla="*/ 1034832 h 1125362"/>
              <a:gd name="csX3" fmla="*/ 229674 w 977405"/>
              <a:gd name="csY3" fmla="*/ 1087220 h 1125362"/>
              <a:gd name="csX4" fmla="*/ 84894 w 977405"/>
              <a:gd name="csY4" fmla="*/ 635735 h 1125362"/>
              <a:gd name="csX5" fmla="*/ 19171 w 977405"/>
              <a:gd name="csY5" fmla="*/ 154722 h 1125362"/>
              <a:gd name="csX6" fmla="*/ 395409 w 977405"/>
              <a:gd name="csY6" fmla="*/ 14705 h 1125362"/>
              <a:gd name="csX7" fmla="*/ 714496 w 977405"/>
              <a:gd name="csY7" fmla="*/ 349032 h 1125362"/>
              <a:gd name="csX0" fmla="*/ 714397 w 977405"/>
              <a:gd name="csY0" fmla="*/ 348932 h 1125363"/>
              <a:gd name="csX1" fmla="*/ 977287 w 977405"/>
              <a:gd name="csY1" fmla="*/ 710882 h 1125363"/>
              <a:gd name="csX2" fmla="*/ 679155 w 977405"/>
              <a:gd name="csY2" fmla="*/ 1034732 h 1125363"/>
              <a:gd name="csX3" fmla="*/ 229575 w 977405"/>
              <a:gd name="csY3" fmla="*/ 1087120 h 1125363"/>
              <a:gd name="csX4" fmla="*/ 84795 w 977405"/>
              <a:gd name="csY4" fmla="*/ 635635 h 1125363"/>
              <a:gd name="csX5" fmla="*/ 19072 w 977405"/>
              <a:gd name="csY5" fmla="*/ 154622 h 1125363"/>
              <a:gd name="csX6" fmla="*/ 395310 w 977405"/>
              <a:gd name="csY6" fmla="*/ 14605 h 1125363"/>
              <a:gd name="csX7" fmla="*/ 714397 w 977405"/>
              <a:gd name="csY7" fmla="*/ 348932 h 1125363"/>
              <a:gd name="csX0" fmla="*/ 1954611 w 2217619"/>
              <a:gd name="csY0" fmla="*/ 953674 h 1730105"/>
              <a:gd name="csX1" fmla="*/ 2217501 w 2217619"/>
              <a:gd name="csY1" fmla="*/ 1315624 h 1730105"/>
              <a:gd name="csX2" fmla="*/ 1919369 w 2217619"/>
              <a:gd name="csY2" fmla="*/ 1639474 h 1730105"/>
              <a:gd name="csX3" fmla="*/ 1469789 w 2217619"/>
              <a:gd name="csY3" fmla="*/ 1691862 h 1730105"/>
              <a:gd name="csX4" fmla="*/ 1325009 w 2217619"/>
              <a:gd name="csY4" fmla="*/ 1240377 h 1730105"/>
              <a:gd name="csX5" fmla="*/ 1667 w 2217619"/>
              <a:gd name="csY5" fmla="*/ 14189 h 1730105"/>
              <a:gd name="csX6" fmla="*/ 1635524 w 2217619"/>
              <a:gd name="csY6" fmla="*/ 619347 h 1730105"/>
              <a:gd name="csX7" fmla="*/ 1954611 w 2217619"/>
              <a:gd name="csY7" fmla="*/ 953674 h 1730105"/>
              <a:gd name="csX0" fmla="*/ 1955732 w 2218740"/>
              <a:gd name="csY0" fmla="*/ 970158 h 1746589"/>
              <a:gd name="csX1" fmla="*/ 2218622 w 2218740"/>
              <a:gd name="csY1" fmla="*/ 1332108 h 1746589"/>
              <a:gd name="csX2" fmla="*/ 1920490 w 2218740"/>
              <a:gd name="csY2" fmla="*/ 1655958 h 1746589"/>
              <a:gd name="csX3" fmla="*/ 1470910 w 2218740"/>
              <a:gd name="csY3" fmla="*/ 1708346 h 1746589"/>
              <a:gd name="csX4" fmla="*/ 1326130 w 2218740"/>
              <a:gd name="csY4" fmla="*/ 1256861 h 1746589"/>
              <a:gd name="csX5" fmla="*/ 2788 w 2218740"/>
              <a:gd name="csY5" fmla="*/ 30673 h 1746589"/>
              <a:gd name="csX6" fmla="*/ 819250 w 2218740"/>
              <a:gd name="csY6" fmla="*/ 396116 h 1746589"/>
              <a:gd name="csX7" fmla="*/ 1636645 w 2218740"/>
              <a:gd name="csY7" fmla="*/ 635831 h 1746589"/>
              <a:gd name="csX8" fmla="*/ 1955732 w 2218740"/>
              <a:gd name="csY8" fmla="*/ 970158 h 1746589"/>
              <a:gd name="csX0" fmla="*/ 1955732 w 2218740"/>
              <a:gd name="csY0" fmla="*/ 970158 h 1746589"/>
              <a:gd name="csX1" fmla="*/ 2218622 w 2218740"/>
              <a:gd name="csY1" fmla="*/ 1332108 h 1746589"/>
              <a:gd name="csX2" fmla="*/ 1920490 w 2218740"/>
              <a:gd name="csY2" fmla="*/ 1655958 h 1746589"/>
              <a:gd name="csX3" fmla="*/ 1470910 w 2218740"/>
              <a:gd name="csY3" fmla="*/ 1708346 h 1746589"/>
              <a:gd name="csX4" fmla="*/ 1326130 w 2218740"/>
              <a:gd name="csY4" fmla="*/ 1256861 h 1746589"/>
              <a:gd name="csX5" fmla="*/ 2788 w 2218740"/>
              <a:gd name="csY5" fmla="*/ 30673 h 1746589"/>
              <a:gd name="csX6" fmla="*/ 819250 w 2218740"/>
              <a:gd name="csY6" fmla="*/ 396116 h 1746589"/>
              <a:gd name="csX7" fmla="*/ 1636645 w 2218740"/>
              <a:gd name="csY7" fmla="*/ 635831 h 1746589"/>
              <a:gd name="csX8" fmla="*/ 1955732 w 2218740"/>
              <a:gd name="csY8" fmla="*/ 970158 h 1746589"/>
              <a:gd name="csX0" fmla="*/ 1956297 w 2219305"/>
              <a:gd name="csY0" fmla="*/ 975663 h 1752094"/>
              <a:gd name="csX1" fmla="*/ 2219187 w 2219305"/>
              <a:gd name="csY1" fmla="*/ 1337613 h 1752094"/>
              <a:gd name="csX2" fmla="*/ 1921055 w 2219305"/>
              <a:gd name="csY2" fmla="*/ 1661463 h 1752094"/>
              <a:gd name="csX3" fmla="*/ 1471475 w 2219305"/>
              <a:gd name="csY3" fmla="*/ 1713851 h 1752094"/>
              <a:gd name="csX4" fmla="*/ 1326695 w 2219305"/>
              <a:gd name="csY4" fmla="*/ 1262366 h 1752094"/>
              <a:gd name="csX5" fmla="*/ 3353 w 2219305"/>
              <a:gd name="csY5" fmla="*/ 36178 h 1752094"/>
              <a:gd name="csX6" fmla="*/ 819815 w 2219305"/>
              <a:gd name="csY6" fmla="*/ 401621 h 1752094"/>
              <a:gd name="csX7" fmla="*/ 1637210 w 2219305"/>
              <a:gd name="csY7" fmla="*/ 641336 h 1752094"/>
              <a:gd name="csX8" fmla="*/ 1956297 w 2219305"/>
              <a:gd name="csY8" fmla="*/ 975663 h 1752094"/>
              <a:gd name="csX0" fmla="*/ 1525771 w 1788779"/>
              <a:gd name="csY0" fmla="*/ 1078795 h 1855226"/>
              <a:gd name="csX1" fmla="*/ 1788661 w 1788779"/>
              <a:gd name="csY1" fmla="*/ 1440745 h 1855226"/>
              <a:gd name="csX2" fmla="*/ 1490529 w 1788779"/>
              <a:gd name="csY2" fmla="*/ 1764595 h 1855226"/>
              <a:gd name="csX3" fmla="*/ 1040949 w 1788779"/>
              <a:gd name="csY3" fmla="*/ 1816983 h 1855226"/>
              <a:gd name="csX4" fmla="*/ 896169 w 1788779"/>
              <a:gd name="csY4" fmla="*/ 1365498 h 1855226"/>
              <a:gd name="csX5" fmla="*/ 6489 w 1788779"/>
              <a:gd name="csY5" fmla="*/ 25914 h 1855226"/>
              <a:gd name="csX6" fmla="*/ 389289 w 1788779"/>
              <a:gd name="csY6" fmla="*/ 504753 h 1855226"/>
              <a:gd name="csX7" fmla="*/ 1206684 w 1788779"/>
              <a:gd name="csY7" fmla="*/ 744468 h 1855226"/>
              <a:gd name="csX8" fmla="*/ 1525771 w 1788779"/>
              <a:gd name="csY8" fmla="*/ 1078795 h 1855226"/>
              <a:gd name="csX0" fmla="*/ 1525771 w 1788779"/>
              <a:gd name="csY0" fmla="*/ 1078795 h 1855226"/>
              <a:gd name="csX1" fmla="*/ 1788661 w 1788779"/>
              <a:gd name="csY1" fmla="*/ 1440745 h 1855226"/>
              <a:gd name="csX2" fmla="*/ 1490529 w 1788779"/>
              <a:gd name="csY2" fmla="*/ 1764595 h 1855226"/>
              <a:gd name="csX3" fmla="*/ 1040949 w 1788779"/>
              <a:gd name="csY3" fmla="*/ 1816983 h 1855226"/>
              <a:gd name="csX4" fmla="*/ 896169 w 1788779"/>
              <a:gd name="csY4" fmla="*/ 1365498 h 1855226"/>
              <a:gd name="csX5" fmla="*/ 6489 w 1788779"/>
              <a:gd name="csY5" fmla="*/ 25914 h 1855226"/>
              <a:gd name="csX6" fmla="*/ 389289 w 1788779"/>
              <a:gd name="csY6" fmla="*/ 504753 h 1855226"/>
              <a:gd name="csX7" fmla="*/ 1206684 w 1788779"/>
              <a:gd name="csY7" fmla="*/ 744468 h 1855226"/>
              <a:gd name="csX8" fmla="*/ 1525771 w 1788779"/>
              <a:gd name="csY8" fmla="*/ 1078795 h 1855226"/>
              <a:gd name="csX0" fmla="*/ 1681014 w 1944022"/>
              <a:gd name="csY0" fmla="*/ 1076515 h 1852946"/>
              <a:gd name="csX1" fmla="*/ 1943904 w 1944022"/>
              <a:gd name="csY1" fmla="*/ 1438465 h 1852946"/>
              <a:gd name="csX2" fmla="*/ 1645772 w 1944022"/>
              <a:gd name="csY2" fmla="*/ 1762315 h 1852946"/>
              <a:gd name="csX3" fmla="*/ 1196192 w 1944022"/>
              <a:gd name="csY3" fmla="*/ 1814703 h 1852946"/>
              <a:gd name="csX4" fmla="*/ 1051412 w 1944022"/>
              <a:gd name="csY4" fmla="*/ 1363218 h 1852946"/>
              <a:gd name="csX5" fmla="*/ 161732 w 1944022"/>
              <a:gd name="csY5" fmla="*/ 23634 h 1852946"/>
              <a:gd name="csX6" fmla="*/ 544532 w 1944022"/>
              <a:gd name="csY6" fmla="*/ 502473 h 1852946"/>
              <a:gd name="csX7" fmla="*/ 1361927 w 1944022"/>
              <a:gd name="csY7" fmla="*/ 742188 h 1852946"/>
              <a:gd name="csX8" fmla="*/ 1681014 w 1944022"/>
              <a:gd name="csY8" fmla="*/ 1076515 h 1852946"/>
              <a:gd name="csX0" fmla="*/ 4763267 w 5026275"/>
              <a:gd name="csY0" fmla="*/ 1053765 h 1830196"/>
              <a:gd name="csX1" fmla="*/ 5026157 w 5026275"/>
              <a:gd name="csY1" fmla="*/ 1415715 h 1830196"/>
              <a:gd name="csX2" fmla="*/ 4728025 w 5026275"/>
              <a:gd name="csY2" fmla="*/ 1739565 h 1830196"/>
              <a:gd name="csX3" fmla="*/ 4278445 w 5026275"/>
              <a:gd name="csY3" fmla="*/ 1791953 h 1830196"/>
              <a:gd name="csX4" fmla="*/ 4133665 w 5026275"/>
              <a:gd name="csY4" fmla="*/ 1340468 h 1830196"/>
              <a:gd name="csX5" fmla="*/ 5711 w 5026275"/>
              <a:gd name="csY5" fmla="*/ 609319 h 1830196"/>
              <a:gd name="csX6" fmla="*/ 3243985 w 5026275"/>
              <a:gd name="csY6" fmla="*/ 884 h 1830196"/>
              <a:gd name="csX7" fmla="*/ 3626785 w 5026275"/>
              <a:gd name="csY7" fmla="*/ 479723 h 1830196"/>
              <a:gd name="csX8" fmla="*/ 4444180 w 5026275"/>
              <a:gd name="csY8" fmla="*/ 719438 h 1830196"/>
              <a:gd name="csX9" fmla="*/ 4763267 w 5026275"/>
              <a:gd name="csY9" fmla="*/ 1053765 h 1830196"/>
              <a:gd name="csX0" fmla="*/ 4764215 w 5027223"/>
              <a:gd name="csY0" fmla="*/ 1037597 h 1814028"/>
              <a:gd name="csX1" fmla="*/ 5027105 w 5027223"/>
              <a:gd name="csY1" fmla="*/ 1399547 h 1814028"/>
              <a:gd name="csX2" fmla="*/ 4728973 w 5027223"/>
              <a:gd name="csY2" fmla="*/ 1723397 h 1814028"/>
              <a:gd name="csX3" fmla="*/ 4279393 w 5027223"/>
              <a:gd name="csY3" fmla="*/ 1775785 h 1814028"/>
              <a:gd name="csX4" fmla="*/ 4134613 w 5027223"/>
              <a:gd name="csY4" fmla="*/ 1324300 h 1814028"/>
              <a:gd name="csX5" fmla="*/ 6659 w 5027223"/>
              <a:gd name="csY5" fmla="*/ 593151 h 1814028"/>
              <a:gd name="csX6" fmla="*/ 2832954 w 5027223"/>
              <a:gd name="csY6" fmla="*/ 915 h 1814028"/>
              <a:gd name="csX7" fmla="*/ 3627733 w 5027223"/>
              <a:gd name="csY7" fmla="*/ 463555 h 1814028"/>
              <a:gd name="csX8" fmla="*/ 4445128 w 5027223"/>
              <a:gd name="csY8" fmla="*/ 703270 h 1814028"/>
              <a:gd name="csX9" fmla="*/ 4764215 w 5027223"/>
              <a:gd name="csY9" fmla="*/ 1037597 h 1814028"/>
              <a:gd name="csX0" fmla="*/ 4764046 w 5027054"/>
              <a:gd name="csY0" fmla="*/ 1045680 h 1822111"/>
              <a:gd name="csX1" fmla="*/ 5026936 w 5027054"/>
              <a:gd name="csY1" fmla="*/ 1407630 h 1822111"/>
              <a:gd name="csX2" fmla="*/ 4728804 w 5027054"/>
              <a:gd name="csY2" fmla="*/ 1731480 h 1822111"/>
              <a:gd name="csX3" fmla="*/ 4279224 w 5027054"/>
              <a:gd name="csY3" fmla="*/ 1783868 h 1822111"/>
              <a:gd name="csX4" fmla="*/ 4134444 w 5027054"/>
              <a:gd name="csY4" fmla="*/ 1332383 h 1822111"/>
              <a:gd name="csX5" fmla="*/ 6490 w 5027054"/>
              <a:gd name="csY5" fmla="*/ 601234 h 1822111"/>
              <a:gd name="csX6" fmla="*/ 2897834 w 5027054"/>
              <a:gd name="csY6" fmla="*/ 898 h 1822111"/>
              <a:gd name="csX7" fmla="*/ 3627564 w 5027054"/>
              <a:gd name="csY7" fmla="*/ 471638 h 1822111"/>
              <a:gd name="csX8" fmla="*/ 4444959 w 5027054"/>
              <a:gd name="csY8" fmla="*/ 711353 h 1822111"/>
              <a:gd name="csX9" fmla="*/ 4764046 w 5027054"/>
              <a:gd name="csY9" fmla="*/ 1045680 h 1822111"/>
              <a:gd name="csX0" fmla="*/ 5023732 w 5286740"/>
              <a:gd name="csY0" fmla="*/ 1044819 h 1821250"/>
              <a:gd name="csX1" fmla="*/ 5286622 w 5286740"/>
              <a:gd name="csY1" fmla="*/ 1406769 h 1821250"/>
              <a:gd name="csX2" fmla="*/ 4988490 w 5286740"/>
              <a:gd name="csY2" fmla="*/ 1730619 h 1821250"/>
              <a:gd name="csX3" fmla="*/ 4538910 w 5286740"/>
              <a:gd name="csY3" fmla="*/ 1783007 h 1821250"/>
              <a:gd name="csX4" fmla="*/ 4394130 w 5286740"/>
              <a:gd name="csY4" fmla="*/ 1331522 h 1821250"/>
              <a:gd name="csX5" fmla="*/ 5979 w 5286740"/>
              <a:gd name="csY5" fmla="*/ 450528 h 1821250"/>
              <a:gd name="csX6" fmla="*/ 3157520 w 5286740"/>
              <a:gd name="csY6" fmla="*/ 37 h 1821250"/>
              <a:gd name="csX7" fmla="*/ 3887250 w 5286740"/>
              <a:gd name="csY7" fmla="*/ 470777 h 1821250"/>
              <a:gd name="csX8" fmla="*/ 4704645 w 5286740"/>
              <a:gd name="csY8" fmla="*/ 710492 h 1821250"/>
              <a:gd name="csX9" fmla="*/ 5023732 w 5286740"/>
              <a:gd name="csY9" fmla="*/ 1044819 h 1821250"/>
              <a:gd name="csX0" fmla="*/ 5023732 w 5286740"/>
              <a:gd name="csY0" fmla="*/ 1044819 h 1821250"/>
              <a:gd name="csX1" fmla="*/ 5286622 w 5286740"/>
              <a:gd name="csY1" fmla="*/ 1406769 h 1821250"/>
              <a:gd name="csX2" fmla="*/ 4988490 w 5286740"/>
              <a:gd name="csY2" fmla="*/ 1730619 h 1821250"/>
              <a:gd name="csX3" fmla="*/ 4538910 w 5286740"/>
              <a:gd name="csY3" fmla="*/ 1783007 h 1821250"/>
              <a:gd name="csX4" fmla="*/ 4394130 w 5286740"/>
              <a:gd name="csY4" fmla="*/ 1331522 h 1821250"/>
              <a:gd name="csX5" fmla="*/ 5979 w 5286740"/>
              <a:gd name="csY5" fmla="*/ 450528 h 1821250"/>
              <a:gd name="csX6" fmla="*/ 3157520 w 5286740"/>
              <a:gd name="csY6" fmla="*/ 37 h 1821250"/>
              <a:gd name="csX7" fmla="*/ 3887250 w 5286740"/>
              <a:gd name="csY7" fmla="*/ 470777 h 1821250"/>
              <a:gd name="csX8" fmla="*/ 4704645 w 5286740"/>
              <a:gd name="csY8" fmla="*/ 710492 h 1821250"/>
              <a:gd name="csX9" fmla="*/ 5023732 w 5286740"/>
              <a:gd name="csY9" fmla="*/ 1044819 h 1821250"/>
              <a:gd name="csX0" fmla="*/ 5023732 w 5286740"/>
              <a:gd name="csY0" fmla="*/ 1044819 h 1821250"/>
              <a:gd name="csX1" fmla="*/ 5286622 w 5286740"/>
              <a:gd name="csY1" fmla="*/ 1406769 h 1821250"/>
              <a:gd name="csX2" fmla="*/ 4988490 w 5286740"/>
              <a:gd name="csY2" fmla="*/ 1730619 h 1821250"/>
              <a:gd name="csX3" fmla="*/ 4538910 w 5286740"/>
              <a:gd name="csY3" fmla="*/ 1783007 h 1821250"/>
              <a:gd name="csX4" fmla="*/ 4394130 w 5286740"/>
              <a:gd name="csY4" fmla="*/ 1331522 h 1821250"/>
              <a:gd name="csX5" fmla="*/ 5979 w 5286740"/>
              <a:gd name="csY5" fmla="*/ 450528 h 1821250"/>
              <a:gd name="csX6" fmla="*/ 3157520 w 5286740"/>
              <a:gd name="csY6" fmla="*/ 37 h 1821250"/>
              <a:gd name="csX7" fmla="*/ 3887250 w 5286740"/>
              <a:gd name="csY7" fmla="*/ 470777 h 1821250"/>
              <a:gd name="csX8" fmla="*/ 4704645 w 5286740"/>
              <a:gd name="csY8" fmla="*/ 710492 h 1821250"/>
              <a:gd name="csX9" fmla="*/ 5023732 w 5286740"/>
              <a:gd name="csY9" fmla="*/ 1044819 h 1821250"/>
              <a:gd name="csX0" fmla="*/ 5019151 w 5282159"/>
              <a:gd name="csY0" fmla="*/ 1044819 h 1821250"/>
              <a:gd name="csX1" fmla="*/ 5282041 w 5282159"/>
              <a:gd name="csY1" fmla="*/ 1406769 h 1821250"/>
              <a:gd name="csX2" fmla="*/ 4983909 w 5282159"/>
              <a:gd name="csY2" fmla="*/ 1730619 h 1821250"/>
              <a:gd name="csX3" fmla="*/ 4534329 w 5282159"/>
              <a:gd name="csY3" fmla="*/ 1783007 h 1821250"/>
              <a:gd name="csX4" fmla="*/ 4389549 w 5282159"/>
              <a:gd name="csY4" fmla="*/ 1331522 h 1821250"/>
              <a:gd name="csX5" fmla="*/ 1398 w 5282159"/>
              <a:gd name="csY5" fmla="*/ 450528 h 1821250"/>
              <a:gd name="csX6" fmla="*/ 3152939 w 5282159"/>
              <a:gd name="csY6" fmla="*/ 37 h 1821250"/>
              <a:gd name="csX7" fmla="*/ 3882669 w 5282159"/>
              <a:gd name="csY7" fmla="*/ 470777 h 1821250"/>
              <a:gd name="csX8" fmla="*/ 4700064 w 5282159"/>
              <a:gd name="csY8" fmla="*/ 710492 h 1821250"/>
              <a:gd name="csX9" fmla="*/ 5019151 w 5282159"/>
              <a:gd name="csY9" fmla="*/ 1044819 h 1821250"/>
              <a:gd name="csX0" fmla="*/ 5235949 w 5498957"/>
              <a:gd name="csY0" fmla="*/ 1044828 h 1794706"/>
              <a:gd name="csX1" fmla="*/ 5498839 w 5498957"/>
              <a:gd name="csY1" fmla="*/ 1406778 h 1794706"/>
              <a:gd name="csX2" fmla="*/ 5200707 w 5498957"/>
              <a:gd name="csY2" fmla="*/ 1730628 h 1794706"/>
              <a:gd name="csX3" fmla="*/ 4751127 w 5498957"/>
              <a:gd name="csY3" fmla="*/ 1783016 h 1794706"/>
              <a:gd name="csX4" fmla="*/ 378149 w 5498957"/>
              <a:gd name="csY4" fmla="*/ 1647420 h 1794706"/>
              <a:gd name="csX5" fmla="*/ 218196 w 5498957"/>
              <a:gd name="csY5" fmla="*/ 450537 h 1794706"/>
              <a:gd name="csX6" fmla="*/ 3369737 w 5498957"/>
              <a:gd name="csY6" fmla="*/ 46 h 1794706"/>
              <a:gd name="csX7" fmla="*/ 4099467 w 5498957"/>
              <a:gd name="csY7" fmla="*/ 470786 h 1794706"/>
              <a:gd name="csX8" fmla="*/ 4916862 w 5498957"/>
              <a:gd name="csY8" fmla="*/ 710501 h 1794706"/>
              <a:gd name="csX9" fmla="*/ 5235949 w 5498957"/>
              <a:gd name="csY9" fmla="*/ 1044828 h 1794706"/>
              <a:gd name="csX0" fmla="*/ 5235949 w 5498957"/>
              <a:gd name="csY0" fmla="*/ 1044828 h 1794706"/>
              <a:gd name="csX1" fmla="*/ 5498839 w 5498957"/>
              <a:gd name="csY1" fmla="*/ 1406778 h 1794706"/>
              <a:gd name="csX2" fmla="*/ 5200707 w 5498957"/>
              <a:gd name="csY2" fmla="*/ 1730628 h 1794706"/>
              <a:gd name="csX3" fmla="*/ 4751127 w 5498957"/>
              <a:gd name="csY3" fmla="*/ 1783016 h 1794706"/>
              <a:gd name="csX4" fmla="*/ 378149 w 5498957"/>
              <a:gd name="csY4" fmla="*/ 1647420 h 1794706"/>
              <a:gd name="csX5" fmla="*/ 218196 w 5498957"/>
              <a:gd name="csY5" fmla="*/ 450537 h 1794706"/>
              <a:gd name="csX6" fmla="*/ 3369737 w 5498957"/>
              <a:gd name="csY6" fmla="*/ 46 h 1794706"/>
              <a:gd name="csX7" fmla="*/ 4099467 w 5498957"/>
              <a:gd name="csY7" fmla="*/ 470786 h 1794706"/>
              <a:gd name="csX8" fmla="*/ 4916862 w 5498957"/>
              <a:gd name="csY8" fmla="*/ 710501 h 1794706"/>
              <a:gd name="csX9" fmla="*/ 5235949 w 5498957"/>
              <a:gd name="csY9" fmla="*/ 1044828 h 1794706"/>
              <a:gd name="csX0" fmla="*/ 5200285 w 5463293"/>
              <a:gd name="csY0" fmla="*/ 1044828 h 1799770"/>
              <a:gd name="csX1" fmla="*/ 5463175 w 5463293"/>
              <a:gd name="csY1" fmla="*/ 1406778 h 1799770"/>
              <a:gd name="csX2" fmla="*/ 5165043 w 5463293"/>
              <a:gd name="csY2" fmla="*/ 1730628 h 1799770"/>
              <a:gd name="csX3" fmla="*/ 4715463 w 5463293"/>
              <a:gd name="csY3" fmla="*/ 1783016 h 1799770"/>
              <a:gd name="csX4" fmla="*/ 342485 w 5463293"/>
              <a:gd name="csY4" fmla="*/ 1647420 h 1799770"/>
              <a:gd name="csX5" fmla="*/ 182532 w 5463293"/>
              <a:gd name="csY5" fmla="*/ 450537 h 1799770"/>
              <a:gd name="csX6" fmla="*/ 3334073 w 5463293"/>
              <a:gd name="csY6" fmla="*/ 46 h 1799770"/>
              <a:gd name="csX7" fmla="*/ 4063803 w 5463293"/>
              <a:gd name="csY7" fmla="*/ 470786 h 1799770"/>
              <a:gd name="csX8" fmla="*/ 4881198 w 5463293"/>
              <a:gd name="csY8" fmla="*/ 710501 h 1799770"/>
              <a:gd name="csX9" fmla="*/ 5200285 w 5463293"/>
              <a:gd name="csY9" fmla="*/ 1044828 h 1799770"/>
              <a:gd name="csX0" fmla="*/ 5200285 w 5463293"/>
              <a:gd name="csY0" fmla="*/ 1044828 h 1799770"/>
              <a:gd name="csX1" fmla="*/ 5463175 w 5463293"/>
              <a:gd name="csY1" fmla="*/ 1406778 h 1799770"/>
              <a:gd name="csX2" fmla="*/ 5165043 w 5463293"/>
              <a:gd name="csY2" fmla="*/ 1730628 h 1799770"/>
              <a:gd name="csX3" fmla="*/ 4715463 w 5463293"/>
              <a:gd name="csY3" fmla="*/ 1783016 h 1799770"/>
              <a:gd name="csX4" fmla="*/ 342485 w 5463293"/>
              <a:gd name="csY4" fmla="*/ 1647420 h 1799770"/>
              <a:gd name="csX5" fmla="*/ 182532 w 5463293"/>
              <a:gd name="csY5" fmla="*/ 450537 h 1799770"/>
              <a:gd name="csX6" fmla="*/ 3334073 w 5463293"/>
              <a:gd name="csY6" fmla="*/ 46 h 1799770"/>
              <a:gd name="csX7" fmla="*/ 4063803 w 5463293"/>
              <a:gd name="csY7" fmla="*/ 470786 h 1799770"/>
              <a:gd name="csX8" fmla="*/ 4881198 w 5463293"/>
              <a:gd name="csY8" fmla="*/ 710501 h 1799770"/>
              <a:gd name="csX9" fmla="*/ 5200285 w 5463293"/>
              <a:gd name="csY9" fmla="*/ 1044828 h 1799770"/>
              <a:gd name="csX0" fmla="*/ 5200285 w 5463293"/>
              <a:gd name="csY0" fmla="*/ 1044828 h 1799770"/>
              <a:gd name="csX1" fmla="*/ 5463175 w 5463293"/>
              <a:gd name="csY1" fmla="*/ 1406778 h 1799770"/>
              <a:gd name="csX2" fmla="*/ 5165043 w 5463293"/>
              <a:gd name="csY2" fmla="*/ 1730628 h 1799770"/>
              <a:gd name="csX3" fmla="*/ 4715463 w 5463293"/>
              <a:gd name="csY3" fmla="*/ 1783016 h 1799770"/>
              <a:gd name="csX4" fmla="*/ 342485 w 5463293"/>
              <a:gd name="csY4" fmla="*/ 1647420 h 1799770"/>
              <a:gd name="csX5" fmla="*/ 182532 w 5463293"/>
              <a:gd name="csY5" fmla="*/ 450537 h 1799770"/>
              <a:gd name="csX6" fmla="*/ 3334073 w 5463293"/>
              <a:gd name="csY6" fmla="*/ 46 h 1799770"/>
              <a:gd name="csX7" fmla="*/ 4063803 w 5463293"/>
              <a:gd name="csY7" fmla="*/ 470786 h 1799770"/>
              <a:gd name="csX8" fmla="*/ 4881198 w 5463293"/>
              <a:gd name="csY8" fmla="*/ 710501 h 1799770"/>
              <a:gd name="csX9" fmla="*/ 5200285 w 5463293"/>
              <a:gd name="csY9" fmla="*/ 1044828 h 1799770"/>
              <a:gd name="csX0" fmla="*/ 5320168 w 5593529"/>
              <a:gd name="csY0" fmla="*/ 1044828 h 1857809"/>
              <a:gd name="csX1" fmla="*/ 5583058 w 5593529"/>
              <a:gd name="csY1" fmla="*/ 1406778 h 1857809"/>
              <a:gd name="csX2" fmla="*/ 5284926 w 5593529"/>
              <a:gd name="csY2" fmla="*/ 1730628 h 1857809"/>
              <a:gd name="csX3" fmla="*/ 3274165 w 5593529"/>
              <a:gd name="csY3" fmla="*/ 1855914 h 1857809"/>
              <a:gd name="csX4" fmla="*/ 462368 w 5593529"/>
              <a:gd name="csY4" fmla="*/ 1647420 h 1857809"/>
              <a:gd name="csX5" fmla="*/ 302415 w 5593529"/>
              <a:gd name="csY5" fmla="*/ 450537 h 1857809"/>
              <a:gd name="csX6" fmla="*/ 3453956 w 5593529"/>
              <a:gd name="csY6" fmla="*/ 46 h 1857809"/>
              <a:gd name="csX7" fmla="*/ 4183686 w 5593529"/>
              <a:gd name="csY7" fmla="*/ 470786 h 1857809"/>
              <a:gd name="csX8" fmla="*/ 5001081 w 5593529"/>
              <a:gd name="csY8" fmla="*/ 710501 h 1857809"/>
              <a:gd name="csX9" fmla="*/ 5320168 w 5593529"/>
              <a:gd name="csY9" fmla="*/ 1044828 h 1857809"/>
              <a:gd name="csX0" fmla="*/ 5303906 w 5590401"/>
              <a:gd name="csY0" fmla="*/ 1044828 h 1986298"/>
              <a:gd name="csX1" fmla="*/ 5566796 w 5590401"/>
              <a:gd name="csY1" fmla="*/ 1406778 h 1986298"/>
              <a:gd name="csX2" fmla="*/ 5268664 w 5590401"/>
              <a:gd name="csY2" fmla="*/ 1730628 h 1986298"/>
              <a:gd name="csX3" fmla="*/ 2932657 w 5590401"/>
              <a:gd name="csY3" fmla="*/ 1985510 h 1986298"/>
              <a:gd name="csX4" fmla="*/ 446106 w 5590401"/>
              <a:gd name="csY4" fmla="*/ 1647420 h 1986298"/>
              <a:gd name="csX5" fmla="*/ 286153 w 5590401"/>
              <a:gd name="csY5" fmla="*/ 450537 h 1986298"/>
              <a:gd name="csX6" fmla="*/ 3437694 w 5590401"/>
              <a:gd name="csY6" fmla="*/ 46 h 1986298"/>
              <a:gd name="csX7" fmla="*/ 4167424 w 5590401"/>
              <a:gd name="csY7" fmla="*/ 470786 h 1986298"/>
              <a:gd name="csX8" fmla="*/ 4984819 w 5590401"/>
              <a:gd name="csY8" fmla="*/ 710501 h 1986298"/>
              <a:gd name="csX9" fmla="*/ 5303906 w 5590401"/>
              <a:gd name="csY9" fmla="*/ 1044828 h 1986298"/>
              <a:gd name="csX0" fmla="*/ 5303906 w 5566904"/>
              <a:gd name="csY0" fmla="*/ 1044828 h 1992814"/>
              <a:gd name="csX1" fmla="*/ 5566796 w 5566904"/>
              <a:gd name="csY1" fmla="*/ 1406778 h 1992814"/>
              <a:gd name="csX2" fmla="*/ 5268664 w 5566904"/>
              <a:gd name="csY2" fmla="*/ 1730628 h 1992814"/>
              <a:gd name="csX3" fmla="*/ 4666136 w 5566904"/>
              <a:gd name="csY3" fmla="*/ 1867989 h 1992814"/>
              <a:gd name="csX4" fmla="*/ 2932657 w 5566904"/>
              <a:gd name="csY4" fmla="*/ 1985510 h 1992814"/>
              <a:gd name="csX5" fmla="*/ 446106 w 5566904"/>
              <a:gd name="csY5" fmla="*/ 1647420 h 1992814"/>
              <a:gd name="csX6" fmla="*/ 286153 w 5566904"/>
              <a:gd name="csY6" fmla="*/ 450537 h 1992814"/>
              <a:gd name="csX7" fmla="*/ 3437694 w 5566904"/>
              <a:gd name="csY7" fmla="*/ 46 h 1992814"/>
              <a:gd name="csX8" fmla="*/ 4167424 w 5566904"/>
              <a:gd name="csY8" fmla="*/ 470786 h 1992814"/>
              <a:gd name="csX9" fmla="*/ 4984819 w 5566904"/>
              <a:gd name="csY9" fmla="*/ 710501 h 1992814"/>
              <a:gd name="csX10" fmla="*/ 5303906 w 5566904"/>
              <a:gd name="csY10" fmla="*/ 1044828 h 1992814"/>
              <a:gd name="csX0" fmla="*/ 5303906 w 5566904"/>
              <a:gd name="csY0" fmla="*/ 1044828 h 1992814"/>
              <a:gd name="csX1" fmla="*/ 5566796 w 5566904"/>
              <a:gd name="csY1" fmla="*/ 1406778 h 1992814"/>
              <a:gd name="csX2" fmla="*/ 5268664 w 5566904"/>
              <a:gd name="csY2" fmla="*/ 1730628 h 1992814"/>
              <a:gd name="csX3" fmla="*/ 4666136 w 5566904"/>
              <a:gd name="csY3" fmla="*/ 1867989 h 1992814"/>
              <a:gd name="csX4" fmla="*/ 2932657 w 5566904"/>
              <a:gd name="csY4" fmla="*/ 1985510 h 1992814"/>
              <a:gd name="csX5" fmla="*/ 446106 w 5566904"/>
              <a:gd name="csY5" fmla="*/ 1647420 h 1992814"/>
              <a:gd name="csX6" fmla="*/ 286153 w 5566904"/>
              <a:gd name="csY6" fmla="*/ 450537 h 1992814"/>
              <a:gd name="csX7" fmla="*/ 3437694 w 5566904"/>
              <a:gd name="csY7" fmla="*/ 46 h 1992814"/>
              <a:gd name="csX8" fmla="*/ 4167424 w 5566904"/>
              <a:gd name="csY8" fmla="*/ 470786 h 1992814"/>
              <a:gd name="csX9" fmla="*/ 4984819 w 5566904"/>
              <a:gd name="csY9" fmla="*/ 710501 h 1992814"/>
              <a:gd name="csX10" fmla="*/ 5303906 w 5566904"/>
              <a:gd name="csY10" fmla="*/ 1044828 h 1992814"/>
              <a:gd name="csX0" fmla="*/ 5303906 w 5566886"/>
              <a:gd name="csY0" fmla="*/ 1044828 h 1995191"/>
              <a:gd name="csX1" fmla="*/ 5566796 w 5566886"/>
              <a:gd name="csY1" fmla="*/ 1406778 h 1995191"/>
              <a:gd name="csX2" fmla="*/ 5268664 w 5566886"/>
              <a:gd name="csY2" fmla="*/ 1730628 h 1995191"/>
              <a:gd name="csX3" fmla="*/ 4861285 w 5566886"/>
              <a:gd name="csY3" fmla="*/ 1888239 h 1995191"/>
              <a:gd name="csX4" fmla="*/ 2932657 w 5566886"/>
              <a:gd name="csY4" fmla="*/ 1985510 h 1995191"/>
              <a:gd name="csX5" fmla="*/ 446106 w 5566886"/>
              <a:gd name="csY5" fmla="*/ 1647420 h 1995191"/>
              <a:gd name="csX6" fmla="*/ 286153 w 5566886"/>
              <a:gd name="csY6" fmla="*/ 450537 h 1995191"/>
              <a:gd name="csX7" fmla="*/ 3437694 w 5566886"/>
              <a:gd name="csY7" fmla="*/ 46 h 1995191"/>
              <a:gd name="csX8" fmla="*/ 4167424 w 5566886"/>
              <a:gd name="csY8" fmla="*/ 470786 h 1995191"/>
              <a:gd name="csX9" fmla="*/ 4984819 w 5566886"/>
              <a:gd name="csY9" fmla="*/ 710501 h 1995191"/>
              <a:gd name="csX10" fmla="*/ 5303906 w 5566886"/>
              <a:gd name="csY10" fmla="*/ 1044828 h 1995191"/>
              <a:gd name="csX0" fmla="*/ 5268865 w 5531845"/>
              <a:gd name="csY0" fmla="*/ 1044831 h 1991805"/>
              <a:gd name="csX1" fmla="*/ 5531755 w 5531845"/>
              <a:gd name="csY1" fmla="*/ 1406781 h 1991805"/>
              <a:gd name="csX2" fmla="*/ 5233623 w 5531845"/>
              <a:gd name="csY2" fmla="*/ 1730631 h 1991805"/>
              <a:gd name="csX3" fmla="*/ 4826244 w 5531845"/>
              <a:gd name="csY3" fmla="*/ 1888242 h 1991805"/>
              <a:gd name="csX4" fmla="*/ 2897616 w 5531845"/>
              <a:gd name="csY4" fmla="*/ 1985513 h 1991805"/>
              <a:gd name="csX5" fmla="*/ 497799 w 5531845"/>
              <a:gd name="csY5" fmla="*/ 1708171 h 1991805"/>
              <a:gd name="csX6" fmla="*/ 251112 w 5531845"/>
              <a:gd name="csY6" fmla="*/ 450540 h 1991805"/>
              <a:gd name="csX7" fmla="*/ 3402653 w 5531845"/>
              <a:gd name="csY7" fmla="*/ 49 h 1991805"/>
              <a:gd name="csX8" fmla="*/ 4132383 w 5531845"/>
              <a:gd name="csY8" fmla="*/ 470789 h 1991805"/>
              <a:gd name="csX9" fmla="*/ 4949778 w 5531845"/>
              <a:gd name="csY9" fmla="*/ 710504 h 1991805"/>
              <a:gd name="csX10" fmla="*/ 5268865 w 5531845"/>
              <a:gd name="csY10" fmla="*/ 1044831 h 1991805"/>
              <a:gd name="csX0" fmla="*/ 5187606 w 5450586"/>
              <a:gd name="csY0" fmla="*/ 1044831 h 1991805"/>
              <a:gd name="csX1" fmla="*/ 5450496 w 5450586"/>
              <a:gd name="csY1" fmla="*/ 1406781 h 1991805"/>
              <a:gd name="csX2" fmla="*/ 5152364 w 5450586"/>
              <a:gd name="csY2" fmla="*/ 1730631 h 1991805"/>
              <a:gd name="csX3" fmla="*/ 4744985 w 5450586"/>
              <a:gd name="csY3" fmla="*/ 1888242 h 1991805"/>
              <a:gd name="csX4" fmla="*/ 2816357 w 5450586"/>
              <a:gd name="csY4" fmla="*/ 1985513 h 1991805"/>
              <a:gd name="csX5" fmla="*/ 416540 w 5450586"/>
              <a:gd name="csY5" fmla="*/ 1708171 h 1991805"/>
              <a:gd name="csX6" fmla="*/ 169853 w 5450586"/>
              <a:gd name="csY6" fmla="*/ 450540 h 1991805"/>
              <a:gd name="csX7" fmla="*/ 3321394 w 5450586"/>
              <a:gd name="csY7" fmla="*/ 49 h 1991805"/>
              <a:gd name="csX8" fmla="*/ 4051124 w 5450586"/>
              <a:gd name="csY8" fmla="*/ 470789 h 1991805"/>
              <a:gd name="csX9" fmla="*/ 4868519 w 5450586"/>
              <a:gd name="csY9" fmla="*/ 710504 h 1991805"/>
              <a:gd name="csX10" fmla="*/ 5187606 w 5450586"/>
              <a:gd name="csY10" fmla="*/ 1044831 h 1991805"/>
              <a:gd name="csX0" fmla="*/ 5262529 w 5525509"/>
              <a:gd name="csY0" fmla="*/ 1044831 h 1992020"/>
              <a:gd name="csX1" fmla="*/ 5525419 w 5525509"/>
              <a:gd name="csY1" fmla="*/ 1406781 h 1992020"/>
              <a:gd name="csX2" fmla="*/ 5227287 w 5525509"/>
              <a:gd name="csY2" fmla="*/ 1730631 h 1992020"/>
              <a:gd name="csX3" fmla="*/ 4819908 w 5525509"/>
              <a:gd name="csY3" fmla="*/ 1888242 h 1992020"/>
              <a:gd name="csX4" fmla="*/ 2891280 w 5525509"/>
              <a:gd name="csY4" fmla="*/ 1985513 h 1992020"/>
              <a:gd name="csX5" fmla="*/ 231267 w 5525509"/>
              <a:gd name="csY5" fmla="*/ 1704121 h 1992020"/>
              <a:gd name="csX6" fmla="*/ 244776 w 5525509"/>
              <a:gd name="csY6" fmla="*/ 450540 h 1992020"/>
              <a:gd name="csX7" fmla="*/ 3396317 w 5525509"/>
              <a:gd name="csY7" fmla="*/ 49 h 1992020"/>
              <a:gd name="csX8" fmla="*/ 4126047 w 5525509"/>
              <a:gd name="csY8" fmla="*/ 470789 h 1992020"/>
              <a:gd name="csX9" fmla="*/ 4943442 w 5525509"/>
              <a:gd name="csY9" fmla="*/ 710504 h 1992020"/>
              <a:gd name="csX10" fmla="*/ 5262529 w 5525509"/>
              <a:gd name="csY10" fmla="*/ 1044831 h 19920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525509" h="1992020">
                <a:moveTo>
                  <a:pt x="5262529" y="1044831"/>
                </a:moveTo>
                <a:cubicBezTo>
                  <a:pt x="5373972" y="1178181"/>
                  <a:pt x="5521609" y="1289624"/>
                  <a:pt x="5525419" y="1406781"/>
                </a:cubicBezTo>
                <a:cubicBezTo>
                  <a:pt x="5530182" y="1523939"/>
                  <a:pt x="5344872" y="1650388"/>
                  <a:pt x="5227287" y="1730631"/>
                </a:cubicBezTo>
                <a:cubicBezTo>
                  <a:pt x="5109702" y="1810874"/>
                  <a:pt x="5209242" y="1845762"/>
                  <a:pt x="4819908" y="1888242"/>
                </a:cubicBezTo>
                <a:cubicBezTo>
                  <a:pt x="4430574" y="1930722"/>
                  <a:pt x="3656053" y="2016200"/>
                  <a:pt x="2891280" y="1985513"/>
                </a:cubicBezTo>
                <a:cubicBezTo>
                  <a:pt x="2126507" y="1954826"/>
                  <a:pt x="260372" y="1951850"/>
                  <a:pt x="231267" y="1704121"/>
                </a:cubicBezTo>
                <a:cubicBezTo>
                  <a:pt x="202162" y="1456392"/>
                  <a:pt x="-282732" y="734552"/>
                  <a:pt x="244776" y="450540"/>
                </a:cubicBezTo>
                <a:cubicBezTo>
                  <a:pt x="772284" y="166528"/>
                  <a:pt x="2749439" y="-3326"/>
                  <a:pt x="3396317" y="49"/>
                </a:cubicBezTo>
                <a:cubicBezTo>
                  <a:pt x="4043196" y="3424"/>
                  <a:pt x="3868193" y="352380"/>
                  <a:pt x="4126047" y="470789"/>
                </a:cubicBezTo>
                <a:cubicBezTo>
                  <a:pt x="4383901" y="589198"/>
                  <a:pt x="4790167" y="613480"/>
                  <a:pt x="4943442" y="710504"/>
                </a:cubicBezTo>
                <a:cubicBezTo>
                  <a:pt x="5075839" y="756224"/>
                  <a:pt x="5151087" y="911481"/>
                  <a:pt x="5262529" y="1044831"/>
                </a:cubicBezTo>
                <a:close/>
              </a:path>
            </a:pathLst>
          </a:custGeom>
          <a:solidFill>
            <a:schemeClr val="accent4">
              <a:lumMod val="75000"/>
            </a:schemeClr>
          </a:solidFill>
          <a:ln w="9525" cap="flat">
            <a:noFill/>
            <a:prstDash val="solid"/>
            <a:miter/>
          </a:ln>
        </p:spPr>
        <p:txBody>
          <a:bodyPr/>
          <a:lstStyle/>
          <a:p>
            <a:endParaRPr lang="en-US">
              <a:noFill/>
            </a:endParaRPr>
          </a:p>
        </p:txBody>
      </p:sp>
      <p:sp>
        <p:nvSpPr>
          <p:cNvPr id="11" name="Graphic 129">
            <a:extLst>
              <a:ext uri="{FF2B5EF4-FFF2-40B4-BE49-F238E27FC236}">
                <a16:creationId xmlns:a16="http://schemas.microsoft.com/office/drawing/2014/main" id="{CD6E6A43-23BE-C78D-5AA1-9A839B289FFE}"/>
              </a:ext>
            </a:extLst>
          </p:cNvPr>
          <p:cNvSpPr/>
          <p:nvPr/>
        </p:nvSpPr>
        <p:spPr>
          <a:xfrm rot="5747428" flipH="1">
            <a:off x="-855431" y="1033690"/>
            <a:ext cx="8272474" cy="16972778"/>
          </a:xfrm>
          <a:custGeom>
            <a:avLst/>
            <a:gdLst>
              <a:gd name="csX0" fmla="*/ 714496 w 977405"/>
              <a:gd name="csY0" fmla="*/ 349032 h 1125362"/>
              <a:gd name="csX1" fmla="*/ 977386 w 977405"/>
              <a:gd name="csY1" fmla="*/ 710982 h 1125362"/>
              <a:gd name="csX2" fmla="*/ 679254 w 977405"/>
              <a:gd name="csY2" fmla="*/ 1034832 h 1125362"/>
              <a:gd name="csX3" fmla="*/ 229674 w 977405"/>
              <a:gd name="csY3" fmla="*/ 1087220 h 1125362"/>
              <a:gd name="csX4" fmla="*/ 84894 w 977405"/>
              <a:gd name="csY4" fmla="*/ 635735 h 1125362"/>
              <a:gd name="csX5" fmla="*/ 19171 w 977405"/>
              <a:gd name="csY5" fmla="*/ 154722 h 1125362"/>
              <a:gd name="csX6" fmla="*/ 395409 w 977405"/>
              <a:gd name="csY6" fmla="*/ 14705 h 1125362"/>
              <a:gd name="csX7" fmla="*/ 714496 w 977405"/>
              <a:gd name="csY7" fmla="*/ 349032 h 1125362"/>
              <a:gd name="csX0" fmla="*/ 714397 w 977405"/>
              <a:gd name="csY0" fmla="*/ 348932 h 1125363"/>
              <a:gd name="csX1" fmla="*/ 977287 w 977405"/>
              <a:gd name="csY1" fmla="*/ 710882 h 1125363"/>
              <a:gd name="csX2" fmla="*/ 679155 w 977405"/>
              <a:gd name="csY2" fmla="*/ 1034732 h 1125363"/>
              <a:gd name="csX3" fmla="*/ 229575 w 977405"/>
              <a:gd name="csY3" fmla="*/ 1087120 h 1125363"/>
              <a:gd name="csX4" fmla="*/ 84795 w 977405"/>
              <a:gd name="csY4" fmla="*/ 635635 h 1125363"/>
              <a:gd name="csX5" fmla="*/ 19072 w 977405"/>
              <a:gd name="csY5" fmla="*/ 154622 h 1125363"/>
              <a:gd name="csX6" fmla="*/ 395310 w 977405"/>
              <a:gd name="csY6" fmla="*/ 14605 h 1125363"/>
              <a:gd name="csX7" fmla="*/ 714397 w 977405"/>
              <a:gd name="csY7" fmla="*/ 348932 h 1125363"/>
              <a:gd name="csX0" fmla="*/ 1954611 w 2217619"/>
              <a:gd name="csY0" fmla="*/ 953674 h 1730105"/>
              <a:gd name="csX1" fmla="*/ 2217501 w 2217619"/>
              <a:gd name="csY1" fmla="*/ 1315624 h 1730105"/>
              <a:gd name="csX2" fmla="*/ 1919369 w 2217619"/>
              <a:gd name="csY2" fmla="*/ 1639474 h 1730105"/>
              <a:gd name="csX3" fmla="*/ 1469789 w 2217619"/>
              <a:gd name="csY3" fmla="*/ 1691862 h 1730105"/>
              <a:gd name="csX4" fmla="*/ 1325009 w 2217619"/>
              <a:gd name="csY4" fmla="*/ 1240377 h 1730105"/>
              <a:gd name="csX5" fmla="*/ 1667 w 2217619"/>
              <a:gd name="csY5" fmla="*/ 14189 h 1730105"/>
              <a:gd name="csX6" fmla="*/ 1635524 w 2217619"/>
              <a:gd name="csY6" fmla="*/ 619347 h 1730105"/>
              <a:gd name="csX7" fmla="*/ 1954611 w 2217619"/>
              <a:gd name="csY7" fmla="*/ 953674 h 1730105"/>
              <a:gd name="csX0" fmla="*/ 1955732 w 2218740"/>
              <a:gd name="csY0" fmla="*/ 970158 h 1746589"/>
              <a:gd name="csX1" fmla="*/ 2218622 w 2218740"/>
              <a:gd name="csY1" fmla="*/ 1332108 h 1746589"/>
              <a:gd name="csX2" fmla="*/ 1920490 w 2218740"/>
              <a:gd name="csY2" fmla="*/ 1655958 h 1746589"/>
              <a:gd name="csX3" fmla="*/ 1470910 w 2218740"/>
              <a:gd name="csY3" fmla="*/ 1708346 h 1746589"/>
              <a:gd name="csX4" fmla="*/ 1326130 w 2218740"/>
              <a:gd name="csY4" fmla="*/ 1256861 h 1746589"/>
              <a:gd name="csX5" fmla="*/ 2788 w 2218740"/>
              <a:gd name="csY5" fmla="*/ 30673 h 1746589"/>
              <a:gd name="csX6" fmla="*/ 819250 w 2218740"/>
              <a:gd name="csY6" fmla="*/ 396116 h 1746589"/>
              <a:gd name="csX7" fmla="*/ 1636645 w 2218740"/>
              <a:gd name="csY7" fmla="*/ 635831 h 1746589"/>
              <a:gd name="csX8" fmla="*/ 1955732 w 2218740"/>
              <a:gd name="csY8" fmla="*/ 970158 h 1746589"/>
              <a:gd name="csX0" fmla="*/ 1955732 w 2218740"/>
              <a:gd name="csY0" fmla="*/ 970158 h 1746589"/>
              <a:gd name="csX1" fmla="*/ 2218622 w 2218740"/>
              <a:gd name="csY1" fmla="*/ 1332108 h 1746589"/>
              <a:gd name="csX2" fmla="*/ 1920490 w 2218740"/>
              <a:gd name="csY2" fmla="*/ 1655958 h 1746589"/>
              <a:gd name="csX3" fmla="*/ 1470910 w 2218740"/>
              <a:gd name="csY3" fmla="*/ 1708346 h 1746589"/>
              <a:gd name="csX4" fmla="*/ 1326130 w 2218740"/>
              <a:gd name="csY4" fmla="*/ 1256861 h 1746589"/>
              <a:gd name="csX5" fmla="*/ 2788 w 2218740"/>
              <a:gd name="csY5" fmla="*/ 30673 h 1746589"/>
              <a:gd name="csX6" fmla="*/ 819250 w 2218740"/>
              <a:gd name="csY6" fmla="*/ 396116 h 1746589"/>
              <a:gd name="csX7" fmla="*/ 1636645 w 2218740"/>
              <a:gd name="csY7" fmla="*/ 635831 h 1746589"/>
              <a:gd name="csX8" fmla="*/ 1955732 w 2218740"/>
              <a:gd name="csY8" fmla="*/ 970158 h 1746589"/>
              <a:gd name="csX0" fmla="*/ 1956297 w 2219305"/>
              <a:gd name="csY0" fmla="*/ 975663 h 1752094"/>
              <a:gd name="csX1" fmla="*/ 2219187 w 2219305"/>
              <a:gd name="csY1" fmla="*/ 1337613 h 1752094"/>
              <a:gd name="csX2" fmla="*/ 1921055 w 2219305"/>
              <a:gd name="csY2" fmla="*/ 1661463 h 1752094"/>
              <a:gd name="csX3" fmla="*/ 1471475 w 2219305"/>
              <a:gd name="csY3" fmla="*/ 1713851 h 1752094"/>
              <a:gd name="csX4" fmla="*/ 1326695 w 2219305"/>
              <a:gd name="csY4" fmla="*/ 1262366 h 1752094"/>
              <a:gd name="csX5" fmla="*/ 3353 w 2219305"/>
              <a:gd name="csY5" fmla="*/ 36178 h 1752094"/>
              <a:gd name="csX6" fmla="*/ 819815 w 2219305"/>
              <a:gd name="csY6" fmla="*/ 401621 h 1752094"/>
              <a:gd name="csX7" fmla="*/ 1637210 w 2219305"/>
              <a:gd name="csY7" fmla="*/ 641336 h 1752094"/>
              <a:gd name="csX8" fmla="*/ 1956297 w 2219305"/>
              <a:gd name="csY8" fmla="*/ 975663 h 1752094"/>
              <a:gd name="csX0" fmla="*/ 1525771 w 1788779"/>
              <a:gd name="csY0" fmla="*/ 1078795 h 1855226"/>
              <a:gd name="csX1" fmla="*/ 1788661 w 1788779"/>
              <a:gd name="csY1" fmla="*/ 1440745 h 1855226"/>
              <a:gd name="csX2" fmla="*/ 1490529 w 1788779"/>
              <a:gd name="csY2" fmla="*/ 1764595 h 1855226"/>
              <a:gd name="csX3" fmla="*/ 1040949 w 1788779"/>
              <a:gd name="csY3" fmla="*/ 1816983 h 1855226"/>
              <a:gd name="csX4" fmla="*/ 896169 w 1788779"/>
              <a:gd name="csY4" fmla="*/ 1365498 h 1855226"/>
              <a:gd name="csX5" fmla="*/ 6489 w 1788779"/>
              <a:gd name="csY5" fmla="*/ 25914 h 1855226"/>
              <a:gd name="csX6" fmla="*/ 389289 w 1788779"/>
              <a:gd name="csY6" fmla="*/ 504753 h 1855226"/>
              <a:gd name="csX7" fmla="*/ 1206684 w 1788779"/>
              <a:gd name="csY7" fmla="*/ 744468 h 1855226"/>
              <a:gd name="csX8" fmla="*/ 1525771 w 1788779"/>
              <a:gd name="csY8" fmla="*/ 1078795 h 1855226"/>
              <a:gd name="csX0" fmla="*/ 1525771 w 1788779"/>
              <a:gd name="csY0" fmla="*/ 1078795 h 1855226"/>
              <a:gd name="csX1" fmla="*/ 1788661 w 1788779"/>
              <a:gd name="csY1" fmla="*/ 1440745 h 1855226"/>
              <a:gd name="csX2" fmla="*/ 1490529 w 1788779"/>
              <a:gd name="csY2" fmla="*/ 1764595 h 1855226"/>
              <a:gd name="csX3" fmla="*/ 1040949 w 1788779"/>
              <a:gd name="csY3" fmla="*/ 1816983 h 1855226"/>
              <a:gd name="csX4" fmla="*/ 896169 w 1788779"/>
              <a:gd name="csY4" fmla="*/ 1365498 h 1855226"/>
              <a:gd name="csX5" fmla="*/ 6489 w 1788779"/>
              <a:gd name="csY5" fmla="*/ 25914 h 1855226"/>
              <a:gd name="csX6" fmla="*/ 389289 w 1788779"/>
              <a:gd name="csY6" fmla="*/ 504753 h 1855226"/>
              <a:gd name="csX7" fmla="*/ 1206684 w 1788779"/>
              <a:gd name="csY7" fmla="*/ 744468 h 1855226"/>
              <a:gd name="csX8" fmla="*/ 1525771 w 1788779"/>
              <a:gd name="csY8" fmla="*/ 1078795 h 1855226"/>
              <a:gd name="csX0" fmla="*/ 1681014 w 1944022"/>
              <a:gd name="csY0" fmla="*/ 1076515 h 1852946"/>
              <a:gd name="csX1" fmla="*/ 1943904 w 1944022"/>
              <a:gd name="csY1" fmla="*/ 1438465 h 1852946"/>
              <a:gd name="csX2" fmla="*/ 1645772 w 1944022"/>
              <a:gd name="csY2" fmla="*/ 1762315 h 1852946"/>
              <a:gd name="csX3" fmla="*/ 1196192 w 1944022"/>
              <a:gd name="csY3" fmla="*/ 1814703 h 1852946"/>
              <a:gd name="csX4" fmla="*/ 1051412 w 1944022"/>
              <a:gd name="csY4" fmla="*/ 1363218 h 1852946"/>
              <a:gd name="csX5" fmla="*/ 161732 w 1944022"/>
              <a:gd name="csY5" fmla="*/ 23634 h 1852946"/>
              <a:gd name="csX6" fmla="*/ 544532 w 1944022"/>
              <a:gd name="csY6" fmla="*/ 502473 h 1852946"/>
              <a:gd name="csX7" fmla="*/ 1361927 w 1944022"/>
              <a:gd name="csY7" fmla="*/ 742188 h 1852946"/>
              <a:gd name="csX8" fmla="*/ 1681014 w 1944022"/>
              <a:gd name="csY8" fmla="*/ 1076515 h 1852946"/>
              <a:gd name="csX0" fmla="*/ 4763267 w 5026275"/>
              <a:gd name="csY0" fmla="*/ 1053765 h 1830196"/>
              <a:gd name="csX1" fmla="*/ 5026157 w 5026275"/>
              <a:gd name="csY1" fmla="*/ 1415715 h 1830196"/>
              <a:gd name="csX2" fmla="*/ 4728025 w 5026275"/>
              <a:gd name="csY2" fmla="*/ 1739565 h 1830196"/>
              <a:gd name="csX3" fmla="*/ 4278445 w 5026275"/>
              <a:gd name="csY3" fmla="*/ 1791953 h 1830196"/>
              <a:gd name="csX4" fmla="*/ 4133665 w 5026275"/>
              <a:gd name="csY4" fmla="*/ 1340468 h 1830196"/>
              <a:gd name="csX5" fmla="*/ 5711 w 5026275"/>
              <a:gd name="csY5" fmla="*/ 609319 h 1830196"/>
              <a:gd name="csX6" fmla="*/ 3243985 w 5026275"/>
              <a:gd name="csY6" fmla="*/ 884 h 1830196"/>
              <a:gd name="csX7" fmla="*/ 3626785 w 5026275"/>
              <a:gd name="csY7" fmla="*/ 479723 h 1830196"/>
              <a:gd name="csX8" fmla="*/ 4444180 w 5026275"/>
              <a:gd name="csY8" fmla="*/ 719438 h 1830196"/>
              <a:gd name="csX9" fmla="*/ 4763267 w 5026275"/>
              <a:gd name="csY9" fmla="*/ 1053765 h 1830196"/>
              <a:gd name="csX0" fmla="*/ 4764215 w 5027223"/>
              <a:gd name="csY0" fmla="*/ 1037597 h 1814028"/>
              <a:gd name="csX1" fmla="*/ 5027105 w 5027223"/>
              <a:gd name="csY1" fmla="*/ 1399547 h 1814028"/>
              <a:gd name="csX2" fmla="*/ 4728973 w 5027223"/>
              <a:gd name="csY2" fmla="*/ 1723397 h 1814028"/>
              <a:gd name="csX3" fmla="*/ 4279393 w 5027223"/>
              <a:gd name="csY3" fmla="*/ 1775785 h 1814028"/>
              <a:gd name="csX4" fmla="*/ 4134613 w 5027223"/>
              <a:gd name="csY4" fmla="*/ 1324300 h 1814028"/>
              <a:gd name="csX5" fmla="*/ 6659 w 5027223"/>
              <a:gd name="csY5" fmla="*/ 593151 h 1814028"/>
              <a:gd name="csX6" fmla="*/ 2832954 w 5027223"/>
              <a:gd name="csY6" fmla="*/ 915 h 1814028"/>
              <a:gd name="csX7" fmla="*/ 3627733 w 5027223"/>
              <a:gd name="csY7" fmla="*/ 463555 h 1814028"/>
              <a:gd name="csX8" fmla="*/ 4445128 w 5027223"/>
              <a:gd name="csY8" fmla="*/ 703270 h 1814028"/>
              <a:gd name="csX9" fmla="*/ 4764215 w 5027223"/>
              <a:gd name="csY9" fmla="*/ 1037597 h 1814028"/>
              <a:gd name="csX0" fmla="*/ 4764046 w 5027054"/>
              <a:gd name="csY0" fmla="*/ 1045680 h 1822111"/>
              <a:gd name="csX1" fmla="*/ 5026936 w 5027054"/>
              <a:gd name="csY1" fmla="*/ 1407630 h 1822111"/>
              <a:gd name="csX2" fmla="*/ 4728804 w 5027054"/>
              <a:gd name="csY2" fmla="*/ 1731480 h 1822111"/>
              <a:gd name="csX3" fmla="*/ 4279224 w 5027054"/>
              <a:gd name="csY3" fmla="*/ 1783868 h 1822111"/>
              <a:gd name="csX4" fmla="*/ 4134444 w 5027054"/>
              <a:gd name="csY4" fmla="*/ 1332383 h 1822111"/>
              <a:gd name="csX5" fmla="*/ 6490 w 5027054"/>
              <a:gd name="csY5" fmla="*/ 601234 h 1822111"/>
              <a:gd name="csX6" fmla="*/ 2897834 w 5027054"/>
              <a:gd name="csY6" fmla="*/ 898 h 1822111"/>
              <a:gd name="csX7" fmla="*/ 3627564 w 5027054"/>
              <a:gd name="csY7" fmla="*/ 471638 h 1822111"/>
              <a:gd name="csX8" fmla="*/ 4444959 w 5027054"/>
              <a:gd name="csY8" fmla="*/ 711353 h 1822111"/>
              <a:gd name="csX9" fmla="*/ 4764046 w 5027054"/>
              <a:gd name="csY9" fmla="*/ 1045680 h 1822111"/>
              <a:gd name="csX0" fmla="*/ 5023732 w 5286740"/>
              <a:gd name="csY0" fmla="*/ 1044819 h 1821250"/>
              <a:gd name="csX1" fmla="*/ 5286622 w 5286740"/>
              <a:gd name="csY1" fmla="*/ 1406769 h 1821250"/>
              <a:gd name="csX2" fmla="*/ 4988490 w 5286740"/>
              <a:gd name="csY2" fmla="*/ 1730619 h 1821250"/>
              <a:gd name="csX3" fmla="*/ 4538910 w 5286740"/>
              <a:gd name="csY3" fmla="*/ 1783007 h 1821250"/>
              <a:gd name="csX4" fmla="*/ 4394130 w 5286740"/>
              <a:gd name="csY4" fmla="*/ 1331522 h 1821250"/>
              <a:gd name="csX5" fmla="*/ 5979 w 5286740"/>
              <a:gd name="csY5" fmla="*/ 450528 h 1821250"/>
              <a:gd name="csX6" fmla="*/ 3157520 w 5286740"/>
              <a:gd name="csY6" fmla="*/ 37 h 1821250"/>
              <a:gd name="csX7" fmla="*/ 3887250 w 5286740"/>
              <a:gd name="csY7" fmla="*/ 470777 h 1821250"/>
              <a:gd name="csX8" fmla="*/ 4704645 w 5286740"/>
              <a:gd name="csY8" fmla="*/ 710492 h 1821250"/>
              <a:gd name="csX9" fmla="*/ 5023732 w 5286740"/>
              <a:gd name="csY9" fmla="*/ 1044819 h 1821250"/>
              <a:gd name="csX0" fmla="*/ 5023732 w 5286740"/>
              <a:gd name="csY0" fmla="*/ 1044819 h 1821250"/>
              <a:gd name="csX1" fmla="*/ 5286622 w 5286740"/>
              <a:gd name="csY1" fmla="*/ 1406769 h 1821250"/>
              <a:gd name="csX2" fmla="*/ 4988490 w 5286740"/>
              <a:gd name="csY2" fmla="*/ 1730619 h 1821250"/>
              <a:gd name="csX3" fmla="*/ 4538910 w 5286740"/>
              <a:gd name="csY3" fmla="*/ 1783007 h 1821250"/>
              <a:gd name="csX4" fmla="*/ 4394130 w 5286740"/>
              <a:gd name="csY4" fmla="*/ 1331522 h 1821250"/>
              <a:gd name="csX5" fmla="*/ 5979 w 5286740"/>
              <a:gd name="csY5" fmla="*/ 450528 h 1821250"/>
              <a:gd name="csX6" fmla="*/ 3157520 w 5286740"/>
              <a:gd name="csY6" fmla="*/ 37 h 1821250"/>
              <a:gd name="csX7" fmla="*/ 3887250 w 5286740"/>
              <a:gd name="csY7" fmla="*/ 470777 h 1821250"/>
              <a:gd name="csX8" fmla="*/ 4704645 w 5286740"/>
              <a:gd name="csY8" fmla="*/ 710492 h 1821250"/>
              <a:gd name="csX9" fmla="*/ 5023732 w 5286740"/>
              <a:gd name="csY9" fmla="*/ 1044819 h 1821250"/>
              <a:gd name="csX0" fmla="*/ 5023732 w 5286740"/>
              <a:gd name="csY0" fmla="*/ 1044819 h 1821250"/>
              <a:gd name="csX1" fmla="*/ 5286622 w 5286740"/>
              <a:gd name="csY1" fmla="*/ 1406769 h 1821250"/>
              <a:gd name="csX2" fmla="*/ 4988490 w 5286740"/>
              <a:gd name="csY2" fmla="*/ 1730619 h 1821250"/>
              <a:gd name="csX3" fmla="*/ 4538910 w 5286740"/>
              <a:gd name="csY3" fmla="*/ 1783007 h 1821250"/>
              <a:gd name="csX4" fmla="*/ 4394130 w 5286740"/>
              <a:gd name="csY4" fmla="*/ 1331522 h 1821250"/>
              <a:gd name="csX5" fmla="*/ 5979 w 5286740"/>
              <a:gd name="csY5" fmla="*/ 450528 h 1821250"/>
              <a:gd name="csX6" fmla="*/ 3157520 w 5286740"/>
              <a:gd name="csY6" fmla="*/ 37 h 1821250"/>
              <a:gd name="csX7" fmla="*/ 3887250 w 5286740"/>
              <a:gd name="csY7" fmla="*/ 470777 h 1821250"/>
              <a:gd name="csX8" fmla="*/ 4704645 w 5286740"/>
              <a:gd name="csY8" fmla="*/ 710492 h 1821250"/>
              <a:gd name="csX9" fmla="*/ 5023732 w 5286740"/>
              <a:gd name="csY9" fmla="*/ 1044819 h 1821250"/>
              <a:gd name="csX0" fmla="*/ 5019151 w 5282159"/>
              <a:gd name="csY0" fmla="*/ 1044819 h 1821250"/>
              <a:gd name="csX1" fmla="*/ 5282041 w 5282159"/>
              <a:gd name="csY1" fmla="*/ 1406769 h 1821250"/>
              <a:gd name="csX2" fmla="*/ 4983909 w 5282159"/>
              <a:gd name="csY2" fmla="*/ 1730619 h 1821250"/>
              <a:gd name="csX3" fmla="*/ 4534329 w 5282159"/>
              <a:gd name="csY3" fmla="*/ 1783007 h 1821250"/>
              <a:gd name="csX4" fmla="*/ 4389549 w 5282159"/>
              <a:gd name="csY4" fmla="*/ 1331522 h 1821250"/>
              <a:gd name="csX5" fmla="*/ 1398 w 5282159"/>
              <a:gd name="csY5" fmla="*/ 450528 h 1821250"/>
              <a:gd name="csX6" fmla="*/ 3152939 w 5282159"/>
              <a:gd name="csY6" fmla="*/ 37 h 1821250"/>
              <a:gd name="csX7" fmla="*/ 3882669 w 5282159"/>
              <a:gd name="csY7" fmla="*/ 470777 h 1821250"/>
              <a:gd name="csX8" fmla="*/ 4700064 w 5282159"/>
              <a:gd name="csY8" fmla="*/ 710492 h 1821250"/>
              <a:gd name="csX9" fmla="*/ 5019151 w 5282159"/>
              <a:gd name="csY9" fmla="*/ 1044819 h 1821250"/>
              <a:gd name="csX0" fmla="*/ 5235949 w 5498957"/>
              <a:gd name="csY0" fmla="*/ 1044828 h 1794706"/>
              <a:gd name="csX1" fmla="*/ 5498839 w 5498957"/>
              <a:gd name="csY1" fmla="*/ 1406778 h 1794706"/>
              <a:gd name="csX2" fmla="*/ 5200707 w 5498957"/>
              <a:gd name="csY2" fmla="*/ 1730628 h 1794706"/>
              <a:gd name="csX3" fmla="*/ 4751127 w 5498957"/>
              <a:gd name="csY3" fmla="*/ 1783016 h 1794706"/>
              <a:gd name="csX4" fmla="*/ 378149 w 5498957"/>
              <a:gd name="csY4" fmla="*/ 1647420 h 1794706"/>
              <a:gd name="csX5" fmla="*/ 218196 w 5498957"/>
              <a:gd name="csY5" fmla="*/ 450537 h 1794706"/>
              <a:gd name="csX6" fmla="*/ 3369737 w 5498957"/>
              <a:gd name="csY6" fmla="*/ 46 h 1794706"/>
              <a:gd name="csX7" fmla="*/ 4099467 w 5498957"/>
              <a:gd name="csY7" fmla="*/ 470786 h 1794706"/>
              <a:gd name="csX8" fmla="*/ 4916862 w 5498957"/>
              <a:gd name="csY8" fmla="*/ 710501 h 1794706"/>
              <a:gd name="csX9" fmla="*/ 5235949 w 5498957"/>
              <a:gd name="csY9" fmla="*/ 1044828 h 1794706"/>
              <a:gd name="csX0" fmla="*/ 5235949 w 5498957"/>
              <a:gd name="csY0" fmla="*/ 1044828 h 1794706"/>
              <a:gd name="csX1" fmla="*/ 5498839 w 5498957"/>
              <a:gd name="csY1" fmla="*/ 1406778 h 1794706"/>
              <a:gd name="csX2" fmla="*/ 5200707 w 5498957"/>
              <a:gd name="csY2" fmla="*/ 1730628 h 1794706"/>
              <a:gd name="csX3" fmla="*/ 4751127 w 5498957"/>
              <a:gd name="csY3" fmla="*/ 1783016 h 1794706"/>
              <a:gd name="csX4" fmla="*/ 378149 w 5498957"/>
              <a:gd name="csY4" fmla="*/ 1647420 h 1794706"/>
              <a:gd name="csX5" fmla="*/ 218196 w 5498957"/>
              <a:gd name="csY5" fmla="*/ 450537 h 1794706"/>
              <a:gd name="csX6" fmla="*/ 3369737 w 5498957"/>
              <a:gd name="csY6" fmla="*/ 46 h 1794706"/>
              <a:gd name="csX7" fmla="*/ 4099467 w 5498957"/>
              <a:gd name="csY7" fmla="*/ 470786 h 1794706"/>
              <a:gd name="csX8" fmla="*/ 4916862 w 5498957"/>
              <a:gd name="csY8" fmla="*/ 710501 h 1794706"/>
              <a:gd name="csX9" fmla="*/ 5235949 w 5498957"/>
              <a:gd name="csY9" fmla="*/ 1044828 h 1794706"/>
              <a:gd name="csX0" fmla="*/ 5200285 w 5463293"/>
              <a:gd name="csY0" fmla="*/ 1044828 h 1799770"/>
              <a:gd name="csX1" fmla="*/ 5463175 w 5463293"/>
              <a:gd name="csY1" fmla="*/ 1406778 h 1799770"/>
              <a:gd name="csX2" fmla="*/ 5165043 w 5463293"/>
              <a:gd name="csY2" fmla="*/ 1730628 h 1799770"/>
              <a:gd name="csX3" fmla="*/ 4715463 w 5463293"/>
              <a:gd name="csY3" fmla="*/ 1783016 h 1799770"/>
              <a:gd name="csX4" fmla="*/ 342485 w 5463293"/>
              <a:gd name="csY4" fmla="*/ 1647420 h 1799770"/>
              <a:gd name="csX5" fmla="*/ 182532 w 5463293"/>
              <a:gd name="csY5" fmla="*/ 450537 h 1799770"/>
              <a:gd name="csX6" fmla="*/ 3334073 w 5463293"/>
              <a:gd name="csY6" fmla="*/ 46 h 1799770"/>
              <a:gd name="csX7" fmla="*/ 4063803 w 5463293"/>
              <a:gd name="csY7" fmla="*/ 470786 h 1799770"/>
              <a:gd name="csX8" fmla="*/ 4881198 w 5463293"/>
              <a:gd name="csY8" fmla="*/ 710501 h 1799770"/>
              <a:gd name="csX9" fmla="*/ 5200285 w 5463293"/>
              <a:gd name="csY9" fmla="*/ 1044828 h 1799770"/>
              <a:gd name="csX0" fmla="*/ 5200285 w 5463293"/>
              <a:gd name="csY0" fmla="*/ 1044828 h 1799770"/>
              <a:gd name="csX1" fmla="*/ 5463175 w 5463293"/>
              <a:gd name="csY1" fmla="*/ 1406778 h 1799770"/>
              <a:gd name="csX2" fmla="*/ 5165043 w 5463293"/>
              <a:gd name="csY2" fmla="*/ 1730628 h 1799770"/>
              <a:gd name="csX3" fmla="*/ 4715463 w 5463293"/>
              <a:gd name="csY3" fmla="*/ 1783016 h 1799770"/>
              <a:gd name="csX4" fmla="*/ 342485 w 5463293"/>
              <a:gd name="csY4" fmla="*/ 1647420 h 1799770"/>
              <a:gd name="csX5" fmla="*/ 182532 w 5463293"/>
              <a:gd name="csY5" fmla="*/ 450537 h 1799770"/>
              <a:gd name="csX6" fmla="*/ 3334073 w 5463293"/>
              <a:gd name="csY6" fmla="*/ 46 h 1799770"/>
              <a:gd name="csX7" fmla="*/ 4063803 w 5463293"/>
              <a:gd name="csY7" fmla="*/ 470786 h 1799770"/>
              <a:gd name="csX8" fmla="*/ 4881198 w 5463293"/>
              <a:gd name="csY8" fmla="*/ 710501 h 1799770"/>
              <a:gd name="csX9" fmla="*/ 5200285 w 5463293"/>
              <a:gd name="csY9" fmla="*/ 1044828 h 1799770"/>
              <a:gd name="csX0" fmla="*/ 5200285 w 5463293"/>
              <a:gd name="csY0" fmla="*/ 1044828 h 1799770"/>
              <a:gd name="csX1" fmla="*/ 5463175 w 5463293"/>
              <a:gd name="csY1" fmla="*/ 1406778 h 1799770"/>
              <a:gd name="csX2" fmla="*/ 5165043 w 5463293"/>
              <a:gd name="csY2" fmla="*/ 1730628 h 1799770"/>
              <a:gd name="csX3" fmla="*/ 4715463 w 5463293"/>
              <a:gd name="csY3" fmla="*/ 1783016 h 1799770"/>
              <a:gd name="csX4" fmla="*/ 342485 w 5463293"/>
              <a:gd name="csY4" fmla="*/ 1647420 h 1799770"/>
              <a:gd name="csX5" fmla="*/ 182532 w 5463293"/>
              <a:gd name="csY5" fmla="*/ 450537 h 1799770"/>
              <a:gd name="csX6" fmla="*/ 3334073 w 5463293"/>
              <a:gd name="csY6" fmla="*/ 46 h 1799770"/>
              <a:gd name="csX7" fmla="*/ 4063803 w 5463293"/>
              <a:gd name="csY7" fmla="*/ 470786 h 1799770"/>
              <a:gd name="csX8" fmla="*/ 4881198 w 5463293"/>
              <a:gd name="csY8" fmla="*/ 710501 h 1799770"/>
              <a:gd name="csX9" fmla="*/ 5200285 w 5463293"/>
              <a:gd name="csY9" fmla="*/ 1044828 h 1799770"/>
              <a:gd name="csX0" fmla="*/ 5320168 w 5593529"/>
              <a:gd name="csY0" fmla="*/ 1044828 h 1857809"/>
              <a:gd name="csX1" fmla="*/ 5583058 w 5593529"/>
              <a:gd name="csY1" fmla="*/ 1406778 h 1857809"/>
              <a:gd name="csX2" fmla="*/ 5284926 w 5593529"/>
              <a:gd name="csY2" fmla="*/ 1730628 h 1857809"/>
              <a:gd name="csX3" fmla="*/ 3274165 w 5593529"/>
              <a:gd name="csY3" fmla="*/ 1855914 h 1857809"/>
              <a:gd name="csX4" fmla="*/ 462368 w 5593529"/>
              <a:gd name="csY4" fmla="*/ 1647420 h 1857809"/>
              <a:gd name="csX5" fmla="*/ 302415 w 5593529"/>
              <a:gd name="csY5" fmla="*/ 450537 h 1857809"/>
              <a:gd name="csX6" fmla="*/ 3453956 w 5593529"/>
              <a:gd name="csY6" fmla="*/ 46 h 1857809"/>
              <a:gd name="csX7" fmla="*/ 4183686 w 5593529"/>
              <a:gd name="csY7" fmla="*/ 470786 h 1857809"/>
              <a:gd name="csX8" fmla="*/ 5001081 w 5593529"/>
              <a:gd name="csY8" fmla="*/ 710501 h 1857809"/>
              <a:gd name="csX9" fmla="*/ 5320168 w 5593529"/>
              <a:gd name="csY9" fmla="*/ 1044828 h 1857809"/>
              <a:gd name="csX0" fmla="*/ 5303906 w 5590401"/>
              <a:gd name="csY0" fmla="*/ 1044828 h 1986298"/>
              <a:gd name="csX1" fmla="*/ 5566796 w 5590401"/>
              <a:gd name="csY1" fmla="*/ 1406778 h 1986298"/>
              <a:gd name="csX2" fmla="*/ 5268664 w 5590401"/>
              <a:gd name="csY2" fmla="*/ 1730628 h 1986298"/>
              <a:gd name="csX3" fmla="*/ 2932657 w 5590401"/>
              <a:gd name="csY3" fmla="*/ 1985510 h 1986298"/>
              <a:gd name="csX4" fmla="*/ 446106 w 5590401"/>
              <a:gd name="csY4" fmla="*/ 1647420 h 1986298"/>
              <a:gd name="csX5" fmla="*/ 286153 w 5590401"/>
              <a:gd name="csY5" fmla="*/ 450537 h 1986298"/>
              <a:gd name="csX6" fmla="*/ 3437694 w 5590401"/>
              <a:gd name="csY6" fmla="*/ 46 h 1986298"/>
              <a:gd name="csX7" fmla="*/ 4167424 w 5590401"/>
              <a:gd name="csY7" fmla="*/ 470786 h 1986298"/>
              <a:gd name="csX8" fmla="*/ 4984819 w 5590401"/>
              <a:gd name="csY8" fmla="*/ 710501 h 1986298"/>
              <a:gd name="csX9" fmla="*/ 5303906 w 5590401"/>
              <a:gd name="csY9" fmla="*/ 1044828 h 1986298"/>
              <a:gd name="csX0" fmla="*/ 5303906 w 5566904"/>
              <a:gd name="csY0" fmla="*/ 1044828 h 1992814"/>
              <a:gd name="csX1" fmla="*/ 5566796 w 5566904"/>
              <a:gd name="csY1" fmla="*/ 1406778 h 1992814"/>
              <a:gd name="csX2" fmla="*/ 5268664 w 5566904"/>
              <a:gd name="csY2" fmla="*/ 1730628 h 1992814"/>
              <a:gd name="csX3" fmla="*/ 4666136 w 5566904"/>
              <a:gd name="csY3" fmla="*/ 1867989 h 1992814"/>
              <a:gd name="csX4" fmla="*/ 2932657 w 5566904"/>
              <a:gd name="csY4" fmla="*/ 1985510 h 1992814"/>
              <a:gd name="csX5" fmla="*/ 446106 w 5566904"/>
              <a:gd name="csY5" fmla="*/ 1647420 h 1992814"/>
              <a:gd name="csX6" fmla="*/ 286153 w 5566904"/>
              <a:gd name="csY6" fmla="*/ 450537 h 1992814"/>
              <a:gd name="csX7" fmla="*/ 3437694 w 5566904"/>
              <a:gd name="csY7" fmla="*/ 46 h 1992814"/>
              <a:gd name="csX8" fmla="*/ 4167424 w 5566904"/>
              <a:gd name="csY8" fmla="*/ 470786 h 1992814"/>
              <a:gd name="csX9" fmla="*/ 4984819 w 5566904"/>
              <a:gd name="csY9" fmla="*/ 710501 h 1992814"/>
              <a:gd name="csX10" fmla="*/ 5303906 w 5566904"/>
              <a:gd name="csY10" fmla="*/ 1044828 h 1992814"/>
              <a:gd name="csX0" fmla="*/ 5303906 w 5566904"/>
              <a:gd name="csY0" fmla="*/ 1044828 h 1992814"/>
              <a:gd name="csX1" fmla="*/ 5566796 w 5566904"/>
              <a:gd name="csY1" fmla="*/ 1406778 h 1992814"/>
              <a:gd name="csX2" fmla="*/ 5268664 w 5566904"/>
              <a:gd name="csY2" fmla="*/ 1730628 h 1992814"/>
              <a:gd name="csX3" fmla="*/ 4666136 w 5566904"/>
              <a:gd name="csY3" fmla="*/ 1867989 h 1992814"/>
              <a:gd name="csX4" fmla="*/ 2932657 w 5566904"/>
              <a:gd name="csY4" fmla="*/ 1985510 h 1992814"/>
              <a:gd name="csX5" fmla="*/ 446106 w 5566904"/>
              <a:gd name="csY5" fmla="*/ 1647420 h 1992814"/>
              <a:gd name="csX6" fmla="*/ 286153 w 5566904"/>
              <a:gd name="csY6" fmla="*/ 450537 h 1992814"/>
              <a:gd name="csX7" fmla="*/ 3437694 w 5566904"/>
              <a:gd name="csY7" fmla="*/ 46 h 1992814"/>
              <a:gd name="csX8" fmla="*/ 4167424 w 5566904"/>
              <a:gd name="csY8" fmla="*/ 470786 h 1992814"/>
              <a:gd name="csX9" fmla="*/ 4984819 w 5566904"/>
              <a:gd name="csY9" fmla="*/ 710501 h 1992814"/>
              <a:gd name="csX10" fmla="*/ 5303906 w 5566904"/>
              <a:gd name="csY10" fmla="*/ 1044828 h 1992814"/>
              <a:gd name="csX0" fmla="*/ 5303906 w 5566886"/>
              <a:gd name="csY0" fmla="*/ 1044828 h 1995191"/>
              <a:gd name="csX1" fmla="*/ 5566796 w 5566886"/>
              <a:gd name="csY1" fmla="*/ 1406778 h 1995191"/>
              <a:gd name="csX2" fmla="*/ 5268664 w 5566886"/>
              <a:gd name="csY2" fmla="*/ 1730628 h 1995191"/>
              <a:gd name="csX3" fmla="*/ 4861285 w 5566886"/>
              <a:gd name="csY3" fmla="*/ 1888239 h 1995191"/>
              <a:gd name="csX4" fmla="*/ 2932657 w 5566886"/>
              <a:gd name="csY4" fmla="*/ 1985510 h 1995191"/>
              <a:gd name="csX5" fmla="*/ 446106 w 5566886"/>
              <a:gd name="csY5" fmla="*/ 1647420 h 1995191"/>
              <a:gd name="csX6" fmla="*/ 286153 w 5566886"/>
              <a:gd name="csY6" fmla="*/ 450537 h 1995191"/>
              <a:gd name="csX7" fmla="*/ 3437694 w 5566886"/>
              <a:gd name="csY7" fmla="*/ 46 h 1995191"/>
              <a:gd name="csX8" fmla="*/ 4167424 w 5566886"/>
              <a:gd name="csY8" fmla="*/ 470786 h 1995191"/>
              <a:gd name="csX9" fmla="*/ 4984819 w 5566886"/>
              <a:gd name="csY9" fmla="*/ 710501 h 1995191"/>
              <a:gd name="csX10" fmla="*/ 5303906 w 5566886"/>
              <a:gd name="csY10" fmla="*/ 1044828 h 1995191"/>
              <a:gd name="csX0" fmla="*/ 5268865 w 5531845"/>
              <a:gd name="csY0" fmla="*/ 1044831 h 1991805"/>
              <a:gd name="csX1" fmla="*/ 5531755 w 5531845"/>
              <a:gd name="csY1" fmla="*/ 1406781 h 1991805"/>
              <a:gd name="csX2" fmla="*/ 5233623 w 5531845"/>
              <a:gd name="csY2" fmla="*/ 1730631 h 1991805"/>
              <a:gd name="csX3" fmla="*/ 4826244 w 5531845"/>
              <a:gd name="csY3" fmla="*/ 1888242 h 1991805"/>
              <a:gd name="csX4" fmla="*/ 2897616 w 5531845"/>
              <a:gd name="csY4" fmla="*/ 1985513 h 1991805"/>
              <a:gd name="csX5" fmla="*/ 497799 w 5531845"/>
              <a:gd name="csY5" fmla="*/ 1708171 h 1991805"/>
              <a:gd name="csX6" fmla="*/ 251112 w 5531845"/>
              <a:gd name="csY6" fmla="*/ 450540 h 1991805"/>
              <a:gd name="csX7" fmla="*/ 3402653 w 5531845"/>
              <a:gd name="csY7" fmla="*/ 49 h 1991805"/>
              <a:gd name="csX8" fmla="*/ 4132383 w 5531845"/>
              <a:gd name="csY8" fmla="*/ 470789 h 1991805"/>
              <a:gd name="csX9" fmla="*/ 4949778 w 5531845"/>
              <a:gd name="csY9" fmla="*/ 710504 h 1991805"/>
              <a:gd name="csX10" fmla="*/ 5268865 w 5531845"/>
              <a:gd name="csY10" fmla="*/ 1044831 h 1991805"/>
              <a:gd name="csX0" fmla="*/ 5187606 w 5450586"/>
              <a:gd name="csY0" fmla="*/ 1044831 h 1991805"/>
              <a:gd name="csX1" fmla="*/ 5450496 w 5450586"/>
              <a:gd name="csY1" fmla="*/ 1406781 h 1991805"/>
              <a:gd name="csX2" fmla="*/ 5152364 w 5450586"/>
              <a:gd name="csY2" fmla="*/ 1730631 h 1991805"/>
              <a:gd name="csX3" fmla="*/ 4744985 w 5450586"/>
              <a:gd name="csY3" fmla="*/ 1888242 h 1991805"/>
              <a:gd name="csX4" fmla="*/ 2816357 w 5450586"/>
              <a:gd name="csY4" fmla="*/ 1985513 h 1991805"/>
              <a:gd name="csX5" fmla="*/ 416540 w 5450586"/>
              <a:gd name="csY5" fmla="*/ 1708171 h 1991805"/>
              <a:gd name="csX6" fmla="*/ 169853 w 5450586"/>
              <a:gd name="csY6" fmla="*/ 450540 h 1991805"/>
              <a:gd name="csX7" fmla="*/ 3321394 w 5450586"/>
              <a:gd name="csY7" fmla="*/ 49 h 1991805"/>
              <a:gd name="csX8" fmla="*/ 4051124 w 5450586"/>
              <a:gd name="csY8" fmla="*/ 470789 h 1991805"/>
              <a:gd name="csX9" fmla="*/ 4868519 w 5450586"/>
              <a:gd name="csY9" fmla="*/ 710504 h 1991805"/>
              <a:gd name="csX10" fmla="*/ 5187606 w 5450586"/>
              <a:gd name="csY10" fmla="*/ 1044831 h 1991805"/>
              <a:gd name="csX0" fmla="*/ 5262529 w 5525509"/>
              <a:gd name="csY0" fmla="*/ 1044831 h 1992020"/>
              <a:gd name="csX1" fmla="*/ 5525419 w 5525509"/>
              <a:gd name="csY1" fmla="*/ 1406781 h 1992020"/>
              <a:gd name="csX2" fmla="*/ 5227287 w 5525509"/>
              <a:gd name="csY2" fmla="*/ 1730631 h 1992020"/>
              <a:gd name="csX3" fmla="*/ 4819908 w 5525509"/>
              <a:gd name="csY3" fmla="*/ 1888242 h 1992020"/>
              <a:gd name="csX4" fmla="*/ 2891280 w 5525509"/>
              <a:gd name="csY4" fmla="*/ 1985513 h 1992020"/>
              <a:gd name="csX5" fmla="*/ 231267 w 5525509"/>
              <a:gd name="csY5" fmla="*/ 1704121 h 1992020"/>
              <a:gd name="csX6" fmla="*/ 244776 w 5525509"/>
              <a:gd name="csY6" fmla="*/ 450540 h 1992020"/>
              <a:gd name="csX7" fmla="*/ 3396317 w 5525509"/>
              <a:gd name="csY7" fmla="*/ 49 h 1992020"/>
              <a:gd name="csX8" fmla="*/ 4126047 w 5525509"/>
              <a:gd name="csY8" fmla="*/ 470789 h 1992020"/>
              <a:gd name="csX9" fmla="*/ 4943442 w 5525509"/>
              <a:gd name="csY9" fmla="*/ 710504 h 1992020"/>
              <a:gd name="csX10" fmla="*/ 5262529 w 5525509"/>
              <a:gd name="csY10" fmla="*/ 1044831 h 1992020"/>
              <a:gd name="csX0" fmla="*/ 5237591 w 5500571"/>
              <a:gd name="csY0" fmla="*/ 1044916 h 1992105"/>
              <a:gd name="csX1" fmla="*/ 5500481 w 5500571"/>
              <a:gd name="csY1" fmla="*/ 1406866 h 1992105"/>
              <a:gd name="csX2" fmla="*/ 5202349 w 5500571"/>
              <a:gd name="csY2" fmla="*/ 1730716 h 1992105"/>
              <a:gd name="csX3" fmla="*/ 4794970 w 5500571"/>
              <a:gd name="csY3" fmla="*/ 1888327 h 1992105"/>
              <a:gd name="csX4" fmla="*/ 2866342 w 5500571"/>
              <a:gd name="csY4" fmla="*/ 1985598 h 1992105"/>
              <a:gd name="csX5" fmla="*/ 206329 w 5500571"/>
              <a:gd name="csY5" fmla="*/ 1704206 h 1992105"/>
              <a:gd name="csX6" fmla="*/ 534243 w 5500571"/>
              <a:gd name="csY6" fmla="*/ 519473 h 1992105"/>
              <a:gd name="csX7" fmla="*/ 3371379 w 5500571"/>
              <a:gd name="csY7" fmla="*/ 134 h 1992105"/>
              <a:gd name="csX8" fmla="*/ 4101109 w 5500571"/>
              <a:gd name="csY8" fmla="*/ 470874 h 1992105"/>
              <a:gd name="csX9" fmla="*/ 4918504 w 5500571"/>
              <a:gd name="csY9" fmla="*/ 710589 h 1992105"/>
              <a:gd name="csX10" fmla="*/ 5237591 w 5500571"/>
              <a:gd name="csY10" fmla="*/ 1044916 h 1992105"/>
              <a:gd name="csX0" fmla="*/ 5070999 w 5333979"/>
              <a:gd name="csY0" fmla="*/ 1044916 h 1994231"/>
              <a:gd name="csX1" fmla="*/ 5333889 w 5333979"/>
              <a:gd name="csY1" fmla="*/ 1406866 h 1994231"/>
              <a:gd name="csX2" fmla="*/ 5035757 w 5333979"/>
              <a:gd name="csY2" fmla="*/ 1730716 h 1994231"/>
              <a:gd name="csX3" fmla="*/ 4628378 w 5333979"/>
              <a:gd name="csY3" fmla="*/ 1888327 h 1994231"/>
              <a:gd name="csX4" fmla="*/ 2699750 w 5333979"/>
              <a:gd name="csY4" fmla="*/ 1985598 h 1994231"/>
              <a:gd name="csX5" fmla="*/ 289094 w 5333979"/>
              <a:gd name="csY5" fmla="*/ 1665733 h 1994231"/>
              <a:gd name="csX6" fmla="*/ 367651 w 5333979"/>
              <a:gd name="csY6" fmla="*/ 519473 h 1994231"/>
              <a:gd name="csX7" fmla="*/ 3204787 w 5333979"/>
              <a:gd name="csY7" fmla="*/ 134 h 1994231"/>
              <a:gd name="csX8" fmla="*/ 3934517 w 5333979"/>
              <a:gd name="csY8" fmla="*/ 470874 h 1994231"/>
              <a:gd name="csX9" fmla="*/ 4751912 w 5333979"/>
              <a:gd name="csY9" fmla="*/ 710589 h 1994231"/>
              <a:gd name="csX10" fmla="*/ 5070999 w 5333979"/>
              <a:gd name="csY10" fmla="*/ 1044916 h 1994231"/>
              <a:gd name="csX0" fmla="*/ 5070999 w 5333979"/>
              <a:gd name="csY0" fmla="*/ 1044916 h 1926472"/>
              <a:gd name="csX1" fmla="*/ 5333889 w 5333979"/>
              <a:gd name="csY1" fmla="*/ 1406866 h 1926472"/>
              <a:gd name="csX2" fmla="*/ 5035757 w 5333979"/>
              <a:gd name="csY2" fmla="*/ 1730716 h 1926472"/>
              <a:gd name="csX3" fmla="*/ 4628378 w 5333979"/>
              <a:gd name="csY3" fmla="*/ 1888327 h 1926472"/>
              <a:gd name="csX4" fmla="*/ 2699750 w 5333979"/>
              <a:gd name="csY4" fmla="*/ 1908651 h 1926472"/>
              <a:gd name="csX5" fmla="*/ 289094 w 5333979"/>
              <a:gd name="csY5" fmla="*/ 1665733 h 1926472"/>
              <a:gd name="csX6" fmla="*/ 367651 w 5333979"/>
              <a:gd name="csY6" fmla="*/ 519473 h 1926472"/>
              <a:gd name="csX7" fmla="*/ 3204787 w 5333979"/>
              <a:gd name="csY7" fmla="*/ 134 h 1926472"/>
              <a:gd name="csX8" fmla="*/ 3934517 w 5333979"/>
              <a:gd name="csY8" fmla="*/ 470874 h 1926472"/>
              <a:gd name="csX9" fmla="*/ 4751912 w 5333979"/>
              <a:gd name="csY9" fmla="*/ 710589 h 1926472"/>
              <a:gd name="csX10" fmla="*/ 5070999 w 5333979"/>
              <a:gd name="csY10" fmla="*/ 1044916 h 1926472"/>
              <a:gd name="csX0" fmla="*/ 5070999 w 5333985"/>
              <a:gd name="csY0" fmla="*/ 1044916 h 1915150"/>
              <a:gd name="csX1" fmla="*/ 5333889 w 5333985"/>
              <a:gd name="csY1" fmla="*/ 1406866 h 1915150"/>
              <a:gd name="csX2" fmla="*/ 5035757 w 5333985"/>
              <a:gd name="csY2" fmla="*/ 1730716 h 1915150"/>
              <a:gd name="csX3" fmla="*/ 4552487 w 5333985"/>
              <a:gd name="csY3" fmla="*/ 1835679 h 1915150"/>
              <a:gd name="csX4" fmla="*/ 2699750 w 5333985"/>
              <a:gd name="csY4" fmla="*/ 1908651 h 1915150"/>
              <a:gd name="csX5" fmla="*/ 289094 w 5333985"/>
              <a:gd name="csY5" fmla="*/ 1665733 h 1915150"/>
              <a:gd name="csX6" fmla="*/ 367651 w 5333985"/>
              <a:gd name="csY6" fmla="*/ 519473 h 1915150"/>
              <a:gd name="csX7" fmla="*/ 3204787 w 5333985"/>
              <a:gd name="csY7" fmla="*/ 134 h 1915150"/>
              <a:gd name="csX8" fmla="*/ 3934517 w 5333985"/>
              <a:gd name="csY8" fmla="*/ 470874 h 1915150"/>
              <a:gd name="csX9" fmla="*/ 4751912 w 5333985"/>
              <a:gd name="csY9" fmla="*/ 710589 h 1915150"/>
              <a:gd name="csX10" fmla="*/ 5070999 w 5333985"/>
              <a:gd name="csY10" fmla="*/ 1044916 h 1915150"/>
              <a:gd name="csX0" fmla="*/ 4922170 w 5185156"/>
              <a:gd name="csY0" fmla="*/ 1044916 h 1915495"/>
              <a:gd name="csX1" fmla="*/ 5185060 w 5185156"/>
              <a:gd name="csY1" fmla="*/ 1406866 h 1915495"/>
              <a:gd name="csX2" fmla="*/ 4886928 w 5185156"/>
              <a:gd name="csY2" fmla="*/ 1730716 h 1915495"/>
              <a:gd name="csX3" fmla="*/ 4403658 w 5185156"/>
              <a:gd name="csY3" fmla="*/ 1835679 h 1915495"/>
              <a:gd name="csX4" fmla="*/ 2550921 w 5185156"/>
              <a:gd name="csY4" fmla="*/ 1908651 h 1915495"/>
              <a:gd name="csX5" fmla="*/ 454669 w 5185156"/>
              <a:gd name="csY5" fmla="*/ 1659658 h 1915495"/>
              <a:gd name="csX6" fmla="*/ 218822 w 5185156"/>
              <a:gd name="csY6" fmla="*/ 519473 h 1915495"/>
              <a:gd name="csX7" fmla="*/ 3055958 w 5185156"/>
              <a:gd name="csY7" fmla="*/ 134 h 1915495"/>
              <a:gd name="csX8" fmla="*/ 3785688 w 5185156"/>
              <a:gd name="csY8" fmla="*/ 470874 h 1915495"/>
              <a:gd name="csX9" fmla="*/ 4603083 w 5185156"/>
              <a:gd name="csY9" fmla="*/ 710589 h 1915495"/>
              <a:gd name="csX10" fmla="*/ 4922170 w 5185156"/>
              <a:gd name="csY10" fmla="*/ 1044916 h 1915495"/>
              <a:gd name="csX0" fmla="*/ 4793813 w 5056799"/>
              <a:gd name="csY0" fmla="*/ 1044951 h 1915530"/>
              <a:gd name="csX1" fmla="*/ 5056703 w 5056799"/>
              <a:gd name="csY1" fmla="*/ 1406901 h 1915530"/>
              <a:gd name="csX2" fmla="*/ 4758571 w 5056799"/>
              <a:gd name="csY2" fmla="*/ 1730751 h 1915530"/>
              <a:gd name="csX3" fmla="*/ 4275301 w 5056799"/>
              <a:gd name="csY3" fmla="*/ 1835714 h 1915530"/>
              <a:gd name="csX4" fmla="*/ 2422564 w 5056799"/>
              <a:gd name="csY4" fmla="*/ 1908686 h 1915530"/>
              <a:gd name="csX5" fmla="*/ 326312 w 5056799"/>
              <a:gd name="csY5" fmla="*/ 1659693 h 1915530"/>
              <a:gd name="csX6" fmla="*/ 274771 w 5056799"/>
              <a:gd name="csY6" fmla="*/ 525583 h 1915530"/>
              <a:gd name="csX7" fmla="*/ 2927601 w 5056799"/>
              <a:gd name="csY7" fmla="*/ 169 h 1915530"/>
              <a:gd name="csX8" fmla="*/ 3657331 w 5056799"/>
              <a:gd name="csY8" fmla="*/ 470909 h 1915530"/>
              <a:gd name="csX9" fmla="*/ 4474726 w 5056799"/>
              <a:gd name="csY9" fmla="*/ 710624 h 1915530"/>
              <a:gd name="csX10" fmla="*/ 4793813 w 5056799"/>
              <a:gd name="csY10" fmla="*/ 1044951 h 1915530"/>
              <a:gd name="csX0" fmla="*/ 4720683 w 4983669"/>
              <a:gd name="csY0" fmla="*/ 1044951 h 1915300"/>
              <a:gd name="csX1" fmla="*/ 4983573 w 4983669"/>
              <a:gd name="csY1" fmla="*/ 1406901 h 1915300"/>
              <a:gd name="csX2" fmla="*/ 4685441 w 4983669"/>
              <a:gd name="csY2" fmla="*/ 1730751 h 1915300"/>
              <a:gd name="csX3" fmla="*/ 4202171 w 4983669"/>
              <a:gd name="csY3" fmla="*/ 1835714 h 1915300"/>
              <a:gd name="csX4" fmla="*/ 2349434 w 4983669"/>
              <a:gd name="csY4" fmla="*/ 1908686 h 1915300"/>
              <a:gd name="csX5" fmla="*/ 426647 w 4983669"/>
              <a:gd name="csY5" fmla="*/ 1663743 h 1915300"/>
              <a:gd name="csX6" fmla="*/ 201641 w 4983669"/>
              <a:gd name="csY6" fmla="*/ 525583 h 1915300"/>
              <a:gd name="csX7" fmla="*/ 2854471 w 4983669"/>
              <a:gd name="csY7" fmla="*/ 169 h 1915300"/>
              <a:gd name="csX8" fmla="*/ 3584201 w 4983669"/>
              <a:gd name="csY8" fmla="*/ 470909 h 1915300"/>
              <a:gd name="csX9" fmla="*/ 4401596 w 4983669"/>
              <a:gd name="csY9" fmla="*/ 710624 h 1915300"/>
              <a:gd name="csX10" fmla="*/ 4720683 w 4983669"/>
              <a:gd name="csY10" fmla="*/ 1044951 h 1915300"/>
              <a:gd name="csX0" fmla="*/ 4720683 w 4998043"/>
              <a:gd name="csY0" fmla="*/ 1044951 h 1915300"/>
              <a:gd name="csX1" fmla="*/ 4983573 w 4998043"/>
              <a:gd name="csY1" fmla="*/ 1406901 h 1915300"/>
              <a:gd name="csX2" fmla="*/ 4928096 w 4998043"/>
              <a:gd name="csY2" fmla="*/ 1567132 h 1915300"/>
              <a:gd name="csX3" fmla="*/ 4685441 w 4998043"/>
              <a:gd name="csY3" fmla="*/ 1730751 h 1915300"/>
              <a:gd name="csX4" fmla="*/ 4202171 w 4998043"/>
              <a:gd name="csY4" fmla="*/ 1835714 h 1915300"/>
              <a:gd name="csX5" fmla="*/ 2349434 w 4998043"/>
              <a:gd name="csY5" fmla="*/ 1908686 h 1915300"/>
              <a:gd name="csX6" fmla="*/ 426647 w 4998043"/>
              <a:gd name="csY6" fmla="*/ 1663743 h 1915300"/>
              <a:gd name="csX7" fmla="*/ 201641 w 4998043"/>
              <a:gd name="csY7" fmla="*/ 525583 h 1915300"/>
              <a:gd name="csX8" fmla="*/ 2854471 w 4998043"/>
              <a:gd name="csY8" fmla="*/ 169 h 1915300"/>
              <a:gd name="csX9" fmla="*/ 3584201 w 4998043"/>
              <a:gd name="csY9" fmla="*/ 470909 h 1915300"/>
              <a:gd name="csX10" fmla="*/ 4401596 w 4998043"/>
              <a:gd name="csY10" fmla="*/ 710624 h 1915300"/>
              <a:gd name="csX11" fmla="*/ 4720683 w 4998043"/>
              <a:gd name="csY11" fmla="*/ 1044951 h 19153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998043" h="1915300">
                <a:moveTo>
                  <a:pt x="4720683" y="1044951"/>
                </a:moveTo>
                <a:cubicBezTo>
                  <a:pt x="4832126" y="1178301"/>
                  <a:pt x="4979763" y="1289744"/>
                  <a:pt x="4983573" y="1406901"/>
                </a:cubicBezTo>
                <a:cubicBezTo>
                  <a:pt x="5021756" y="1490556"/>
                  <a:pt x="4977785" y="1513157"/>
                  <a:pt x="4928096" y="1567132"/>
                </a:cubicBezTo>
                <a:cubicBezTo>
                  <a:pt x="4878407" y="1621107"/>
                  <a:pt x="4806429" y="1685987"/>
                  <a:pt x="4685441" y="1730751"/>
                </a:cubicBezTo>
                <a:cubicBezTo>
                  <a:pt x="4564454" y="1775515"/>
                  <a:pt x="4591506" y="1806058"/>
                  <a:pt x="4202171" y="1835714"/>
                </a:cubicBezTo>
                <a:cubicBezTo>
                  <a:pt x="3812836" y="1865370"/>
                  <a:pt x="2978688" y="1937348"/>
                  <a:pt x="2349434" y="1908686"/>
                </a:cubicBezTo>
                <a:cubicBezTo>
                  <a:pt x="1720180" y="1880024"/>
                  <a:pt x="784612" y="1894260"/>
                  <a:pt x="426647" y="1663743"/>
                </a:cubicBezTo>
                <a:cubicBezTo>
                  <a:pt x="68682" y="1433226"/>
                  <a:pt x="-202996" y="802845"/>
                  <a:pt x="201641" y="525583"/>
                </a:cubicBezTo>
                <a:cubicBezTo>
                  <a:pt x="606278" y="248321"/>
                  <a:pt x="2290711" y="9281"/>
                  <a:pt x="2854471" y="169"/>
                </a:cubicBezTo>
                <a:cubicBezTo>
                  <a:pt x="3418231" y="-8943"/>
                  <a:pt x="3326347" y="352500"/>
                  <a:pt x="3584201" y="470909"/>
                </a:cubicBezTo>
                <a:cubicBezTo>
                  <a:pt x="3842055" y="589318"/>
                  <a:pt x="4248321" y="613600"/>
                  <a:pt x="4401596" y="710624"/>
                </a:cubicBezTo>
                <a:cubicBezTo>
                  <a:pt x="4533993" y="756344"/>
                  <a:pt x="4609241" y="911601"/>
                  <a:pt x="4720683" y="1044951"/>
                </a:cubicBezTo>
                <a:close/>
              </a:path>
            </a:pathLst>
          </a:custGeom>
          <a:solidFill>
            <a:schemeClr val="accent4">
              <a:lumMod val="50000"/>
            </a:schemeClr>
          </a:solidFill>
          <a:ln w="9525" cap="flat">
            <a:noFill/>
            <a:prstDash val="solid"/>
            <a:miter/>
          </a:ln>
        </p:spPr>
        <p:txBody>
          <a:bodyPr/>
          <a:lstStyle/>
          <a:p>
            <a:endParaRPr lang="en-US">
              <a:noFill/>
            </a:endParaRPr>
          </a:p>
        </p:txBody>
      </p:sp>
      <p:sp>
        <p:nvSpPr>
          <p:cNvPr id="6" name="Graphic 127">
            <a:extLst>
              <a:ext uri="{FF2B5EF4-FFF2-40B4-BE49-F238E27FC236}">
                <a16:creationId xmlns:a16="http://schemas.microsoft.com/office/drawing/2014/main" id="{03E2C8E1-2A16-1ECD-CDD9-D5C215D53A1F}"/>
              </a:ext>
            </a:extLst>
          </p:cNvPr>
          <p:cNvSpPr/>
          <p:nvPr/>
        </p:nvSpPr>
        <p:spPr>
          <a:xfrm rot="6026319" flipV="1">
            <a:off x="8696004" y="-7945449"/>
            <a:ext cx="3829558" cy="15209314"/>
          </a:xfrm>
          <a:custGeom>
            <a:avLst/>
            <a:gdLst>
              <a:gd name="csX0" fmla="*/ 3086062 w 3829558"/>
              <a:gd name="csY0" fmla="*/ 3905196 h 15209314"/>
              <a:gd name="csX1" fmla="*/ 3809673 w 3829558"/>
              <a:gd name="csY1" fmla="*/ 9695864 h 15209314"/>
              <a:gd name="csX2" fmla="*/ 2440601 w 3829558"/>
              <a:gd name="csY2" fmla="*/ 13914361 h 15209314"/>
              <a:gd name="csX3" fmla="*/ 741562 w 3829558"/>
              <a:gd name="csY3" fmla="*/ 14802979 h 15209314"/>
              <a:gd name="csX4" fmla="*/ 290029 w 3829558"/>
              <a:gd name="csY4" fmla="*/ 9051372 h 15209314"/>
              <a:gd name="csX5" fmla="*/ 64262 w 3829558"/>
              <a:gd name="csY5" fmla="*/ 2928692 h 15209314"/>
              <a:gd name="csX6" fmla="*/ 1517273 w 3829558"/>
              <a:gd name="csY6" fmla="*/ 18711 h 15209314"/>
              <a:gd name="csX7" fmla="*/ 3086062 w 3829558"/>
              <a:gd name="csY7" fmla="*/ 3905196 h 152093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829558" h="15209314">
                <a:moveTo>
                  <a:pt x="3086062" y="3905196"/>
                </a:moveTo>
                <a:cubicBezTo>
                  <a:pt x="3540489" y="5838674"/>
                  <a:pt x="3922556" y="7938157"/>
                  <a:pt x="3809673" y="9695864"/>
                </a:cubicBezTo>
                <a:cubicBezTo>
                  <a:pt x="3699684" y="11443806"/>
                  <a:pt x="3094745" y="12849972"/>
                  <a:pt x="2440601" y="13914361"/>
                </a:cubicBezTo>
                <a:cubicBezTo>
                  <a:pt x="1786456" y="14978750"/>
                  <a:pt x="1083106" y="15701363"/>
                  <a:pt x="741562" y="14802979"/>
                </a:cubicBezTo>
                <a:cubicBezTo>
                  <a:pt x="400018" y="13894831"/>
                  <a:pt x="420279" y="11365686"/>
                  <a:pt x="290029" y="9051372"/>
                </a:cubicBezTo>
                <a:cubicBezTo>
                  <a:pt x="156884" y="6746823"/>
                  <a:pt x="-126771" y="4657104"/>
                  <a:pt x="64262" y="2928692"/>
                </a:cubicBezTo>
                <a:cubicBezTo>
                  <a:pt x="255295" y="1190516"/>
                  <a:pt x="923912" y="-176590"/>
                  <a:pt x="1517273" y="18711"/>
                </a:cubicBezTo>
                <a:cubicBezTo>
                  <a:pt x="2110634" y="214012"/>
                  <a:pt x="2634528" y="1971719"/>
                  <a:pt x="3086062" y="3905196"/>
                </a:cubicBezTo>
                <a:close/>
              </a:path>
            </a:pathLst>
          </a:custGeom>
          <a:solidFill>
            <a:schemeClr val="accent4">
              <a:lumMod val="60000"/>
              <a:lumOff val="40000"/>
            </a:schemeClr>
          </a:solidFill>
          <a:ln w="28908" cap="flat">
            <a:noFill/>
            <a:prstDash val="solid"/>
            <a:miter/>
          </a:ln>
        </p:spPr>
        <p:txBody>
          <a:bodyPr/>
          <a:lstStyle/>
          <a:p>
            <a:endParaRPr lang="en-US"/>
          </a:p>
        </p:txBody>
      </p:sp>
      <p:sp>
        <p:nvSpPr>
          <p:cNvPr id="7" name="Graphic 129">
            <a:extLst>
              <a:ext uri="{FF2B5EF4-FFF2-40B4-BE49-F238E27FC236}">
                <a16:creationId xmlns:a16="http://schemas.microsoft.com/office/drawing/2014/main" id="{C0ABFEDE-6757-163C-9B1D-BB11D3A4B93E}"/>
              </a:ext>
            </a:extLst>
          </p:cNvPr>
          <p:cNvSpPr/>
          <p:nvPr/>
        </p:nvSpPr>
        <p:spPr>
          <a:xfrm rot="16826319" flipH="1">
            <a:off x="9664497" y="-5159000"/>
            <a:ext cx="1717428" cy="10587099"/>
          </a:xfrm>
          <a:custGeom>
            <a:avLst/>
            <a:gdLst>
              <a:gd name="csX0" fmla="*/ 714496 w 977405"/>
              <a:gd name="csY0" fmla="*/ 349032 h 1125362"/>
              <a:gd name="csX1" fmla="*/ 977386 w 977405"/>
              <a:gd name="csY1" fmla="*/ 710982 h 1125362"/>
              <a:gd name="csX2" fmla="*/ 679254 w 977405"/>
              <a:gd name="csY2" fmla="*/ 1034832 h 1125362"/>
              <a:gd name="csX3" fmla="*/ 229674 w 977405"/>
              <a:gd name="csY3" fmla="*/ 1087220 h 1125362"/>
              <a:gd name="csX4" fmla="*/ 84894 w 977405"/>
              <a:gd name="csY4" fmla="*/ 635735 h 1125362"/>
              <a:gd name="csX5" fmla="*/ 19171 w 977405"/>
              <a:gd name="csY5" fmla="*/ 154722 h 1125362"/>
              <a:gd name="csX6" fmla="*/ 395409 w 977405"/>
              <a:gd name="csY6" fmla="*/ 14705 h 1125362"/>
              <a:gd name="csX7" fmla="*/ 714496 w 977405"/>
              <a:gd name="csY7" fmla="*/ 349032 h 11253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977405" h="1125362">
                <a:moveTo>
                  <a:pt x="714496" y="349032"/>
                </a:moveTo>
                <a:cubicBezTo>
                  <a:pt x="825939" y="482382"/>
                  <a:pt x="973576" y="593825"/>
                  <a:pt x="977386" y="710982"/>
                </a:cubicBezTo>
                <a:cubicBezTo>
                  <a:pt x="982149" y="828140"/>
                  <a:pt x="843084" y="951965"/>
                  <a:pt x="679254" y="1034832"/>
                </a:cubicBezTo>
                <a:cubicBezTo>
                  <a:pt x="515424" y="1118652"/>
                  <a:pt x="326829" y="1161515"/>
                  <a:pt x="229674" y="1087220"/>
                </a:cubicBezTo>
                <a:cubicBezTo>
                  <a:pt x="132519" y="1011972"/>
                  <a:pt x="126804" y="819567"/>
                  <a:pt x="84894" y="635735"/>
                </a:cubicBezTo>
                <a:cubicBezTo>
                  <a:pt x="42031" y="451902"/>
                  <a:pt x="-36074" y="275690"/>
                  <a:pt x="19171" y="154722"/>
                </a:cubicBezTo>
                <a:cubicBezTo>
                  <a:pt x="74416" y="34707"/>
                  <a:pt x="263011" y="-31015"/>
                  <a:pt x="395409" y="14705"/>
                </a:cubicBezTo>
                <a:cubicBezTo>
                  <a:pt x="527806" y="60425"/>
                  <a:pt x="603054" y="215682"/>
                  <a:pt x="714496" y="349032"/>
                </a:cubicBezTo>
                <a:close/>
              </a:path>
            </a:pathLst>
          </a:custGeom>
          <a:solidFill>
            <a:schemeClr val="accent4">
              <a:lumMod val="75000"/>
            </a:schemeClr>
          </a:solidFill>
          <a:ln w="9525" cap="flat">
            <a:noFill/>
            <a:prstDash val="solid"/>
            <a:miter/>
          </a:ln>
        </p:spPr>
        <p:txBody>
          <a:bodyPr/>
          <a:lstStyle/>
          <a:p>
            <a:endParaRPr lang="en-US"/>
          </a:p>
        </p:txBody>
      </p:sp>
      <p:pic>
        <p:nvPicPr>
          <p:cNvPr id="2" name="Picture 14">
            <a:extLst>
              <a:ext uri="{FF2B5EF4-FFF2-40B4-BE49-F238E27FC236}">
                <a16:creationId xmlns:a16="http://schemas.microsoft.com/office/drawing/2014/main" id="{7FF50157-37D9-6AD4-0C34-7C52C5EC54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43" r="143"/>
          <a:stretch/>
        </p:blipFill>
        <p:spPr bwMode="auto">
          <a:xfrm>
            <a:off x="321731" y="431574"/>
            <a:ext cx="5674897" cy="3025105"/>
          </a:xfrm>
          <a:prstGeom prst="rect">
            <a:avLst/>
          </a:prstGeom>
          <a:noFill/>
          <a:extLst>
            <a:ext uri="{909E8E84-426E-40DD-AFC4-6F175D3DCCD1}">
              <a14:hiddenFill xmlns:a14="http://schemas.microsoft.com/office/drawing/2010/main">
                <a:solidFill>
                  <a:srgbClr val="FFFFFF"/>
                </a:solidFill>
              </a14:hiddenFill>
            </a:ext>
          </a:extLst>
        </p:spPr>
      </p:pic>
      <p:sp>
        <p:nvSpPr>
          <p:cNvPr id="3" name="flash">
            <a:extLst>
              <a:ext uri="{FF2B5EF4-FFF2-40B4-BE49-F238E27FC236}">
                <a16:creationId xmlns:a16="http://schemas.microsoft.com/office/drawing/2014/main" id="{76EF61C5-319D-EE76-118E-E16FB0059FEB}"/>
              </a:ext>
            </a:extLst>
          </p:cNvPr>
          <p:cNvSpPr/>
          <p:nvPr/>
        </p:nvSpPr>
        <p:spPr>
          <a:xfrm>
            <a:off x="321729" y="439459"/>
            <a:ext cx="5674897" cy="30174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border">
            <a:extLst>
              <a:ext uri="{FF2B5EF4-FFF2-40B4-BE49-F238E27FC236}">
                <a16:creationId xmlns:a16="http://schemas.microsoft.com/office/drawing/2014/main" id="{24752C3F-81E9-30E1-9698-EC52774C6543}"/>
              </a:ext>
            </a:extLst>
          </p:cNvPr>
          <p:cNvSpPr/>
          <p:nvPr/>
        </p:nvSpPr>
        <p:spPr>
          <a:xfrm>
            <a:off x="321730" y="439461"/>
            <a:ext cx="5674897" cy="301740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16">
            <a:extLst>
              <a:ext uri="{FF2B5EF4-FFF2-40B4-BE49-F238E27FC236}">
                <a16:creationId xmlns:a16="http://schemas.microsoft.com/office/drawing/2014/main" id="{2FDFCFC3-ED1A-A829-F32F-22385337208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163" r="163"/>
          <a:stretch/>
        </p:blipFill>
        <p:spPr bwMode="auto">
          <a:xfrm>
            <a:off x="327955" y="3628587"/>
            <a:ext cx="5668814" cy="2797841"/>
          </a:xfrm>
          <a:prstGeom prst="rect">
            <a:avLst/>
          </a:prstGeom>
          <a:noFill/>
          <a:extLst>
            <a:ext uri="{909E8E84-426E-40DD-AFC4-6F175D3DCCD1}">
              <a14:hiddenFill xmlns:a14="http://schemas.microsoft.com/office/drawing/2010/main">
                <a:solidFill>
                  <a:srgbClr val="FFFFFF"/>
                </a:solidFill>
              </a14:hiddenFill>
            </a:ext>
          </a:extLst>
        </p:spPr>
      </p:pic>
      <p:sp>
        <p:nvSpPr>
          <p:cNvPr id="9" name="flash">
            <a:extLst>
              <a:ext uri="{FF2B5EF4-FFF2-40B4-BE49-F238E27FC236}">
                <a16:creationId xmlns:a16="http://schemas.microsoft.com/office/drawing/2014/main" id="{980EE66A-6057-4649-8791-28653749C7A2}"/>
              </a:ext>
            </a:extLst>
          </p:cNvPr>
          <p:cNvSpPr/>
          <p:nvPr/>
        </p:nvSpPr>
        <p:spPr>
          <a:xfrm>
            <a:off x="321730" y="3628585"/>
            <a:ext cx="5674897" cy="27978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border">
            <a:extLst>
              <a:ext uri="{FF2B5EF4-FFF2-40B4-BE49-F238E27FC236}">
                <a16:creationId xmlns:a16="http://schemas.microsoft.com/office/drawing/2014/main" id="{3AD4B461-1894-1BCD-B0DD-CBC9C5D7CC42}"/>
              </a:ext>
            </a:extLst>
          </p:cNvPr>
          <p:cNvSpPr/>
          <p:nvPr/>
        </p:nvSpPr>
        <p:spPr>
          <a:xfrm>
            <a:off x="321730" y="3628587"/>
            <a:ext cx="5674897" cy="279784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8">
            <a:extLst>
              <a:ext uri="{FF2B5EF4-FFF2-40B4-BE49-F238E27FC236}">
                <a16:creationId xmlns:a16="http://schemas.microsoft.com/office/drawing/2014/main" id="{A98C28C0-3EE3-8201-99D2-112A475FC15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179" r="179"/>
          <a:stretch/>
        </p:blipFill>
        <p:spPr bwMode="auto">
          <a:xfrm>
            <a:off x="6185904" y="439456"/>
            <a:ext cx="5668812" cy="5986972"/>
          </a:xfrm>
          <a:prstGeom prst="rect">
            <a:avLst/>
          </a:prstGeom>
          <a:noFill/>
          <a:extLst>
            <a:ext uri="{909E8E84-426E-40DD-AFC4-6F175D3DCCD1}">
              <a14:hiddenFill xmlns:a14="http://schemas.microsoft.com/office/drawing/2010/main">
                <a:solidFill>
                  <a:srgbClr val="FFFFFF"/>
                </a:solidFill>
              </a14:hiddenFill>
            </a:ext>
          </a:extLst>
        </p:spPr>
      </p:pic>
      <p:sp>
        <p:nvSpPr>
          <p:cNvPr id="14" name="flash">
            <a:extLst>
              <a:ext uri="{FF2B5EF4-FFF2-40B4-BE49-F238E27FC236}">
                <a16:creationId xmlns:a16="http://schemas.microsoft.com/office/drawing/2014/main" id="{A77AE52D-3A2A-3220-D351-72A8C353534F}"/>
              </a:ext>
            </a:extLst>
          </p:cNvPr>
          <p:cNvSpPr/>
          <p:nvPr/>
        </p:nvSpPr>
        <p:spPr>
          <a:xfrm>
            <a:off x="6195233" y="439457"/>
            <a:ext cx="5668812" cy="598697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border">
            <a:extLst>
              <a:ext uri="{FF2B5EF4-FFF2-40B4-BE49-F238E27FC236}">
                <a16:creationId xmlns:a16="http://schemas.microsoft.com/office/drawing/2014/main" id="{DA89FA38-D700-D127-D5FA-0718295C09D2}"/>
              </a:ext>
            </a:extLst>
          </p:cNvPr>
          <p:cNvSpPr/>
          <p:nvPr/>
        </p:nvSpPr>
        <p:spPr>
          <a:xfrm>
            <a:off x="6195234" y="439459"/>
            <a:ext cx="5668812" cy="598696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74763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1" nodeType="after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par>
                          <p:cTn id="7" fill="hold">
                            <p:stCondLst>
                              <p:cond delay="0"/>
                            </p:stCondLst>
                            <p:childTnLst>
                              <p:par>
                                <p:cTn id="8" presetID="10" presetClass="exit" presetSubtype="0" fill="hold" grpId="0" nodeType="afterEffect">
                                  <p:stCondLst>
                                    <p:cond delay="0"/>
                                  </p:stCondLst>
                                  <p:childTnLst>
                                    <p:animEffect transition="out" filter="fade">
                                      <p:cBhvr>
                                        <p:cTn id="9" dur="700"/>
                                        <p:tgtEl>
                                          <p:spTgt spid="3"/>
                                        </p:tgtEl>
                                      </p:cBhvr>
                                    </p:animEffect>
                                    <p:set>
                                      <p:cBhvr>
                                        <p:cTn id="10" dur="1" fill="hold">
                                          <p:stCondLst>
                                            <p:cond delay="699"/>
                                          </p:stCondLst>
                                        </p:cTn>
                                        <p:tgtEl>
                                          <p:spTgt spid="3"/>
                                        </p:tgtEl>
                                        <p:attrNameLst>
                                          <p:attrName>style.visibility</p:attrName>
                                        </p:attrNameLst>
                                      </p:cBhvr>
                                      <p:to>
                                        <p:strVal val="hidden"/>
                                      </p:to>
                                    </p:se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 presetClass="entr" presetSubtype="0" fill="hold" nodeType="withEffect">
                                  <p:stCondLst>
                                    <p:cond delay="0"/>
                                  </p:stCondLst>
                                  <p:childTnLst>
                                    <p:set>
                                      <p:cBhvr>
                                        <p:cTn id="15" dur="1" fill="hold">
                                          <p:stCondLst>
                                            <p:cond delay="0"/>
                                          </p:stCondLst>
                                        </p:cTn>
                                        <p:tgtEl>
                                          <p:spTgt spid="2"/>
                                        </p:tgtEl>
                                        <p:attrNameLst>
                                          <p:attrName>style.visibility</p:attrName>
                                        </p:attrNameLst>
                                      </p:cBhvr>
                                      <p:to>
                                        <p:strVal val="visible"/>
                                      </p:to>
                                    </p:set>
                                  </p:childTnLst>
                                </p:cTn>
                              </p:par>
                              <p:par>
                                <p:cTn id="16" presetID="1" presetClass="entr" presetSubtype="0" fill="hold" grpId="1" nodeType="withEffect">
                                  <p:stCondLst>
                                    <p:cond delay="100"/>
                                  </p:stCondLst>
                                  <p:childTnLst>
                                    <p:set>
                                      <p:cBhvr>
                                        <p:cTn id="17" dur="1" fill="hold">
                                          <p:stCondLst>
                                            <p:cond delay="0"/>
                                          </p:stCondLst>
                                        </p:cTn>
                                        <p:tgtEl>
                                          <p:spTgt spid="9"/>
                                        </p:tgtEl>
                                        <p:attrNameLst>
                                          <p:attrName>style.visibility</p:attrName>
                                        </p:attrNameLst>
                                      </p:cBhvr>
                                      <p:to>
                                        <p:strVal val="visible"/>
                                      </p:to>
                                    </p:set>
                                  </p:childTnLst>
                                </p:cTn>
                              </p:par>
                              <p:par>
                                <p:cTn id="18" presetID="10" presetClass="exit" presetSubtype="0" fill="hold" grpId="0" nodeType="withEffect">
                                  <p:stCondLst>
                                    <p:cond delay="100"/>
                                  </p:stCondLst>
                                  <p:childTnLst>
                                    <p:animEffect transition="out" filter="fade">
                                      <p:cBhvr>
                                        <p:cTn id="19" dur="700"/>
                                        <p:tgtEl>
                                          <p:spTgt spid="9"/>
                                        </p:tgtEl>
                                      </p:cBhvr>
                                    </p:animEffect>
                                    <p:set>
                                      <p:cBhvr>
                                        <p:cTn id="20" dur="1" fill="hold">
                                          <p:stCondLst>
                                            <p:cond delay="699"/>
                                          </p:stCondLst>
                                        </p:cTn>
                                        <p:tgtEl>
                                          <p:spTgt spid="9"/>
                                        </p:tgtEl>
                                        <p:attrNameLst>
                                          <p:attrName>style.visibility</p:attrName>
                                        </p:attrNameLst>
                                      </p:cBhvr>
                                      <p:to>
                                        <p:strVal val="hidden"/>
                                      </p:to>
                                    </p:set>
                                  </p:childTnLst>
                                </p:cTn>
                              </p:par>
                              <p:par>
                                <p:cTn id="21" presetID="10" presetClass="entr" presetSubtype="0" fill="hold" grpId="0" nodeType="withEffect">
                                  <p:stCondLst>
                                    <p:cond delay="10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par>
                                <p:cTn id="24" presetID="1" presetClass="entr" presetSubtype="0" fill="hold" nodeType="withEffect">
                                  <p:stCondLst>
                                    <p:cond delay="100"/>
                                  </p:stCondLst>
                                  <p:childTnLst>
                                    <p:set>
                                      <p:cBhvr>
                                        <p:cTn id="25" dur="1" fill="hold">
                                          <p:stCondLst>
                                            <p:cond delay="0"/>
                                          </p:stCondLst>
                                        </p:cTn>
                                        <p:tgtEl>
                                          <p:spTgt spid="5"/>
                                        </p:tgtEl>
                                        <p:attrNameLst>
                                          <p:attrName>style.visibility</p:attrName>
                                        </p:attrNameLst>
                                      </p:cBhvr>
                                      <p:to>
                                        <p:strVal val="visible"/>
                                      </p:to>
                                    </p:set>
                                  </p:childTnLst>
                                </p:cTn>
                              </p:par>
                              <p:par>
                                <p:cTn id="26" presetID="1" presetClass="entr" presetSubtype="0" fill="hold" grpId="1" nodeType="withEffect">
                                  <p:stCondLst>
                                    <p:cond delay="100"/>
                                  </p:stCondLst>
                                  <p:childTnLst>
                                    <p:set>
                                      <p:cBhvr>
                                        <p:cTn id="27" dur="1" fill="hold">
                                          <p:stCondLst>
                                            <p:cond delay="0"/>
                                          </p:stCondLst>
                                        </p:cTn>
                                        <p:tgtEl>
                                          <p:spTgt spid="14"/>
                                        </p:tgtEl>
                                        <p:attrNameLst>
                                          <p:attrName>style.visibility</p:attrName>
                                        </p:attrNameLst>
                                      </p:cBhvr>
                                      <p:to>
                                        <p:strVal val="visible"/>
                                      </p:to>
                                    </p:set>
                                  </p:childTnLst>
                                </p:cTn>
                              </p:par>
                              <p:par>
                                <p:cTn id="28" presetID="10" presetClass="exit" presetSubtype="0" fill="hold" grpId="0" nodeType="withEffect">
                                  <p:stCondLst>
                                    <p:cond delay="100"/>
                                  </p:stCondLst>
                                  <p:childTnLst>
                                    <p:animEffect transition="out" filter="fade">
                                      <p:cBhvr>
                                        <p:cTn id="29" dur="700"/>
                                        <p:tgtEl>
                                          <p:spTgt spid="14"/>
                                        </p:tgtEl>
                                      </p:cBhvr>
                                    </p:animEffect>
                                    <p:set>
                                      <p:cBhvr>
                                        <p:cTn id="30" dur="1" fill="hold">
                                          <p:stCondLst>
                                            <p:cond delay="699"/>
                                          </p:stCondLst>
                                        </p:cTn>
                                        <p:tgtEl>
                                          <p:spTgt spid="14"/>
                                        </p:tgtEl>
                                        <p:attrNameLst>
                                          <p:attrName>style.visibility</p:attrName>
                                        </p:attrNameLst>
                                      </p:cBhvr>
                                      <p:to>
                                        <p:strVal val="hidden"/>
                                      </p:to>
                                    </p:set>
                                  </p:childTnLst>
                                </p:cTn>
                              </p:par>
                              <p:par>
                                <p:cTn id="31" presetID="10" presetClass="entr" presetSubtype="0" fill="hold" grpId="0" nodeType="withEffect">
                                  <p:stCondLst>
                                    <p:cond delay="10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500"/>
                                        <p:tgtEl>
                                          <p:spTgt spid="15"/>
                                        </p:tgtEl>
                                      </p:cBhvr>
                                    </p:animEffect>
                                  </p:childTnLst>
                                </p:cTn>
                              </p:par>
                              <p:par>
                                <p:cTn id="34" presetID="1" presetClass="entr" presetSubtype="0" fill="hold" nodeType="withEffect">
                                  <p:stCondLst>
                                    <p:cond delay="200"/>
                                  </p:stCondLst>
                                  <p:childTnLst>
                                    <p:set>
                                      <p:cBhvr>
                                        <p:cTn id="35" dur="1" fill="hold">
                                          <p:stCondLst>
                                            <p:cond delay="0"/>
                                          </p:stCondLst>
                                        </p:cTn>
                                        <p:tgtEl>
                                          <p:spTgt spid="13"/>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2" nodeType="clickEffect">
                                  <p:stCondLst>
                                    <p:cond delay="0"/>
                                  </p:stCondLst>
                                  <p:childTnLst>
                                    <p:set>
                                      <p:cBhvr>
                                        <p:cTn id="39" dur="1" fill="hold">
                                          <p:stCondLst>
                                            <p:cond delay="0"/>
                                          </p:stCondLst>
                                        </p:cTn>
                                        <p:tgtEl>
                                          <p:spTgt spid="3"/>
                                        </p:tgtEl>
                                        <p:attrNameLst>
                                          <p:attrName>style.visibility</p:attrName>
                                        </p:attrNameLst>
                                      </p:cBhvr>
                                      <p:to>
                                        <p:strVal val="visible"/>
                                      </p:to>
                                    </p:set>
                                  </p:childTnLst>
                                </p:cTn>
                              </p:par>
                              <p:par>
                                <p:cTn id="40" presetID="10" presetClass="exit" presetSubtype="0" fill="hold" grpId="3" nodeType="withEffect">
                                  <p:stCondLst>
                                    <p:cond delay="0"/>
                                  </p:stCondLst>
                                  <p:childTnLst>
                                    <p:animEffect transition="out" filter="fade">
                                      <p:cBhvr>
                                        <p:cTn id="41" dur="700"/>
                                        <p:tgtEl>
                                          <p:spTgt spid="3"/>
                                        </p:tgtEl>
                                      </p:cBhvr>
                                    </p:animEffect>
                                    <p:set>
                                      <p:cBhvr>
                                        <p:cTn id="42" dur="1" fill="hold">
                                          <p:stCondLst>
                                            <p:cond delay="699"/>
                                          </p:stCondLst>
                                        </p:cTn>
                                        <p:tgtEl>
                                          <p:spTgt spid="3"/>
                                        </p:tgtEl>
                                        <p:attrNameLst>
                                          <p:attrName>style.visibility</p:attrName>
                                        </p:attrNameLst>
                                      </p:cBhvr>
                                      <p:to>
                                        <p:strVal val="hidden"/>
                                      </p:to>
                                    </p:set>
                                  </p:childTnLst>
                                </p:cTn>
                              </p:par>
                              <p:par>
                                <p:cTn id="43" presetID="1" presetClass="exit" presetSubtype="0" fill="hold" nodeType="withEffect">
                                  <p:stCondLst>
                                    <p:cond delay="0"/>
                                  </p:stCondLst>
                                  <p:childTnLst>
                                    <p:set>
                                      <p:cBhvr>
                                        <p:cTn id="44" dur="1" fill="hold">
                                          <p:stCondLst>
                                            <p:cond delay="0"/>
                                          </p:stCondLst>
                                        </p:cTn>
                                        <p:tgtEl>
                                          <p:spTgt spid="2"/>
                                        </p:tgtEl>
                                        <p:attrNameLst>
                                          <p:attrName>style.visibility</p:attrName>
                                        </p:attrNameLst>
                                      </p:cBhvr>
                                      <p:to>
                                        <p:strVal val="hidden"/>
                                      </p:to>
                                    </p:set>
                                  </p:childTnLst>
                                </p:cTn>
                              </p:par>
                              <p:par>
                                <p:cTn id="45" presetID="10" presetClass="exit" presetSubtype="0" fill="hold" grpId="1" nodeType="withEffect">
                                  <p:stCondLst>
                                    <p:cond delay="0"/>
                                  </p:stCondLst>
                                  <p:childTnLst>
                                    <p:animEffect transition="out" filter="fade">
                                      <p:cBhvr>
                                        <p:cTn id="46" dur="500"/>
                                        <p:tgtEl>
                                          <p:spTgt spid="4"/>
                                        </p:tgtEl>
                                      </p:cBhvr>
                                    </p:animEffect>
                                    <p:set>
                                      <p:cBhvr>
                                        <p:cTn id="47" dur="1" fill="hold">
                                          <p:stCondLst>
                                            <p:cond delay="499"/>
                                          </p:stCondLst>
                                        </p:cTn>
                                        <p:tgtEl>
                                          <p:spTgt spid="4"/>
                                        </p:tgtEl>
                                        <p:attrNameLst>
                                          <p:attrName>style.visibility</p:attrName>
                                        </p:attrNameLst>
                                      </p:cBhvr>
                                      <p:to>
                                        <p:strVal val="hidden"/>
                                      </p:to>
                                    </p:set>
                                  </p:childTnLst>
                                </p:cTn>
                              </p:par>
                              <p:par>
                                <p:cTn id="48" presetID="1" presetClass="entr" presetSubtype="0" fill="hold" grpId="2" nodeType="withEffect">
                                  <p:stCondLst>
                                    <p:cond delay="100"/>
                                  </p:stCondLst>
                                  <p:childTnLst>
                                    <p:set>
                                      <p:cBhvr>
                                        <p:cTn id="49" dur="1" fill="hold">
                                          <p:stCondLst>
                                            <p:cond delay="0"/>
                                          </p:stCondLst>
                                        </p:cTn>
                                        <p:tgtEl>
                                          <p:spTgt spid="9"/>
                                        </p:tgtEl>
                                        <p:attrNameLst>
                                          <p:attrName>style.visibility</p:attrName>
                                        </p:attrNameLst>
                                      </p:cBhvr>
                                      <p:to>
                                        <p:strVal val="visible"/>
                                      </p:to>
                                    </p:set>
                                  </p:childTnLst>
                                </p:cTn>
                              </p:par>
                              <p:par>
                                <p:cTn id="50" presetID="10" presetClass="exit" presetSubtype="0" fill="hold" grpId="3" nodeType="withEffect">
                                  <p:stCondLst>
                                    <p:cond delay="100"/>
                                  </p:stCondLst>
                                  <p:childTnLst>
                                    <p:animEffect transition="out" filter="fade">
                                      <p:cBhvr>
                                        <p:cTn id="51" dur="700"/>
                                        <p:tgtEl>
                                          <p:spTgt spid="9"/>
                                        </p:tgtEl>
                                      </p:cBhvr>
                                    </p:animEffect>
                                    <p:set>
                                      <p:cBhvr>
                                        <p:cTn id="52" dur="1" fill="hold">
                                          <p:stCondLst>
                                            <p:cond delay="699"/>
                                          </p:stCondLst>
                                        </p:cTn>
                                        <p:tgtEl>
                                          <p:spTgt spid="9"/>
                                        </p:tgtEl>
                                        <p:attrNameLst>
                                          <p:attrName>style.visibility</p:attrName>
                                        </p:attrNameLst>
                                      </p:cBhvr>
                                      <p:to>
                                        <p:strVal val="hidden"/>
                                      </p:to>
                                    </p:set>
                                  </p:childTnLst>
                                </p:cTn>
                              </p:par>
                              <p:par>
                                <p:cTn id="53" presetID="1" presetClass="exit" presetSubtype="0" fill="hold" nodeType="withEffect">
                                  <p:stCondLst>
                                    <p:cond delay="100"/>
                                  </p:stCondLst>
                                  <p:childTnLst>
                                    <p:set>
                                      <p:cBhvr>
                                        <p:cTn id="54" dur="1" fill="hold">
                                          <p:stCondLst>
                                            <p:cond delay="0"/>
                                          </p:stCondLst>
                                        </p:cTn>
                                        <p:tgtEl>
                                          <p:spTgt spid="5"/>
                                        </p:tgtEl>
                                        <p:attrNameLst>
                                          <p:attrName>style.visibility</p:attrName>
                                        </p:attrNameLst>
                                      </p:cBhvr>
                                      <p:to>
                                        <p:strVal val="hidden"/>
                                      </p:to>
                                    </p:set>
                                  </p:childTnLst>
                                </p:cTn>
                              </p:par>
                              <p:par>
                                <p:cTn id="55" presetID="10" presetClass="exit" presetSubtype="0" fill="hold" grpId="1" nodeType="withEffect">
                                  <p:stCondLst>
                                    <p:cond delay="100"/>
                                  </p:stCondLst>
                                  <p:childTnLst>
                                    <p:animEffect transition="out" filter="fade">
                                      <p:cBhvr>
                                        <p:cTn id="56" dur="500"/>
                                        <p:tgtEl>
                                          <p:spTgt spid="12"/>
                                        </p:tgtEl>
                                      </p:cBhvr>
                                    </p:animEffect>
                                    <p:set>
                                      <p:cBhvr>
                                        <p:cTn id="57" dur="1" fill="hold">
                                          <p:stCondLst>
                                            <p:cond delay="499"/>
                                          </p:stCondLst>
                                        </p:cTn>
                                        <p:tgtEl>
                                          <p:spTgt spid="12"/>
                                        </p:tgtEl>
                                        <p:attrNameLst>
                                          <p:attrName>style.visibility</p:attrName>
                                        </p:attrNameLst>
                                      </p:cBhvr>
                                      <p:to>
                                        <p:strVal val="hidden"/>
                                      </p:to>
                                    </p:set>
                                  </p:childTnLst>
                                </p:cTn>
                              </p:par>
                              <p:par>
                                <p:cTn id="58" presetID="1" presetClass="entr" presetSubtype="0" fill="hold" grpId="2" nodeType="withEffect">
                                  <p:stCondLst>
                                    <p:cond delay="200"/>
                                  </p:stCondLst>
                                  <p:childTnLst>
                                    <p:set>
                                      <p:cBhvr>
                                        <p:cTn id="59" dur="1" fill="hold">
                                          <p:stCondLst>
                                            <p:cond delay="0"/>
                                          </p:stCondLst>
                                        </p:cTn>
                                        <p:tgtEl>
                                          <p:spTgt spid="14"/>
                                        </p:tgtEl>
                                        <p:attrNameLst>
                                          <p:attrName>style.visibility</p:attrName>
                                        </p:attrNameLst>
                                      </p:cBhvr>
                                      <p:to>
                                        <p:strVal val="visible"/>
                                      </p:to>
                                    </p:set>
                                  </p:childTnLst>
                                </p:cTn>
                              </p:par>
                              <p:par>
                                <p:cTn id="60" presetID="10" presetClass="exit" presetSubtype="0" fill="hold" grpId="3" nodeType="withEffect">
                                  <p:stCondLst>
                                    <p:cond delay="200"/>
                                  </p:stCondLst>
                                  <p:childTnLst>
                                    <p:animEffect transition="out" filter="fade">
                                      <p:cBhvr>
                                        <p:cTn id="61" dur="700"/>
                                        <p:tgtEl>
                                          <p:spTgt spid="14"/>
                                        </p:tgtEl>
                                      </p:cBhvr>
                                    </p:animEffect>
                                    <p:set>
                                      <p:cBhvr>
                                        <p:cTn id="62" dur="1" fill="hold">
                                          <p:stCondLst>
                                            <p:cond delay="699"/>
                                          </p:stCondLst>
                                        </p:cTn>
                                        <p:tgtEl>
                                          <p:spTgt spid="14"/>
                                        </p:tgtEl>
                                        <p:attrNameLst>
                                          <p:attrName>style.visibility</p:attrName>
                                        </p:attrNameLst>
                                      </p:cBhvr>
                                      <p:to>
                                        <p:strVal val="hidden"/>
                                      </p:to>
                                    </p:set>
                                  </p:childTnLst>
                                </p:cTn>
                              </p:par>
                              <p:par>
                                <p:cTn id="63" presetID="1" presetClass="exit" presetSubtype="0" fill="hold" nodeType="withEffect">
                                  <p:stCondLst>
                                    <p:cond delay="200"/>
                                  </p:stCondLst>
                                  <p:childTnLst>
                                    <p:set>
                                      <p:cBhvr>
                                        <p:cTn id="64" dur="1" fill="hold">
                                          <p:stCondLst>
                                            <p:cond delay="0"/>
                                          </p:stCondLst>
                                        </p:cTn>
                                        <p:tgtEl>
                                          <p:spTgt spid="13"/>
                                        </p:tgtEl>
                                        <p:attrNameLst>
                                          <p:attrName>style.visibility</p:attrName>
                                        </p:attrNameLst>
                                      </p:cBhvr>
                                      <p:to>
                                        <p:strVal val="hidden"/>
                                      </p:to>
                                    </p:set>
                                  </p:childTnLst>
                                </p:cTn>
                              </p:par>
                              <p:par>
                                <p:cTn id="65" presetID="10" presetClass="exit" presetSubtype="0" fill="hold" grpId="1" nodeType="withEffect">
                                  <p:stCondLst>
                                    <p:cond delay="200"/>
                                  </p:stCondLst>
                                  <p:childTnLst>
                                    <p:animEffect transition="out" filter="fade">
                                      <p:cBhvr>
                                        <p:cTn id="66" dur="500"/>
                                        <p:tgtEl>
                                          <p:spTgt spid="15"/>
                                        </p:tgtEl>
                                      </p:cBhvr>
                                    </p:animEffect>
                                    <p:set>
                                      <p:cBhvr>
                                        <p:cTn id="67" dur="1" fill="hold">
                                          <p:stCondLst>
                                            <p:cond delay="499"/>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3" grpId="2" animBg="1"/>
      <p:bldP spid="3" grpId="3" animBg="1"/>
      <p:bldP spid="4" grpId="0" animBg="1"/>
      <p:bldP spid="4" grpId="1" animBg="1"/>
      <p:bldP spid="9" grpId="0" animBg="1"/>
      <p:bldP spid="9" grpId="1" animBg="1"/>
      <p:bldP spid="9" grpId="2" animBg="1"/>
      <p:bldP spid="9" grpId="3" animBg="1"/>
      <p:bldP spid="12" grpId="0" animBg="1"/>
      <p:bldP spid="12" grpId="1" animBg="1"/>
      <p:bldP spid="14" grpId="0" animBg="1"/>
      <p:bldP spid="14" grpId="1" animBg="1"/>
      <p:bldP spid="14" grpId="2" animBg="1"/>
      <p:bldP spid="14" grpId="3" animBg="1"/>
      <p:bldP spid="15" grpId="0" animBg="1"/>
      <p:bldP spid="15" grpId="1" animBg="1"/>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1C63AF49-6A22-B588-E4C3-07A9E42E2F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15778" b="6917"/>
          <a:stretch>
            <a:fillRect/>
          </a:stretch>
        </p:blipFill>
        <p:spPr bwMode="auto">
          <a:xfrm>
            <a:off x="20" y="0"/>
            <a:ext cx="12191980" cy="6856718"/>
          </a:xfrm>
          <a:prstGeom prst="rect">
            <a:avLst/>
          </a:prstGeom>
          <a:solidFill>
            <a:schemeClr val="accent4">
              <a:lumMod val="40000"/>
              <a:lumOff val="60000"/>
            </a:schemeClr>
          </a:solidFill>
          <a:ln>
            <a:solidFill>
              <a:schemeClr val="accent3"/>
            </a:solidFill>
          </a:ln>
        </p:spPr>
      </p:pic>
    </p:spTree>
    <p:extLst>
      <p:ext uri="{BB962C8B-B14F-4D97-AF65-F5344CB8AC3E}">
        <p14:creationId xmlns:p14="http://schemas.microsoft.com/office/powerpoint/2010/main" val="1016260214"/>
      </p:ext>
    </p:extLst>
  </p:cSld>
  <p:clrMapOvr>
    <a:masterClrMapping/>
  </p:clrMapOvr>
  <mc:AlternateContent xmlns:mc="http://schemas.openxmlformats.org/markup-compatibility/2006" xmlns:p14="http://schemas.microsoft.com/office/powerpoint/2010/main">
    <mc:Choice Requires="p14">
      <p:transition spd="med" p14:dur="700">
        <p:cover/>
      </p:transition>
    </mc:Choice>
    <mc:Fallback xmlns="">
      <p:transition spd="med">
        <p:cover/>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4">
            <a:lumMod val="40000"/>
            <a:lumOff val="60000"/>
          </a:schemeClr>
        </a:solidFill>
        <a:effectLst/>
      </p:bgPr>
    </p:bg>
    <p:spTree>
      <p:nvGrpSpPr>
        <p:cNvPr id="1" name="">
          <a:extLst>
            <a:ext uri="{FF2B5EF4-FFF2-40B4-BE49-F238E27FC236}">
              <a16:creationId xmlns:a16="http://schemas.microsoft.com/office/drawing/2014/main" id="{33F9FCFC-AE6F-516D-572B-103308517F01}"/>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FB875BEF-A289-C0CB-D930-8E7BC4F3FD1D}"/>
              </a:ext>
            </a:extLst>
          </p:cNvPr>
          <p:cNvSpPr txBox="1"/>
          <p:nvPr/>
        </p:nvSpPr>
        <p:spPr>
          <a:xfrm>
            <a:off x="501314" y="652334"/>
            <a:ext cx="10277848" cy="707886"/>
          </a:xfrm>
          <a:prstGeom prst="rect">
            <a:avLst/>
          </a:prstGeom>
          <a:noFill/>
        </p:spPr>
        <p:txBody>
          <a:bodyPr wrap="square" rtlCol="0">
            <a:spAutoFit/>
          </a:bodyPr>
          <a:lstStyle/>
          <a:p>
            <a:r>
              <a:rPr lang="en-US" sz="4000"/>
              <a:t>XXX XXXXX XXXXXXXX XX XXXXXXXXXX</a:t>
            </a:r>
          </a:p>
        </p:txBody>
      </p:sp>
      <p:sp>
        <p:nvSpPr>
          <p:cNvPr id="7" name="Graphic 5">
            <a:extLst>
              <a:ext uri="{FF2B5EF4-FFF2-40B4-BE49-F238E27FC236}">
                <a16:creationId xmlns:a16="http://schemas.microsoft.com/office/drawing/2014/main" id="{CC286709-CC4F-040C-55EE-418B821979EC}"/>
              </a:ext>
            </a:extLst>
          </p:cNvPr>
          <p:cNvSpPr/>
          <p:nvPr/>
        </p:nvSpPr>
        <p:spPr>
          <a:xfrm flipH="1">
            <a:off x="-3317695" y="5145674"/>
            <a:ext cx="13136556" cy="3798995"/>
          </a:xfrm>
          <a:custGeom>
            <a:avLst/>
            <a:gdLst>
              <a:gd name="csX0" fmla="*/ 1122844 w 1308761"/>
              <a:gd name="csY0" fmla="*/ 135750 h 1355462"/>
              <a:gd name="csX1" fmla="*/ 1299057 w 1308761"/>
              <a:gd name="csY1" fmla="*/ 654863 h 1355462"/>
              <a:gd name="csX2" fmla="*/ 972349 w 1308761"/>
              <a:gd name="csY2" fmla="*/ 1093965 h 1355462"/>
              <a:gd name="csX3" fmla="*/ 523722 w 1308761"/>
              <a:gd name="csY3" fmla="*/ 1348283 h 1355462"/>
              <a:gd name="csX4" fmla="*/ 71284 w 1308761"/>
              <a:gd name="csY4" fmla="*/ 1201598 h 1355462"/>
              <a:gd name="csX5" fmla="*/ 28422 w 1308761"/>
              <a:gd name="csY5" fmla="*/ 730110 h 1355462"/>
              <a:gd name="csX6" fmla="*/ 223684 w 1308761"/>
              <a:gd name="csY6" fmla="*/ 331013 h 1355462"/>
              <a:gd name="csX7" fmla="*/ 598969 w 1308761"/>
              <a:gd name="csY7" fmla="*/ 20498 h 1355462"/>
              <a:gd name="csX8" fmla="*/ 1122844 w 1308761"/>
              <a:gd name="csY8" fmla="*/ 135750 h 1355462"/>
              <a:gd name="csX0" fmla="*/ 1122744 w 1308761"/>
              <a:gd name="csY0" fmla="*/ 135650 h 1355462"/>
              <a:gd name="csX1" fmla="*/ 1298957 w 1308761"/>
              <a:gd name="csY1" fmla="*/ 654763 h 1355462"/>
              <a:gd name="csX2" fmla="*/ 972249 w 1308761"/>
              <a:gd name="csY2" fmla="*/ 1093865 h 1355462"/>
              <a:gd name="csX3" fmla="*/ 523622 w 1308761"/>
              <a:gd name="csY3" fmla="*/ 1348183 h 1355462"/>
              <a:gd name="csX4" fmla="*/ 71184 w 1308761"/>
              <a:gd name="csY4" fmla="*/ 1201498 h 1355462"/>
              <a:gd name="csX5" fmla="*/ 28322 w 1308761"/>
              <a:gd name="csY5" fmla="*/ 730010 h 1355462"/>
              <a:gd name="csX6" fmla="*/ 196687 w 1308761"/>
              <a:gd name="csY6" fmla="*/ 301787 h 1355462"/>
              <a:gd name="csX7" fmla="*/ 598869 w 1308761"/>
              <a:gd name="csY7" fmla="*/ 20398 h 1355462"/>
              <a:gd name="csX8" fmla="*/ 1122744 w 1308761"/>
              <a:gd name="csY8" fmla="*/ 135650 h 1355462"/>
              <a:gd name="csX0" fmla="*/ 1127765 w 1313782"/>
              <a:gd name="csY0" fmla="*/ 135650 h 1354373"/>
              <a:gd name="csX1" fmla="*/ 1303978 w 1313782"/>
              <a:gd name="csY1" fmla="*/ 654763 h 1354373"/>
              <a:gd name="csX2" fmla="*/ 977270 w 1313782"/>
              <a:gd name="csY2" fmla="*/ 1093865 h 1354373"/>
              <a:gd name="csX3" fmla="*/ 528643 w 1313782"/>
              <a:gd name="csY3" fmla="*/ 1348183 h 1354373"/>
              <a:gd name="csX4" fmla="*/ 76205 w 1313782"/>
              <a:gd name="csY4" fmla="*/ 1201498 h 1354373"/>
              <a:gd name="csX5" fmla="*/ 22385 w 1313782"/>
              <a:gd name="csY5" fmla="*/ 708165 h 1354373"/>
              <a:gd name="csX6" fmla="*/ 201708 w 1313782"/>
              <a:gd name="csY6" fmla="*/ 301787 h 1354373"/>
              <a:gd name="csX7" fmla="*/ 603890 w 1313782"/>
              <a:gd name="csY7" fmla="*/ 20398 h 1354373"/>
              <a:gd name="csX8" fmla="*/ 1127765 w 1313782"/>
              <a:gd name="csY8" fmla="*/ 135650 h 1354373"/>
              <a:gd name="csX0" fmla="*/ 1127765 w 1313782"/>
              <a:gd name="csY0" fmla="*/ 105956 h 1324679"/>
              <a:gd name="csX1" fmla="*/ 1303978 w 1313782"/>
              <a:gd name="csY1" fmla="*/ 625069 h 1324679"/>
              <a:gd name="csX2" fmla="*/ 977270 w 1313782"/>
              <a:gd name="csY2" fmla="*/ 1064171 h 1324679"/>
              <a:gd name="csX3" fmla="*/ 528643 w 1313782"/>
              <a:gd name="csY3" fmla="*/ 1318489 h 1324679"/>
              <a:gd name="csX4" fmla="*/ 76205 w 1313782"/>
              <a:gd name="csY4" fmla="*/ 1171804 h 1324679"/>
              <a:gd name="csX5" fmla="*/ 22385 w 1313782"/>
              <a:gd name="csY5" fmla="*/ 678471 h 1324679"/>
              <a:gd name="csX6" fmla="*/ 201708 w 1313782"/>
              <a:gd name="csY6" fmla="*/ 272093 h 1324679"/>
              <a:gd name="csX7" fmla="*/ 607875 w 1313782"/>
              <a:gd name="csY7" fmla="*/ 30752 h 1324679"/>
              <a:gd name="csX8" fmla="*/ 1127765 w 1313782"/>
              <a:gd name="csY8" fmla="*/ 105956 h 1324679"/>
              <a:gd name="csX0" fmla="*/ 1127765 w 1313782"/>
              <a:gd name="csY0" fmla="*/ 126260 h 1344983"/>
              <a:gd name="csX1" fmla="*/ 1303978 w 1313782"/>
              <a:gd name="csY1" fmla="*/ 645373 h 1344983"/>
              <a:gd name="csX2" fmla="*/ 977270 w 1313782"/>
              <a:gd name="csY2" fmla="*/ 1084475 h 1344983"/>
              <a:gd name="csX3" fmla="*/ 528643 w 1313782"/>
              <a:gd name="csY3" fmla="*/ 1338793 h 1344983"/>
              <a:gd name="csX4" fmla="*/ 76205 w 1313782"/>
              <a:gd name="csY4" fmla="*/ 1192108 h 1344983"/>
              <a:gd name="csX5" fmla="*/ 22385 w 1313782"/>
              <a:gd name="csY5" fmla="*/ 698775 h 1344983"/>
              <a:gd name="csX6" fmla="*/ 201708 w 1313782"/>
              <a:gd name="csY6" fmla="*/ 292397 h 1344983"/>
              <a:gd name="csX7" fmla="*/ 607875 w 1313782"/>
              <a:gd name="csY7" fmla="*/ 51056 h 1344983"/>
              <a:gd name="csX8" fmla="*/ 921184 w 1313782"/>
              <a:gd name="csY8" fmla="*/ 4347 h 1344983"/>
              <a:gd name="csX9" fmla="*/ 1127765 w 1313782"/>
              <a:gd name="csY9" fmla="*/ 126260 h 1344983"/>
              <a:gd name="csX0" fmla="*/ 921184 w 1303978"/>
              <a:gd name="csY0" fmla="*/ 42121 h 1382757"/>
              <a:gd name="csX1" fmla="*/ 1303978 w 1303978"/>
              <a:gd name="csY1" fmla="*/ 683147 h 1382757"/>
              <a:gd name="csX2" fmla="*/ 977270 w 1303978"/>
              <a:gd name="csY2" fmla="*/ 1122249 h 1382757"/>
              <a:gd name="csX3" fmla="*/ 528643 w 1303978"/>
              <a:gd name="csY3" fmla="*/ 1376567 h 1382757"/>
              <a:gd name="csX4" fmla="*/ 76205 w 1303978"/>
              <a:gd name="csY4" fmla="*/ 1229882 h 1382757"/>
              <a:gd name="csX5" fmla="*/ 22385 w 1303978"/>
              <a:gd name="csY5" fmla="*/ 736549 h 1382757"/>
              <a:gd name="csX6" fmla="*/ 201708 w 1303978"/>
              <a:gd name="csY6" fmla="*/ 330171 h 1382757"/>
              <a:gd name="csX7" fmla="*/ 607875 w 1303978"/>
              <a:gd name="csY7" fmla="*/ 88830 h 1382757"/>
              <a:gd name="csX8" fmla="*/ 921184 w 1303978"/>
              <a:gd name="csY8" fmla="*/ 42121 h 1382757"/>
              <a:gd name="csX0" fmla="*/ 921184 w 1288039"/>
              <a:gd name="csY0" fmla="*/ 42121 h 1382757"/>
              <a:gd name="csX1" fmla="*/ 1288039 w 1288039"/>
              <a:gd name="csY1" fmla="*/ 559361 h 1382757"/>
              <a:gd name="csX2" fmla="*/ 977270 w 1288039"/>
              <a:gd name="csY2" fmla="*/ 1122249 h 1382757"/>
              <a:gd name="csX3" fmla="*/ 528643 w 1288039"/>
              <a:gd name="csY3" fmla="*/ 1376567 h 1382757"/>
              <a:gd name="csX4" fmla="*/ 76205 w 1288039"/>
              <a:gd name="csY4" fmla="*/ 1229882 h 1382757"/>
              <a:gd name="csX5" fmla="*/ 22385 w 1288039"/>
              <a:gd name="csY5" fmla="*/ 736549 h 1382757"/>
              <a:gd name="csX6" fmla="*/ 201708 w 1288039"/>
              <a:gd name="csY6" fmla="*/ 330171 h 1382757"/>
              <a:gd name="csX7" fmla="*/ 607875 w 1288039"/>
              <a:gd name="csY7" fmla="*/ 88830 h 1382757"/>
              <a:gd name="csX8" fmla="*/ 921184 w 1288039"/>
              <a:gd name="csY8" fmla="*/ 42121 h 1382757"/>
              <a:gd name="csX0" fmla="*/ 921184 w 1291474"/>
              <a:gd name="csY0" fmla="*/ 42121 h 1382757"/>
              <a:gd name="csX1" fmla="*/ 1288039 w 1291474"/>
              <a:gd name="csY1" fmla="*/ 559361 h 1382757"/>
              <a:gd name="csX2" fmla="*/ 977270 w 1291474"/>
              <a:gd name="csY2" fmla="*/ 1122249 h 1382757"/>
              <a:gd name="csX3" fmla="*/ 528643 w 1291474"/>
              <a:gd name="csY3" fmla="*/ 1376567 h 1382757"/>
              <a:gd name="csX4" fmla="*/ 76205 w 1291474"/>
              <a:gd name="csY4" fmla="*/ 1229882 h 1382757"/>
              <a:gd name="csX5" fmla="*/ 22385 w 1291474"/>
              <a:gd name="csY5" fmla="*/ 736549 h 1382757"/>
              <a:gd name="csX6" fmla="*/ 201708 w 1291474"/>
              <a:gd name="csY6" fmla="*/ 330171 h 1382757"/>
              <a:gd name="csX7" fmla="*/ 607875 w 1291474"/>
              <a:gd name="csY7" fmla="*/ 88830 h 1382757"/>
              <a:gd name="csX8" fmla="*/ 921184 w 1291474"/>
              <a:gd name="csY8" fmla="*/ 42121 h 1382757"/>
              <a:gd name="csX0" fmla="*/ 979959 w 1288039"/>
              <a:gd name="csY0" fmla="*/ 49836 h 1361346"/>
              <a:gd name="csX1" fmla="*/ 1288039 w 1288039"/>
              <a:gd name="csY1" fmla="*/ 537950 h 1361346"/>
              <a:gd name="csX2" fmla="*/ 977270 w 1288039"/>
              <a:gd name="csY2" fmla="*/ 1100838 h 1361346"/>
              <a:gd name="csX3" fmla="*/ 528643 w 1288039"/>
              <a:gd name="csY3" fmla="*/ 1355156 h 1361346"/>
              <a:gd name="csX4" fmla="*/ 76205 w 1288039"/>
              <a:gd name="csY4" fmla="*/ 1208471 h 1361346"/>
              <a:gd name="csX5" fmla="*/ 22385 w 1288039"/>
              <a:gd name="csY5" fmla="*/ 715138 h 1361346"/>
              <a:gd name="csX6" fmla="*/ 201708 w 1288039"/>
              <a:gd name="csY6" fmla="*/ 308760 h 1361346"/>
              <a:gd name="csX7" fmla="*/ 607875 w 1288039"/>
              <a:gd name="csY7" fmla="*/ 67419 h 1361346"/>
              <a:gd name="csX8" fmla="*/ 979959 w 1288039"/>
              <a:gd name="csY8" fmla="*/ 49836 h 13613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288039" h="1361346">
                <a:moveTo>
                  <a:pt x="979959" y="49836"/>
                </a:moveTo>
                <a:cubicBezTo>
                  <a:pt x="1095976" y="148889"/>
                  <a:pt x="1288487" y="362783"/>
                  <a:pt x="1288039" y="537950"/>
                </a:cubicBezTo>
                <a:cubicBezTo>
                  <a:pt x="1287591" y="713117"/>
                  <a:pt x="1103836" y="964637"/>
                  <a:pt x="977270" y="1100838"/>
                </a:cubicBezTo>
                <a:cubicBezTo>
                  <a:pt x="850704" y="1237039"/>
                  <a:pt x="695330" y="1328486"/>
                  <a:pt x="528643" y="1355156"/>
                </a:cubicBezTo>
                <a:cubicBezTo>
                  <a:pt x="361955" y="1382778"/>
                  <a:pt x="160581" y="1315141"/>
                  <a:pt x="76205" y="1208471"/>
                </a:cubicBezTo>
                <a:cubicBezTo>
                  <a:pt x="-8171" y="1101801"/>
                  <a:pt x="-16668" y="870396"/>
                  <a:pt x="22385" y="715138"/>
                </a:cubicBezTo>
                <a:cubicBezTo>
                  <a:pt x="60485" y="559881"/>
                  <a:pt x="110268" y="435442"/>
                  <a:pt x="201708" y="308760"/>
                </a:cubicBezTo>
                <a:cubicBezTo>
                  <a:pt x="294101" y="183030"/>
                  <a:pt x="442140" y="115996"/>
                  <a:pt x="607875" y="67419"/>
                </a:cubicBezTo>
                <a:cubicBezTo>
                  <a:pt x="727289" y="22445"/>
                  <a:pt x="863942" y="-49217"/>
                  <a:pt x="979959" y="49836"/>
                </a:cubicBezTo>
                <a:close/>
              </a:path>
            </a:pathLst>
          </a:custGeom>
          <a:solidFill>
            <a:schemeClr val="accent4">
              <a:lumMod val="60000"/>
              <a:lumOff val="40000"/>
            </a:schemeClr>
          </a:solidFill>
          <a:ln w="9525" cap="flat">
            <a:noFill/>
            <a:prstDash val="solid"/>
            <a:miter/>
          </a:ln>
        </p:spPr>
        <p:txBody>
          <a:bodyPr/>
          <a:lstStyle/>
          <a:p>
            <a:endParaRPr lang="en-US"/>
          </a:p>
        </p:txBody>
      </p:sp>
      <p:sp>
        <p:nvSpPr>
          <p:cNvPr id="13" name="Graphic 5">
            <a:extLst>
              <a:ext uri="{FF2B5EF4-FFF2-40B4-BE49-F238E27FC236}">
                <a16:creationId xmlns:a16="http://schemas.microsoft.com/office/drawing/2014/main" id="{A08D1C0C-0EF6-CCDD-B1C0-4B03A094ABFD}"/>
              </a:ext>
            </a:extLst>
          </p:cNvPr>
          <p:cNvSpPr/>
          <p:nvPr/>
        </p:nvSpPr>
        <p:spPr>
          <a:xfrm flipH="1">
            <a:off x="-3703775" y="5575355"/>
            <a:ext cx="13136556" cy="3798995"/>
          </a:xfrm>
          <a:custGeom>
            <a:avLst/>
            <a:gdLst>
              <a:gd name="csX0" fmla="*/ 1122844 w 1308761"/>
              <a:gd name="csY0" fmla="*/ 135750 h 1355462"/>
              <a:gd name="csX1" fmla="*/ 1299057 w 1308761"/>
              <a:gd name="csY1" fmla="*/ 654863 h 1355462"/>
              <a:gd name="csX2" fmla="*/ 972349 w 1308761"/>
              <a:gd name="csY2" fmla="*/ 1093965 h 1355462"/>
              <a:gd name="csX3" fmla="*/ 523722 w 1308761"/>
              <a:gd name="csY3" fmla="*/ 1348283 h 1355462"/>
              <a:gd name="csX4" fmla="*/ 71284 w 1308761"/>
              <a:gd name="csY4" fmla="*/ 1201598 h 1355462"/>
              <a:gd name="csX5" fmla="*/ 28422 w 1308761"/>
              <a:gd name="csY5" fmla="*/ 730110 h 1355462"/>
              <a:gd name="csX6" fmla="*/ 223684 w 1308761"/>
              <a:gd name="csY6" fmla="*/ 331013 h 1355462"/>
              <a:gd name="csX7" fmla="*/ 598969 w 1308761"/>
              <a:gd name="csY7" fmla="*/ 20498 h 1355462"/>
              <a:gd name="csX8" fmla="*/ 1122844 w 1308761"/>
              <a:gd name="csY8" fmla="*/ 135750 h 1355462"/>
              <a:gd name="csX0" fmla="*/ 1122744 w 1308761"/>
              <a:gd name="csY0" fmla="*/ 135650 h 1355462"/>
              <a:gd name="csX1" fmla="*/ 1298957 w 1308761"/>
              <a:gd name="csY1" fmla="*/ 654763 h 1355462"/>
              <a:gd name="csX2" fmla="*/ 972249 w 1308761"/>
              <a:gd name="csY2" fmla="*/ 1093865 h 1355462"/>
              <a:gd name="csX3" fmla="*/ 523622 w 1308761"/>
              <a:gd name="csY3" fmla="*/ 1348183 h 1355462"/>
              <a:gd name="csX4" fmla="*/ 71184 w 1308761"/>
              <a:gd name="csY4" fmla="*/ 1201498 h 1355462"/>
              <a:gd name="csX5" fmla="*/ 28322 w 1308761"/>
              <a:gd name="csY5" fmla="*/ 730010 h 1355462"/>
              <a:gd name="csX6" fmla="*/ 196687 w 1308761"/>
              <a:gd name="csY6" fmla="*/ 301787 h 1355462"/>
              <a:gd name="csX7" fmla="*/ 598869 w 1308761"/>
              <a:gd name="csY7" fmla="*/ 20398 h 1355462"/>
              <a:gd name="csX8" fmla="*/ 1122744 w 1308761"/>
              <a:gd name="csY8" fmla="*/ 135650 h 1355462"/>
              <a:gd name="csX0" fmla="*/ 1127765 w 1313782"/>
              <a:gd name="csY0" fmla="*/ 135650 h 1354373"/>
              <a:gd name="csX1" fmla="*/ 1303978 w 1313782"/>
              <a:gd name="csY1" fmla="*/ 654763 h 1354373"/>
              <a:gd name="csX2" fmla="*/ 977270 w 1313782"/>
              <a:gd name="csY2" fmla="*/ 1093865 h 1354373"/>
              <a:gd name="csX3" fmla="*/ 528643 w 1313782"/>
              <a:gd name="csY3" fmla="*/ 1348183 h 1354373"/>
              <a:gd name="csX4" fmla="*/ 76205 w 1313782"/>
              <a:gd name="csY4" fmla="*/ 1201498 h 1354373"/>
              <a:gd name="csX5" fmla="*/ 22385 w 1313782"/>
              <a:gd name="csY5" fmla="*/ 708165 h 1354373"/>
              <a:gd name="csX6" fmla="*/ 201708 w 1313782"/>
              <a:gd name="csY6" fmla="*/ 301787 h 1354373"/>
              <a:gd name="csX7" fmla="*/ 603890 w 1313782"/>
              <a:gd name="csY7" fmla="*/ 20398 h 1354373"/>
              <a:gd name="csX8" fmla="*/ 1127765 w 1313782"/>
              <a:gd name="csY8" fmla="*/ 135650 h 1354373"/>
              <a:gd name="csX0" fmla="*/ 1127765 w 1313782"/>
              <a:gd name="csY0" fmla="*/ 105956 h 1324679"/>
              <a:gd name="csX1" fmla="*/ 1303978 w 1313782"/>
              <a:gd name="csY1" fmla="*/ 625069 h 1324679"/>
              <a:gd name="csX2" fmla="*/ 977270 w 1313782"/>
              <a:gd name="csY2" fmla="*/ 1064171 h 1324679"/>
              <a:gd name="csX3" fmla="*/ 528643 w 1313782"/>
              <a:gd name="csY3" fmla="*/ 1318489 h 1324679"/>
              <a:gd name="csX4" fmla="*/ 76205 w 1313782"/>
              <a:gd name="csY4" fmla="*/ 1171804 h 1324679"/>
              <a:gd name="csX5" fmla="*/ 22385 w 1313782"/>
              <a:gd name="csY5" fmla="*/ 678471 h 1324679"/>
              <a:gd name="csX6" fmla="*/ 201708 w 1313782"/>
              <a:gd name="csY6" fmla="*/ 272093 h 1324679"/>
              <a:gd name="csX7" fmla="*/ 607875 w 1313782"/>
              <a:gd name="csY7" fmla="*/ 30752 h 1324679"/>
              <a:gd name="csX8" fmla="*/ 1127765 w 1313782"/>
              <a:gd name="csY8" fmla="*/ 105956 h 1324679"/>
              <a:gd name="csX0" fmla="*/ 1127765 w 1313782"/>
              <a:gd name="csY0" fmla="*/ 126260 h 1344983"/>
              <a:gd name="csX1" fmla="*/ 1303978 w 1313782"/>
              <a:gd name="csY1" fmla="*/ 645373 h 1344983"/>
              <a:gd name="csX2" fmla="*/ 977270 w 1313782"/>
              <a:gd name="csY2" fmla="*/ 1084475 h 1344983"/>
              <a:gd name="csX3" fmla="*/ 528643 w 1313782"/>
              <a:gd name="csY3" fmla="*/ 1338793 h 1344983"/>
              <a:gd name="csX4" fmla="*/ 76205 w 1313782"/>
              <a:gd name="csY4" fmla="*/ 1192108 h 1344983"/>
              <a:gd name="csX5" fmla="*/ 22385 w 1313782"/>
              <a:gd name="csY5" fmla="*/ 698775 h 1344983"/>
              <a:gd name="csX6" fmla="*/ 201708 w 1313782"/>
              <a:gd name="csY6" fmla="*/ 292397 h 1344983"/>
              <a:gd name="csX7" fmla="*/ 607875 w 1313782"/>
              <a:gd name="csY7" fmla="*/ 51056 h 1344983"/>
              <a:gd name="csX8" fmla="*/ 921184 w 1313782"/>
              <a:gd name="csY8" fmla="*/ 4347 h 1344983"/>
              <a:gd name="csX9" fmla="*/ 1127765 w 1313782"/>
              <a:gd name="csY9" fmla="*/ 126260 h 1344983"/>
              <a:gd name="csX0" fmla="*/ 921184 w 1303978"/>
              <a:gd name="csY0" fmla="*/ 42121 h 1382757"/>
              <a:gd name="csX1" fmla="*/ 1303978 w 1303978"/>
              <a:gd name="csY1" fmla="*/ 683147 h 1382757"/>
              <a:gd name="csX2" fmla="*/ 977270 w 1303978"/>
              <a:gd name="csY2" fmla="*/ 1122249 h 1382757"/>
              <a:gd name="csX3" fmla="*/ 528643 w 1303978"/>
              <a:gd name="csY3" fmla="*/ 1376567 h 1382757"/>
              <a:gd name="csX4" fmla="*/ 76205 w 1303978"/>
              <a:gd name="csY4" fmla="*/ 1229882 h 1382757"/>
              <a:gd name="csX5" fmla="*/ 22385 w 1303978"/>
              <a:gd name="csY5" fmla="*/ 736549 h 1382757"/>
              <a:gd name="csX6" fmla="*/ 201708 w 1303978"/>
              <a:gd name="csY6" fmla="*/ 330171 h 1382757"/>
              <a:gd name="csX7" fmla="*/ 607875 w 1303978"/>
              <a:gd name="csY7" fmla="*/ 88830 h 1382757"/>
              <a:gd name="csX8" fmla="*/ 921184 w 1303978"/>
              <a:gd name="csY8" fmla="*/ 42121 h 1382757"/>
              <a:gd name="csX0" fmla="*/ 921184 w 1288039"/>
              <a:gd name="csY0" fmla="*/ 42121 h 1382757"/>
              <a:gd name="csX1" fmla="*/ 1288039 w 1288039"/>
              <a:gd name="csY1" fmla="*/ 559361 h 1382757"/>
              <a:gd name="csX2" fmla="*/ 977270 w 1288039"/>
              <a:gd name="csY2" fmla="*/ 1122249 h 1382757"/>
              <a:gd name="csX3" fmla="*/ 528643 w 1288039"/>
              <a:gd name="csY3" fmla="*/ 1376567 h 1382757"/>
              <a:gd name="csX4" fmla="*/ 76205 w 1288039"/>
              <a:gd name="csY4" fmla="*/ 1229882 h 1382757"/>
              <a:gd name="csX5" fmla="*/ 22385 w 1288039"/>
              <a:gd name="csY5" fmla="*/ 736549 h 1382757"/>
              <a:gd name="csX6" fmla="*/ 201708 w 1288039"/>
              <a:gd name="csY6" fmla="*/ 330171 h 1382757"/>
              <a:gd name="csX7" fmla="*/ 607875 w 1288039"/>
              <a:gd name="csY7" fmla="*/ 88830 h 1382757"/>
              <a:gd name="csX8" fmla="*/ 921184 w 1288039"/>
              <a:gd name="csY8" fmla="*/ 42121 h 1382757"/>
              <a:gd name="csX0" fmla="*/ 921184 w 1291474"/>
              <a:gd name="csY0" fmla="*/ 42121 h 1382757"/>
              <a:gd name="csX1" fmla="*/ 1288039 w 1291474"/>
              <a:gd name="csY1" fmla="*/ 559361 h 1382757"/>
              <a:gd name="csX2" fmla="*/ 977270 w 1291474"/>
              <a:gd name="csY2" fmla="*/ 1122249 h 1382757"/>
              <a:gd name="csX3" fmla="*/ 528643 w 1291474"/>
              <a:gd name="csY3" fmla="*/ 1376567 h 1382757"/>
              <a:gd name="csX4" fmla="*/ 76205 w 1291474"/>
              <a:gd name="csY4" fmla="*/ 1229882 h 1382757"/>
              <a:gd name="csX5" fmla="*/ 22385 w 1291474"/>
              <a:gd name="csY5" fmla="*/ 736549 h 1382757"/>
              <a:gd name="csX6" fmla="*/ 201708 w 1291474"/>
              <a:gd name="csY6" fmla="*/ 330171 h 1382757"/>
              <a:gd name="csX7" fmla="*/ 607875 w 1291474"/>
              <a:gd name="csY7" fmla="*/ 88830 h 1382757"/>
              <a:gd name="csX8" fmla="*/ 921184 w 1291474"/>
              <a:gd name="csY8" fmla="*/ 42121 h 1382757"/>
              <a:gd name="csX0" fmla="*/ 979959 w 1288039"/>
              <a:gd name="csY0" fmla="*/ 49836 h 1361346"/>
              <a:gd name="csX1" fmla="*/ 1288039 w 1288039"/>
              <a:gd name="csY1" fmla="*/ 537950 h 1361346"/>
              <a:gd name="csX2" fmla="*/ 977270 w 1288039"/>
              <a:gd name="csY2" fmla="*/ 1100838 h 1361346"/>
              <a:gd name="csX3" fmla="*/ 528643 w 1288039"/>
              <a:gd name="csY3" fmla="*/ 1355156 h 1361346"/>
              <a:gd name="csX4" fmla="*/ 76205 w 1288039"/>
              <a:gd name="csY4" fmla="*/ 1208471 h 1361346"/>
              <a:gd name="csX5" fmla="*/ 22385 w 1288039"/>
              <a:gd name="csY5" fmla="*/ 715138 h 1361346"/>
              <a:gd name="csX6" fmla="*/ 201708 w 1288039"/>
              <a:gd name="csY6" fmla="*/ 308760 h 1361346"/>
              <a:gd name="csX7" fmla="*/ 607875 w 1288039"/>
              <a:gd name="csY7" fmla="*/ 67419 h 1361346"/>
              <a:gd name="csX8" fmla="*/ 979959 w 1288039"/>
              <a:gd name="csY8" fmla="*/ 49836 h 13613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288039" h="1361346">
                <a:moveTo>
                  <a:pt x="979959" y="49836"/>
                </a:moveTo>
                <a:cubicBezTo>
                  <a:pt x="1095976" y="148889"/>
                  <a:pt x="1288487" y="362783"/>
                  <a:pt x="1288039" y="537950"/>
                </a:cubicBezTo>
                <a:cubicBezTo>
                  <a:pt x="1287591" y="713117"/>
                  <a:pt x="1103836" y="964637"/>
                  <a:pt x="977270" y="1100838"/>
                </a:cubicBezTo>
                <a:cubicBezTo>
                  <a:pt x="850704" y="1237039"/>
                  <a:pt x="695330" y="1328486"/>
                  <a:pt x="528643" y="1355156"/>
                </a:cubicBezTo>
                <a:cubicBezTo>
                  <a:pt x="361955" y="1382778"/>
                  <a:pt x="160581" y="1315141"/>
                  <a:pt x="76205" y="1208471"/>
                </a:cubicBezTo>
                <a:cubicBezTo>
                  <a:pt x="-8171" y="1101801"/>
                  <a:pt x="-16668" y="870396"/>
                  <a:pt x="22385" y="715138"/>
                </a:cubicBezTo>
                <a:cubicBezTo>
                  <a:pt x="60485" y="559881"/>
                  <a:pt x="110268" y="435442"/>
                  <a:pt x="201708" y="308760"/>
                </a:cubicBezTo>
                <a:cubicBezTo>
                  <a:pt x="294101" y="183030"/>
                  <a:pt x="442140" y="115996"/>
                  <a:pt x="607875" y="67419"/>
                </a:cubicBezTo>
                <a:cubicBezTo>
                  <a:pt x="727289" y="22445"/>
                  <a:pt x="863942" y="-49217"/>
                  <a:pt x="979959" y="49836"/>
                </a:cubicBezTo>
                <a:close/>
              </a:path>
            </a:pathLst>
          </a:custGeom>
          <a:solidFill>
            <a:schemeClr val="accent4">
              <a:lumMod val="75000"/>
            </a:schemeClr>
          </a:solidFill>
          <a:ln w="9525" cap="flat">
            <a:noFill/>
            <a:prstDash val="solid"/>
            <a:miter/>
          </a:ln>
        </p:spPr>
        <p:txBody>
          <a:bodyPr/>
          <a:lstStyle/>
          <a:p>
            <a:endParaRPr lang="en-US"/>
          </a:p>
        </p:txBody>
      </p:sp>
      <p:sp>
        <p:nvSpPr>
          <p:cNvPr id="14" name="Graphic 5">
            <a:extLst>
              <a:ext uri="{FF2B5EF4-FFF2-40B4-BE49-F238E27FC236}">
                <a16:creationId xmlns:a16="http://schemas.microsoft.com/office/drawing/2014/main" id="{2C0787E8-95FD-961B-038B-BECC18A1C345}"/>
              </a:ext>
            </a:extLst>
          </p:cNvPr>
          <p:cNvSpPr/>
          <p:nvPr/>
        </p:nvSpPr>
        <p:spPr>
          <a:xfrm flipH="1">
            <a:off x="-3896815" y="6005036"/>
            <a:ext cx="13136556" cy="3798995"/>
          </a:xfrm>
          <a:custGeom>
            <a:avLst/>
            <a:gdLst>
              <a:gd name="csX0" fmla="*/ 1122844 w 1308761"/>
              <a:gd name="csY0" fmla="*/ 135750 h 1355462"/>
              <a:gd name="csX1" fmla="*/ 1299057 w 1308761"/>
              <a:gd name="csY1" fmla="*/ 654863 h 1355462"/>
              <a:gd name="csX2" fmla="*/ 972349 w 1308761"/>
              <a:gd name="csY2" fmla="*/ 1093965 h 1355462"/>
              <a:gd name="csX3" fmla="*/ 523722 w 1308761"/>
              <a:gd name="csY3" fmla="*/ 1348283 h 1355462"/>
              <a:gd name="csX4" fmla="*/ 71284 w 1308761"/>
              <a:gd name="csY4" fmla="*/ 1201598 h 1355462"/>
              <a:gd name="csX5" fmla="*/ 28422 w 1308761"/>
              <a:gd name="csY5" fmla="*/ 730110 h 1355462"/>
              <a:gd name="csX6" fmla="*/ 223684 w 1308761"/>
              <a:gd name="csY6" fmla="*/ 331013 h 1355462"/>
              <a:gd name="csX7" fmla="*/ 598969 w 1308761"/>
              <a:gd name="csY7" fmla="*/ 20498 h 1355462"/>
              <a:gd name="csX8" fmla="*/ 1122844 w 1308761"/>
              <a:gd name="csY8" fmla="*/ 135750 h 1355462"/>
              <a:gd name="csX0" fmla="*/ 1122744 w 1308761"/>
              <a:gd name="csY0" fmla="*/ 135650 h 1355462"/>
              <a:gd name="csX1" fmla="*/ 1298957 w 1308761"/>
              <a:gd name="csY1" fmla="*/ 654763 h 1355462"/>
              <a:gd name="csX2" fmla="*/ 972249 w 1308761"/>
              <a:gd name="csY2" fmla="*/ 1093865 h 1355462"/>
              <a:gd name="csX3" fmla="*/ 523622 w 1308761"/>
              <a:gd name="csY3" fmla="*/ 1348183 h 1355462"/>
              <a:gd name="csX4" fmla="*/ 71184 w 1308761"/>
              <a:gd name="csY4" fmla="*/ 1201498 h 1355462"/>
              <a:gd name="csX5" fmla="*/ 28322 w 1308761"/>
              <a:gd name="csY5" fmla="*/ 730010 h 1355462"/>
              <a:gd name="csX6" fmla="*/ 196687 w 1308761"/>
              <a:gd name="csY6" fmla="*/ 301787 h 1355462"/>
              <a:gd name="csX7" fmla="*/ 598869 w 1308761"/>
              <a:gd name="csY7" fmla="*/ 20398 h 1355462"/>
              <a:gd name="csX8" fmla="*/ 1122744 w 1308761"/>
              <a:gd name="csY8" fmla="*/ 135650 h 1355462"/>
              <a:gd name="csX0" fmla="*/ 1127765 w 1313782"/>
              <a:gd name="csY0" fmla="*/ 135650 h 1354373"/>
              <a:gd name="csX1" fmla="*/ 1303978 w 1313782"/>
              <a:gd name="csY1" fmla="*/ 654763 h 1354373"/>
              <a:gd name="csX2" fmla="*/ 977270 w 1313782"/>
              <a:gd name="csY2" fmla="*/ 1093865 h 1354373"/>
              <a:gd name="csX3" fmla="*/ 528643 w 1313782"/>
              <a:gd name="csY3" fmla="*/ 1348183 h 1354373"/>
              <a:gd name="csX4" fmla="*/ 76205 w 1313782"/>
              <a:gd name="csY4" fmla="*/ 1201498 h 1354373"/>
              <a:gd name="csX5" fmla="*/ 22385 w 1313782"/>
              <a:gd name="csY5" fmla="*/ 708165 h 1354373"/>
              <a:gd name="csX6" fmla="*/ 201708 w 1313782"/>
              <a:gd name="csY6" fmla="*/ 301787 h 1354373"/>
              <a:gd name="csX7" fmla="*/ 603890 w 1313782"/>
              <a:gd name="csY7" fmla="*/ 20398 h 1354373"/>
              <a:gd name="csX8" fmla="*/ 1127765 w 1313782"/>
              <a:gd name="csY8" fmla="*/ 135650 h 1354373"/>
              <a:gd name="csX0" fmla="*/ 1127765 w 1313782"/>
              <a:gd name="csY0" fmla="*/ 105956 h 1324679"/>
              <a:gd name="csX1" fmla="*/ 1303978 w 1313782"/>
              <a:gd name="csY1" fmla="*/ 625069 h 1324679"/>
              <a:gd name="csX2" fmla="*/ 977270 w 1313782"/>
              <a:gd name="csY2" fmla="*/ 1064171 h 1324679"/>
              <a:gd name="csX3" fmla="*/ 528643 w 1313782"/>
              <a:gd name="csY3" fmla="*/ 1318489 h 1324679"/>
              <a:gd name="csX4" fmla="*/ 76205 w 1313782"/>
              <a:gd name="csY4" fmla="*/ 1171804 h 1324679"/>
              <a:gd name="csX5" fmla="*/ 22385 w 1313782"/>
              <a:gd name="csY5" fmla="*/ 678471 h 1324679"/>
              <a:gd name="csX6" fmla="*/ 201708 w 1313782"/>
              <a:gd name="csY6" fmla="*/ 272093 h 1324679"/>
              <a:gd name="csX7" fmla="*/ 607875 w 1313782"/>
              <a:gd name="csY7" fmla="*/ 30752 h 1324679"/>
              <a:gd name="csX8" fmla="*/ 1127765 w 1313782"/>
              <a:gd name="csY8" fmla="*/ 105956 h 1324679"/>
              <a:gd name="csX0" fmla="*/ 1127765 w 1313782"/>
              <a:gd name="csY0" fmla="*/ 126260 h 1344983"/>
              <a:gd name="csX1" fmla="*/ 1303978 w 1313782"/>
              <a:gd name="csY1" fmla="*/ 645373 h 1344983"/>
              <a:gd name="csX2" fmla="*/ 977270 w 1313782"/>
              <a:gd name="csY2" fmla="*/ 1084475 h 1344983"/>
              <a:gd name="csX3" fmla="*/ 528643 w 1313782"/>
              <a:gd name="csY3" fmla="*/ 1338793 h 1344983"/>
              <a:gd name="csX4" fmla="*/ 76205 w 1313782"/>
              <a:gd name="csY4" fmla="*/ 1192108 h 1344983"/>
              <a:gd name="csX5" fmla="*/ 22385 w 1313782"/>
              <a:gd name="csY5" fmla="*/ 698775 h 1344983"/>
              <a:gd name="csX6" fmla="*/ 201708 w 1313782"/>
              <a:gd name="csY6" fmla="*/ 292397 h 1344983"/>
              <a:gd name="csX7" fmla="*/ 607875 w 1313782"/>
              <a:gd name="csY7" fmla="*/ 51056 h 1344983"/>
              <a:gd name="csX8" fmla="*/ 921184 w 1313782"/>
              <a:gd name="csY8" fmla="*/ 4347 h 1344983"/>
              <a:gd name="csX9" fmla="*/ 1127765 w 1313782"/>
              <a:gd name="csY9" fmla="*/ 126260 h 1344983"/>
              <a:gd name="csX0" fmla="*/ 921184 w 1303978"/>
              <a:gd name="csY0" fmla="*/ 42121 h 1382757"/>
              <a:gd name="csX1" fmla="*/ 1303978 w 1303978"/>
              <a:gd name="csY1" fmla="*/ 683147 h 1382757"/>
              <a:gd name="csX2" fmla="*/ 977270 w 1303978"/>
              <a:gd name="csY2" fmla="*/ 1122249 h 1382757"/>
              <a:gd name="csX3" fmla="*/ 528643 w 1303978"/>
              <a:gd name="csY3" fmla="*/ 1376567 h 1382757"/>
              <a:gd name="csX4" fmla="*/ 76205 w 1303978"/>
              <a:gd name="csY4" fmla="*/ 1229882 h 1382757"/>
              <a:gd name="csX5" fmla="*/ 22385 w 1303978"/>
              <a:gd name="csY5" fmla="*/ 736549 h 1382757"/>
              <a:gd name="csX6" fmla="*/ 201708 w 1303978"/>
              <a:gd name="csY6" fmla="*/ 330171 h 1382757"/>
              <a:gd name="csX7" fmla="*/ 607875 w 1303978"/>
              <a:gd name="csY7" fmla="*/ 88830 h 1382757"/>
              <a:gd name="csX8" fmla="*/ 921184 w 1303978"/>
              <a:gd name="csY8" fmla="*/ 42121 h 1382757"/>
              <a:gd name="csX0" fmla="*/ 921184 w 1288039"/>
              <a:gd name="csY0" fmla="*/ 42121 h 1382757"/>
              <a:gd name="csX1" fmla="*/ 1288039 w 1288039"/>
              <a:gd name="csY1" fmla="*/ 559361 h 1382757"/>
              <a:gd name="csX2" fmla="*/ 977270 w 1288039"/>
              <a:gd name="csY2" fmla="*/ 1122249 h 1382757"/>
              <a:gd name="csX3" fmla="*/ 528643 w 1288039"/>
              <a:gd name="csY3" fmla="*/ 1376567 h 1382757"/>
              <a:gd name="csX4" fmla="*/ 76205 w 1288039"/>
              <a:gd name="csY4" fmla="*/ 1229882 h 1382757"/>
              <a:gd name="csX5" fmla="*/ 22385 w 1288039"/>
              <a:gd name="csY5" fmla="*/ 736549 h 1382757"/>
              <a:gd name="csX6" fmla="*/ 201708 w 1288039"/>
              <a:gd name="csY6" fmla="*/ 330171 h 1382757"/>
              <a:gd name="csX7" fmla="*/ 607875 w 1288039"/>
              <a:gd name="csY7" fmla="*/ 88830 h 1382757"/>
              <a:gd name="csX8" fmla="*/ 921184 w 1288039"/>
              <a:gd name="csY8" fmla="*/ 42121 h 1382757"/>
              <a:gd name="csX0" fmla="*/ 921184 w 1291474"/>
              <a:gd name="csY0" fmla="*/ 42121 h 1382757"/>
              <a:gd name="csX1" fmla="*/ 1288039 w 1291474"/>
              <a:gd name="csY1" fmla="*/ 559361 h 1382757"/>
              <a:gd name="csX2" fmla="*/ 977270 w 1291474"/>
              <a:gd name="csY2" fmla="*/ 1122249 h 1382757"/>
              <a:gd name="csX3" fmla="*/ 528643 w 1291474"/>
              <a:gd name="csY3" fmla="*/ 1376567 h 1382757"/>
              <a:gd name="csX4" fmla="*/ 76205 w 1291474"/>
              <a:gd name="csY4" fmla="*/ 1229882 h 1382757"/>
              <a:gd name="csX5" fmla="*/ 22385 w 1291474"/>
              <a:gd name="csY5" fmla="*/ 736549 h 1382757"/>
              <a:gd name="csX6" fmla="*/ 201708 w 1291474"/>
              <a:gd name="csY6" fmla="*/ 330171 h 1382757"/>
              <a:gd name="csX7" fmla="*/ 607875 w 1291474"/>
              <a:gd name="csY7" fmla="*/ 88830 h 1382757"/>
              <a:gd name="csX8" fmla="*/ 921184 w 1291474"/>
              <a:gd name="csY8" fmla="*/ 42121 h 1382757"/>
              <a:gd name="csX0" fmla="*/ 979959 w 1288039"/>
              <a:gd name="csY0" fmla="*/ 49836 h 1361346"/>
              <a:gd name="csX1" fmla="*/ 1288039 w 1288039"/>
              <a:gd name="csY1" fmla="*/ 537950 h 1361346"/>
              <a:gd name="csX2" fmla="*/ 977270 w 1288039"/>
              <a:gd name="csY2" fmla="*/ 1100838 h 1361346"/>
              <a:gd name="csX3" fmla="*/ 528643 w 1288039"/>
              <a:gd name="csY3" fmla="*/ 1355156 h 1361346"/>
              <a:gd name="csX4" fmla="*/ 76205 w 1288039"/>
              <a:gd name="csY4" fmla="*/ 1208471 h 1361346"/>
              <a:gd name="csX5" fmla="*/ 22385 w 1288039"/>
              <a:gd name="csY5" fmla="*/ 715138 h 1361346"/>
              <a:gd name="csX6" fmla="*/ 201708 w 1288039"/>
              <a:gd name="csY6" fmla="*/ 308760 h 1361346"/>
              <a:gd name="csX7" fmla="*/ 607875 w 1288039"/>
              <a:gd name="csY7" fmla="*/ 67419 h 1361346"/>
              <a:gd name="csX8" fmla="*/ 979959 w 1288039"/>
              <a:gd name="csY8" fmla="*/ 49836 h 13613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288039" h="1361346">
                <a:moveTo>
                  <a:pt x="979959" y="49836"/>
                </a:moveTo>
                <a:cubicBezTo>
                  <a:pt x="1095976" y="148889"/>
                  <a:pt x="1288487" y="362783"/>
                  <a:pt x="1288039" y="537950"/>
                </a:cubicBezTo>
                <a:cubicBezTo>
                  <a:pt x="1287591" y="713117"/>
                  <a:pt x="1103836" y="964637"/>
                  <a:pt x="977270" y="1100838"/>
                </a:cubicBezTo>
                <a:cubicBezTo>
                  <a:pt x="850704" y="1237039"/>
                  <a:pt x="695330" y="1328486"/>
                  <a:pt x="528643" y="1355156"/>
                </a:cubicBezTo>
                <a:cubicBezTo>
                  <a:pt x="361955" y="1382778"/>
                  <a:pt x="160581" y="1315141"/>
                  <a:pt x="76205" y="1208471"/>
                </a:cubicBezTo>
                <a:cubicBezTo>
                  <a:pt x="-8171" y="1101801"/>
                  <a:pt x="-16668" y="870396"/>
                  <a:pt x="22385" y="715138"/>
                </a:cubicBezTo>
                <a:cubicBezTo>
                  <a:pt x="60485" y="559881"/>
                  <a:pt x="110268" y="435442"/>
                  <a:pt x="201708" y="308760"/>
                </a:cubicBezTo>
                <a:cubicBezTo>
                  <a:pt x="294101" y="183030"/>
                  <a:pt x="442140" y="115996"/>
                  <a:pt x="607875" y="67419"/>
                </a:cubicBezTo>
                <a:cubicBezTo>
                  <a:pt x="727289" y="22445"/>
                  <a:pt x="863942" y="-49217"/>
                  <a:pt x="979959" y="49836"/>
                </a:cubicBezTo>
                <a:close/>
              </a:path>
            </a:pathLst>
          </a:custGeom>
          <a:solidFill>
            <a:schemeClr val="accent4">
              <a:lumMod val="50000"/>
            </a:schemeClr>
          </a:solidFill>
          <a:ln w="9525" cap="flat">
            <a:noFill/>
            <a:prstDash val="solid"/>
            <a:miter/>
          </a:ln>
        </p:spPr>
        <p:txBody>
          <a:bodyPr/>
          <a:lstStyle/>
          <a:p>
            <a:endParaRPr lang="en-US"/>
          </a:p>
        </p:txBody>
      </p:sp>
      <p:sp>
        <p:nvSpPr>
          <p:cNvPr id="12" name="Rectangle 11">
            <a:extLst>
              <a:ext uri="{FF2B5EF4-FFF2-40B4-BE49-F238E27FC236}">
                <a16:creationId xmlns:a16="http://schemas.microsoft.com/office/drawing/2014/main" id="{CBCDA38A-1987-72F3-C675-E6CEBFA32293}"/>
              </a:ext>
            </a:extLst>
          </p:cNvPr>
          <p:cNvSpPr/>
          <p:nvPr/>
        </p:nvSpPr>
        <p:spPr>
          <a:xfrm rot="237858">
            <a:off x="362619" y="5069305"/>
            <a:ext cx="6665881" cy="187146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a:solidFill>
                  <a:sysClr val="windowText" lastClr="000000"/>
                </a:solidFill>
              </a:rPr>
              <a:t>XX XX XXXXXXXXXXXXXXXXXXXX XX XXXXXXXXXXXXXXXXXXXX XX XXXXXXXXXXXXXXXXXXXXXXX</a:t>
            </a:r>
          </a:p>
        </p:txBody>
      </p:sp>
      <p:sp>
        <p:nvSpPr>
          <p:cNvPr id="4" name="Graphic 5">
            <a:extLst>
              <a:ext uri="{FF2B5EF4-FFF2-40B4-BE49-F238E27FC236}">
                <a16:creationId xmlns:a16="http://schemas.microsoft.com/office/drawing/2014/main" id="{D115C347-CEB1-5DE7-51C4-E6002EDC0AE8}"/>
              </a:ext>
            </a:extLst>
          </p:cNvPr>
          <p:cNvSpPr/>
          <p:nvPr/>
        </p:nvSpPr>
        <p:spPr>
          <a:xfrm rot="11142410" flipH="1">
            <a:off x="7426469" y="-1710645"/>
            <a:ext cx="13136556" cy="3798995"/>
          </a:xfrm>
          <a:custGeom>
            <a:avLst/>
            <a:gdLst>
              <a:gd name="csX0" fmla="*/ 1122844 w 1308761"/>
              <a:gd name="csY0" fmla="*/ 135750 h 1355462"/>
              <a:gd name="csX1" fmla="*/ 1299057 w 1308761"/>
              <a:gd name="csY1" fmla="*/ 654863 h 1355462"/>
              <a:gd name="csX2" fmla="*/ 972349 w 1308761"/>
              <a:gd name="csY2" fmla="*/ 1093965 h 1355462"/>
              <a:gd name="csX3" fmla="*/ 523722 w 1308761"/>
              <a:gd name="csY3" fmla="*/ 1348283 h 1355462"/>
              <a:gd name="csX4" fmla="*/ 71284 w 1308761"/>
              <a:gd name="csY4" fmla="*/ 1201598 h 1355462"/>
              <a:gd name="csX5" fmla="*/ 28422 w 1308761"/>
              <a:gd name="csY5" fmla="*/ 730110 h 1355462"/>
              <a:gd name="csX6" fmla="*/ 223684 w 1308761"/>
              <a:gd name="csY6" fmla="*/ 331013 h 1355462"/>
              <a:gd name="csX7" fmla="*/ 598969 w 1308761"/>
              <a:gd name="csY7" fmla="*/ 20498 h 1355462"/>
              <a:gd name="csX8" fmla="*/ 1122844 w 1308761"/>
              <a:gd name="csY8" fmla="*/ 135750 h 1355462"/>
              <a:gd name="csX0" fmla="*/ 1122744 w 1308761"/>
              <a:gd name="csY0" fmla="*/ 135650 h 1355462"/>
              <a:gd name="csX1" fmla="*/ 1298957 w 1308761"/>
              <a:gd name="csY1" fmla="*/ 654763 h 1355462"/>
              <a:gd name="csX2" fmla="*/ 972249 w 1308761"/>
              <a:gd name="csY2" fmla="*/ 1093865 h 1355462"/>
              <a:gd name="csX3" fmla="*/ 523622 w 1308761"/>
              <a:gd name="csY3" fmla="*/ 1348183 h 1355462"/>
              <a:gd name="csX4" fmla="*/ 71184 w 1308761"/>
              <a:gd name="csY4" fmla="*/ 1201498 h 1355462"/>
              <a:gd name="csX5" fmla="*/ 28322 w 1308761"/>
              <a:gd name="csY5" fmla="*/ 730010 h 1355462"/>
              <a:gd name="csX6" fmla="*/ 196687 w 1308761"/>
              <a:gd name="csY6" fmla="*/ 301787 h 1355462"/>
              <a:gd name="csX7" fmla="*/ 598869 w 1308761"/>
              <a:gd name="csY7" fmla="*/ 20398 h 1355462"/>
              <a:gd name="csX8" fmla="*/ 1122744 w 1308761"/>
              <a:gd name="csY8" fmla="*/ 135650 h 1355462"/>
              <a:gd name="csX0" fmla="*/ 1127765 w 1313782"/>
              <a:gd name="csY0" fmla="*/ 135650 h 1354373"/>
              <a:gd name="csX1" fmla="*/ 1303978 w 1313782"/>
              <a:gd name="csY1" fmla="*/ 654763 h 1354373"/>
              <a:gd name="csX2" fmla="*/ 977270 w 1313782"/>
              <a:gd name="csY2" fmla="*/ 1093865 h 1354373"/>
              <a:gd name="csX3" fmla="*/ 528643 w 1313782"/>
              <a:gd name="csY3" fmla="*/ 1348183 h 1354373"/>
              <a:gd name="csX4" fmla="*/ 76205 w 1313782"/>
              <a:gd name="csY4" fmla="*/ 1201498 h 1354373"/>
              <a:gd name="csX5" fmla="*/ 22385 w 1313782"/>
              <a:gd name="csY5" fmla="*/ 708165 h 1354373"/>
              <a:gd name="csX6" fmla="*/ 201708 w 1313782"/>
              <a:gd name="csY6" fmla="*/ 301787 h 1354373"/>
              <a:gd name="csX7" fmla="*/ 603890 w 1313782"/>
              <a:gd name="csY7" fmla="*/ 20398 h 1354373"/>
              <a:gd name="csX8" fmla="*/ 1127765 w 1313782"/>
              <a:gd name="csY8" fmla="*/ 135650 h 1354373"/>
              <a:gd name="csX0" fmla="*/ 1127765 w 1313782"/>
              <a:gd name="csY0" fmla="*/ 105956 h 1324679"/>
              <a:gd name="csX1" fmla="*/ 1303978 w 1313782"/>
              <a:gd name="csY1" fmla="*/ 625069 h 1324679"/>
              <a:gd name="csX2" fmla="*/ 977270 w 1313782"/>
              <a:gd name="csY2" fmla="*/ 1064171 h 1324679"/>
              <a:gd name="csX3" fmla="*/ 528643 w 1313782"/>
              <a:gd name="csY3" fmla="*/ 1318489 h 1324679"/>
              <a:gd name="csX4" fmla="*/ 76205 w 1313782"/>
              <a:gd name="csY4" fmla="*/ 1171804 h 1324679"/>
              <a:gd name="csX5" fmla="*/ 22385 w 1313782"/>
              <a:gd name="csY5" fmla="*/ 678471 h 1324679"/>
              <a:gd name="csX6" fmla="*/ 201708 w 1313782"/>
              <a:gd name="csY6" fmla="*/ 272093 h 1324679"/>
              <a:gd name="csX7" fmla="*/ 607875 w 1313782"/>
              <a:gd name="csY7" fmla="*/ 30752 h 1324679"/>
              <a:gd name="csX8" fmla="*/ 1127765 w 1313782"/>
              <a:gd name="csY8" fmla="*/ 105956 h 1324679"/>
              <a:gd name="csX0" fmla="*/ 1127765 w 1313782"/>
              <a:gd name="csY0" fmla="*/ 126260 h 1344983"/>
              <a:gd name="csX1" fmla="*/ 1303978 w 1313782"/>
              <a:gd name="csY1" fmla="*/ 645373 h 1344983"/>
              <a:gd name="csX2" fmla="*/ 977270 w 1313782"/>
              <a:gd name="csY2" fmla="*/ 1084475 h 1344983"/>
              <a:gd name="csX3" fmla="*/ 528643 w 1313782"/>
              <a:gd name="csY3" fmla="*/ 1338793 h 1344983"/>
              <a:gd name="csX4" fmla="*/ 76205 w 1313782"/>
              <a:gd name="csY4" fmla="*/ 1192108 h 1344983"/>
              <a:gd name="csX5" fmla="*/ 22385 w 1313782"/>
              <a:gd name="csY5" fmla="*/ 698775 h 1344983"/>
              <a:gd name="csX6" fmla="*/ 201708 w 1313782"/>
              <a:gd name="csY6" fmla="*/ 292397 h 1344983"/>
              <a:gd name="csX7" fmla="*/ 607875 w 1313782"/>
              <a:gd name="csY7" fmla="*/ 51056 h 1344983"/>
              <a:gd name="csX8" fmla="*/ 921184 w 1313782"/>
              <a:gd name="csY8" fmla="*/ 4347 h 1344983"/>
              <a:gd name="csX9" fmla="*/ 1127765 w 1313782"/>
              <a:gd name="csY9" fmla="*/ 126260 h 1344983"/>
              <a:gd name="csX0" fmla="*/ 921184 w 1303978"/>
              <a:gd name="csY0" fmla="*/ 42121 h 1382757"/>
              <a:gd name="csX1" fmla="*/ 1303978 w 1303978"/>
              <a:gd name="csY1" fmla="*/ 683147 h 1382757"/>
              <a:gd name="csX2" fmla="*/ 977270 w 1303978"/>
              <a:gd name="csY2" fmla="*/ 1122249 h 1382757"/>
              <a:gd name="csX3" fmla="*/ 528643 w 1303978"/>
              <a:gd name="csY3" fmla="*/ 1376567 h 1382757"/>
              <a:gd name="csX4" fmla="*/ 76205 w 1303978"/>
              <a:gd name="csY4" fmla="*/ 1229882 h 1382757"/>
              <a:gd name="csX5" fmla="*/ 22385 w 1303978"/>
              <a:gd name="csY5" fmla="*/ 736549 h 1382757"/>
              <a:gd name="csX6" fmla="*/ 201708 w 1303978"/>
              <a:gd name="csY6" fmla="*/ 330171 h 1382757"/>
              <a:gd name="csX7" fmla="*/ 607875 w 1303978"/>
              <a:gd name="csY7" fmla="*/ 88830 h 1382757"/>
              <a:gd name="csX8" fmla="*/ 921184 w 1303978"/>
              <a:gd name="csY8" fmla="*/ 42121 h 1382757"/>
              <a:gd name="csX0" fmla="*/ 921184 w 1288039"/>
              <a:gd name="csY0" fmla="*/ 42121 h 1382757"/>
              <a:gd name="csX1" fmla="*/ 1288039 w 1288039"/>
              <a:gd name="csY1" fmla="*/ 559361 h 1382757"/>
              <a:gd name="csX2" fmla="*/ 977270 w 1288039"/>
              <a:gd name="csY2" fmla="*/ 1122249 h 1382757"/>
              <a:gd name="csX3" fmla="*/ 528643 w 1288039"/>
              <a:gd name="csY3" fmla="*/ 1376567 h 1382757"/>
              <a:gd name="csX4" fmla="*/ 76205 w 1288039"/>
              <a:gd name="csY4" fmla="*/ 1229882 h 1382757"/>
              <a:gd name="csX5" fmla="*/ 22385 w 1288039"/>
              <a:gd name="csY5" fmla="*/ 736549 h 1382757"/>
              <a:gd name="csX6" fmla="*/ 201708 w 1288039"/>
              <a:gd name="csY6" fmla="*/ 330171 h 1382757"/>
              <a:gd name="csX7" fmla="*/ 607875 w 1288039"/>
              <a:gd name="csY7" fmla="*/ 88830 h 1382757"/>
              <a:gd name="csX8" fmla="*/ 921184 w 1288039"/>
              <a:gd name="csY8" fmla="*/ 42121 h 1382757"/>
              <a:gd name="csX0" fmla="*/ 921184 w 1291474"/>
              <a:gd name="csY0" fmla="*/ 42121 h 1382757"/>
              <a:gd name="csX1" fmla="*/ 1288039 w 1291474"/>
              <a:gd name="csY1" fmla="*/ 559361 h 1382757"/>
              <a:gd name="csX2" fmla="*/ 977270 w 1291474"/>
              <a:gd name="csY2" fmla="*/ 1122249 h 1382757"/>
              <a:gd name="csX3" fmla="*/ 528643 w 1291474"/>
              <a:gd name="csY3" fmla="*/ 1376567 h 1382757"/>
              <a:gd name="csX4" fmla="*/ 76205 w 1291474"/>
              <a:gd name="csY4" fmla="*/ 1229882 h 1382757"/>
              <a:gd name="csX5" fmla="*/ 22385 w 1291474"/>
              <a:gd name="csY5" fmla="*/ 736549 h 1382757"/>
              <a:gd name="csX6" fmla="*/ 201708 w 1291474"/>
              <a:gd name="csY6" fmla="*/ 330171 h 1382757"/>
              <a:gd name="csX7" fmla="*/ 607875 w 1291474"/>
              <a:gd name="csY7" fmla="*/ 88830 h 1382757"/>
              <a:gd name="csX8" fmla="*/ 921184 w 1291474"/>
              <a:gd name="csY8" fmla="*/ 42121 h 1382757"/>
              <a:gd name="csX0" fmla="*/ 979959 w 1288039"/>
              <a:gd name="csY0" fmla="*/ 49836 h 1361346"/>
              <a:gd name="csX1" fmla="*/ 1288039 w 1288039"/>
              <a:gd name="csY1" fmla="*/ 537950 h 1361346"/>
              <a:gd name="csX2" fmla="*/ 977270 w 1288039"/>
              <a:gd name="csY2" fmla="*/ 1100838 h 1361346"/>
              <a:gd name="csX3" fmla="*/ 528643 w 1288039"/>
              <a:gd name="csY3" fmla="*/ 1355156 h 1361346"/>
              <a:gd name="csX4" fmla="*/ 76205 w 1288039"/>
              <a:gd name="csY4" fmla="*/ 1208471 h 1361346"/>
              <a:gd name="csX5" fmla="*/ 22385 w 1288039"/>
              <a:gd name="csY5" fmla="*/ 715138 h 1361346"/>
              <a:gd name="csX6" fmla="*/ 201708 w 1288039"/>
              <a:gd name="csY6" fmla="*/ 308760 h 1361346"/>
              <a:gd name="csX7" fmla="*/ 607875 w 1288039"/>
              <a:gd name="csY7" fmla="*/ 67419 h 1361346"/>
              <a:gd name="csX8" fmla="*/ 979959 w 1288039"/>
              <a:gd name="csY8" fmla="*/ 49836 h 13613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288039" h="1361346">
                <a:moveTo>
                  <a:pt x="979959" y="49836"/>
                </a:moveTo>
                <a:cubicBezTo>
                  <a:pt x="1095976" y="148889"/>
                  <a:pt x="1288487" y="362783"/>
                  <a:pt x="1288039" y="537950"/>
                </a:cubicBezTo>
                <a:cubicBezTo>
                  <a:pt x="1287591" y="713117"/>
                  <a:pt x="1103836" y="964637"/>
                  <a:pt x="977270" y="1100838"/>
                </a:cubicBezTo>
                <a:cubicBezTo>
                  <a:pt x="850704" y="1237039"/>
                  <a:pt x="695330" y="1328486"/>
                  <a:pt x="528643" y="1355156"/>
                </a:cubicBezTo>
                <a:cubicBezTo>
                  <a:pt x="361955" y="1382778"/>
                  <a:pt x="160581" y="1315141"/>
                  <a:pt x="76205" y="1208471"/>
                </a:cubicBezTo>
                <a:cubicBezTo>
                  <a:pt x="-8171" y="1101801"/>
                  <a:pt x="-16668" y="870396"/>
                  <a:pt x="22385" y="715138"/>
                </a:cubicBezTo>
                <a:cubicBezTo>
                  <a:pt x="60485" y="559881"/>
                  <a:pt x="110268" y="435442"/>
                  <a:pt x="201708" y="308760"/>
                </a:cubicBezTo>
                <a:cubicBezTo>
                  <a:pt x="294101" y="183030"/>
                  <a:pt x="442140" y="115996"/>
                  <a:pt x="607875" y="67419"/>
                </a:cubicBezTo>
                <a:cubicBezTo>
                  <a:pt x="727289" y="22445"/>
                  <a:pt x="863942" y="-49217"/>
                  <a:pt x="979959" y="49836"/>
                </a:cubicBezTo>
                <a:close/>
              </a:path>
            </a:pathLst>
          </a:custGeom>
          <a:solidFill>
            <a:schemeClr val="accent4">
              <a:lumMod val="60000"/>
              <a:lumOff val="40000"/>
            </a:schemeClr>
          </a:solidFill>
          <a:ln w="9525" cap="flat">
            <a:noFill/>
            <a:prstDash val="solid"/>
            <a:miter/>
          </a:ln>
        </p:spPr>
        <p:txBody>
          <a:bodyPr/>
          <a:lstStyle/>
          <a:p>
            <a:endParaRPr lang="en-US"/>
          </a:p>
        </p:txBody>
      </p:sp>
      <p:sp>
        <p:nvSpPr>
          <p:cNvPr id="5" name="Graphic 5">
            <a:extLst>
              <a:ext uri="{FF2B5EF4-FFF2-40B4-BE49-F238E27FC236}">
                <a16:creationId xmlns:a16="http://schemas.microsoft.com/office/drawing/2014/main" id="{42AC1BDC-E9DD-7421-A8C2-D142B30A0AAB}"/>
              </a:ext>
            </a:extLst>
          </p:cNvPr>
          <p:cNvSpPr/>
          <p:nvPr/>
        </p:nvSpPr>
        <p:spPr>
          <a:xfrm rot="11142410" flipH="1">
            <a:off x="7853363" y="-2099805"/>
            <a:ext cx="13136556" cy="3798995"/>
          </a:xfrm>
          <a:custGeom>
            <a:avLst/>
            <a:gdLst>
              <a:gd name="csX0" fmla="*/ 1122844 w 1308761"/>
              <a:gd name="csY0" fmla="*/ 135750 h 1355462"/>
              <a:gd name="csX1" fmla="*/ 1299057 w 1308761"/>
              <a:gd name="csY1" fmla="*/ 654863 h 1355462"/>
              <a:gd name="csX2" fmla="*/ 972349 w 1308761"/>
              <a:gd name="csY2" fmla="*/ 1093965 h 1355462"/>
              <a:gd name="csX3" fmla="*/ 523722 w 1308761"/>
              <a:gd name="csY3" fmla="*/ 1348283 h 1355462"/>
              <a:gd name="csX4" fmla="*/ 71284 w 1308761"/>
              <a:gd name="csY4" fmla="*/ 1201598 h 1355462"/>
              <a:gd name="csX5" fmla="*/ 28422 w 1308761"/>
              <a:gd name="csY5" fmla="*/ 730110 h 1355462"/>
              <a:gd name="csX6" fmla="*/ 223684 w 1308761"/>
              <a:gd name="csY6" fmla="*/ 331013 h 1355462"/>
              <a:gd name="csX7" fmla="*/ 598969 w 1308761"/>
              <a:gd name="csY7" fmla="*/ 20498 h 1355462"/>
              <a:gd name="csX8" fmla="*/ 1122844 w 1308761"/>
              <a:gd name="csY8" fmla="*/ 135750 h 1355462"/>
              <a:gd name="csX0" fmla="*/ 1122744 w 1308761"/>
              <a:gd name="csY0" fmla="*/ 135650 h 1355462"/>
              <a:gd name="csX1" fmla="*/ 1298957 w 1308761"/>
              <a:gd name="csY1" fmla="*/ 654763 h 1355462"/>
              <a:gd name="csX2" fmla="*/ 972249 w 1308761"/>
              <a:gd name="csY2" fmla="*/ 1093865 h 1355462"/>
              <a:gd name="csX3" fmla="*/ 523622 w 1308761"/>
              <a:gd name="csY3" fmla="*/ 1348183 h 1355462"/>
              <a:gd name="csX4" fmla="*/ 71184 w 1308761"/>
              <a:gd name="csY4" fmla="*/ 1201498 h 1355462"/>
              <a:gd name="csX5" fmla="*/ 28322 w 1308761"/>
              <a:gd name="csY5" fmla="*/ 730010 h 1355462"/>
              <a:gd name="csX6" fmla="*/ 196687 w 1308761"/>
              <a:gd name="csY6" fmla="*/ 301787 h 1355462"/>
              <a:gd name="csX7" fmla="*/ 598869 w 1308761"/>
              <a:gd name="csY7" fmla="*/ 20398 h 1355462"/>
              <a:gd name="csX8" fmla="*/ 1122744 w 1308761"/>
              <a:gd name="csY8" fmla="*/ 135650 h 1355462"/>
              <a:gd name="csX0" fmla="*/ 1127765 w 1313782"/>
              <a:gd name="csY0" fmla="*/ 135650 h 1354373"/>
              <a:gd name="csX1" fmla="*/ 1303978 w 1313782"/>
              <a:gd name="csY1" fmla="*/ 654763 h 1354373"/>
              <a:gd name="csX2" fmla="*/ 977270 w 1313782"/>
              <a:gd name="csY2" fmla="*/ 1093865 h 1354373"/>
              <a:gd name="csX3" fmla="*/ 528643 w 1313782"/>
              <a:gd name="csY3" fmla="*/ 1348183 h 1354373"/>
              <a:gd name="csX4" fmla="*/ 76205 w 1313782"/>
              <a:gd name="csY4" fmla="*/ 1201498 h 1354373"/>
              <a:gd name="csX5" fmla="*/ 22385 w 1313782"/>
              <a:gd name="csY5" fmla="*/ 708165 h 1354373"/>
              <a:gd name="csX6" fmla="*/ 201708 w 1313782"/>
              <a:gd name="csY6" fmla="*/ 301787 h 1354373"/>
              <a:gd name="csX7" fmla="*/ 603890 w 1313782"/>
              <a:gd name="csY7" fmla="*/ 20398 h 1354373"/>
              <a:gd name="csX8" fmla="*/ 1127765 w 1313782"/>
              <a:gd name="csY8" fmla="*/ 135650 h 1354373"/>
              <a:gd name="csX0" fmla="*/ 1127765 w 1313782"/>
              <a:gd name="csY0" fmla="*/ 105956 h 1324679"/>
              <a:gd name="csX1" fmla="*/ 1303978 w 1313782"/>
              <a:gd name="csY1" fmla="*/ 625069 h 1324679"/>
              <a:gd name="csX2" fmla="*/ 977270 w 1313782"/>
              <a:gd name="csY2" fmla="*/ 1064171 h 1324679"/>
              <a:gd name="csX3" fmla="*/ 528643 w 1313782"/>
              <a:gd name="csY3" fmla="*/ 1318489 h 1324679"/>
              <a:gd name="csX4" fmla="*/ 76205 w 1313782"/>
              <a:gd name="csY4" fmla="*/ 1171804 h 1324679"/>
              <a:gd name="csX5" fmla="*/ 22385 w 1313782"/>
              <a:gd name="csY5" fmla="*/ 678471 h 1324679"/>
              <a:gd name="csX6" fmla="*/ 201708 w 1313782"/>
              <a:gd name="csY6" fmla="*/ 272093 h 1324679"/>
              <a:gd name="csX7" fmla="*/ 607875 w 1313782"/>
              <a:gd name="csY7" fmla="*/ 30752 h 1324679"/>
              <a:gd name="csX8" fmla="*/ 1127765 w 1313782"/>
              <a:gd name="csY8" fmla="*/ 105956 h 1324679"/>
              <a:gd name="csX0" fmla="*/ 1127765 w 1313782"/>
              <a:gd name="csY0" fmla="*/ 126260 h 1344983"/>
              <a:gd name="csX1" fmla="*/ 1303978 w 1313782"/>
              <a:gd name="csY1" fmla="*/ 645373 h 1344983"/>
              <a:gd name="csX2" fmla="*/ 977270 w 1313782"/>
              <a:gd name="csY2" fmla="*/ 1084475 h 1344983"/>
              <a:gd name="csX3" fmla="*/ 528643 w 1313782"/>
              <a:gd name="csY3" fmla="*/ 1338793 h 1344983"/>
              <a:gd name="csX4" fmla="*/ 76205 w 1313782"/>
              <a:gd name="csY4" fmla="*/ 1192108 h 1344983"/>
              <a:gd name="csX5" fmla="*/ 22385 w 1313782"/>
              <a:gd name="csY5" fmla="*/ 698775 h 1344983"/>
              <a:gd name="csX6" fmla="*/ 201708 w 1313782"/>
              <a:gd name="csY6" fmla="*/ 292397 h 1344983"/>
              <a:gd name="csX7" fmla="*/ 607875 w 1313782"/>
              <a:gd name="csY7" fmla="*/ 51056 h 1344983"/>
              <a:gd name="csX8" fmla="*/ 921184 w 1313782"/>
              <a:gd name="csY8" fmla="*/ 4347 h 1344983"/>
              <a:gd name="csX9" fmla="*/ 1127765 w 1313782"/>
              <a:gd name="csY9" fmla="*/ 126260 h 1344983"/>
              <a:gd name="csX0" fmla="*/ 921184 w 1303978"/>
              <a:gd name="csY0" fmla="*/ 42121 h 1382757"/>
              <a:gd name="csX1" fmla="*/ 1303978 w 1303978"/>
              <a:gd name="csY1" fmla="*/ 683147 h 1382757"/>
              <a:gd name="csX2" fmla="*/ 977270 w 1303978"/>
              <a:gd name="csY2" fmla="*/ 1122249 h 1382757"/>
              <a:gd name="csX3" fmla="*/ 528643 w 1303978"/>
              <a:gd name="csY3" fmla="*/ 1376567 h 1382757"/>
              <a:gd name="csX4" fmla="*/ 76205 w 1303978"/>
              <a:gd name="csY4" fmla="*/ 1229882 h 1382757"/>
              <a:gd name="csX5" fmla="*/ 22385 w 1303978"/>
              <a:gd name="csY5" fmla="*/ 736549 h 1382757"/>
              <a:gd name="csX6" fmla="*/ 201708 w 1303978"/>
              <a:gd name="csY6" fmla="*/ 330171 h 1382757"/>
              <a:gd name="csX7" fmla="*/ 607875 w 1303978"/>
              <a:gd name="csY7" fmla="*/ 88830 h 1382757"/>
              <a:gd name="csX8" fmla="*/ 921184 w 1303978"/>
              <a:gd name="csY8" fmla="*/ 42121 h 1382757"/>
              <a:gd name="csX0" fmla="*/ 921184 w 1288039"/>
              <a:gd name="csY0" fmla="*/ 42121 h 1382757"/>
              <a:gd name="csX1" fmla="*/ 1288039 w 1288039"/>
              <a:gd name="csY1" fmla="*/ 559361 h 1382757"/>
              <a:gd name="csX2" fmla="*/ 977270 w 1288039"/>
              <a:gd name="csY2" fmla="*/ 1122249 h 1382757"/>
              <a:gd name="csX3" fmla="*/ 528643 w 1288039"/>
              <a:gd name="csY3" fmla="*/ 1376567 h 1382757"/>
              <a:gd name="csX4" fmla="*/ 76205 w 1288039"/>
              <a:gd name="csY4" fmla="*/ 1229882 h 1382757"/>
              <a:gd name="csX5" fmla="*/ 22385 w 1288039"/>
              <a:gd name="csY5" fmla="*/ 736549 h 1382757"/>
              <a:gd name="csX6" fmla="*/ 201708 w 1288039"/>
              <a:gd name="csY6" fmla="*/ 330171 h 1382757"/>
              <a:gd name="csX7" fmla="*/ 607875 w 1288039"/>
              <a:gd name="csY7" fmla="*/ 88830 h 1382757"/>
              <a:gd name="csX8" fmla="*/ 921184 w 1288039"/>
              <a:gd name="csY8" fmla="*/ 42121 h 1382757"/>
              <a:gd name="csX0" fmla="*/ 921184 w 1291474"/>
              <a:gd name="csY0" fmla="*/ 42121 h 1382757"/>
              <a:gd name="csX1" fmla="*/ 1288039 w 1291474"/>
              <a:gd name="csY1" fmla="*/ 559361 h 1382757"/>
              <a:gd name="csX2" fmla="*/ 977270 w 1291474"/>
              <a:gd name="csY2" fmla="*/ 1122249 h 1382757"/>
              <a:gd name="csX3" fmla="*/ 528643 w 1291474"/>
              <a:gd name="csY3" fmla="*/ 1376567 h 1382757"/>
              <a:gd name="csX4" fmla="*/ 76205 w 1291474"/>
              <a:gd name="csY4" fmla="*/ 1229882 h 1382757"/>
              <a:gd name="csX5" fmla="*/ 22385 w 1291474"/>
              <a:gd name="csY5" fmla="*/ 736549 h 1382757"/>
              <a:gd name="csX6" fmla="*/ 201708 w 1291474"/>
              <a:gd name="csY6" fmla="*/ 330171 h 1382757"/>
              <a:gd name="csX7" fmla="*/ 607875 w 1291474"/>
              <a:gd name="csY7" fmla="*/ 88830 h 1382757"/>
              <a:gd name="csX8" fmla="*/ 921184 w 1291474"/>
              <a:gd name="csY8" fmla="*/ 42121 h 1382757"/>
              <a:gd name="csX0" fmla="*/ 979959 w 1288039"/>
              <a:gd name="csY0" fmla="*/ 49836 h 1361346"/>
              <a:gd name="csX1" fmla="*/ 1288039 w 1288039"/>
              <a:gd name="csY1" fmla="*/ 537950 h 1361346"/>
              <a:gd name="csX2" fmla="*/ 977270 w 1288039"/>
              <a:gd name="csY2" fmla="*/ 1100838 h 1361346"/>
              <a:gd name="csX3" fmla="*/ 528643 w 1288039"/>
              <a:gd name="csY3" fmla="*/ 1355156 h 1361346"/>
              <a:gd name="csX4" fmla="*/ 76205 w 1288039"/>
              <a:gd name="csY4" fmla="*/ 1208471 h 1361346"/>
              <a:gd name="csX5" fmla="*/ 22385 w 1288039"/>
              <a:gd name="csY5" fmla="*/ 715138 h 1361346"/>
              <a:gd name="csX6" fmla="*/ 201708 w 1288039"/>
              <a:gd name="csY6" fmla="*/ 308760 h 1361346"/>
              <a:gd name="csX7" fmla="*/ 607875 w 1288039"/>
              <a:gd name="csY7" fmla="*/ 67419 h 1361346"/>
              <a:gd name="csX8" fmla="*/ 979959 w 1288039"/>
              <a:gd name="csY8" fmla="*/ 49836 h 13613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288039" h="1361346">
                <a:moveTo>
                  <a:pt x="979959" y="49836"/>
                </a:moveTo>
                <a:cubicBezTo>
                  <a:pt x="1095976" y="148889"/>
                  <a:pt x="1288487" y="362783"/>
                  <a:pt x="1288039" y="537950"/>
                </a:cubicBezTo>
                <a:cubicBezTo>
                  <a:pt x="1287591" y="713117"/>
                  <a:pt x="1103836" y="964637"/>
                  <a:pt x="977270" y="1100838"/>
                </a:cubicBezTo>
                <a:cubicBezTo>
                  <a:pt x="850704" y="1237039"/>
                  <a:pt x="695330" y="1328486"/>
                  <a:pt x="528643" y="1355156"/>
                </a:cubicBezTo>
                <a:cubicBezTo>
                  <a:pt x="361955" y="1382778"/>
                  <a:pt x="160581" y="1315141"/>
                  <a:pt x="76205" y="1208471"/>
                </a:cubicBezTo>
                <a:cubicBezTo>
                  <a:pt x="-8171" y="1101801"/>
                  <a:pt x="-16668" y="870396"/>
                  <a:pt x="22385" y="715138"/>
                </a:cubicBezTo>
                <a:cubicBezTo>
                  <a:pt x="60485" y="559881"/>
                  <a:pt x="110268" y="435442"/>
                  <a:pt x="201708" y="308760"/>
                </a:cubicBezTo>
                <a:cubicBezTo>
                  <a:pt x="294101" y="183030"/>
                  <a:pt x="442140" y="115996"/>
                  <a:pt x="607875" y="67419"/>
                </a:cubicBezTo>
                <a:cubicBezTo>
                  <a:pt x="727289" y="22445"/>
                  <a:pt x="863942" y="-49217"/>
                  <a:pt x="979959" y="49836"/>
                </a:cubicBezTo>
                <a:close/>
              </a:path>
            </a:pathLst>
          </a:custGeom>
          <a:solidFill>
            <a:schemeClr val="accent4">
              <a:lumMod val="75000"/>
            </a:schemeClr>
          </a:solidFill>
          <a:ln w="9525" cap="flat">
            <a:noFill/>
            <a:prstDash val="solid"/>
            <a:miter/>
          </a:ln>
        </p:spPr>
        <p:txBody>
          <a:bodyPr/>
          <a:lstStyle/>
          <a:p>
            <a:endParaRPr lang="en-US"/>
          </a:p>
        </p:txBody>
      </p:sp>
      <p:sp>
        <p:nvSpPr>
          <p:cNvPr id="11" name="Content Placeholder 2">
            <a:extLst>
              <a:ext uri="{FF2B5EF4-FFF2-40B4-BE49-F238E27FC236}">
                <a16:creationId xmlns:a16="http://schemas.microsoft.com/office/drawing/2014/main" id="{EFD847B6-1BEB-D969-9F3F-9C4AFF51ACED}"/>
              </a:ext>
            </a:extLst>
          </p:cNvPr>
          <p:cNvSpPr txBox="1">
            <a:spLocks/>
          </p:cNvSpPr>
          <p:nvPr/>
        </p:nvSpPr>
        <p:spPr>
          <a:xfrm>
            <a:off x="838200" y="2284558"/>
            <a:ext cx="10515600" cy="255656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t>XXXX XX XXXXXX XXXXX XXX XXXXXXXXXXXXX XX X XXXXXXXXX XXXXXXXX XXXXXXXX XX XXXX XXXXXXXXXX XXXXXX XXXXXXXXX XXXXXXXXX XXXXX XXXXX XXXXXX XXXXXXXXXXX XXXX XXXXXXX XXXX XXXXXXXXXXX X XXXX XXXXXXX XXX XXX XXXXXXXXX XXXXXXX XXXXXXX XXXX XXX XXXXXXXXXXXXXXXXXX XXXXXXXX X XXXXXXXXX XX XXXXXXXXXX XXXXX</a:t>
            </a:r>
          </a:p>
        </p:txBody>
      </p:sp>
      <p:sp>
        <p:nvSpPr>
          <p:cNvPr id="18" name="Rectangle 17">
            <a:extLst>
              <a:ext uri="{FF2B5EF4-FFF2-40B4-BE49-F238E27FC236}">
                <a16:creationId xmlns:a16="http://schemas.microsoft.com/office/drawing/2014/main" id="{B5F521ED-F2C1-4985-2EA0-7C2217353683}"/>
              </a:ext>
            </a:extLst>
          </p:cNvPr>
          <p:cNvSpPr/>
          <p:nvPr/>
        </p:nvSpPr>
        <p:spPr>
          <a:xfrm>
            <a:off x="2792378" y="-1639351"/>
            <a:ext cx="957944" cy="957944"/>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ysClr val="windowText" lastClr="000000"/>
                </a:solidFill>
              </a:rPr>
              <a:t>XXXX</a:t>
            </a:r>
          </a:p>
        </p:txBody>
      </p:sp>
      <p:sp>
        <p:nvSpPr>
          <p:cNvPr id="19" name="Rectangle 18">
            <a:extLst>
              <a:ext uri="{FF2B5EF4-FFF2-40B4-BE49-F238E27FC236}">
                <a16:creationId xmlns:a16="http://schemas.microsoft.com/office/drawing/2014/main" id="{9262977B-CA25-6C0E-05E7-819B892AA665}"/>
              </a:ext>
            </a:extLst>
          </p:cNvPr>
          <p:cNvSpPr/>
          <p:nvPr/>
        </p:nvSpPr>
        <p:spPr>
          <a:xfrm rot="2700000">
            <a:off x="2473286" y="7102727"/>
            <a:ext cx="957944" cy="957944"/>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ysClr val="windowText" lastClr="000000"/>
                </a:solidFill>
              </a:rPr>
              <a:t>XXXXXX</a:t>
            </a:r>
          </a:p>
        </p:txBody>
      </p:sp>
      <p:sp>
        <p:nvSpPr>
          <p:cNvPr id="20" name="Rectangle 19">
            <a:extLst>
              <a:ext uri="{FF2B5EF4-FFF2-40B4-BE49-F238E27FC236}">
                <a16:creationId xmlns:a16="http://schemas.microsoft.com/office/drawing/2014/main" id="{D06D6D31-0861-0D43-CD15-7D0CDAF454BB}"/>
              </a:ext>
            </a:extLst>
          </p:cNvPr>
          <p:cNvSpPr/>
          <p:nvPr/>
        </p:nvSpPr>
        <p:spPr>
          <a:xfrm rot="2700000">
            <a:off x="4482965" y="8010090"/>
            <a:ext cx="753940" cy="753940"/>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ysClr val="windowText" lastClr="000000"/>
                </a:solidFill>
              </a:rPr>
              <a:t>XXXXX</a:t>
            </a:r>
          </a:p>
        </p:txBody>
      </p:sp>
      <p:sp>
        <p:nvSpPr>
          <p:cNvPr id="21" name="Rectangle 20">
            <a:extLst>
              <a:ext uri="{FF2B5EF4-FFF2-40B4-BE49-F238E27FC236}">
                <a16:creationId xmlns:a16="http://schemas.microsoft.com/office/drawing/2014/main" id="{D1A02A3F-EBCD-1EA4-4D56-2C7C99CE3C96}"/>
              </a:ext>
            </a:extLst>
          </p:cNvPr>
          <p:cNvSpPr/>
          <p:nvPr/>
        </p:nvSpPr>
        <p:spPr>
          <a:xfrm rot="755555">
            <a:off x="-2263877" y="652334"/>
            <a:ext cx="957944" cy="957944"/>
          </a:xfrm>
          <a:prstGeom prst="rect">
            <a:avLst/>
          </a:prstGeom>
          <a:solidFill>
            <a:schemeClr val="accent2"/>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accent4">
                    <a:lumMod val="20000"/>
                    <a:lumOff val="80000"/>
                  </a:schemeClr>
                </a:solidFill>
              </a:rPr>
              <a:t>XXXX</a:t>
            </a:r>
          </a:p>
        </p:txBody>
      </p:sp>
      <p:sp>
        <p:nvSpPr>
          <p:cNvPr id="22" name="Rectangle 21">
            <a:extLst>
              <a:ext uri="{FF2B5EF4-FFF2-40B4-BE49-F238E27FC236}">
                <a16:creationId xmlns:a16="http://schemas.microsoft.com/office/drawing/2014/main" id="{211E77BB-6932-E929-BA03-262F89809197}"/>
              </a:ext>
            </a:extLst>
          </p:cNvPr>
          <p:cNvSpPr/>
          <p:nvPr/>
        </p:nvSpPr>
        <p:spPr>
          <a:xfrm rot="20859820">
            <a:off x="-3207783" y="2074329"/>
            <a:ext cx="957944" cy="957944"/>
          </a:xfrm>
          <a:prstGeom prst="rect">
            <a:avLst/>
          </a:prstGeom>
          <a:solidFill>
            <a:schemeClr val="accent2"/>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accent4">
                    <a:lumMod val="20000"/>
                    <a:lumOff val="80000"/>
                  </a:schemeClr>
                </a:solidFill>
              </a:rPr>
              <a:t>XXXXXX</a:t>
            </a:r>
          </a:p>
        </p:txBody>
      </p:sp>
      <p:sp>
        <p:nvSpPr>
          <p:cNvPr id="23" name="Rectangle 22">
            <a:extLst>
              <a:ext uri="{FF2B5EF4-FFF2-40B4-BE49-F238E27FC236}">
                <a16:creationId xmlns:a16="http://schemas.microsoft.com/office/drawing/2014/main" id="{03F0F87B-0120-2AAB-ECC9-6DA5E8D7B29F}"/>
              </a:ext>
            </a:extLst>
          </p:cNvPr>
          <p:cNvSpPr/>
          <p:nvPr/>
        </p:nvSpPr>
        <p:spPr>
          <a:xfrm rot="921854">
            <a:off x="-3852769" y="3632286"/>
            <a:ext cx="957944" cy="957944"/>
          </a:xfrm>
          <a:prstGeom prst="rect">
            <a:avLst/>
          </a:prstGeom>
          <a:solidFill>
            <a:schemeClr val="accent2"/>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accent4">
                    <a:lumMod val="20000"/>
                    <a:lumOff val="80000"/>
                  </a:schemeClr>
                </a:solidFill>
              </a:rPr>
              <a:t>XXXXX</a:t>
            </a:r>
          </a:p>
        </p:txBody>
      </p:sp>
      <p:grpSp>
        <p:nvGrpSpPr>
          <p:cNvPr id="24" name="Group 23">
            <a:extLst>
              <a:ext uri="{FF2B5EF4-FFF2-40B4-BE49-F238E27FC236}">
                <a16:creationId xmlns:a16="http://schemas.microsoft.com/office/drawing/2014/main" id="{6F6679A6-90B2-86B1-605D-30ECA8FFE9B5}"/>
              </a:ext>
            </a:extLst>
          </p:cNvPr>
          <p:cNvGrpSpPr/>
          <p:nvPr/>
        </p:nvGrpSpPr>
        <p:grpSpPr>
          <a:xfrm rot="2305220">
            <a:off x="18028020" y="2664055"/>
            <a:ext cx="933729" cy="1083126"/>
            <a:chOff x="6843798" y="1669144"/>
            <a:chExt cx="933729" cy="1083126"/>
          </a:xfrm>
          <a:noFill/>
        </p:grpSpPr>
        <p:sp>
          <p:nvSpPr>
            <p:cNvPr id="25" name="Isosceles Triangle 24">
              <a:extLst>
                <a:ext uri="{FF2B5EF4-FFF2-40B4-BE49-F238E27FC236}">
                  <a16:creationId xmlns:a16="http://schemas.microsoft.com/office/drawing/2014/main" id="{076270F7-5534-5CE0-096C-90748FFFFA88}"/>
                </a:ext>
              </a:extLst>
            </p:cNvPr>
            <p:cNvSpPr/>
            <p:nvPr/>
          </p:nvSpPr>
          <p:spPr>
            <a:xfrm rot="5400000">
              <a:off x="6769100" y="1743842"/>
              <a:ext cx="1083126" cy="93372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BD4FCDF5-1BF9-15B1-101C-93ADF9FC35FB}"/>
                </a:ext>
              </a:extLst>
            </p:cNvPr>
            <p:cNvSpPr/>
            <p:nvPr/>
          </p:nvSpPr>
          <p:spPr>
            <a:xfrm>
              <a:off x="7112000" y="2042431"/>
              <a:ext cx="336550" cy="33655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99BFE3CA-CD97-1E1B-08C7-0FEE98459D17}"/>
                </a:ext>
              </a:extLst>
            </p:cNvPr>
            <p:cNvSpPr/>
            <p:nvPr/>
          </p:nvSpPr>
          <p:spPr>
            <a:xfrm>
              <a:off x="7243081" y="2107971"/>
              <a:ext cx="205469" cy="205469"/>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8" name="Group 27">
            <a:extLst>
              <a:ext uri="{FF2B5EF4-FFF2-40B4-BE49-F238E27FC236}">
                <a16:creationId xmlns:a16="http://schemas.microsoft.com/office/drawing/2014/main" id="{45EC1BEE-3FB0-7F70-AD84-309C71632EBD}"/>
              </a:ext>
            </a:extLst>
          </p:cNvPr>
          <p:cNvGrpSpPr/>
          <p:nvPr/>
        </p:nvGrpSpPr>
        <p:grpSpPr>
          <a:xfrm rot="7474587">
            <a:off x="13375449" y="5502605"/>
            <a:ext cx="738622" cy="856802"/>
            <a:chOff x="6843798" y="1669144"/>
            <a:chExt cx="933729" cy="1083126"/>
          </a:xfrm>
          <a:noFill/>
        </p:grpSpPr>
        <p:sp>
          <p:nvSpPr>
            <p:cNvPr id="29" name="Isosceles Triangle 28">
              <a:extLst>
                <a:ext uri="{FF2B5EF4-FFF2-40B4-BE49-F238E27FC236}">
                  <a16:creationId xmlns:a16="http://schemas.microsoft.com/office/drawing/2014/main" id="{35D69802-81EB-E036-3EC0-B870658D10E0}"/>
                </a:ext>
              </a:extLst>
            </p:cNvPr>
            <p:cNvSpPr/>
            <p:nvPr/>
          </p:nvSpPr>
          <p:spPr>
            <a:xfrm rot="5400000">
              <a:off x="6769100" y="1743842"/>
              <a:ext cx="1083126" cy="93372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C55BBDE7-13ED-ACF2-5A77-0EBE999C10F6}"/>
                </a:ext>
              </a:extLst>
            </p:cNvPr>
            <p:cNvSpPr/>
            <p:nvPr/>
          </p:nvSpPr>
          <p:spPr>
            <a:xfrm>
              <a:off x="7112000" y="2042431"/>
              <a:ext cx="336550" cy="33655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864D38D9-D26C-B1EE-D595-3C004133DDDF}"/>
                </a:ext>
              </a:extLst>
            </p:cNvPr>
            <p:cNvSpPr/>
            <p:nvPr/>
          </p:nvSpPr>
          <p:spPr>
            <a:xfrm>
              <a:off x="7243081" y="2107971"/>
              <a:ext cx="205469" cy="205469"/>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 name="Group 31">
            <a:extLst>
              <a:ext uri="{FF2B5EF4-FFF2-40B4-BE49-F238E27FC236}">
                <a16:creationId xmlns:a16="http://schemas.microsoft.com/office/drawing/2014/main" id="{A39F1265-1AC3-EDD8-7A21-724395E64A0D}"/>
              </a:ext>
            </a:extLst>
          </p:cNvPr>
          <p:cNvGrpSpPr/>
          <p:nvPr/>
        </p:nvGrpSpPr>
        <p:grpSpPr>
          <a:xfrm rot="19929074">
            <a:off x="17082192" y="5548490"/>
            <a:ext cx="1420752" cy="1648073"/>
            <a:chOff x="6843798" y="1669144"/>
            <a:chExt cx="933729" cy="1083126"/>
          </a:xfrm>
          <a:noFill/>
        </p:grpSpPr>
        <p:sp>
          <p:nvSpPr>
            <p:cNvPr id="33" name="Isosceles Triangle 32">
              <a:extLst>
                <a:ext uri="{FF2B5EF4-FFF2-40B4-BE49-F238E27FC236}">
                  <a16:creationId xmlns:a16="http://schemas.microsoft.com/office/drawing/2014/main" id="{5A3D7558-3458-08C6-2D7E-C69D60549CFB}"/>
                </a:ext>
              </a:extLst>
            </p:cNvPr>
            <p:cNvSpPr/>
            <p:nvPr/>
          </p:nvSpPr>
          <p:spPr>
            <a:xfrm rot="5400000">
              <a:off x="6769100" y="1743842"/>
              <a:ext cx="1083126" cy="93372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0D5F07FE-7646-248A-6797-770228174907}"/>
                </a:ext>
              </a:extLst>
            </p:cNvPr>
            <p:cNvSpPr/>
            <p:nvPr/>
          </p:nvSpPr>
          <p:spPr>
            <a:xfrm>
              <a:off x="7112000" y="2042431"/>
              <a:ext cx="336550" cy="33655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6B6932D1-E8A2-B926-9771-5AE0AF9F62B1}"/>
                </a:ext>
              </a:extLst>
            </p:cNvPr>
            <p:cNvSpPr/>
            <p:nvPr/>
          </p:nvSpPr>
          <p:spPr>
            <a:xfrm>
              <a:off x="7243081" y="2107971"/>
              <a:ext cx="205469" cy="205469"/>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6" name="TextBox 35">
            <a:extLst>
              <a:ext uri="{FF2B5EF4-FFF2-40B4-BE49-F238E27FC236}">
                <a16:creationId xmlns:a16="http://schemas.microsoft.com/office/drawing/2014/main" id="{77FEB336-195B-E830-7CD0-103206FD9B1B}"/>
              </a:ext>
            </a:extLst>
          </p:cNvPr>
          <p:cNvSpPr txBox="1"/>
          <p:nvPr/>
        </p:nvSpPr>
        <p:spPr>
          <a:xfrm>
            <a:off x="15220863" y="1519031"/>
            <a:ext cx="538791" cy="368300"/>
          </a:xfrm>
          <a:prstGeom prst="rect">
            <a:avLst/>
          </a:prstGeom>
          <a:noFill/>
        </p:spPr>
        <p:txBody>
          <a:bodyPr wrap="square" rtlCol="0">
            <a:spAutoFit/>
          </a:bodyPr>
          <a:lstStyle/>
          <a:p>
            <a:r>
              <a:rPr lang="en-US"/>
              <a:t>X</a:t>
            </a:r>
          </a:p>
        </p:txBody>
      </p:sp>
      <p:sp>
        <p:nvSpPr>
          <p:cNvPr id="37" name="TextBox 36">
            <a:extLst>
              <a:ext uri="{FF2B5EF4-FFF2-40B4-BE49-F238E27FC236}">
                <a16:creationId xmlns:a16="http://schemas.microsoft.com/office/drawing/2014/main" id="{38ED6200-7746-AAF8-15FE-E8ADBA6FE8D5}"/>
              </a:ext>
            </a:extLst>
          </p:cNvPr>
          <p:cNvSpPr txBox="1"/>
          <p:nvPr/>
        </p:nvSpPr>
        <p:spPr>
          <a:xfrm>
            <a:off x="13799152" y="4700254"/>
            <a:ext cx="363172" cy="369332"/>
          </a:xfrm>
          <a:prstGeom prst="rect">
            <a:avLst/>
          </a:prstGeom>
          <a:noFill/>
        </p:spPr>
        <p:txBody>
          <a:bodyPr wrap="square" rtlCol="0">
            <a:spAutoFit/>
          </a:bodyPr>
          <a:lstStyle/>
          <a:p>
            <a:r>
              <a:rPr lang="en-US"/>
              <a:t>X</a:t>
            </a:r>
          </a:p>
        </p:txBody>
      </p:sp>
      <p:sp>
        <p:nvSpPr>
          <p:cNvPr id="38" name="TextBox 37">
            <a:extLst>
              <a:ext uri="{FF2B5EF4-FFF2-40B4-BE49-F238E27FC236}">
                <a16:creationId xmlns:a16="http://schemas.microsoft.com/office/drawing/2014/main" id="{04D19F80-4A06-71C6-DD22-982F86F11D2C}"/>
              </a:ext>
            </a:extLst>
          </p:cNvPr>
          <p:cNvSpPr txBox="1"/>
          <p:nvPr/>
        </p:nvSpPr>
        <p:spPr>
          <a:xfrm>
            <a:off x="16232474" y="4474309"/>
            <a:ext cx="489715" cy="369332"/>
          </a:xfrm>
          <a:prstGeom prst="rect">
            <a:avLst/>
          </a:prstGeom>
          <a:noFill/>
        </p:spPr>
        <p:txBody>
          <a:bodyPr wrap="square" rtlCol="0">
            <a:spAutoFit/>
          </a:bodyPr>
          <a:lstStyle/>
          <a:p>
            <a:r>
              <a:rPr lang="en-US"/>
              <a:t>X</a:t>
            </a:r>
          </a:p>
        </p:txBody>
      </p:sp>
      <p:grpSp>
        <p:nvGrpSpPr>
          <p:cNvPr id="39" name="Group 38">
            <a:extLst>
              <a:ext uri="{FF2B5EF4-FFF2-40B4-BE49-F238E27FC236}">
                <a16:creationId xmlns:a16="http://schemas.microsoft.com/office/drawing/2014/main" id="{03CA3E48-440B-7FA1-2975-C6C03F9C5403}"/>
              </a:ext>
            </a:extLst>
          </p:cNvPr>
          <p:cNvGrpSpPr/>
          <p:nvPr/>
        </p:nvGrpSpPr>
        <p:grpSpPr>
          <a:xfrm>
            <a:off x="12192000" y="-894274"/>
            <a:ext cx="933729" cy="1083126"/>
            <a:chOff x="6843798" y="1669144"/>
            <a:chExt cx="933729" cy="1083126"/>
          </a:xfrm>
        </p:grpSpPr>
        <p:sp>
          <p:nvSpPr>
            <p:cNvPr id="40" name="Isosceles Triangle 39">
              <a:extLst>
                <a:ext uri="{FF2B5EF4-FFF2-40B4-BE49-F238E27FC236}">
                  <a16:creationId xmlns:a16="http://schemas.microsoft.com/office/drawing/2014/main" id="{D0B4F3ED-4E7C-AC00-FAC3-35C543151A90}"/>
                </a:ext>
              </a:extLst>
            </p:cNvPr>
            <p:cNvSpPr/>
            <p:nvPr/>
          </p:nvSpPr>
          <p:spPr>
            <a:xfrm rot="5400000">
              <a:off x="6769100" y="1743842"/>
              <a:ext cx="1083126" cy="933729"/>
            </a:xfrm>
            <a:prstGeom prst="triangl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26F9A128-3F2B-9EF7-E5F5-973B093BC608}"/>
                </a:ext>
              </a:extLst>
            </p:cNvPr>
            <p:cNvSpPr/>
            <p:nvPr/>
          </p:nvSpPr>
          <p:spPr>
            <a:xfrm>
              <a:off x="7112000" y="2042431"/>
              <a:ext cx="336550" cy="33655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47CBDE53-5998-A498-65E3-4FE139B8373E}"/>
                </a:ext>
              </a:extLst>
            </p:cNvPr>
            <p:cNvSpPr/>
            <p:nvPr/>
          </p:nvSpPr>
          <p:spPr>
            <a:xfrm>
              <a:off x="7243081" y="2107971"/>
              <a:ext cx="205469" cy="205469"/>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923099466"/>
      </p:ext>
    </p:extLst>
  </p:cSld>
  <p:clrMapOvr>
    <a:masterClrMapping/>
  </p:clrMapOvr>
  <mc:AlternateContent xmlns:mc="http://schemas.openxmlformats.org/markup-compatibility/2006" xmlns:p14="http://schemas.microsoft.com/office/powerpoint/2010/main">
    <mc:Choice Requires="p14">
      <p:transition spd="med" p14:dur="700">
        <p:cover/>
      </p:transition>
    </mc:Choice>
    <mc:Fallback xmlns="">
      <p:transition spd="med">
        <p:cover/>
      </p:transition>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14:presetBounceEnd="62000">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14:bounceEnd="62000">
                                          <p:cBhvr additive="base">
                                            <p:cTn id="7" dur="500" fill="hold"/>
                                            <p:tgtEl>
                                              <p:spTgt spid="9"/>
                                            </p:tgtEl>
                                            <p:attrNameLst>
                                              <p:attrName>ppt_x</p:attrName>
                                            </p:attrNameLst>
                                          </p:cBhvr>
                                          <p:tavLst>
                                            <p:tav tm="0">
                                              <p:val>
                                                <p:strVal val="#ppt_x"/>
                                              </p:val>
                                            </p:tav>
                                            <p:tav tm="100000">
                                              <p:val>
                                                <p:strVal val="#ppt_x"/>
                                              </p:val>
                                            </p:tav>
                                          </p:tavLst>
                                        </p:anim>
                                        <p:anim calcmode="lin" valueType="num" p14:bounceEnd="62000">
                                          <p:cBhvr additive="base">
                                            <p:cTn id="8" dur="500" fill="hold"/>
                                            <p:tgtEl>
                                              <p:spTgt spid="9"/>
                                            </p:tgtEl>
                                            <p:attrNameLst>
                                              <p:attrName>ppt_y</p:attrName>
                                            </p:attrNameLst>
                                          </p:cBhvr>
                                          <p:tavLst>
                                            <p:tav tm="0">
                                              <p:val>
                                                <p:strVal val="0-#ppt_h/2"/>
                                              </p:val>
                                            </p:tav>
                                            <p:tav tm="100000">
                                              <p:val>
                                                <p:strVal val="#ppt_y"/>
                                              </p:val>
                                            </p:tav>
                                          </p:tavLst>
                                        </p:anim>
                                      </p:childTnLst>
                                    </p:cTn>
                                  </p:par>
                                  <p:par>
                                    <p:cTn id="9" presetID="22" presetClass="entr" presetSubtype="1" fill="hold" grpId="1" nodeType="withEffect">
                                      <p:stCondLst>
                                        <p:cond delay="100"/>
                                      </p:stCondLst>
                                      <p:childTnLst>
                                        <p:set>
                                          <p:cBhvr>
                                            <p:cTn id="10" dur="1" fill="hold">
                                              <p:stCondLst>
                                                <p:cond delay="0"/>
                                              </p:stCondLst>
                                            </p:cTn>
                                            <p:tgtEl>
                                              <p:spTgt spid="11">
                                                <p:txEl>
                                                  <p:pRg st="0" end="0"/>
                                                </p:txEl>
                                              </p:spTgt>
                                            </p:tgtEl>
                                            <p:attrNameLst>
                                              <p:attrName>style.visibility</p:attrName>
                                            </p:attrNameLst>
                                          </p:cBhvr>
                                          <p:to>
                                            <p:strVal val="visible"/>
                                          </p:to>
                                        </p:set>
                                        <p:animEffect transition="in" filter="wipe(up)">
                                          <p:cBhvr>
                                            <p:cTn id="11" dur="500"/>
                                            <p:tgtEl>
                                              <p:spTgt spid="11">
                                                <p:txEl>
                                                  <p:pRg st="0" end="0"/>
                                                </p:txEl>
                                              </p:spTgt>
                                            </p:tgtEl>
                                          </p:cBhvr>
                                        </p:animEffect>
                                      </p:childTnLst>
                                    </p:cTn>
                                  </p:par>
                                  <p:par>
                                    <p:cTn id="12" presetID="2" presetClass="entr" presetSubtype="3" decel="100000" fill="hold" grpId="0" nodeType="withEffect">
                                      <p:stCondLst>
                                        <p:cond delay="10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500" fill="hold"/>
                                            <p:tgtEl>
                                              <p:spTgt spid="4"/>
                                            </p:tgtEl>
                                            <p:attrNameLst>
                                              <p:attrName>ppt_x</p:attrName>
                                            </p:attrNameLst>
                                          </p:cBhvr>
                                          <p:tavLst>
                                            <p:tav tm="0">
                                              <p:val>
                                                <p:strVal val="1+#ppt_w/2"/>
                                              </p:val>
                                            </p:tav>
                                            <p:tav tm="100000">
                                              <p:val>
                                                <p:strVal val="#ppt_x"/>
                                              </p:val>
                                            </p:tav>
                                          </p:tavLst>
                                        </p:anim>
                                        <p:anim calcmode="lin" valueType="num">
                                          <p:cBhvr additive="base">
                                            <p:cTn id="15" dur="500" fill="hold"/>
                                            <p:tgtEl>
                                              <p:spTgt spid="4"/>
                                            </p:tgtEl>
                                            <p:attrNameLst>
                                              <p:attrName>ppt_y</p:attrName>
                                            </p:attrNameLst>
                                          </p:cBhvr>
                                          <p:tavLst>
                                            <p:tav tm="0">
                                              <p:val>
                                                <p:strVal val="0-#ppt_h/2"/>
                                              </p:val>
                                            </p:tav>
                                            <p:tav tm="100000">
                                              <p:val>
                                                <p:strVal val="#ppt_y"/>
                                              </p:val>
                                            </p:tav>
                                          </p:tavLst>
                                        </p:anim>
                                      </p:childTnLst>
                                    </p:cTn>
                                  </p:par>
                                  <p:par>
                                    <p:cTn id="16" presetID="2" presetClass="entr" presetSubtype="12" decel="100000" fill="hold" grpId="0" nodeType="withEffect">
                                      <p:stCondLst>
                                        <p:cond delay="10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500" fill="hold"/>
                                            <p:tgtEl>
                                              <p:spTgt spid="7"/>
                                            </p:tgtEl>
                                            <p:attrNameLst>
                                              <p:attrName>ppt_x</p:attrName>
                                            </p:attrNameLst>
                                          </p:cBhvr>
                                          <p:tavLst>
                                            <p:tav tm="0">
                                              <p:val>
                                                <p:strVal val="0-#ppt_w/2"/>
                                              </p:val>
                                            </p:tav>
                                            <p:tav tm="100000">
                                              <p:val>
                                                <p:strVal val="#ppt_x"/>
                                              </p:val>
                                            </p:tav>
                                          </p:tavLst>
                                        </p:anim>
                                        <p:anim calcmode="lin" valueType="num">
                                          <p:cBhvr additive="base">
                                            <p:cTn id="19" dur="500" fill="hold"/>
                                            <p:tgtEl>
                                              <p:spTgt spid="7"/>
                                            </p:tgtEl>
                                            <p:attrNameLst>
                                              <p:attrName>ppt_y</p:attrName>
                                            </p:attrNameLst>
                                          </p:cBhvr>
                                          <p:tavLst>
                                            <p:tav tm="0">
                                              <p:val>
                                                <p:strVal val="1+#ppt_h/2"/>
                                              </p:val>
                                            </p:tav>
                                            <p:tav tm="100000">
                                              <p:val>
                                                <p:strVal val="#ppt_y"/>
                                              </p:val>
                                            </p:tav>
                                          </p:tavLst>
                                        </p:anim>
                                      </p:childTnLst>
                                    </p:cTn>
                                  </p:par>
                                  <p:par>
                                    <p:cTn id="20" presetID="2" presetClass="entr" presetSubtype="12" decel="100000" fill="hold" grpId="0" nodeType="withEffect">
                                      <p:stCondLst>
                                        <p:cond delay="200"/>
                                      </p:stCondLst>
                                      <p:childTnLst>
                                        <p:set>
                                          <p:cBhvr>
                                            <p:cTn id="21" dur="1" fill="hold">
                                              <p:stCondLst>
                                                <p:cond delay="0"/>
                                              </p:stCondLst>
                                            </p:cTn>
                                            <p:tgtEl>
                                              <p:spTgt spid="13"/>
                                            </p:tgtEl>
                                            <p:attrNameLst>
                                              <p:attrName>style.visibility</p:attrName>
                                            </p:attrNameLst>
                                          </p:cBhvr>
                                          <p:to>
                                            <p:strVal val="visible"/>
                                          </p:to>
                                        </p:set>
                                        <p:anim calcmode="lin" valueType="num">
                                          <p:cBhvr additive="base">
                                            <p:cTn id="22" dur="500" fill="hold"/>
                                            <p:tgtEl>
                                              <p:spTgt spid="13"/>
                                            </p:tgtEl>
                                            <p:attrNameLst>
                                              <p:attrName>ppt_x</p:attrName>
                                            </p:attrNameLst>
                                          </p:cBhvr>
                                          <p:tavLst>
                                            <p:tav tm="0">
                                              <p:val>
                                                <p:strVal val="0-#ppt_w/2"/>
                                              </p:val>
                                            </p:tav>
                                            <p:tav tm="100000">
                                              <p:val>
                                                <p:strVal val="#ppt_x"/>
                                              </p:val>
                                            </p:tav>
                                          </p:tavLst>
                                        </p:anim>
                                        <p:anim calcmode="lin" valueType="num">
                                          <p:cBhvr additive="base">
                                            <p:cTn id="23" dur="500" fill="hold"/>
                                            <p:tgtEl>
                                              <p:spTgt spid="13"/>
                                            </p:tgtEl>
                                            <p:attrNameLst>
                                              <p:attrName>ppt_y</p:attrName>
                                            </p:attrNameLst>
                                          </p:cBhvr>
                                          <p:tavLst>
                                            <p:tav tm="0">
                                              <p:val>
                                                <p:strVal val="1+#ppt_h/2"/>
                                              </p:val>
                                            </p:tav>
                                            <p:tav tm="100000">
                                              <p:val>
                                                <p:strVal val="#ppt_y"/>
                                              </p:val>
                                            </p:tav>
                                          </p:tavLst>
                                        </p:anim>
                                      </p:childTnLst>
                                    </p:cTn>
                                  </p:par>
                                  <p:par>
                                    <p:cTn id="24" presetID="2" presetClass="entr" presetSubtype="3" decel="100000" fill="hold" grpId="0" nodeType="withEffect">
                                      <p:stCondLst>
                                        <p:cond delay="300"/>
                                      </p:stCondLst>
                                      <p:childTnLst>
                                        <p:set>
                                          <p:cBhvr>
                                            <p:cTn id="25" dur="1" fill="hold">
                                              <p:stCondLst>
                                                <p:cond delay="0"/>
                                              </p:stCondLst>
                                            </p:cTn>
                                            <p:tgtEl>
                                              <p:spTgt spid="5"/>
                                            </p:tgtEl>
                                            <p:attrNameLst>
                                              <p:attrName>style.visibility</p:attrName>
                                            </p:attrNameLst>
                                          </p:cBhvr>
                                          <p:to>
                                            <p:strVal val="visible"/>
                                          </p:to>
                                        </p:set>
                                        <p:anim calcmode="lin" valueType="num">
                                          <p:cBhvr additive="base">
                                            <p:cTn id="26" dur="500" fill="hold"/>
                                            <p:tgtEl>
                                              <p:spTgt spid="5"/>
                                            </p:tgtEl>
                                            <p:attrNameLst>
                                              <p:attrName>ppt_x</p:attrName>
                                            </p:attrNameLst>
                                          </p:cBhvr>
                                          <p:tavLst>
                                            <p:tav tm="0">
                                              <p:val>
                                                <p:strVal val="1+#ppt_w/2"/>
                                              </p:val>
                                            </p:tav>
                                            <p:tav tm="100000">
                                              <p:val>
                                                <p:strVal val="#ppt_x"/>
                                              </p:val>
                                            </p:tav>
                                          </p:tavLst>
                                        </p:anim>
                                        <p:anim calcmode="lin" valueType="num">
                                          <p:cBhvr additive="base">
                                            <p:cTn id="27" dur="500" fill="hold"/>
                                            <p:tgtEl>
                                              <p:spTgt spid="5"/>
                                            </p:tgtEl>
                                            <p:attrNameLst>
                                              <p:attrName>ppt_y</p:attrName>
                                            </p:attrNameLst>
                                          </p:cBhvr>
                                          <p:tavLst>
                                            <p:tav tm="0">
                                              <p:val>
                                                <p:strVal val="0-#ppt_h/2"/>
                                              </p:val>
                                            </p:tav>
                                            <p:tav tm="100000">
                                              <p:val>
                                                <p:strVal val="#ppt_y"/>
                                              </p:val>
                                            </p:tav>
                                          </p:tavLst>
                                        </p:anim>
                                      </p:childTnLst>
                                    </p:cTn>
                                  </p:par>
                                  <p:par>
                                    <p:cTn id="28" presetID="2" presetClass="entr" presetSubtype="12" decel="100000" fill="hold" grpId="0" nodeType="withEffect">
                                      <p:stCondLst>
                                        <p:cond delay="30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500" fill="hold"/>
                                            <p:tgtEl>
                                              <p:spTgt spid="14"/>
                                            </p:tgtEl>
                                            <p:attrNameLst>
                                              <p:attrName>ppt_x</p:attrName>
                                            </p:attrNameLst>
                                          </p:cBhvr>
                                          <p:tavLst>
                                            <p:tav tm="0">
                                              <p:val>
                                                <p:strVal val="0-#ppt_w/2"/>
                                              </p:val>
                                            </p:tav>
                                            <p:tav tm="100000">
                                              <p:val>
                                                <p:strVal val="#ppt_x"/>
                                              </p:val>
                                            </p:tav>
                                          </p:tavLst>
                                        </p:anim>
                                        <p:anim calcmode="lin" valueType="num">
                                          <p:cBhvr additive="base">
                                            <p:cTn id="31" dur="500" fill="hold"/>
                                            <p:tgtEl>
                                              <p:spTgt spid="14"/>
                                            </p:tgtEl>
                                            <p:attrNameLst>
                                              <p:attrName>ppt_y</p:attrName>
                                            </p:attrNameLst>
                                          </p:cBhvr>
                                          <p:tavLst>
                                            <p:tav tm="0">
                                              <p:val>
                                                <p:strVal val="1+#ppt_h/2"/>
                                              </p:val>
                                            </p:tav>
                                            <p:tav tm="100000">
                                              <p:val>
                                                <p:strVal val="#ppt_y"/>
                                              </p:val>
                                            </p:tav>
                                          </p:tavLst>
                                        </p:anim>
                                      </p:childTnLst>
                                    </p:cTn>
                                  </p:par>
                                </p:childTnLst>
                              </p:cTn>
                            </p:par>
                            <p:par>
                              <p:cTn id="32" fill="hold">
                                <p:stCondLst>
                                  <p:cond delay="800"/>
                                </p:stCondLst>
                                <p:childTnLst>
                                  <p:par>
                                    <p:cTn id="33" presetID="42" presetClass="entr" presetSubtype="0" fill="hold" grpId="0" nodeType="afterEffect">
                                      <p:stCondLst>
                                        <p:cond delay="0"/>
                                      </p:stCondLst>
                                      <p:childTnLst>
                                        <p:set>
                                          <p:cBhvr>
                                            <p:cTn id="34" dur="1" fill="hold">
                                              <p:stCondLst>
                                                <p:cond delay="0"/>
                                              </p:stCondLst>
                                            </p:cTn>
                                            <p:tgtEl>
                                              <p:spTgt spid="12">
                                                <p:txEl>
                                                  <p:pRg st="0" end="0"/>
                                                </p:txEl>
                                              </p:spTgt>
                                            </p:tgtEl>
                                            <p:attrNameLst>
                                              <p:attrName>style.visibility</p:attrName>
                                            </p:attrNameLst>
                                          </p:cBhvr>
                                          <p:to>
                                            <p:strVal val="visible"/>
                                          </p:to>
                                        </p:set>
                                        <p:animEffect transition="in" filter="fade">
                                          <p:cBhvr>
                                            <p:cTn id="35" dur="400"/>
                                            <p:tgtEl>
                                              <p:spTgt spid="12">
                                                <p:txEl>
                                                  <p:pRg st="0" end="0"/>
                                                </p:txEl>
                                              </p:spTgt>
                                            </p:tgtEl>
                                          </p:cBhvr>
                                        </p:animEffect>
                                        <p:anim calcmode="lin" valueType="num">
                                          <p:cBhvr>
                                            <p:cTn id="36" dur="400" fill="hold"/>
                                            <p:tgtEl>
                                              <p:spTgt spid="12">
                                                <p:txEl>
                                                  <p:pRg st="0" end="0"/>
                                                </p:txEl>
                                              </p:spTgt>
                                            </p:tgtEl>
                                            <p:attrNameLst>
                                              <p:attrName>ppt_x</p:attrName>
                                            </p:attrNameLst>
                                          </p:cBhvr>
                                          <p:tavLst>
                                            <p:tav tm="0">
                                              <p:val>
                                                <p:strVal val="#ppt_x"/>
                                              </p:val>
                                            </p:tav>
                                            <p:tav tm="100000">
                                              <p:val>
                                                <p:strVal val="#ppt_x"/>
                                              </p:val>
                                            </p:tav>
                                          </p:tavLst>
                                        </p:anim>
                                        <p:anim calcmode="lin" valueType="num">
                                          <p:cBhvr>
                                            <p:cTn id="37" dur="400" fill="hold"/>
                                            <p:tgtEl>
                                              <p:spTgt spid="1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xit" presetSubtype="1" accel="100000" fill="hold" grpId="1" nodeType="clickEffect">
                                      <p:stCondLst>
                                        <p:cond delay="0"/>
                                      </p:stCondLst>
                                      <p:childTnLst>
                                        <p:anim calcmode="lin" valueType="num">
                                          <p:cBhvr additive="base">
                                            <p:cTn id="41" dur="500"/>
                                            <p:tgtEl>
                                              <p:spTgt spid="9"/>
                                            </p:tgtEl>
                                            <p:attrNameLst>
                                              <p:attrName>ppt_x</p:attrName>
                                            </p:attrNameLst>
                                          </p:cBhvr>
                                          <p:tavLst>
                                            <p:tav tm="0">
                                              <p:val>
                                                <p:strVal val="ppt_x"/>
                                              </p:val>
                                            </p:tav>
                                            <p:tav tm="100000">
                                              <p:val>
                                                <p:strVal val="ppt_x"/>
                                              </p:val>
                                            </p:tav>
                                          </p:tavLst>
                                        </p:anim>
                                        <p:anim calcmode="lin" valueType="num">
                                          <p:cBhvr additive="base">
                                            <p:cTn id="42" dur="500"/>
                                            <p:tgtEl>
                                              <p:spTgt spid="9"/>
                                            </p:tgtEl>
                                            <p:attrNameLst>
                                              <p:attrName>ppt_y</p:attrName>
                                            </p:attrNameLst>
                                          </p:cBhvr>
                                          <p:tavLst>
                                            <p:tav tm="0">
                                              <p:val>
                                                <p:strVal val="ppt_y"/>
                                              </p:val>
                                            </p:tav>
                                            <p:tav tm="100000">
                                              <p:val>
                                                <p:strVal val="0-ppt_h/2"/>
                                              </p:val>
                                            </p:tav>
                                          </p:tavLst>
                                        </p:anim>
                                        <p:set>
                                          <p:cBhvr>
                                            <p:cTn id="43" dur="1" fill="hold">
                                              <p:stCondLst>
                                                <p:cond delay="499"/>
                                              </p:stCondLst>
                                            </p:cTn>
                                            <p:tgtEl>
                                              <p:spTgt spid="9"/>
                                            </p:tgtEl>
                                            <p:attrNameLst>
                                              <p:attrName>style.visibility</p:attrName>
                                            </p:attrNameLst>
                                          </p:cBhvr>
                                          <p:to>
                                            <p:strVal val="hidden"/>
                                          </p:to>
                                        </p:set>
                                      </p:childTnLst>
                                    </p:cTn>
                                  </p:par>
                                  <p:par>
                                    <p:cTn id="44" presetID="2" presetClass="exit" presetSubtype="8" accel="100000" fill="hold" grpId="0" nodeType="withEffect">
                                      <p:stCondLst>
                                        <p:cond delay="0"/>
                                      </p:stCondLst>
                                      <p:childTnLst>
                                        <p:anim calcmode="lin" valueType="num">
                                          <p:cBhvr additive="base">
                                            <p:cTn id="45" dur="500"/>
                                            <p:tgtEl>
                                              <p:spTgt spid="11">
                                                <p:txEl>
                                                  <p:pRg st="0" end="0"/>
                                                </p:txEl>
                                              </p:spTgt>
                                            </p:tgtEl>
                                            <p:attrNameLst>
                                              <p:attrName>ppt_x</p:attrName>
                                            </p:attrNameLst>
                                          </p:cBhvr>
                                          <p:tavLst>
                                            <p:tav tm="0">
                                              <p:val>
                                                <p:strVal val="ppt_x"/>
                                              </p:val>
                                            </p:tav>
                                            <p:tav tm="100000">
                                              <p:val>
                                                <p:strVal val="0-ppt_w/2"/>
                                              </p:val>
                                            </p:tav>
                                          </p:tavLst>
                                        </p:anim>
                                        <p:anim calcmode="lin" valueType="num">
                                          <p:cBhvr additive="base">
                                            <p:cTn id="46" dur="500"/>
                                            <p:tgtEl>
                                              <p:spTgt spid="11">
                                                <p:txEl>
                                                  <p:pRg st="0" end="0"/>
                                                </p:txEl>
                                              </p:spTgt>
                                            </p:tgtEl>
                                            <p:attrNameLst>
                                              <p:attrName>ppt_y</p:attrName>
                                            </p:attrNameLst>
                                          </p:cBhvr>
                                          <p:tavLst>
                                            <p:tav tm="0">
                                              <p:val>
                                                <p:strVal val="ppt_y"/>
                                              </p:val>
                                            </p:tav>
                                            <p:tav tm="100000">
                                              <p:val>
                                                <p:strVal val="ppt_y"/>
                                              </p:val>
                                            </p:tav>
                                          </p:tavLst>
                                        </p:anim>
                                        <p:set>
                                          <p:cBhvr>
                                            <p:cTn id="47" dur="1" fill="hold">
                                              <p:stCondLst>
                                                <p:cond delay="499"/>
                                              </p:stCondLst>
                                            </p:cTn>
                                            <p:tgtEl>
                                              <p:spTgt spid="11">
                                                <p:txEl>
                                                  <p:pRg st="0" end="0"/>
                                                </p:txEl>
                                              </p:spTgt>
                                            </p:tgtEl>
                                            <p:attrNameLst>
                                              <p:attrName>style.visibility</p:attrName>
                                            </p:attrNameLst>
                                          </p:cBhvr>
                                          <p:to>
                                            <p:strVal val="hidden"/>
                                          </p:to>
                                        </p:set>
                                      </p:childTnLst>
                                    </p:cTn>
                                  </p:par>
                                  <p:par>
                                    <p:cTn id="48" presetID="2" presetClass="exit" presetSubtype="12" accel="100000" fill="hold" grpId="1" nodeType="withEffect">
                                      <p:stCondLst>
                                        <p:cond delay="0"/>
                                      </p:stCondLst>
                                      <p:childTnLst>
                                        <p:anim calcmode="lin" valueType="num">
                                          <p:cBhvr additive="base">
                                            <p:cTn id="49" dur="500"/>
                                            <p:tgtEl>
                                              <p:spTgt spid="12">
                                                <p:txEl>
                                                  <p:pRg st="0" end="0"/>
                                                </p:txEl>
                                              </p:spTgt>
                                            </p:tgtEl>
                                            <p:attrNameLst>
                                              <p:attrName>ppt_x</p:attrName>
                                            </p:attrNameLst>
                                          </p:cBhvr>
                                          <p:tavLst>
                                            <p:tav tm="0">
                                              <p:val>
                                                <p:strVal val="ppt_x"/>
                                              </p:val>
                                            </p:tav>
                                            <p:tav tm="100000">
                                              <p:val>
                                                <p:strVal val="0-ppt_w/2"/>
                                              </p:val>
                                            </p:tav>
                                          </p:tavLst>
                                        </p:anim>
                                        <p:anim calcmode="lin" valueType="num">
                                          <p:cBhvr additive="base">
                                            <p:cTn id="50" dur="500"/>
                                            <p:tgtEl>
                                              <p:spTgt spid="12">
                                                <p:txEl>
                                                  <p:pRg st="0" end="0"/>
                                                </p:txEl>
                                              </p:spTgt>
                                            </p:tgtEl>
                                            <p:attrNameLst>
                                              <p:attrName>ppt_y</p:attrName>
                                            </p:attrNameLst>
                                          </p:cBhvr>
                                          <p:tavLst>
                                            <p:tav tm="0">
                                              <p:val>
                                                <p:strVal val="ppt_y"/>
                                              </p:val>
                                            </p:tav>
                                            <p:tav tm="100000">
                                              <p:val>
                                                <p:strVal val="1+ppt_h/2"/>
                                              </p:val>
                                            </p:tav>
                                          </p:tavLst>
                                        </p:anim>
                                        <p:set>
                                          <p:cBhvr>
                                            <p:cTn id="51" dur="1" fill="hold">
                                              <p:stCondLst>
                                                <p:cond delay="499"/>
                                              </p:stCondLst>
                                            </p:cTn>
                                            <p:tgtEl>
                                              <p:spTgt spid="12">
                                                <p:txEl>
                                                  <p:pRg st="0" end="0"/>
                                                </p:txEl>
                                              </p:spTgt>
                                            </p:tgtEl>
                                            <p:attrNameLst>
                                              <p:attrName>style.visibility</p:attrName>
                                            </p:attrNameLst>
                                          </p:cBhvr>
                                          <p:to>
                                            <p:strVal val="hidden"/>
                                          </p:to>
                                        </p:set>
                                      </p:childTnLst>
                                    </p:cTn>
                                  </p:par>
                                  <p:par>
                                    <p:cTn id="52" presetID="2" presetClass="exit" presetSubtype="12" fill="hold" grpId="1" nodeType="withEffect">
                                      <p:stCondLst>
                                        <p:cond delay="0"/>
                                      </p:stCondLst>
                                      <p:childTnLst>
                                        <p:anim calcmode="lin" valueType="num">
                                          <p:cBhvr additive="base">
                                            <p:cTn id="53" dur="500"/>
                                            <p:tgtEl>
                                              <p:spTgt spid="14"/>
                                            </p:tgtEl>
                                            <p:attrNameLst>
                                              <p:attrName>ppt_x</p:attrName>
                                            </p:attrNameLst>
                                          </p:cBhvr>
                                          <p:tavLst>
                                            <p:tav tm="0">
                                              <p:val>
                                                <p:strVal val="ppt_x"/>
                                              </p:val>
                                            </p:tav>
                                            <p:tav tm="100000">
                                              <p:val>
                                                <p:strVal val="0-ppt_w/2"/>
                                              </p:val>
                                            </p:tav>
                                          </p:tavLst>
                                        </p:anim>
                                        <p:anim calcmode="lin" valueType="num">
                                          <p:cBhvr additive="base">
                                            <p:cTn id="54" dur="500"/>
                                            <p:tgtEl>
                                              <p:spTgt spid="14"/>
                                            </p:tgtEl>
                                            <p:attrNameLst>
                                              <p:attrName>ppt_y</p:attrName>
                                            </p:attrNameLst>
                                          </p:cBhvr>
                                          <p:tavLst>
                                            <p:tav tm="0">
                                              <p:val>
                                                <p:strVal val="ppt_y"/>
                                              </p:val>
                                            </p:tav>
                                            <p:tav tm="100000">
                                              <p:val>
                                                <p:strVal val="1+ppt_h/2"/>
                                              </p:val>
                                            </p:tav>
                                          </p:tavLst>
                                        </p:anim>
                                        <p:set>
                                          <p:cBhvr>
                                            <p:cTn id="55" dur="1" fill="hold">
                                              <p:stCondLst>
                                                <p:cond delay="499"/>
                                              </p:stCondLst>
                                            </p:cTn>
                                            <p:tgtEl>
                                              <p:spTgt spid="14"/>
                                            </p:tgtEl>
                                            <p:attrNameLst>
                                              <p:attrName>style.visibility</p:attrName>
                                            </p:attrNameLst>
                                          </p:cBhvr>
                                          <p:to>
                                            <p:strVal val="hidden"/>
                                          </p:to>
                                        </p:set>
                                      </p:childTnLst>
                                    </p:cTn>
                                  </p:par>
                                  <p:par>
                                    <p:cTn id="56" presetID="2" presetClass="exit" presetSubtype="3" accel="100000" fill="hold" grpId="1" nodeType="withEffect">
                                      <p:stCondLst>
                                        <p:cond delay="0"/>
                                      </p:stCondLst>
                                      <p:childTnLst>
                                        <p:anim calcmode="lin" valueType="num">
                                          <p:cBhvr additive="base">
                                            <p:cTn id="57" dur="500"/>
                                            <p:tgtEl>
                                              <p:spTgt spid="5"/>
                                            </p:tgtEl>
                                            <p:attrNameLst>
                                              <p:attrName>ppt_x</p:attrName>
                                            </p:attrNameLst>
                                          </p:cBhvr>
                                          <p:tavLst>
                                            <p:tav tm="0">
                                              <p:val>
                                                <p:strVal val="ppt_x"/>
                                              </p:val>
                                            </p:tav>
                                            <p:tav tm="100000">
                                              <p:val>
                                                <p:strVal val="1+ppt_w/2"/>
                                              </p:val>
                                            </p:tav>
                                          </p:tavLst>
                                        </p:anim>
                                        <p:anim calcmode="lin" valueType="num">
                                          <p:cBhvr additive="base">
                                            <p:cTn id="58" dur="500"/>
                                            <p:tgtEl>
                                              <p:spTgt spid="5"/>
                                            </p:tgtEl>
                                            <p:attrNameLst>
                                              <p:attrName>ppt_y</p:attrName>
                                            </p:attrNameLst>
                                          </p:cBhvr>
                                          <p:tavLst>
                                            <p:tav tm="0">
                                              <p:val>
                                                <p:strVal val="ppt_y"/>
                                              </p:val>
                                            </p:tav>
                                            <p:tav tm="100000">
                                              <p:val>
                                                <p:strVal val="0-ppt_h/2"/>
                                              </p:val>
                                            </p:tav>
                                          </p:tavLst>
                                        </p:anim>
                                        <p:set>
                                          <p:cBhvr>
                                            <p:cTn id="59" dur="1" fill="hold">
                                              <p:stCondLst>
                                                <p:cond delay="499"/>
                                              </p:stCondLst>
                                            </p:cTn>
                                            <p:tgtEl>
                                              <p:spTgt spid="5"/>
                                            </p:tgtEl>
                                            <p:attrNameLst>
                                              <p:attrName>style.visibility</p:attrName>
                                            </p:attrNameLst>
                                          </p:cBhvr>
                                          <p:to>
                                            <p:strVal val="hidden"/>
                                          </p:to>
                                        </p:set>
                                      </p:childTnLst>
                                    </p:cTn>
                                  </p:par>
                                  <p:par>
                                    <p:cTn id="60" presetID="2" presetClass="exit" presetSubtype="12" fill="hold" grpId="1" nodeType="withEffect">
                                      <p:stCondLst>
                                        <p:cond delay="100"/>
                                      </p:stCondLst>
                                      <p:childTnLst>
                                        <p:anim calcmode="lin" valueType="num">
                                          <p:cBhvr additive="base">
                                            <p:cTn id="61" dur="500"/>
                                            <p:tgtEl>
                                              <p:spTgt spid="13"/>
                                            </p:tgtEl>
                                            <p:attrNameLst>
                                              <p:attrName>ppt_x</p:attrName>
                                            </p:attrNameLst>
                                          </p:cBhvr>
                                          <p:tavLst>
                                            <p:tav tm="0">
                                              <p:val>
                                                <p:strVal val="ppt_x"/>
                                              </p:val>
                                            </p:tav>
                                            <p:tav tm="100000">
                                              <p:val>
                                                <p:strVal val="0-ppt_w/2"/>
                                              </p:val>
                                            </p:tav>
                                          </p:tavLst>
                                        </p:anim>
                                        <p:anim calcmode="lin" valueType="num">
                                          <p:cBhvr additive="base">
                                            <p:cTn id="62" dur="500"/>
                                            <p:tgtEl>
                                              <p:spTgt spid="13"/>
                                            </p:tgtEl>
                                            <p:attrNameLst>
                                              <p:attrName>ppt_y</p:attrName>
                                            </p:attrNameLst>
                                          </p:cBhvr>
                                          <p:tavLst>
                                            <p:tav tm="0">
                                              <p:val>
                                                <p:strVal val="ppt_y"/>
                                              </p:val>
                                            </p:tav>
                                            <p:tav tm="100000">
                                              <p:val>
                                                <p:strVal val="1+ppt_h/2"/>
                                              </p:val>
                                            </p:tav>
                                          </p:tavLst>
                                        </p:anim>
                                        <p:set>
                                          <p:cBhvr>
                                            <p:cTn id="63" dur="1" fill="hold">
                                              <p:stCondLst>
                                                <p:cond delay="499"/>
                                              </p:stCondLst>
                                            </p:cTn>
                                            <p:tgtEl>
                                              <p:spTgt spid="13"/>
                                            </p:tgtEl>
                                            <p:attrNameLst>
                                              <p:attrName>style.visibility</p:attrName>
                                            </p:attrNameLst>
                                          </p:cBhvr>
                                          <p:to>
                                            <p:strVal val="hidden"/>
                                          </p:to>
                                        </p:set>
                                      </p:childTnLst>
                                    </p:cTn>
                                  </p:par>
                                  <p:par>
                                    <p:cTn id="64" presetID="2" presetClass="exit" presetSubtype="3" accel="100000" fill="hold" grpId="1" nodeType="withEffect">
                                      <p:stCondLst>
                                        <p:cond delay="100"/>
                                      </p:stCondLst>
                                      <p:childTnLst>
                                        <p:anim calcmode="lin" valueType="num">
                                          <p:cBhvr additive="base">
                                            <p:cTn id="65" dur="500"/>
                                            <p:tgtEl>
                                              <p:spTgt spid="4"/>
                                            </p:tgtEl>
                                            <p:attrNameLst>
                                              <p:attrName>ppt_x</p:attrName>
                                            </p:attrNameLst>
                                          </p:cBhvr>
                                          <p:tavLst>
                                            <p:tav tm="0">
                                              <p:val>
                                                <p:strVal val="ppt_x"/>
                                              </p:val>
                                            </p:tav>
                                            <p:tav tm="100000">
                                              <p:val>
                                                <p:strVal val="1+ppt_w/2"/>
                                              </p:val>
                                            </p:tav>
                                          </p:tavLst>
                                        </p:anim>
                                        <p:anim calcmode="lin" valueType="num">
                                          <p:cBhvr additive="base">
                                            <p:cTn id="66" dur="500"/>
                                            <p:tgtEl>
                                              <p:spTgt spid="4"/>
                                            </p:tgtEl>
                                            <p:attrNameLst>
                                              <p:attrName>ppt_y</p:attrName>
                                            </p:attrNameLst>
                                          </p:cBhvr>
                                          <p:tavLst>
                                            <p:tav tm="0">
                                              <p:val>
                                                <p:strVal val="ppt_y"/>
                                              </p:val>
                                            </p:tav>
                                            <p:tav tm="100000">
                                              <p:val>
                                                <p:strVal val="0-ppt_h/2"/>
                                              </p:val>
                                            </p:tav>
                                          </p:tavLst>
                                        </p:anim>
                                        <p:set>
                                          <p:cBhvr>
                                            <p:cTn id="67" dur="1" fill="hold">
                                              <p:stCondLst>
                                                <p:cond delay="499"/>
                                              </p:stCondLst>
                                            </p:cTn>
                                            <p:tgtEl>
                                              <p:spTgt spid="4"/>
                                            </p:tgtEl>
                                            <p:attrNameLst>
                                              <p:attrName>style.visibility</p:attrName>
                                            </p:attrNameLst>
                                          </p:cBhvr>
                                          <p:to>
                                            <p:strVal val="hidden"/>
                                          </p:to>
                                        </p:set>
                                      </p:childTnLst>
                                    </p:cTn>
                                  </p:par>
                                  <p:par>
                                    <p:cTn id="68" presetID="2" presetClass="exit" presetSubtype="12" fill="hold" grpId="1" nodeType="withEffect">
                                      <p:stCondLst>
                                        <p:cond delay="200"/>
                                      </p:stCondLst>
                                      <p:childTnLst>
                                        <p:anim calcmode="lin" valueType="num">
                                          <p:cBhvr additive="base">
                                            <p:cTn id="69" dur="500"/>
                                            <p:tgtEl>
                                              <p:spTgt spid="7"/>
                                            </p:tgtEl>
                                            <p:attrNameLst>
                                              <p:attrName>ppt_x</p:attrName>
                                            </p:attrNameLst>
                                          </p:cBhvr>
                                          <p:tavLst>
                                            <p:tav tm="0">
                                              <p:val>
                                                <p:strVal val="ppt_x"/>
                                              </p:val>
                                            </p:tav>
                                            <p:tav tm="100000">
                                              <p:val>
                                                <p:strVal val="0-ppt_w/2"/>
                                              </p:val>
                                            </p:tav>
                                          </p:tavLst>
                                        </p:anim>
                                        <p:anim calcmode="lin" valueType="num">
                                          <p:cBhvr additive="base">
                                            <p:cTn id="70" dur="500"/>
                                            <p:tgtEl>
                                              <p:spTgt spid="7"/>
                                            </p:tgtEl>
                                            <p:attrNameLst>
                                              <p:attrName>ppt_y</p:attrName>
                                            </p:attrNameLst>
                                          </p:cBhvr>
                                          <p:tavLst>
                                            <p:tav tm="0">
                                              <p:val>
                                                <p:strVal val="ppt_y"/>
                                              </p:val>
                                            </p:tav>
                                            <p:tav tm="100000">
                                              <p:val>
                                                <p:strVal val="1+ppt_h/2"/>
                                              </p:val>
                                            </p:tav>
                                          </p:tavLst>
                                        </p:anim>
                                        <p:set>
                                          <p:cBhvr>
                                            <p:cTn id="71"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P spid="7" grpId="0" animBg="1"/>
          <p:bldP spid="7" grpId="1" animBg="1"/>
          <p:bldP spid="13" grpId="0" animBg="1"/>
          <p:bldP spid="13" grpId="1" animBg="1"/>
          <p:bldP spid="14" grpId="0" animBg="1"/>
          <p:bldP spid="14" grpId="1" animBg="1"/>
          <p:bldP spid="12" grpId="0" build="allAtOnce"/>
          <p:bldP spid="12" grpId="1" build="allAtOnce"/>
          <p:bldP spid="4" grpId="0" animBg="1"/>
          <p:bldP spid="4" grpId="1" animBg="1"/>
          <p:bldP spid="5" grpId="0" animBg="1"/>
          <p:bldP spid="5" grpId="1" animBg="1"/>
          <p:bldP spid="11" grpId="0" build="p"/>
          <p:bldP spid="11" grpId="1" build="p"/>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0-#ppt_h/2"/>
                                              </p:val>
                                            </p:tav>
                                            <p:tav tm="100000">
                                              <p:val>
                                                <p:strVal val="#ppt_y"/>
                                              </p:val>
                                            </p:tav>
                                          </p:tavLst>
                                        </p:anim>
                                      </p:childTnLst>
                                    </p:cTn>
                                  </p:par>
                                  <p:par>
                                    <p:cTn id="9" presetID="22" presetClass="entr" presetSubtype="1" fill="hold" grpId="1" nodeType="withEffect">
                                      <p:stCondLst>
                                        <p:cond delay="100"/>
                                      </p:stCondLst>
                                      <p:childTnLst>
                                        <p:set>
                                          <p:cBhvr>
                                            <p:cTn id="10" dur="1" fill="hold">
                                              <p:stCondLst>
                                                <p:cond delay="0"/>
                                              </p:stCondLst>
                                            </p:cTn>
                                            <p:tgtEl>
                                              <p:spTgt spid="11">
                                                <p:txEl>
                                                  <p:pRg st="0" end="0"/>
                                                </p:txEl>
                                              </p:spTgt>
                                            </p:tgtEl>
                                            <p:attrNameLst>
                                              <p:attrName>style.visibility</p:attrName>
                                            </p:attrNameLst>
                                          </p:cBhvr>
                                          <p:to>
                                            <p:strVal val="visible"/>
                                          </p:to>
                                        </p:set>
                                        <p:animEffect transition="in" filter="wipe(up)">
                                          <p:cBhvr>
                                            <p:cTn id="11" dur="500"/>
                                            <p:tgtEl>
                                              <p:spTgt spid="11">
                                                <p:txEl>
                                                  <p:pRg st="0" end="0"/>
                                                </p:txEl>
                                              </p:spTgt>
                                            </p:tgtEl>
                                          </p:cBhvr>
                                        </p:animEffect>
                                      </p:childTnLst>
                                    </p:cTn>
                                  </p:par>
                                  <p:par>
                                    <p:cTn id="12" presetID="2" presetClass="entr" presetSubtype="3" decel="100000" fill="hold" grpId="0" nodeType="withEffect">
                                      <p:stCondLst>
                                        <p:cond delay="10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500" fill="hold"/>
                                            <p:tgtEl>
                                              <p:spTgt spid="4"/>
                                            </p:tgtEl>
                                            <p:attrNameLst>
                                              <p:attrName>ppt_x</p:attrName>
                                            </p:attrNameLst>
                                          </p:cBhvr>
                                          <p:tavLst>
                                            <p:tav tm="0">
                                              <p:val>
                                                <p:strVal val="1+#ppt_w/2"/>
                                              </p:val>
                                            </p:tav>
                                            <p:tav tm="100000">
                                              <p:val>
                                                <p:strVal val="#ppt_x"/>
                                              </p:val>
                                            </p:tav>
                                          </p:tavLst>
                                        </p:anim>
                                        <p:anim calcmode="lin" valueType="num">
                                          <p:cBhvr additive="base">
                                            <p:cTn id="15" dur="500" fill="hold"/>
                                            <p:tgtEl>
                                              <p:spTgt spid="4"/>
                                            </p:tgtEl>
                                            <p:attrNameLst>
                                              <p:attrName>ppt_y</p:attrName>
                                            </p:attrNameLst>
                                          </p:cBhvr>
                                          <p:tavLst>
                                            <p:tav tm="0">
                                              <p:val>
                                                <p:strVal val="0-#ppt_h/2"/>
                                              </p:val>
                                            </p:tav>
                                            <p:tav tm="100000">
                                              <p:val>
                                                <p:strVal val="#ppt_y"/>
                                              </p:val>
                                            </p:tav>
                                          </p:tavLst>
                                        </p:anim>
                                      </p:childTnLst>
                                    </p:cTn>
                                  </p:par>
                                  <p:par>
                                    <p:cTn id="16" presetID="2" presetClass="entr" presetSubtype="12" decel="100000" fill="hold" grpId="0" nodeType="withEffect">
                                      <p:stCondLst>
                                        <p:cond delay="10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500" fill="hold"/>
                                            <p:tgtEl>
                                              <p:spTgt spid="7"/>
                                            </p:tgtEl>
                                            <p:attrNameLst>
                                              <p:attrName>ppt_x</p:attrName>
                                            </p:attrNameLst>
                                          </p:cBhvr>
                                          <p:tavLst>
                                            <p:tav tm="0">
                                              <p:val>
                                                <p:strVal val="0-#ppt_w/2"/>
                                              </p:val>
                                            </p:tav>
                                            <p:tav tm="100000">
                                              <p:val>
                                                <p:strVal val="#ppt_x"/>
                                              </p:val>
                                            </p:tav>
                                          </p:tavLst>
                                        </p:anim>
                                        <p:anim calcmode="lin" valueType="num">
                                          <p:cBhvr additive="base">
                                            <p:cTn id="19" dur="500" fill="hold"/>
                                            <p:tgtEl>
                                              <p:spTgt spid="7"/>
                                            </p:tgtEl>
                                            <p:attrNameLst>
                                              <p:attrName>ppt_y</p:attrName>
                                            </p:attrNameLst>
                                          </p:cBhvr>
                                          <p:tavLst>
                                            <p:tav tm="0">
                                              <p:val>
                                                <p:strVal val="1+#ppt_h/2"/>
                                              </p:val>
                                            </p:tav>
                                            <p:tav tm="100000">
                                              <p:val>
                                                <p:strVal val="#ppt_y"/>
                                              </p:val>
                                            </p:tav>
                                          </p:tavLst>
                                        </p:anim>
                                      </p:childTnLst>
                                    </p:cTn>
                                  </p:par>
                                  <p:par>
                                    <p:cTn id="20" presetID="2" presetClass="entr" presetSubtype="12" decel="100000" fill="hold" grpId="0" nodeType="withEffect">
                                      <p:stCondLst>
                                        <p:cond delay="200"/>
                                      </p:stCondLst>
                                      <p:childTnLst>
                                        <p:set>
                                          <p:cBhvr>
                                            <p:cTn id="21" dur="1" fill="hold">
                                              <p:stCondLst>
                                                <p:cond delay="0"/>
                                              </p:stCondLst>
                                            </p:cTn>
                                            <p:tgtEl>
                                              <p:spTgt spid="13"/>
                                            </p:tgtEl>
                                            <p:attrNameLst>
                                              <p:attrName>style.visibility</p:attrName>
                                            </p:attrNameLst>
                                          </p:cBhvr>
                                          <p:to>
                                            <p:strVal val="visible"/>
                                          </p:to>
                                        </p:set>
                                        <p:anim calcmode="lin" valueType="num">
                                          <p:cBhvr additive="base">
                                            <p:cTn id="22" dur="500" fill="hold"/>
                                            <p:tgtEl>
                                              <p:spTgt spid="13"/>
                                            </p:tgtEl>
                                            <p:attrNameLst>
                                              <p:attrName>ppt_x</p:attrName>
                                            </p:attrNameLst>
                                          </p:cBhvr>
                                          <p:tavLst>
                                            <p:tav tm="0">
                                              <p:val>
                                                <p:strVal val="0-#ppt_w/2"/>
                                              </p:val>
                                            </p:tav>
                                            <p:tav tm="100000">
                                              <p:val>
                                                <p:strVal val="#ppt_x"/>
                                              </p:val>
                                            </p:tav>
                                          </p:tavLst>
                                        </p:anim>
                                        <p:anim calcmode="lin" valueType="num">
                                          <p:cBhvr additive="base">
                                            <p:cTn id="23" dur="500" fill="hold"/>
                                            <p:tgtEl>
                                              <p:spTgt spid="13"/>
                                            </p:tgtEl>
                                            <p:attrNameLst>
                                              <p:attrName>ppt_y</p:attrName>
                                            </p:attrNameLst>
                                          </p:cBhvr>
                                          <p:tavLst>
                                            <p:tav tm="0">
                                              <p:val>
                                                <p:strVal val="1+#ppt_h/2"/>
                                              </p:val>
                                            </p:tav>
                                            <p:tav tm="100000">
                                              <p:val>
                                                <p:strVal val="#ppt_y"/>
                                              </p:val>
                                            </p:tav>
                                          </p:tavLst>
                                        </p:anim>
                                      </p:childTnLst>
                                    </p:cTn>
                                  </p:par>
                                  <p:par>
                                    <p:cTn id="24" presetID="2" presetClass="entr" presetSubtype="3" decel="100000" fill="hold" grpId="0" nodeType="withEffect">
                                      <p:stCondLst>
                                        <p:cond delay="300"/>
                                      </p:stCondLst>
                                      <p:childTnLst>
                                        <p:set>
                                          <p:cBhvr>
                                            <p:cTn id="25" dur="1" fill="hold">
                                              <p:stCondLst>
                                                <p:cond delay="0"/>
                                              </p:stCondLst>
                                            </p:cTn>
                                            <p:tgtEl>
                                              <p:spTgt spid="5"/>
                                            </p:tgtEl>
                                            <p:attrNameLst>
                                              <p:attrName>style.visibility</p:attrName>
                                            </p:attrNameLst>
                                          </p:cBhvr>
                                          <p:to>
                                            <p:strVal val="visible"/>
                                          </p:to>
                                        </p:set>
                                        <p:anim calcmode="lin" valueType="num">
                                          <p:cBhvr additive="base">
                                            <p:cTn id="26" dur="500" fill="hold"/>
                                            <p:tgtEl>
                                              <p:spTgt spid="5"/>
                                            </p:tgtEl>
                                            <p:attrNameLst>
                                              <p:attrName>ppt_x</p:attrName>
                                            </p:attrNameLst>
                                          </p:cBhvr>
                                          <p:tavLst>
                                            <p:tav tm="0">
                                              <p:val>
                                                <p:strVal val="1+#ppt_w/2"/>
                                              </p:val>
                                            </p:tav>
                                            <p:tav tm="100000">
                                              <p:val>
                                                <p:strVal val="#ppt_x"/>
                                              </p:val>
                                            </p:tav>
                                          </p:tavLst>
                                        </p:anim>
                                        <p:anim calcmode="lin" valueType="num">
                                          <p:cBhvr additive="base">
                                            <p:cTn id="27" dur="500" fill="hold"/>
                                            <p:tgtEl>
                                              <p:spTgt spid="5"/>
                                            </p:tgtEl>
                                            <p:attrNameLst>
                                              <p:attrName>ppt_y</p:attrName>
                                            </p:attrNameLst>
                                          </p:cBhvr>
                                          <p:tavLst>
                                            <p:tav tm="0">
                                              <p:val>
                                                <p:strVal val="0-#ppt_h/2"/>
                                              </p:val>
                                            </p:tav>
                                            <p:tav tm="100000">
                                              <p:val>
                                                <p:strVal val="#ppt_y"/>
                                              </p:val>
                                            </p:tav>
                                          </p:tavLst>
                                        </p:anim>
                                      </p:childTnLst>
                                    </p:cTn>
                                  </p:par>
                                  <p:par>
                                    <p:cTn id="28" presetID="2" presetClass="entr" presetSubtype="12" decel="100000" fill="hold" grpId="0" nodeType="withEffect">
                                      <p:stCondLst>
                                        <p:cond delay="30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500" fill="hold"/>
                                            <p:tgtEl>
                                              <p:spTgt spid="14"/>
                                            </p:tgtEl>
                                            <p:attrNameLst>
                                              <p:attrName>ppt_x</p:attrName>
                                            </p:attrNameLst>
                                          </p:cBhvr>
                                          <p:tavLst>
                                            <p:tav tm="0">
                                              <p:val>
                                                <p:strVal val="0-#ppt_w/2"/>
                                              </p:val>
                                            </p:tav>
                                            <p:tav tm="100000">
                                              <p:val>
                                                <p:strVal val="#ppt_x"/>
                                              </p:val>
                                            </p:tav>
                                          </p:tavLst>
                                        </p:anim>
                                        <p:anim calcmode="lin" valueType="num">
                                          <p:cBhvr additive="base">
                                            <p:cTn id="31" dur="500" fill="hold"/>
                                            <p:tgtEl>
                                              <p:spTgt spid="14"/>
                                            </p:tgtEl>
                                            <p:attrNameLst>
                                              <p:attrName>ppt_y</p:attrName>
                                            </p:attrNameLst>
                                          </p:cBhvr>
                                          <p:tavLst>
                                            <p:tav tm="0">
                                              <p:val>
                                                <p:strVal val="1+#ppt_h/2"/>
                                              </p:val>
                                            </p:tav>
                                            <p:tav tm="100000">
                                              <p:val>
                                                <p:strVal val="#ppt_y"/>
                                              </p:val>
                                            </p:tav>
                                          </p:tavLst>
                                        </p:anim>
                                      </p:childTnLst>
                                    </p:cTn>
                                  </p:par>
                                </p:childTnLst>
                              </p:cTn>
                            </p:par>
                            <p:par>
                              <p:cTn id="32" fill="hold">
                                <p:stCondLst>
                                  <p:cond delay="800"/>
                                </p:stCondLst>
                                <p:childTnLst>
                                  <p:par>
                                    <p:cTn id="33" presetID="42" presetClass="entr" presetSubtype="0" fill="hold" grpId="0" nodeType="afterEffect">
                                      <p:stCondLst>
                                        <p:cond delay="0"/>
                                      </p:stCondLst>
                                      <p:childTnLst>
                                        <p:set>
                                          <p:cBhvr>
                                            <p:cTn id="34" dur="1" fill="hold">
                                              <p:stCondLst>
                                                <p:cond delay="0"/>
                                              </p:stCondLst>
                                            </p:cTn>
                                            <p:tgtEl>
                                              <p:spTgt spid="12">
                                                <p:txEl>
                                                  <p:pRg st="0" end="0"/>
                                                </p:txEl>
                                              </p:spTgt>
                                            </p:tgtEl>
                                            <p:attrNameLst>
                                              <p:attrName>style.visibility</p:attrName>
                                            </p:attrNameLst>
                                          </p:cBhvr>
                                          <p:to>
                                            <p:strVal val="visible"/>
                                          </p:to>
                                        </p:set>
                                        <p:animEffect transition="in" filter="fade">
                                          <p:cBhvr>
                                            <p:cTn id="35" dur="400"/>
                                            <p:tgtEl>
                                              <p:spTgt spid="12">
                                                <p:txEl>
                                                  <p:pRg st="0" end="0"/>
                                                </p:txEl>
                                              </p:spTgt>
                                            </p:tgtEl>
                                          </p:cBhvr>
                                        </p:animEffect>
                                        <p:anim calcmode="lin" valueType="num">
                                          <p:cBhvr>
                                            <p:cTn id="36" dur="400" fill="hold"/>
                                            <p:tgtEl>
                                              <p:spTgt spid="12">
                                                <p:txEl>
                                                  <p:pRg st="0" end="0"/>
                                                </p:txEl>
                                              </p:spTgt>
                                            </p:tgtEl>
                                            <p:attrNameLst>
                                              <p:attrName>ppt_x</p:attrName>
                                            </p:attrNameLst>
                                          </p:cBhvr>
                                          <p:tavLst>
                                            <p:tav tm="0">
                                              <p:val>
                                                <p:strVal val="#ppt_x"/>
                                              </p:val>
                                            </p:tav>
                                            <p:tav tm="100000">
                                              <p:val>
                                                <p:strVal val="#ppt_x"/>
                                              </p:val>
                                            </p:tav>
                                          </p:tavLst>
                                        </p:anim>
                                        <p:anim calcmode="lin" valueType="num">
                                          <p:cBhvr>
                                            <p:cTn id="37" dur="400" fill="hold"/>
                                            <p:tgtEl>
                                              <p:spTgt spid="1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xit" presetSubtype="1" accel="100000" fill="hold" grpId="1" nodeType="clickEffect">
                                      <p:stCondLst>
                                        <p:cond delay="0"/>
                                      </p:stCondLst>
                                      <p:childTnLst>
                                        <p:anim calcmode="lin" valueType="num">
                                          <p:cBhvr additive="base">
                                            <p:cTn id="41" dur="500"/>
                                            <p:tgtEl>
                                              <p:spTgt spid="9"/>
                                            </p:tgtEl>
                                            <p:attrNameLst>
                                              <p:attrName>ppt_x</p:attrName>
                                            </p:attrNameLst>
                                          </p:cBhvr>
                                          <p:tavLst>
                                            <p:tav tm="0">
                                              <p:val>
                                                <p:strVal val="ppt_x"/>
                                              </p:val>
                                            </p:tav>
                                            <p:tav tm="100000">
                                              <p:val>
                                                <p:strVal val="ppt_x"/>
                                              </p:val>
                                            </p:tav>
                                          </p:tavLst>
                                        </p:anim>
                                        <p:anim calcmode="lin" valueType="num">
                                          <p:cBhvr additive="base">
                                            <p:cTn id="42" dur="500"/>
                                            <p:tgtEl>
                                              <p:spTgt spid="9"/>
                                            </p:tgtEl>
                                            <p:attrNameLst>
                                              <p:attrName>ppt_y</p:attrName>
                                            </p:attrNameLst>
                                          </p:cBhvr>
                                          <p:tavLst>
                                            <p:tav tm="0">
                                              <p:val>
                                                <p:strVal val="ppt_y"/>
                                              </p:val>
                                            </p:tav>
                                            <p:tav tm="100000">
                                              <p:val>
                                                <p:strVal val="0-ppt_h/2"/>
                                              </p:val>
                                            </p:tav>
                                          </p:tavLst>
                                        </p:anim>
                                        <p:set>
                                          <p:cBhvr>
                                            <p:cTn id="43" dur="1" fill="hold">
                                              <p:stCondLst>
                                                <p:cond delay="499"/>
                                              </p:stCondLst>
                                            </p:cTn>
                                            <p:tgtEl>
                                              <p:spTgt spid="9"/>
                                            </p:tgtEl>
                                            <p:attrNameLst>
                                              <p:attrName>style.visibility</p:attrName>
                                            </p:attrNameLst>
                                          </p:cBhvr>
                                          <p:to>
                                            <p:strVal val="hidden"/>
                                          </p:to>
                                        </p:set>
                                      </p:childTnLst>
                                    </p:cTn>
                                  </p:par>
                                  <p:par>
                                    <p:cTn id="44" presetID="2" presetClass="exit" presetSubtype="8" accel="100000" fill="hold" grpId="0" nodeType="withEffect">
                                      <p:stCondLst>
                                        <p:cond delay="0"/>
                                      </p:stCondLst>
                                      <p:childTnLst>
                                        <p:anim calcmode="lin" valueType="num">
                                          <p:cBhvr additive="base">
                                            <p:cTn id="45" dur="500"/>
                                            <p:tgtEl>
                                              <p:spTgt spid="11">
                                                <p:txEl>
                                                  <p:pRg st="0" end="0"/>
                                                </p:txEl>
                                              </p:spTgt>
                                            </p:tgtEl>
                                            <p:attrNameLst>
                                              <p:attrName>ppt_x</p:attrName>
                                            </p:attrNameLst>
                                          </p:cBhvr>
                                          <p:tavLst>
                                            <p:tav tm="0">
                                              <p:val>
                                                <p:strVal val="ppt_x"/>
                                              </p:val>
                                            </p:tav>
                                            <p:tav tm="100000">
                                              <p:val>
                                                <p:strVal val="0-ppt_w/2"/>
                                              </p:val>
                                            </p:tav>
                                          </p:tavLst>
                                        </p:anim>
                                        <p:anim calcmode="lin" valueType="num">
                                          <p:cBhvr additive="base">
                                            <p:cTn id="46" dur="500"/>
                                            <p:tgtEl>
                                              <p:spTgt spid="11">
                                                <p:txEl>
                                                  <p:pRg st="0" end="0"/>
                                                </p:txEl>
                                              </p:spTgt>
                                            </p:tgtEl>
                                            <p:attrNameLst>
                                              <p:attrName>ppt_y</p:attrName>
                                            </p:attrNameLst>
                                          </p:cBhvr>
                                          <p:tavLst>
                                            <p:tav tm="0">
                                              <p:val>
                                                <p:strVal val="ppt_y"/>
                                              </p:val>
                                            </p:tav>
                                            <p:tav tm="100000">
                                              <p:val>
                                                <p:strVal val="ppt_y"/>
                                              </p:val>
                                            </p:tav>
                                          </p:tavLst>
                                        </p:anim>
                                        <p:set>
                                          <p:cBhvr>
                                            <p:cTn id="47" dur="1" fill="hold">
                                              <p:stCondLst>
                                                <p:cond delay="499"/>
                                              </p:stCondLst>
                                            </p:cTn>
                                            <p:tgtEl>
                                              <p:spTgt spid="11">
                                                <p:txEl>
                                                  <p:pRg st="0" end="0"/>
                                                </p:txEl>
                                              </p:spTgt>
                                            </p:tgtEl>
                                            <p:attrNameLst>
                                              <p:attrName>style.visibility</p:attrName>
                                            </p:attrNameLst>
                                          </p:cBhvr>
                                          <p:to>
                                            <p:strVal val="hidden"/>
                                          </p:to>
                                        </p:set>
                                      </p:childTnLst>
                                    </p:cTn>
                                  </p:par>
                                  <p:par>
                                    <p:cTn id="48" presetID="2" presetClass="exit" presetSubtype="12" accel="100000" fill="hold" grpId="1" nodeType="withEffect">
                                      <p:stCondLst>
                                        <p:cond delay="0"/>
                                      </p:stCondLst>
                                      <p:childTnLst>
                                        <p:anim calcmode="lin" valueType="num">
                                          <p:cBhvr additive="base">
                                            <p:cTn id="49" dur="500"/>
                                            <p:tgtEl>
                                              <p:spTgt spid="12">
                                                <p:txEl>
                                                  <p:pRg st="0" end="0"/>
                                                </p:txEl>
                                              </p:spTgt>
                                            </p:tgtEl>
                                            <p:attrNameLst>
                                              <p:attrName>ppt_x</p:attrName>
                                            </p:attrNameLst>
                                          </p:cBhvr>
                                          <p:tavLst>
                                            <p:tav tm="0">
                                              <p:val>
                                                <p:strVal val="ppt_x"/>
                                              </p:val>
                                            </p:tav>
                                            <p:tav tm="100000">
                                              <p:val>
                                                <p:strVal val="0-ppt_w/2"/>
                                              </p:val>
                                            </p:tav>
                                          </p:tavLst>
                                        </p:anim>
                                        <p:anim calcmode="lin" valueType="num">
                                          <p:cBhvr additive="base">
                                            <p:cTn id="50" dur="500"/>
                                            <p:tgtEl>
                                              <p:spTgt spid="12">
                                                <p:txEl>
                                                  <p:pRg st="0" end="0"/>
                                                </p:txEl>
                                              </p:spTgt>
                                            </p:tgtEl>
                                            <p:attrNameLst>
                                              <p:attrName>ppt_y</p:attrName>
                                            </p:attrNameLst>
                                          </p:cBhvr>
                                          <p:tavLst>
                                            <p:tav tm="0">
                                              <p:val>
                                                <p:strVal val="ppt_y"/>
                                              </p:val>
                                            </p:tav>
                                            <p:tav tm="100000">
                                              <p:val>
                                                <p:strVal val="1+ppt_h/2"/>
                                              </p:val>
                                            </p:tav>
                                          </p:tavLst>
                                        </p:anim>
                                        <p:set>
                                          <p:cBhvr>
                                            <p:cTn id="51" dur="1" fill="hold">
                                              <p:stCondLst>
                                                <p:cond delay="499"/>
                                              </p:stCondLst>
                                            </p:cTn>
                                            <p:tgtEl>
                                              <p:spTgt spid="12">
                                                <p:txEl>
                                                  <p:pRg st="0" end="0"/>
                                                </p:txEl>
                                              </p:spTgt>
                                            </p:tgtEl>
                                            <p:attrNameLst>
                                              <p:attrName>style.visibility</p:attrName>
                                            </p:attrNameLst>
                                          </p:cBhvr>
                                          <p:to>
                                            <p:strVal val="hidden"/>
                                          </p:to>
                                        </p:set>
                                      </p:childTnLst>
                                    </p:cTn>
                                  </p:par>
                                  <p:par>
                                    <p:cTn id="52" presetID="2" presetClass="exit" presetSubtype="12" fill="hold" grpId="1" nodeType="withEffect">
                                      <p:stCondLst>
                                        <p:cond delay="0"/>
                                      </p:stCondLst>
                                      <p:childTnLst>
                                        <p:anim calcmode="lin" valueType="num">
                                          <p:cBhvr additive="base">
                                            <p:cTn id="53" dur="500"/>
                                            <p:tgtEl>
                                              <p:spTgt spid="14"/>
                                            </p:tgtEl>
                                            <p:attrNameLst>
                                              <p:attrName>ppt_x</p:attrName>
                                            </p:attrNameLst>
                                          </p:cBhvr>
                                          <p:tavLst>
                                            <p:tav tm="0">
                                              <p:val>
                                                <p:strVal val="ppt_x"/>
                                              </p:val>
                                            </p:tav>
                                            <p:tav tm="100000">
                                              <p:val>
                                                <p:strVal val="0-ppt_w/2"/>
                                              </p:val>
                                            </p:tav>
                                          </p:tavLst>
                                        </p:anim>
                                        <p:anim calcmode="lin" valueType="num">
                                          <p:cBhvr additive="base">
                                            <p:cTn id="54" dur="500"/>
                                            <p:tgtEl>
                                              <p:spTgt spid="14"/>
                                            </p:tgtEl>
                                            <p:attrNameLst>
                                              <p:attrName>ppt_y</p:attrName>
                                            </p:attrNameLst>
                                          </p:cBhvr>
                                          <p:tavLst>
                                            <p:tav tm="0">
                                              <p:val>
                                                <p:strVal val="ppt_y"/>
                                              </p:val>
                                            </p:tav>
                                            <p:tav tm="100000">
                                              <p:val>
                                                <p:strVal val="1+ppt_h/2"/>
                                              </p:val>
                                            </p:tav>
                                          </p:tavLst>
                                        </p:anim>
                                        <p:set>
                                          <p:cBhvr>
                                            <p:cTn id="55" dur="1" fill="hold">
                                              <p:stCondLst>
                                                <p:cond delay="499"/>
                                              </p:stCondLst>
                                            </p:cTn>
                                            <p:tgtEl>
                                              <p:spTgt spid="14"/>
                                            </p:tgtEl>
                                            <p:attrNameLst>
                                              <p:attrName>style.visibility</p:attrName>
                                            </p:attrNameLst>
                                          </p:cBhvr>
                                          <p:to>
                                            <p:strVal val="hidden"/>
                                          </p:to>
                                        </p:set>
                                      </p:childTnLst>
                                    </p:cTn>
                                  </p:par>
                                  <p:par>
                                    <p:cTn id="56" presetID="2" presetClass="exit" presetSubtype="3" accel="100000" fill="hold" grpId="1" nodeType="withEffect">
                                      <p:stCondLst>
                                        <p:cond delay="0"/>
                                      </p:stCondLst>
                                      <p:childTnLst>
                                        <p:anim calcmode="lin" valueType="num">
                                          <p:cBhvr additive="base">
                                            <p:cTn id="57" dur="500"/>
                                            <p:tgtEl>
                                              <p:spTgt spid="5"/>
                                            </p:tgtEl>
                                            <p:attrNameLst>
                                              <p:attrName>ppt_x</p:attrName>
                                            </p:attrNameLst>
                                          </p:cBhvr>
                                          <p:tavLst>
                                            <p:tav tm="0">
                                              <p:val>
                                                <p:strVal val="ppt_x"/>
                                              </p:val>
                                            </p:tav>
                                            <p:tav tm="100000">
                                              <p:val>
                                                <p:strVal val="1+ppt_w/2"/>
                                              </p:val>
                                            </p:tav>
                                          </p:tavLst>
                                        </p:anim>
                                        <p:anim calcmode="lin" valueType="num">
                                          <p:cBhvr additive="base">
                                            <p:cTn id="58" dur="500"/>
                                            <p:tgtEl>
                                              <p:spTgt spid="5"/>
                                            </p:tgtEl>
                                            <p:attrNameLst>
                                              <p:attrName>ppt_y</p:attrName>
                                            </p:attrNameLst>
                                          </p:cBhvr>
                                          <p:tavLst>
                                            <p:tav tm="0">
                                              <p:val>
                                                <p:strVal val="ppt_y"/>
                                              </p:val>
                                            </p:tav>
                                            <p:tav tm="100000">
                                              <p:val>
                                                <p:strVal val="0-ppt_h/2"/>
                                              </p:val>
                                            </p:tav>
                                          </p:tavLst>
                                        </p:anim>
                                        <p:set>
                                          <p:cBhvr>
                                            <p:cTn id="59" dur="1" fill="hold">
                                              <p:stCondLst>
                                                <p:cond delay="499"/>
                                              </p:stCondLst>
                                            </p:cTn>
                                            <p:tgtEl>
                                              <p:spTgt spid="5"/>
                                            </p:tgtEl>
                                            <p:attrNameLst>
                                              <p:attrName>style.visibility</p:attrName>
                                            </p:attrNameLst>
                                          </p:cBhvr>
                                          <p:to>
                                            <p:strVal val="hidden"/>
                                          </p:to>
                                        </p:set>
                                      </p:childTnLst>
                                    </p:cTn>
                                  </p:par>
                                  <p:par>
                                    <p:cTn id="60" presetID="2" presetClass="exit" presetSubtype="12" fill="hold" grpId="1" nodeType="withEffect">
                                      <p:stCondLst>
                                        <p:cond delay="100"/>
                                      </p:stCondLst>
                                      <p:childTnLst>
                                        <p:anim calcmode="lin" valueType="num">
                                          <p:cBhvr additive="base">
                                            <p:cTn id="61" dur="500"/>
                                            <p:tgtEl>
                                              <p:spTgt spid="13"/>
                                            </p:tgtEl>
                                            <p:attrNameLst>
                                              <p:attrName>ppt_x</p:attrName>
                                            </p:attrNameLst>
                                          </p:cBhvr>
                                          <p:tavLst>
                                            <p:tav tm="0">
                                              <p:val>
                                                <p:strVal val="ppt_x"/>
                                              </p:val>
                                            </p:tav>
                                            <p:tav tm="100000">
                                              <p:val>
                                                <p:strVal val="0-ppt_w/2"/>
                                              </p:val>
                                            </p:tav>
                                          </p:tavLst>
                                        </p:anim>
                                        <p:anim calcmode="lin" valueType="num">
                                          <p:cBhvr additive="base">
                                            <p:cTn id="62" dur="500"/>
                                            <p:tgtEl>
                                              <p:spTgt spid="13"/>
                                            </p:tgtEl>
                                            <p:attrNameLst>
                                              <p:attrName>ppt_y</p:attrName>
                                            </p:attrNameLst>
                                          </p:cBhvr>
                                          <p:tavLst>
                                            <p:tav tm="0">
                                              <p:val>
                                                <p:strVal val="ppt_y"/>
                                              </p:val>
                                            </p:tav>
                                            <p:tav tm="100000">
                                              <p:val>
                                                <p:strVal val="1+ppt_h/2"/>
                                              </p:val>
                                            </p:tav>
                                          </p:tavLst>
                                        </p:anim>
                                        <p:set>
                                          <p:cBhvr>
                                            <p:cTn id="63" dur="1" fill="hold">
                                              <p:stCondLst>
                                                <p:cond delay="499"/>
                                              </p:stCondLst>
                                            </p:cTn>
                                            <p:tgtEl>
                                              <p:spTgt spid="13"/>
                                            </p:tgtEl>
                                            <p:attrNameLst>
                                              <p:attrName>style.visibility</p:attrName>
                                            </p:attrNameLst>
                                          </p:cBhvr>
                                          <p:to>
                                            <p:strVal val="hidden"/>
                                          </p:to>
                                        </p:set>
                                      </p:childTnLst>
                                    </p:cTn>
                                  </p:par>
                                  <p:par>
                                    <p:cTn id="64" presetID="2" presetClass="exit" presetSubtype="3" accel="100000" fill="hold" grpId="1" nodeType="withEffect">
                                      <p:stCondLst>
                                        <p:cond delay="100"/>
                                      </p:stCondLst>
                                      <p:childTnLst>
                                        <p:anim calcmode="lin" valueType="num">
                                          <p:cBhvr additive="base">
                                            <p:cTn id="65" dur="500"/>
                                            <p:tgtEl>
                                              <p:spTgt spid="4"/>
                                            </p:tgtEl>
                                            <p:attrNameLst>
                                              <p:attrName>ppt_x</p:attrName>
                                            </p:attrNameLst>
                                          </p:cBhvr>
                                          <p:tavLst>
                                            <p:tav tm="0">
                                              <p:val>
                                                <p:strVal val="ppt_x"/>
                                              </p:val>
                                            </p:tav>
                                            <p:tav tm="100000">
                                              <p:val>
                                                <p:strVal val="1+ppt_w/2"/>
                                              </p:val>
                                            </p:tav>
                                          </p:tavLst>
                                        </p:anim>
                                        <p:anim calcmode="lin" valueType="num">
                                          <p:cBhvr additive="base">
                                            <p:cTn id="66" dur="500"/>
                                            <p:tgtEl>
                                              <p:spTgt spid="4"/>
                                            </p:tgtEl>
                                            <p:attrNameLst>
                                              <p:attrName>ppt_y</p:attrName>
                                            </p:attrNameLst>
                                          </p:cBhvr>
                                          <p:tavLst>
                                            <p:tav tm="0">
                                              <p:val>
                                                <p:strVal val="ppt_y"/>
                                              </p:val>
                                            </p:tav>
                                            <p:tav tm="100000">
                                              <p:val>
                                                <p:strVal val="0-ppt_h/2"/>
                                              </p:val>
                                            </p:tav>
                                          </p:tavLst>
                                        </p:anim>
                                        <p:set>
                                          <p:cBhvr>
                                            <p:cTn id="67" dur="1" fill="hold">
                                              <p:stCondLst>
                                                <p:cond delay="499"/>
                                              </p:stCondLst>
                                            </p:cTn>
                                            <p:tgtEl>
                                              <p:spTgt spid="4"/>
                                            </p:tgtEl>
                                            <p:attrNameLst>
                                              <p:attrName>style.visibility</p:attrName>
                                            </p:attrNameLst>
                                          </p:cBhvr>
                                          <p:to>
                                            <p:strVal val="hidden"/>
                                          </p:to>
                                        </p:set>
                                      </p:childTnLst>
                                    </p:cTn>
                                  </p:par>
                                  <p:par>
                                    <p:cTn id="68" presetID="2" presetClass="exit" presetSubtype="12" fill="hold" grpId="1" nodeType="withEffect">
                                      <p:stCondLst>
                                        <p:cond delay="200"/>
                                      </p:stCondLst>
                                      <p:childTnLst>
                                        <p:anim calcmode="lin" valueType="num">
                                          <p:cBhvr additive="base">
                                            <p:cTn id="69" dur="500"/>
                                            <p:tgtEl>
                                              <p:spTgt spid="7"/>
                                            </p:tgtEl>
                                            <p:attrNameLst>
                                              <p:attrName>ppt_x</p:attrName>
                                            </p:attrNameLst>
                                          </p:cBhvr>
                                          <p:tavLst>
                                            <p:tav tm="0">
                                              <p:val>
                                                <p:strVal val="ppt_x"/>
                                              </p:val>
                                            </p:tav>
                                            <p:tav tm="100000">
                                              <p:val>
                                                <p:strVal val="0-ppt_w/2"/>
                                              </p:val>
                                            </p:tav>
                                          </p:tavLst>
                                        </p:anim>
                                        <p:anim calcmode="lin" valueType="num">
                                          <p:cBhvr additive="base">
                                            <p:cTn id="70" dur="500"/>
                                            <p:tgtEl>
                                              <p:spTgt spid="7"/>
                                            </p:tgtEl>
                                            <p:attrNameLst>
                                              <p:attrName>ppt_y</p:attrName>
                                            </p:attrNameLst>
                                          </p:cBhvr>
                                          <p:tavLst>
                                            <p:tav tm="0">
                                              <p:val>
                                                <p:strVal val="ppt_y"/>
                                              </p:val>
                                            </p:tav>
                                            <p:tav tm="100000">
                                              <p:val>
                                                <p:strVal val="1+ppt_h/2"/>
                                              </p:val>
                                            </p:tav>
                                          </p:tavLst>
                                        </p:anim>
                                        <p:set>
                                          <p:cBhvr>
                                            <p:cTn id="71"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P spid="7" grpId="0" animBg="1"/>
          <p:bldP spid="7" grpId="1" animBg="1"/>
          <p:bldP spid="13" grpId="0" animBg="1"/>
          <p:bldP spid="13" grpId="1" animBg="1"/>
          <p:bldP spid="14" grpId="0" animBg="1"/>
          <p:bldP spid="14" grpId="1" animBg="1"/>
          <p:bldP spid="12" grpId="0" build="allAtOnce"/>
          <p:bldP spid="12" grpId="1" build="allAtOnce"/>
          <p:bldP spid="4" grpId="0" animBg="1"/>
          <p:bldP spid="4" grpId="1" animBg="1"/>
          <p:bldP spid="5" grpId="0" animBg="1"/>
          <p:bldP spid="5" grpId="1" animBg="1"/>
          <p:bldP spid="11" grpId="0" build="p"/>
          <p:bldP spid="11" grpId="1" build="p"/>
        </p:bldLst>
      </p:timing>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4">
            <a:lumMod val="40000"/>
            <a:lumOff val="60000"/>
          </a:schemeClr>
        </a:solidFill>
        <a:effectLst/>
      </p:bgPr>
    </p:bg>
    <p:spTree>
      <p:nvGrpSpPr>
        <p:cNvPr id="1" name="">
          <a:extLst>
            <a:ext uri="{FF2B5EF4-FFF2-40B4-BE49-F238E27FC236}">
              <a16:creationId xmlns:a16="http://schemas.microsoft.com/office/drawing/2014/main" id="{084167D3-F5C0-F44F-F418-C06880FA85A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5F4D50E-3B3F-399F-A292-9215C67B31DE}"/>
              </a:ext>
            </a:extLst>
          </p:cNvPr>
          <p:cNvSpPr txBox="1"/>
          <p:nvPr/>
        </p:nvSpPr>
        <p:spPr>
          <a:xfrm>
            <a:off x="464456" y="188686"/>
            <a:ext cx="6139543" cy="923330"/>
          </a:xfrm>
          <a:prstGeom prst="rect">
            <a:avLst/>
          </a:prstGeom>
          <a:noFill/>
        </p:spPr>
        <p:txBody>
          <a:bodyPr wrap="square" rtlCol="0">
            <a:spAutoFit/>
          </a:bodyPr>
          <a:lstStyle/>
          <a:p>
            <a:r>
              <a:rPr lang="en-US" sz="5400">
                <a:latin typeface="Avenir Next LT Pro" panose="020B0504020202020204" pitchFamily="34" charset="0"/>
              </a:rPr>
              <a:t>XXXXX XXXXXXXX</a:t>
            </a:r>
          </a:p>
        </p:txBody>
      </p:sp>
      <p:sp>
        <p:nvSpPr>
          <p:cNvPr id="7" name="Rectangle 6">
            <a:extLst>
              <a:ext uri="{FF2B5EF4-FFF2-40B4-BE49-F238E27FC236}">
                <a16:creationId xmlns:a16="http://schemas.microsoft.com/office/drawing/2014/main" id="{48DD0621-DB56-E981-442C-F7FE8338379F}"/>
              </a:ext>
            </a:extLst>
          </p:cNvPr>
          <p:cNvSpPr/>
          <p:nvPr/>
        </p:nvSpPr>
        <p:spPr>
          <a:xfrm>
            <a:off x="4230912" y="1669143"/>
            <a:ext cx="957944" cy="957944"/>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ysClr val="windowText" lastClr="000000"/>
                </a:solidFill>
              </a:rPr>
              <a:t>XXXX</a:t>
            </a:r>
          </a:p>
        </p:txBody>
      </p:sp>
      <p:sp>
        <p:nvSpPr>
          <p:cNvPr id="9" name="Rectangle 8">
            <a:extLst>
              <a:ext uri="{FF2B5EF4-FFF2-40B4-BE49-F238E27FC236}">
                <a16:creationId xmlns:a16="http://schemas.microsoft.com/office/drawing/2014/main" id="{EFBA0449-46F4-621D-B167-7F9115A94504}"/>
              </a:ext>
            </a:extLst>
          </p:cNvPr>
          <p:cNvSpPr/>
          <p:nvPr/>
        </p:nvSpPr>
        <p:spPr>
          <a:xfrm rot="2700000">
            <a:off x="4230912" y="3184214"/>
            <a:ext cx="957944" cy="957944"/>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ysClr val="windowText" lastClr="000000"/>
                </a:solidFill>
              </a:rPr>
              <a:t>XXXXXX</a:t>
            </a:r>
          </a:p>
        </p:txBody>
      </p:sp>
      <p:sp>
        <p:nvSpPr>
          <p:cNvPr id="11" name="Rectangle 10">
            <a:extLst>
              <a:ext uri="{FF2B5EF4-FFF2-40B4-BE49-F238E27FC236}">
                <a16:creationId xmlns:a16="http://schemas.microsoft.com/office/drawing/2014/main" id="{2A4B402E-9605-235D-09BC-16B13C161509}"/>
              </a:ext>
            </a:extLst>
          </p:cNvPr>
          <p:cNvSpPr/>
          <p:nvPr/>
        </p:nvSpPr>
        <p:spPr>
          <a:xfrm rot="2700000">
            <a:off x="4332914" y="4801287"/>
            <a:ext cx="753940" cy="753940"/>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ysClr val="windowText" lastClr="000000"/>
                </a:solidFill>
              </a:rPr>
              <a:t>XXXXX</a:t>
            </a:r>
          </a:p>
        </p:txBody>
      </p:sp>
      <p:sp>
        <p:nvSpPr>
          <p:cNvPr id="5" name="Rectangle 4">
            <a:extLst>
              <a:ext uri="{FF2B5EF4-FFF2-40B4-BE49-F238E27FC236}">
                <a16:creationId xmlns:a16="http://schemas.microsoft.com/office/drawing/2014/main" id="{318C70DA-C9F8-8D7A-7FE9-18A6C7C03842}"/>
              </a:ext>
            </a:extLst>
          </p:cNvPr>
          <p:cNvSpPr/>
          <p:nvPr/>
        </p:nvSpPr>
        <p:spPr>
          <a:xfrm>
            <a:off x="609598" y="1669143"/>
            <a:ext cx="957944" cy="957944"/>
          </a:xfrm>
          <a:prstGeom prst="rect">
            <a:avLst/>
          </a:prstGeom>
          <a:solidFill>
            <a:schemeClr val="accent2"/>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accent4">
                    <a:lumMod val="20000"/>
                    <a:lumOff val="80000"/>
                  </a:schemeClr>
                </a:solidFill>
              </a:rPr>
              <a:t>XXXX</a:t>
            </a:r>
          </a:p>
        </p:txBody>
      </p:sp>
      <p:sp>
        <p:nvSpPr>
          <p:cNvPr id="8" name="Rectangle 7">
            <a:extLst>
              <a:ext uri="{FF2B5EF4-FFF2-40B4-BE49-F238E27FC236}">
                <a16:creationId xmlns:a16="http://schemas.microsoft.com/office/drawing/2014/main" id="{16F40D03-53DA-08BD-6116-937249ED1376}"/>
              </a:ext>
            </a:extLst>
          </p:cNvPr>
          <p:cNvSpPr/>
          <p:nvPr/>
        </p:nvSpPr>
        <p:spPr>
          <a:xfrm>
            <a:off x="609598" y="3184214"/>
            <a:ext cx="957944" cy="957944"/>
          </a:xfrm>
          <a:prstGeom prst="rect">
            <a:avLst/>
          </a:prstGeom>
          <a:solidFill>
            <a:schemeClr val="accent2"/>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accent4">
                    <a:lumMod val="20000"/>
                    <a:lumOff val="80000"/>
                  </a:schemeClr>
                </a:solidFill>
              </a:rPr>
              <a:t>XXXXXX</a:t>
            </a:r>
          </a:p>
        </p:txBody>
      </p:sp>
      <p:sp>
        <p:nvSpPr>
          <p:cNvPr id="10" name="Rectangle 9">
            <a:extLst>
              <a:ext uri="{FF2B5EF4-FFF2-40B4-BE49-F238E27FC236}">
                <a16:creationId xmlns:a16="http://schemas.microsoft.com/office/drawing/2014/main" id="{DE8F978B-43D2-5630-94F1-5B64722921A7}"/>
              </a:ext>
            </a:extLst>
          </p:cNvPr>
          <p:cNvSpPr/>
          <p:nvPr/>
        </p:nvSpPr>
        <p:spPr>
          <a:xfrm>
            <a:off x="609598" y="4699285"/>
            <a:ext cx="957944" cy="957944"/>
          </a:xfrm>
          <a:prstGeom prst="rect">
            <a:avLst/>
          </a:prstGeom>
          <a:solidFill>
            <a:schemeClr val="accent2"/>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accent4">
                    <a:lumMod val="20000"/>
                    <a:lumOff val="80000"/>
                  </a:schemeClr>
                </a:solidFill>
              </a:rPr>
              <a:t>XXXXX</a:t>
            </a:r>
          </a:p>
        </p:txBody>
      </p:sp>
      <p:grpSp>
        <p:nvGrpSpPr>
          <p:cNvPr id="16" name="Group 15">
            <a:extLst>
              <a:ext uri="{FF2B5EF4-FFF2-40B4-BE49-F238E27FC236}">
                <a16:creationId xmlns:a16="http://schemas.microsoft.com/office/drawing/2014/main" id="{15FFA3EF-DB90-299B-D84F-5C48D5182EBA}"/>
              </a:ext>
            </a:extLst>
          </p:cNvPr>
          <p:cNvGrpSpPr/>
          <p:nvPr/>
        </p:nvGrpSpPr>
        <p:grpSpPr>
          <a:xfrm rot="2305220">
            <a:off x="9531383" y="1817872"/>
            <a:ext cx="933729" cy="1083126"/>
            <a:chOff x="6843798" y="1669144"/>
            <a:chExt cx="933729" cy="1083126"/>
          </a:xfrm>
          <a:noFill/>
        </p:grpSpPr>
        <p:sp>
          <p:nvSpPr>
            <p:cNvPr id="17" name="Isosceles Triangle 16">
              <a:extLst>
                <a:ext uri="{FF2B5EF4-FFF2-40B4-BE49-F238E27FC236}">
                  <a16:creationId xmlns:a16="http://schemas.microsoft.com/office/drawing/2014/main" id="{CEE80482-5E2D-031B-855B-3E23B0C36495}"/>
                </a:ext>
              </a:extLst>
            </p:cNvPr>
            <p:cNvSpPr/>
            <p:nvPr/>
          </p:nvSpPr>
          <p:spPr>
            <a:xfrm rot="5400000">
              <a:off x="6769100" y="1743842"/>
              <a:ext cx="1083126" cy="93372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5206CC2-18B8-63DC-AB97-322ED21AA35A}"/>
                </a:ext>
              </a:extLst>
            </p:cNvPr>
            <p:cNvSpPr/>
            <p:nvPr/>
          </p:nvSpPr>
          <p:spPr>
            <a:xfrm>
              <a:off x="7112000" y="2042431"/>
              <a:ext cx="336550" cy="33655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0E66F0E9-8D49-6249-8A79-D0CB060078EC}"/>
                </a:ext>
              </a:extLst>
            </p:cNvPr>
            <p:cNvSpPr/>
            <p:nvPr/>
          </p:nvSpPr>
          <p:spPr>
            <a:xfrm>
              <a:off x="7243081" y="2107971"/>
              <a:ext cx="205469" cy="205469"/>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 name="Group 19">
            <a:extLst>
              <a:ext uri="{FF2B5EF4-FFF2-40B4-BE49-F238E27FC236}">
                <a16:creationId xmlns:a16="http://schemas.microsoft.com/office/drawing/2014/main" id="{51E78F45-B10A-02CD-946E-5E4E4326A7ED}"/>
              </a:ext>
            </a:extLst>
          </p:cNvPr>
          <p:cNvGrpSpPr/>
          <p:nvPr/>
        </p:nvGrpSpPr>
        <p:grpSpPr>
          <a:xfrm rot="7474587">
            <a:off x="8045235" y="4121150"/>
            <a:ext cx="738622" cy="856802"/>
            <a:chOff x="6843798" y="1669144"/>
            <a:chExt cx="933729" cy="1083126"/>
          </a:xfrm>
          <a:noFill/>
        </p:grpSpPr>
        <p:sp>
          <p:nvSpPr>
            <p:cNvPr id="21" name="Isosceles Triangle 20">
              <a:extLst>
                <a:ext uri="{FF2B5EF4-FFF2-40B4-BE49-F238E27FC236}">
                  <a16:creationId xmlns:a16="http://schemas.microsoft.com/office/drawing/2014/main" id="{215E570D-2CC5-ADD1-F7F5-B4EAA3B4C89D}"/>
                </a:ext>
              </a:extLst>
            </p:cNvPr>
            <p:cNvSpPr/>
            <p:nvPr/>
          </p:nvSpPr>
          <p:spPr>
            <a:xfrm rot="5400000">
              <a:off x="6769100" y="1743842"/>
              <a:ext cx="1083126" cy="93372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01112636-4359-4563-B675-B6F08F11AC72}"/>
                </a:ext>
              </a:extLst>
            </p:cNvPr>
            <p:cNvSpPr/>
            <p:nvPr/>
          </p:nvSpPr>
          <p:spPr>
            <a:xfrm>
              <a:off x="7112000" y="2042431"/>
              <a:ext cx="336550" cy="33655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F0678EB8-9853-DEB7-918F-249DDF63E011}"/>
                </a:ext>
              </a:extLst>
            </p:cNvPr>
            <p:cNvSpPr/>
            <p:nvPr/>
          </p:nvSpPr>
          <p:spPr>
            <a:xfrm>
              <a:off x="7243081" y="2107971"/>
              <a:ext cx="205469" cy="205469"/>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 name="Group 23">
            <a:extLst>
              <a:ext uri="{FF2B5EF4-FFF2-40B4-BE49-F238E27FC236}">
                <a16:creationId xmlns:a16="http://schemas.microsoft.com/office/drawing/2014/main" id="{66E07241-C3A0-112A-30D1-80ACC6049748}"/>
              </a:ext>
            </a:extLst>
          </p:cNvPr>
          <p:cNvGrpSpPr/>
          <p:nvPr/>
        </p:nvGrpSpPr>
        <p:grpSpPr>
          <a:xfrm rot="19929074">
            <a:off x="10040697" y="3772749"/>
            <a:ext cx="1420752" cy="1648073"/>
            <a:chOff x="6843798" y="1669144"/>
            <a:chExt cx="933729" cy="1083126"/>
          </a:xfrm>
          <a:noFill/>
        </p:grpSpPr>
        <p:sp>
          <p:nvSpPr>
            <p:cNvPr id="25" name="Isosceles Triangle 24">
              <a:extLst>
                <a:ext uri="{FF2B5EF4-FFF2-40B4-BE49-F238E27FC236}">
                  <a16:creationId xmlns:a16="http://schemas.microsoft.com/office/drawing/2014/main" id="{FE259884-105A-B5D7-6284-EBEB77FF09D5}"/>
                </a:ext>
              </a:extLst>
            </p:cNvPr>
            <p:cNvSpPr/>
            <p:nvPr/>
          </p:nvSpPr>
          <p:spPr>
            <a:xfrm rot="5400000">
              <a:off x="6769100" y="1743842"/>
              <a:ext cx="1083126" cy="93372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CD1EE81B-1DFB-FA6B-4158-874F56C9E1AA}"/>
                </a:ext>
              </a:extLst>
            </p:cNvPr>
            <p:cNvSpPr/>
            <p:nvPr/>
          </p:nvSpPr>
          <p:spPr>
            <a:xfrm>
              <a:off x="7112000" y="2042431"/>
              <a:ext cx="336550" cy="33655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F9C27321-9EF3-90FF-321D-60128E4FD0A8}"/>
                </a:ext>
              </a:extLst>
            </p:cNvPr>
            <p:cNvSpPr/>
            <p:nvPr/>
          </p:nvSpPr>
          <p:spPr>
            <a:xfrm>
              <a:off x="7243081" y="2107971"/>
              <a:ext cx="205469" cy="205469"/>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 name="TextBox 27">
            <a:extLst>
              <a:ext uri="{FF2B5EF4-FFF2-40B4-BE49-F238E27FC236}">
                <a16:creationId xmlns:a16="http://schemas.microsoft.com/office/drawing/2014/main" id="{89E4F69E-09EB-5416-F7E5-C4BE79D2822E}"/>
              </a:ext>
            </a:extLst>
          </p:cNvPr>
          <p:cNvSpPr txBox="1"/>
          <p:nvPr/>
        </p:nvSpPr>
        <p:spPr>
          <a:xfrm>
            <a:off x="9199239" y="1460500"/>
            <a:ext cx="538791" cy="368300"/>
          </a:xfrm>
          <a:prstGeom prst="rect">
            <a:avLst/>
          </a:prstGeom>
          <a:noFill/>
        </p:spPr>
        <p:txBody>
          <a:bodyPr wrap="square" rtlCol="0">
            <a:spAutoFit/>
          </a:bodyPr>
          <a:lstStyle/>
          <a:p>
            <a:r>
              <a:rPr lang="en-US"/>
              <a:t>X</a:t>
            </a:r>
          </a:p>
        </p:txBody>
      </p:sp>
      <p:sp>
        <p:nvSpPr>
          <p:cNvPr id="29" name="TextBox 28">
            <a:extLst>
              <a:ext uri="{FF2B5EF4-FFF2-40B4-BE49-F238E27FC236}">
                <a16:creationId xmlns:a16="http://schemas.microsoft.com/office/drawing/2014/main" id="{A53A6B12-7CCC-7EDF-8603-C063715B33CE}"/>
              </a:ext>
            </a:extLst>
          </p:cNvPr>
          <p:cNvSpPr txBox="1"/>
          <p:nvPr/>
        </p:nvSpPr>
        <p:spPr>
          <a:xfrm>
            <a:off x="7777528" y="4002352"/>
            <a:ext cx="363172" cy="369332"/>
          </a:xfrm>
          <a:prstGeom prst="rect">
            <a:avLst/>
          </a:prstGeom>
          <a:noFill/>
        </p:spPr>
        <p:txBody>
          <a:bodyPr wrap="square" rtlCol="0">
            <a:spAutoFit/>
          </a:bodyPr>
          <a:lstStyle/>
          <a:p>
            <a:r>
              <a:rPr lang="en-US"/>
              <a:t>X</a:t>
            </a:r>
          </a:p>
        </p:txBody>
      </p:sp>
      <p:sp>
        <p:nvSpPr>
          <p:cNvPr id="30" name="TextBox 29">
            <a:extLst>
              <a:ext uri="{FF2B5EF4-FFF2-40B4-BE49-F238E27FC236}">
                <a16:creationId xmlns:a16="http://schemas.microsoft.com/office/drawing/2014/main" id="{738E3303-7209-90E8-5B5D-E13FC69BAF5A}"/>
              </a:ext>
            </a:extLst>
          </p:cNvPr>
          <p:cNvSpPr txBox="1"/>
          <p:nvPr/>
        </p:nvSpPr>
        <p:spPr>
          <a:xfrm>
            <a:off x="10210850" y="3776407"/>
            <a:ext cx="489715" cy="369332"/>
          </a:xfrm>
          <a:prstGeom prst="rect">
            <a:avLst/>
          </a:prstGeom>
          <a:noFill/>
        </p:spPr>
        <p:txBody>
          <a:bodyPr wrap="square" rtlCol="0">
            <a:spAutoFit/>
          </a:bodyPr>
          <a:lstStyle/>
          <a:p>
            <a:r>
              <a:rPr lang="en-US"/>
              <a:t>X</a:t>
            </a:r>
          </a:p>
        </p:txBody>
      </p:sp>
      <p:grpSp>
        <p:nvGrpSpPr>
          <p:cNvPr id="15" name="Group 14">
            <a:extLst>
              <a:ext uri="{FF2B5EF4-FFF2-40B4-BE49-F238E27FC236}">
                <a16:creationId xmlns:a16="http://schemas.microsoft.com/office/drawing/2014/main" id="{901D5AE8-BBFA-75DA-9542-73A5261612B4}"/>
              </a:ext>
            </a:extLst>
          </p:cNvPr>
          <p:cNvGrpSpPr/>
          <p:nvPr/>
        </p:nvGrpSpPr>
        <p:grpSpPr>
          <a:xfrm>
            <a:off x="6843798" y="1669144"/>
            <a:ext cx="933729" cy="1083126"/>
            <a:chOff x="6843798" y="1669144"/>
            <a:chExt cx="933729" cy="1083126"/>
          </a:xfrm>
        </p:grpSpPr>
        <p:sp>
          <p:nvSpPr>
            <p:cNvPr id="12" name="Isosceles Triangle 11">
              <a:extLst>
                <a:ext uri="{FF2B5EF4-FFF2-40B4-BE49-F238E27FC236}">
                  <a16:creationId xmlns:a16="http://schemas.microsoft.com/office/drawing/2014/main" id="{F93165D3-E2F2-F369-1735-207DE2742359}"/>
                </a:ext>
              </a:extLst>
            </p:cNvPr>
            <p:cNvSpPr/>
            <p:nvPr/>
          </p:nvSpPr>
          <p:spPr>
            <a:xfrm rot="5400000">
              <a:off x="6769100" y="1743842"/>
              <a:ext cx="1083126" cy="933729"/>
            </a:xfrm>
            <a:prstGeom prst="triangl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7E2A5F0B-DD6C-48E3-0BDE-350DA095294D}"/>
                </a:ext>
              </a:extLst>
            </p:cNvPr>
            <p:cNvSpPr/>
            <p:nvPr/>
          </p:nvSpPr>
          <p:spPr>
            <a:xfrm>
              <a:off x="7112000" y="2042431"/>
              <a:ext cx="336550" cy="33655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99027FEE-3291-A922-3E8C-23B4C0CC9785}"/>
                </a:ext>
              </a:extLst>
            </p:cNvPr>
            <p:cNvSpPr/>
            <p:nvPr/>
          </p:nvSpPr>
          <p:spPr>
            <a:xfrm>
              <a:off x="7243081" y="2107971"/>
              <a:ext cx="205469" cy="205469"/>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5" name="Rectangle 34">
            <a:extLst>
              <a:ext uri="{FF2B5EF4-FFF2-40B4-BE49-F238E27FC236}">
                <a16:creationId xmlns:a16="http://schemas.microsoft.com/office/drawing/2014/main" id="{A92B061B-9666-976E-8D94-8C6D65D0A22D}"/>
              </a:ext>
            </a:extLst>
          </p:cNvPr>
          <p:cNvSpPr/>
          <p:nvPr/>
        </p:nvSpPr>
        <p:spPr>
          <a:xfrm>
            <a:off x="-1303406" y="798794"/>
            <a:ext cx="478578" cy="4781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mj-lt"/>
              </a:rPr>
              <a:t>X</a:t>
            </a:r>
            <a:endParaRPr lang="en-GB">
              <a:latin typeface="+mj-lt"/>
            </a:endParaRPr>
          </a:p>
        </p:txBody>
      </p:sp>
      <p:sp>
        <p:nvSpPr>
          <p:cNvPr id="37" name="Rectangle 36">
            <a:extLst>
              <a:ext uri="{FF2B5EF4-FFF2-40B4-BE49-F238E27FC236}">
                <a16:creationId xmlns:a16="http://schemas.microsoft.com/office/drawing/2014/main" id="{38C34B64-B822-0E21-8279-2F111F58B554}"/>
              </a:ext>
            </a:extLst>
          </p:cNvPr>
          <p:cNvSpPr/>
          <p:nvPr/>
        </p:nvSpPr>
        <p:spPr>
          <a:xfrm>
            <a:off x="-1303406" y="1755431"/>
            <a:ext cx="478578" cy="4781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mj-lt"/>
              </a:rPr>
              <a:t>X</a:t>
            </a:r>
            <a:endParaRPr lang="en-GB">
              <a:latin typeface="+mj-lt"/>
            </a:endParaRPr>
          </a:p>
        </p:txBody>
      </p:sp>
      <p:sp>
        <p:nvSpPr>
          <p:cNvPr id="39" name="Rectangle 38">
            <a:extLst>
              <a:ext uri="{FF2B5EF4-FFF2-40B4-BE49-F238E27FC236}">
                <a16:creationId xmlns:a16="http://schemas.microsoft.com/office/drawing/2014/main" id="{91494AA5-A34D-6630-BFAA-B0BDB278C7E5}"/>
              </a:ext>
            </a:extLst>
          </p:cNvPr>
          <p:cNvSpPr/>
          <p:nvPr/>
        </p:nvSpPr>
        <p:spPr>
          <a:xfrm>
            <a:off x="-1303406" y="2711632"/>
            <a:ext cx="478578" cy="4781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mj-lt"/>
              </a:rPr>
              <a:t>X</a:t>
            </a:r>
            <a:endParaRPr lang="en-GB">
              <a:latin typeface="+mj-lt"/>
            </a:endParaRPr>
          </a:p>
        </p:txBody>
      </p:sp>
      <p:sp>
        <p:nvSpPr>
          <p:cNvPr id="41" name="Rectangle 40">
            <a:extLst>
              <a:ext uri="{FF2B5EF4-FFF2-40B4-BE49-F238E27FC236}">
                <a16:creationId xmlns:a16="http://schemas.microsoft.com/office/drawing/2014/main" id="{734AA49B-EA59-3F32-679E-F2CBA7CD75A6}"/>
              </a:ext>
            </a:extLst>
          </p:cNvPr>
          <p:cNvSpPr/>
          <p:nvPr/>
        </p:nvSpPr>
        <p:spPr>
          <a:xfrm>
            <a:off x="-1303406" y="3668269"/>
            <a:ext cx="478578" cy="4781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mj-lt"/>
              </a:rPr>
              <a:t>X</a:t>
            </a:r>
            <a:endParaRPr lang="en-GB">
              <a:latin typeface="+mj-lt"/>
            </a:endParaRPr>
          </a:p>
        </p:txBody>
      </p:sp>
      <p:sp>
        <p:nvSpPr>
          <p:cNvPr id="43" name="Rectangle 42">
            <a:extLst>
              <a:ext uri="{FF2B5EF4-FFF2-40B4-BE49-F238E27FC236}">
                <a16:creationId xmlns:a16="http://schemas.microsoft.com/office/drawing/2014/main" id="{35AF3355-AE38-0D62-CDCC-B6DFFB9A95EF}"/>
              </a:ext>
            </a:extLst>
          </p:cNvPr>
          <p:cNvSpPr/>
          <p:nvPr/>
        </p:nvSpPr>
        <p:spPr>
          <a:xfrm>
            <a:off x="-1303406" y="4624469"/>
            <a:ext cx="478578" cy="4781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mj-lt"/>
              </a:rPr>
              <a:t>X</a:t>
            </a:r>
            <a:endParaRPr lang="en-GB">
              <a:latin typeface="+mj-lt"/>
            </a:endParaRPr>
          </a:p>
        </p:txBody>
      </p:sp>
      <p:sp>
        <p:nvSpPr>
          <p:cNvPr id="45" name="Rectangle 44">
            <a:extLst>
              <a:ext uri="{FF2B5EF4-FFF2-40B4-BE49-F238E27FC236}">
                <a16:creationId xmlns:a16="http://schemas.microsoft.com/office/drawing/2014/main" id="{BC35BF8E-9723-007E-AF45-4791C2223D54}"/>
              </a:ext>
            </a:extLst>
          </p:cNvPr>
          <p:cNvSpPr/>
          <p:nvPr/>
        </p:nvSpPr>
        <p:spPr>
          <a:xfrm>
            <a:off x="-1303406" y="5581106"/>
            <a:ext cx="478578" cy="4781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mj-lt"/>
              </a:rPr>
              <a:t>X</a:t>
            </a:r>
            <a:endParaRPr lang="en-GB">
              <a:latin typeface="+mj-lt"/>
            </a:endParaRPr>
          </a:p>
        </p:txBody>
      </p:sp>
      <p:sp>
        <p:nvSpPr>
          <p:cNvPr id="36" name="Rectangle 35">
            <a:extLst>
              <a:ext uri="{FF2B5EF4-FFF2-40B4-BE49-F238E27FC236}">
                <a16:creationId xmlns:a16="http://schemas.microsoft.com/office/drawing/2014/main" id="{1945D610-786E-4340-EEBB-128A39697CC8}"/>
              </a:ext>
            </a:extLst>
          </p:cNvPr>
          <p:cNvSpPr/>
          <p:nvPr/>
        </p:nvSpPr>
        <p:spPr>
          <a:xfrm>
            <a:off x="13088353" y="798794"/>
            <a:ext cx="478578" cy="4781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ysClr val="windowText" lastClr="000000"/>
                </a:solidFill>
                <a:latin typeface="+mj-lt"/>
              </a:rPr>
              <a:t>X</a:t>
            </a:r>
            <a:endParaRPr lang="en-GB">
              <a:solidFill>
                <a:sysClr val="windowText" lastClr="000000"/>
              </a:solidFill>
              <a:latin typeface="+mj-lt"/>
            </a:endParaRPr>
          </a:p>
        </p:txBody>
      </p:sp>
      <p:sp>
        <p:nvSpPr>
          <p:cNvPr id="38" name="Rectangle 37">
            <a:extLst>
              <a:ext uri="{FF2B5EF4-FFF2-40B4-BE49-F238E27FC236}">
                <a16:creationId xmlns:a16="http://schemas.microsoft.com/office/drawing/2014/main" id="{F7824A98-D307-6E98-5DE3-AE2487FF8325}"/>
              </a:ext>
            </a:extLst>
          </p:cNvPr>
          <p:cNvSpPr/>
          <p:nvPr/>
        </p:nvSpPr>
        <p:spPr>
          <a:xfrm>
            <a:off x="13088353" y="1755431"/>
            <a:ext cx="478578" cy="4781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ysClr val="windowText" lastClr="000000"/>
                </a:solidFill>
                <a:latin typeface="+mj-lt"/>
              </a:rPr>
              <a:t>X</a:t>
            </a:r>
            <a:endParaRPr lang="en-GB">
              <a:solidFill>
                <a:sysClr val="windowText" lastClr="000000"/>
              </a:solidFill>
              <a:latin typeface="+mj-lt"/>
            </a:endParaRPr>
          </a:p>
        </p:txBody>
      </p:sp>
      <p:sp>
        <p:nvSpPr>
          <p:cNvPr id="40" name="Rectangle 39">
            <a:extLst>
              <a:ext uri="{FF2B5EF4-FFF2-40B4-BE49-F238E27FC236}">
                <a16:creationId xmlns:a16="http://schemas.microsoft.com/office/drawing/2014/main" id="{7580E36E-B28C-96C4-AD08-C035C2FBD1DB}"/>
              </a:ext>
            </a:extLst>
          </p:cNvPr>
          <p:cNvSpPr/>
          <p:nvPr/>
        </p:nvSpPr>
        <p:spPr>
          <a:xfrm>
            <a:off x="13088353" y="2711632"/>
            <a:ext cx="478578" cy="4781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ysClr val="windowText" lastClr="000000"/>
                </a:solidFill>
                <a:latin typeface="+mj-lt"/>
              </a:rPr>
              <a:t>X</a:t>
            </a:r>
            <a:endParaRPr lang="en-GB">
              <a:solidFill>
                <a:sysClr val="windowText" lastClr="000000"/>
              </a:solidFill>
              <a:latin typeface="+mj-lt"/>
            </a:endParaRPr>
          </a:p>
        </p:txBody>
      </p:sp>
      <p:sp>
        <p:nvSpPr>
          <p:cNvPr id="42" name="Rectangle 41">
            <a:extLst>
              <a:ext uri="{FF2B5EF4-FFF2-40B4-BE49-F238E27FC236}">
                <a16:creationId xmlns:a16="http://schemas.microsoft.com/office/drawing/2014/main" id="{7780005F-EBD4-3D3D-D2FB-02E5CCDF87A0}"/>
              </a:ext>
            </a:extLst>
          </p:cNvPr>
          <p:cNvSpPr/>
          <p:nvPr/>
        </p:nvSpPr>
        <p:spPr>
          <a:xfrm>
            <a:off x="13088353" y="3668269"/>
            <a:ext cx="478578" cy="4781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ysClr val="windowText" lastClr="000000"/>
                </a:solidFill>
                <a:latin typeface="+mj-lt"/>
              </a:rPr>
              <a:t>X</a:t>
            </a:r>
            <a:endParaRPr lang="en-GB">
              <a:solidFill>
                <a:sysClr val="windowText" lastClr="000000"/>
              </a:solidFill>
              <a:latin typeface="+mj-lt"/>
            </a:endParaRPr>
          </a:p>
        </p:txBody>
      </p:sp>
      <p:sp>
        <p:nvSpPr>
          <p:cNvPr id="44" name="Rectangle 43">
            <a:extLst>
              <a:ext uri="{FF2B5EF4-FFF2-40B4-BE49-F238E27FC236}">
                <a16:creationId xmlns:a16="http://schemas.microsoft.com/office/drawing/2014/main" id="{483D3B6D-79AD-19BC-412A-76A68F3E7DDE}"/>
              </a:ext>
            </a:extLst>
          </p:cNvPr>
          <p:cNvSpPr/>
          <p:nvPr/>
        </p:nvSpPr>
        <p:spPr>
          <a:xfrm>
            <a:off x="13088353" y="4624469"/>
            <a:ext cx="478578" cy="4781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ysClr val="windowText" lastClr="000000"/>
                </a:solidFill>
                <a:latin typeface="+mj-lt"/>
              </a:rPr>
              <a:t>X</a:t>
            </a:r>
            <a:endParaRPr lang="en-GB">
              <a:solidFill>
                <a:sysClr val="windowText" lastClr="000000"/>
              </a:solidFill>
              <a:latin typeface="+mj-lt"/>
            </a:endParaRPr>
          </a:p>
        </p:txBody>
      </p:sp>
      <p:sp>
        <p:nvSpPr>
          <p:cNvPr id="46" name="Rectangle 45">
            <a:extLst>
              <a:ext uri="{FF2B5EF4-FFF2-40B4-BE49-F238E27FC236}">
                <a16:creationId xmlns:a16="http://schemas.microsoft.com/office/drawing/2014/main" id="{6F650686-7F91-18D1-9021-76AD995704B6}"/>
              </a:ext>
            </a:extLst>
          </p:cNvPr>
          <p:cNvSpPr/>
          <p:nvPr/>
        </p:nvSpPr>
        <p:spPr>
          <a:xfrm>
            <a:off x="13088353" y="5581106"/>
            <a:ext cx="478578" cy="4781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ysClr val="windowText" lastClr="000000"/>
                </a:solidFill>
                <a:latin typeface="+mj-lt"/>
              </a:rPr>
              <a:t>X</a:t>
            </a:r>
            <a:endParaRPr lang="en-GB">
              <a:solidFill>
                <a:sysClr val="windowText" lastClr="000000"/>
              </a:solidFill>
              <a:latin typeface="+mj-lt"/>
            </a:endParaRPr>
          </a:p>
        </p:txBody>
      </p:sp>
    </p:spTree>
    <p:extLst>
      <p:ext uri="{BB962C8B-B14F-4D97-AF65-F5344CB8AC3E}">
        <p14:creationId xmlns:p14="http://schemas.microsoft.com/office/powerpoint/2010/main" val="2227885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0 0 L 0.2970238 0" pathEditMode="relative" ptsTypes="">
                                      <p:cBhvr>
                                        <p:cTn id="6" dur="500" fill="hold"/>
                                        <p:tgtEl>
                                          <p:spTgt spid="5"/>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42" presetClass="path" presetSubtype="0" accel="50000" decel="50000" fill="hold" grpId="0" nodeType="clickEffect">
                                  <p:stCondLst>
                                    <p:cond delay="0"/>
                                  </p:stCondLst>
                                  <p:childTnLst>
                                    <p:animMotion origin="layout" path="M 0 0 L 0.2970238 0" pathEditMode="relative" ptsTypes="">
                                      <p:cBhvr>
                                        <p:cTn id="10" dur="500" fill="hold"/>
                                        <p:tgtEl>
                                          <p:spTgt spid="8"/>
                                        </p:tgtEl>
                                        <p:attrNameLst>
                                          <p:attrName>ppt_x</p:attrName>
                                          <p:attrName>ppt_y</p:attrName>
                                        </p:attrNameLst>
                                      </p:cBhvr>
                                    </p:animMotion>
                                  </p:childTnLst>
                                </p:cTn>
                              </p:par>
                              <p:par>
                                <p:cTn id="11" presetID="8" presetClass="emph" presetSubtype="0" fill="hold" grpId="1" nodeType="withEffect">
                                  <p:stCondLst>
                                    <p:cond delay="0"/>
                                  </p:stCondLst>
                                  <p:childTnLst>
                                    <p:animRot by="21600000" to="2700000">
                                      <p:cBhvr>
                                        <p:cTn id="12" dur="500" fill="hold"/>
                                        <p:tgtEl>
                                          <p:spTgt spid="8"/>
                                        </p:tgtEl>
                                        <p:attrNameLst>
                                          <p:attrName>r</p:attrName>
                                        </p:attrNameLst>
                                      </p:cBhvr>
                                    </p:animRot>
                                  </p:childTnLst>
                                </p:cTn>
                              </p:par>
                            </p:childTnLst>
                          </p:cTn>
                        </p:par>
                      </p:childTnLst>
                    </p:cTn>
                  </p:par>
                  <p:par>
                    <p:cTn id="13" fill="hold">
                      <p:stCondLst>
                        <p:cond delay="indefinite"/>
                      </p:stCondLst>
                      <p:childTnLst>
                        <p:par>
                          <p:cTn id="14" fill="hold">
                            <p:stCondLst>
                              <p:cond delay="0"/>
                            </p:stCondLst>
                            <p:childTnLst>
                              <p:par>
                                <p:cTn id="15" presetID="42" presetClass="path" presetSubtype="0" accel="50000" decel="50000" fill="hold" grpId="0" nodeType="clickEffect">
                                  <p:stCondLst>
                                    <p:cond delay="0"/>
                                  </p:stCondLst>
                                  <p:childTnLst>
                                    <p:animMotion origin="layout" path="M 0 0 L 0.2970238 3.88534E-08" pathEditMode="relative" ptsTypes="">
                                      <p:cBhvr>
                                        <p:cTn id="16" dur="500" fill="hold"/>
                                        <p:tgtEl>
                                          <p:spTgt spid="10"/>
                                        </p:tgtEl>
                                        <p:attrNameLst>
                                          <p:attrName>ppt_x</p:attrName>
                                          <p:attrName>ppt_y</p:attrName>
                                        </p:attrNameLst>
                                      </p:cBhvr>
                                    </p:animMotion>
                                  </p:childTnLst>
                                </p:cTn>
                              </p:par>
                              <p:par>
                                <p:cTn id="17" presetID="8" presetClass="emph" presetSubtype="0" fill="hold" grpId="1" nodeType="withEffect">
                                  <p:stCondLst>
                                    <p:cond delay="0"/>
                                  </p:stCondLst>
                                  <p:childTnLst>
                                    <p:animRot by="21600000" to="2700000">
                                      <p:cBhvr>
                                        <p:cTn id="18" dur="500" fill="hold"/>
                                        <p:tgtEl>
                                          <p:spTgt spid="10"/>
                                        </p:tgtEl>
                                        <p:attrNameLst>
                                          <p:attrName>r</p:attrName>
                                        </p:attrNameLst>
                                      </p:cBhvr>
                                    </p:animRot>
                                  </p:childTnLst>
                                </p:cTn>
                              </p:par>
                              <p:par>
                                <p:cTn id="19" presetID="6" presetClass="emph" presetSubtype="0" fill="hold" grpId="2" nodeType="withEffect">
                                  <p:stCondLst>
                                    <p:cond delay="0"/>
                                  </p:stCondLst>
                                  <p:childTnLst>
                                    <p:animScale>
                                      <p:cBhvr>
                                        <p:cTn id="20" dur="500" fill="hold"/>
                                        <p:tgtEl>
                                          <p:spTgt spid="10"/>
                                        </p:tgtEl>
                                      </p:cBhvr>
                                      <p:by x="150000" y="150000"/>
                                      <p:to x="78704" y="78704"/>
                                    </p:animScale>
                                  </p:childTnLst>
                                </p:cTn>
                              </p:par>
                            </p:childTnLst>
                          </p:cTn>
                        </p:par>
                      </p:childTnLst>
                    </p:cTn>
                  </p:par>
                  <p:par>
                    <p:cTn id="21" fill="hold">
                      <p:stCondLst>
                        <p:cond delay="indefinite"/>
                      </p:stCondLst>
                      <p:childTnLst>
                        <p:par>
                          <p:cTn id="22" fill="hold">
                            <p:stCondLst>
                              <p:cond delay="0"/>
                            </p:stCondLst>
                            <p:childTnLst>
                              <p:par>
                                <p:cTn id="23" presetID="42" presetClass="path" presetSubtype="0" accel="50000" decel="50000" fill="hold" nodeType="clickEffect">
                                  <p:stCondLst>
                                    <p:cond delay="0"/>
                                  </p:stCondLst>
                                  <p:childTnLst>
                                    <p:animMotion origin="layout" path="M 0 0 L 0.2204385 2.168678E-02" pathEditMode="relative" ptsTypes="">
                                      <p:cBhvr>
                                        <p:cTn id="24" dur="500" fill="hold"/>
                                        <p:tgtEl>
                                          <p:spTgt spid="15"/>
                                        </p:tgtEl>
                                        <p:attrNameLst>
                                          <p:attrName>ppt_x</p:attrName>
                                          <p:attrName>ppt_y</p:attrName>
                                        </p:attrNameLst>
                                      </p:cBhvr>
                                    </p:animMotion>
                                  </p:childTnLst>
                                </p:cTn>
                              </p:par>
                              <p:par>
                                <p:cTn id="25" presetID="8" presetClass="emph" presetSubtype="0" fill="hold" nodeType="withEffect">
                                  <p:stCondLst>
                                    <p:cond delay="0"/>
                                  </p:stCondLst>
                                  <p:childTnLst>
                                    <p:animRot by="21600000" to="2305220">
                                      <p:cBhvr>
                                        <p:cTn id="26" dur="500" fill="hold"/>
                                        <p:tgtEl>
                                          <p:spTgt spid="15"/>
                                        </p:tgtEl>
                                        <p:attrNameLst>
                                          <p:attrName>r</p:attrName>
                                        </p:attrNameLst>
                                      </p:cBhvr>
                                    </p:animRot>
                                  </p:childTnLst>
                                </p:cTn>
                              </p:par>
                              <p:par>
                                <p:cTn id="27" presetID="6" presetClass="emph" presetSubtype="0" fill="hold" nodeType="withEffect">
                                  <p:stCondLst>
                                    <p:cond delay="0"/>
                                  </p:stCondLst>
                                  <p:childTnLst>
                                    <p:animScale>
                                      <p:cBhvr>
                                        <p:cTn id="28" dur="500" fill="hold"/>
                                        <p:tgtEl>
                                          <p:spTgt spid="15"/>
                                        </p:tgtEl>
                                      </p:cBhvr>
                                      <p:by x="150000" y="150000"/>
                                      <p:to x="100000" y="100000"/>
                                    </p:animScale>
                                  </p:childTnLst>
                                </p:cTn>
                              </p:par>
                            </p:childTnLst>
                          </p:cTn>
                        </p:par>
                      </p:childTnLst>
                    </p:cTn>
                  </p:par>
                  <p:par>
                    <p:cTn id="29" fill="hold">
                      <p:stCondLst>
                        <p:cond delay="indefinite"/>
                      </p:stCondLst>
                      <p:childTnLst>
                        <p:par>
                          <p:cTn id="30" fill="hold">
                            <p:stCondLst>
                              <p:cond delay="0"/>
                            </p:stCondLst>
                            <p:childTnLst>
                              <p:par>
                                <p:cTn id="31" presetID="42" presetClass="path" presetSubtype="0" accel="50000" decel="50000" fill="hold" nodeType="clickEffect">
                                  <p:stCondLst>
                                    <p:cond delay="0"/>
                                  </p:stCondLst>
                                  <p:childTnLst>
                                    <p:animMotion origin="layout" path="M 0.2204385 2.168678E-02 L 9.054168E-02 0.3410388" pathEditMode="relative" ptsTypes="">
                                      <p:cBhvr>
                                        <p:cTn id="32" dur="500" fill="hold"/>
                                        <p:tgtEl>
                                          <p:spTgt spid="15"/>
                                        </p:tgtEl>
                                        <p:attrNameLst>
                                          <p:attrName>ppt_x</p:attrName>
                                          <p:attrName>ppt_y</p:attrName>
                                        </p:attrNameLst>
                                      </p:cBhvr>
                                    </p:animMotion>
                                  </p:childTnLst>
                                </p:cTn>
                              </p:par>
                              <p:par>
                                <p:cTn id="33" presetID="8" presetClass="emph" presetSubtype="0" fill="hold" nodeType="withEffect">
                                  <p:stCondLst>
                                    <p:cond delay="0"/>
                                  </p:stCondLst>
                                  <p:childTnLst>
                                    <p:animRot by="21600000" to="7474587">
                                      <p:cBhvr>
                                        <p:cTn id="34" dur="500" fill="hold"/>
                                        <p:tgtEl>
                                          <p:spTgt spid="15"/>
                                        </p:tgtEl>
                                        <p:attrNameLst>
                                          <p:attrName>r</p:attrName>
                                        </p:attrNameLst>
                                      </p:cBhvr>
                                    </p:animRot>
                                  </p:childTnLst>
                                </p:cTn>
                              </p:par>
                              <p:par>
                                <p:cTn id="35" presetID="6" presetClass="emph" presetSubtype="0" fill="hold" nodeType="withEffect">
                                  <p:stCondLst>
                                    <p:cond delay="0"/>
                                  </p:stCondLst>
                                  <p:childTnLst>
                                    <p:animScale>
                                      <p:cBhvr>
                                        <p:cTn id="36" dur="500" fill="hold"/>
                                        <p:tgtEl>
                                          <p:spTgt spid="15"/>
                                        </p:tgtEl>
                                      </p:cBhvr>
                                      <p:by x="150000" y="150000"/>
                                      <p:to x="79105" y="79105"/>
                                    </p:animScale>
                                  </p:childTnLst>
                                </p:cTn>
                              </p:par>
                            </p:childTnLst>
                          </p:cTn>
                        </p:par>
                      </p:childTnLst>
                    </p:cTn>
                  </p:par>
                  <p:par>
                    <p:cTn id="37" fill="hold">
                      <p:stCondLst>
                        <p:cond delay="indefinite"/>
                      </p:stCondLst>
                      <p:childTnLst>
                        <p:par>
                          <p:cTn id="38" fill="hold">
                            <p:stCondLst>
                              <p:cond delay="0"/>
                            </p:stCondLst>
                            <p:childTnLst>
                              <p:par>
                                <p:cTn id="39" presetID="42" presetClass="path" presetSubtype="0" accel="50000" decel="50000" fill="hold" nodeType="clickEffect">
                                  <p:stCondLst>
                                    <p:cond delay="0"/>
                                  </p:stCondLst>
                                  <p:childTnLst>
                                    <p:animMotion origin="layout" path="M 9.054168E-02 0.3410388 L 0.2821859 0.3479263" pathEditMode="relative" ptsTypes="">
                                      <p:cBhvr>
                                        <p:cTn id="40" dur="500" fill="hold"/>
                                        <p:tgtEl>
                                          <p:spTgt spid="15"/>
                                        </p:tgtEl>
                                        <p:attrNameLst>
                                          <p:attrName>ppt_x</p:attrName>
                                          <p:attrName>ppt_y</p:attrName>
                                        </p:attrNameLst>
                                      </p:cBhvr>
                                    </p:animMotion>
                                  </p:childTnLst>
                                </p:cTn>
                              </p:par>
                              <p:par>
                                <p:cTn id="41" presetID="8" presetClass="emph" presetSubtype="0" fill="hold" nodeType="withEffect">
                                  <p:stCondLst>
                                    <p:cond delay="0"/>
                                  </p:stCondLst>
                                  <p:childTnLst>
                                    <p:animRot by="21600000" to="19929075">
                                      <p:cBhvr>
                                        <p:cTn id="42" dur="500" fill="hold"/>
                                        <p:tgtEl>
                                          <p:spTgt spid="15"/>
                                        </p:tgtEl>
                                        <p:attrNameLst>
                                          <p:attrName>r</p:attrName>
                                        </p:attrNameLst>
                                      </p:cBhvr>
                                    </p:animRot>
                                  </p:childTnLst>
                                </p:cTn>
                              </p:par>
                              <p:par>
                                <p:cTn id="43" presetID="6" presetClass="emph" presetSubtype="0" fill="hold" nodeType="withEffect">
                                  <p:stCondLst>
                                    <p:cond delay="0"/>
                                  </p:stCondLst>
                                  <p:childTnLst>
                                    <p:animScale>
                                      <p:cBhvr>
                                        <p:cTn id="44" dur="500" fill="hold"/>
                                        <p:tgtEl>
                                          <p:spTgt spid="15"/>
                                        </p:tgtEl>
                                      </p:cBhvr>
                                      <p:by x="150000" y="150000"/>
                                      <p:to x="152159" y="152159"/>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8" grpId="1" animBg="1"/>
      <p:bldP spid="10" grpId="0" animBg="1"/>
      <p:bldP spid="10" grpId="1" animBg="1"/>
      <p:bldP spid="10" grpId="2" animBg="1"/>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4">
            <a:lumMod val="40000"/>
            <a:lumOff val="60000"/>
          </a:schemeClr>
        </a:solidFill>
        <a:effectLst/>
      </p:bgPr>
    </p:bg>
    <p:spTree>
      <p:nvGrpSpPr>
        <p:cNvPr id="1" name="">
          <a:extLst>
            <a:ext uri="{FF2B5EF4-FFF2-40B4-BE49-F238E27FC236}">
              <a16:creationId xmlns:a16="http://schemas.microsoft.com/office/drawing/2014/main" id="{44014F5B-18E4-F732-B35B-D26FBAAE7D2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3B6EDB9-9C9B-E78F-477E-F89F27D5873E}"/>
              </a:ext>
            </a:extLst>
          </p:cNvPr>
          <p:cNvSpPr txBox="1"/>
          <p:nvPr/>
        </p:nvSpPr>
        <p:spPr>
          <a:xfrm>
            <a:off x="4888773" y="1940491"/>
            <a:ext cx="2414451" cy="584775"/>
          </a:xfrm>
          <a:prstGeom prst="rect">
            <a:avLst/>
          </a:prstGeom>
          <a:noFill/>
        </p:spPr>
        <p:txBody>
          <a:bodyPr wrap="square" rtlCol="0">
            <a:spAutoFit/>
          </a:bodyPr>
          <a:lstStyle/>
          <a:p>
            <a:pPr algn="ctr"/>
            <a:r>
              <a:rPr lang="en-US" sz="3200">
                <a:solidFill>
                  <a:schemeClr val="accent4">
                    <a:lumMod val="75000"/>
                  </a:schemeClr>
                </a:solidFill>
                <a:latin typeface="+mj-lt"/>
                <a:ea typeface="ADLaM Display" panose="02010000000000000000" pitchFamily="2" charset="0"/>
                <a:cs typeface="ADLaM Display" panose="02010000000000000000" pitchFamily="2" charset="0"/>
              </a:rPr>
              <a:t>XXXX XX</a:t>
            </a:r>
            <a:endParaRPr lang="en-GB" sz="3200">
              <a:solidFill>
                <a:schemeClr val="accent4">
                  <a:lumMod val="75000"/>
                </a:schemeClr>
              </a:solidFill>
              <a:latin typeface="+mj-lt"/>
              <a:ea typeface="ADLaM Display" panose="02010000000000000000" pitchFamily="2" charset="0"/>
              <a:cs typeface="ADLaM Display" panose="02010000000000000000" pitchFamily="2" charset="0"/>
            </a:endParaRPr>
          </a:p>
        </p:txBody>
      </p:sp>
      <p:sp>
        <p:nvSpPr>
          <p:cNvPr id="4" name="TextBox 3">
            <a:extLst>
              <a:ext uri="{FF2B5EF4-FFF2-40B4-BE49-F238E27FC236}">
                <a16:creationId xmlns:a16="http://schemas.microsoft.com/office/drawing/2014/main" id="{3D3EC58F-A00A-12E3-B627-35E617D05A03}"/>
              </a:ext>
            </a:extLst>
          </p:cNvPr>
          <p:cNvSpPr txBox="1"/>
          <p:nvPr/>
        </p:nvSpPr>
        <p:spPr>
          <a:xfrm>
            <a:off x="4888774" y="983854"/>
            <a:ext cx="2414451" cy="584775"/>
          </a:xfrm>
          <a:prstGeom prst="rect">
            <a:avLst/>
          </a:prstGeom>
          <a:noFill/>
        </p:spPr>
        <p:txBody>
          <a:bodyPr wrap="square" rtlCol="0">
            <a:spAutoFit/>
          </a:bodyPr>
          <a:lstStyle/>
          <a:p>
            <a:pPr algn="ctr"/>
            <a:r>
              <a:rPr lang="en-US" sz="3200">
                <a:solidFill>
                  <a:schemeClr val="accent4">
                    <a:lumMod val="75000"/>
                  </a:schemeClr>
                </a:solidFill>
                <a:latin typeface="+mj-lt"/>
                <a:ea typeface="ADLaM Display" panose="02010000000000000000" pitchFamily="2" charset="0"/>
                <a:cs typeface="ADLaM Display" panose="02010000000000000000" pitchFamily="2" charset="0"/>
              </a:rPr>
              <a:t>XX XXXXXX</a:t>
            </a:r>
            <a:endParaRPr lang="en-GB" sz="3200">
              <a:solidFill>
                <a:schemeClr val="accent4">
                  <a:lumMod val="75000"/>
                </a:schemeClr>
              </a:solidFill>
              <a:latin typeface="+mj-lt"/>
              <a:ea typeface="ADLaM Display" panose="02010000000000000000" pitchFamily="2" charset="0"/>
              <a:cs typeface="ADLaM Display" panose="02010000000000000000" pitchFamily="2" charset="0"/>
            </a:endParaRPr>
          </a:p>
        </p:txBody>
      </p:sp>
      <p:sp>
        <p:nvSpPr>
          <p:cNvPr id="6" name="TextBox 5">
            <a:extLst>
              <a:ext uri="{FF2B5EF4-FFF2-40B4-BE49-F238E27FC236}">
                <a16:creationId xmlns:a16="http://schemas.microsoft.com/office/drawing/2014/main" id="{EE66780E-32B1-E287-C6EA-E7A10E8637FE}"/>
              </a:ext>
            </a:extLst>
          </p:cNvPr>
          <p:cNvSpPr txBox="1"/>
          <p:nvPr/>
        </p:nvSpPr>
        <p:spPr>
          <a:xfrm>
            <a:off x="4888772" y="2897128"/>
            <a:ext cx="2414451" cy="584775"/>
          </a:xfrm>
          <a:prstGeom prst="rect">
            <a:avLst/>
          </a:prstGeom>
          <a:noFill/>
        </p:spPr>
        <p:txBody>
          <a:bodyPr wrap="square" rtlCol="0">
            <a:spAutoFit/>
          </a:bodyPr>
          <a:lstStyle/>
          <a:p>
            <a:pPr algn="ctr"/>
            <a:r>
              <a:rPr lang="en-US" sz="3200">
                <a:solidFill>
                  <a:schemeClr val="accent4">
                    <a:lumMod val="75000"/>
                  </a:schemeClr>
                </a:solidFill>
                <a:latin typeface="+mj-lt"/>
                <a:ea typeface="ADLaM Display" panose="02010000000000000000" pitchFamily="2" charset="0"/>
                <a:cs typeface="ADLaM Display" panose="02010000000000000000" pitchFamily="2" charset="0"/>
              </a:rPr>
              <a:t>XXXX XXX</a:t>
            </a:r>
            <a:endParaRPr lang="en-GB" sz="3200">
              <a:solidFill>
                <a:schemeClr val="accent4">
                  <a:lumMod val="75000"/>
                </a:schemeClr>
              </a:solidFill>
              <a:latin typeface="+mj-lt"/>
              <a:ea typeface="ADLaM Display" panose="02010000000000000000" pitchFamily="2" charset="0"/>
              <a:cs typeface="ADLaM Display" panose="02010000000000000000" pitchFamily="2" charset="0"/>
            </a:endParaRPr>
          </a:p>
        </p:txBody>
      </p:sp>
      <p:sp>
        <p:nvSpPr>
          <p:cNvPr id="31" name="TextBox 30">
            <a:extLst>
              <a:ext uri="{FF2B5EF4-FFF2-40B4-BE49-F238E27FC236}">
                <a16:creationId xmlns:a16="http://schemas.microsoft.com/office/drawing/2014/main" id="{ACBC2CFD-D6CC-613F-A9EE-9F32C4BAB686}"/>
              </a:ext>
            </a:extLst>
          </p:cNvPr>
          <p:cNvSpPr txBox="1"/>
          <p:nvPr/>
        </p:nvSpPr>
        <p:spPr>
          <a:xfrm>
            <a:off x="4888771" y="3853765"/>
            <a:ext cx="2414451" cy="1077218"/>
          </a:xfrm>
          <a:prstGeom prst="rect">
            <a:avLst/>
          </a:prstGeom>
          <a:noFill/>
        </p:spPr>
        <p:txBody>
          <a:bodyPr wrap="square" rtlCol="0">
            <a:spAutoFit/>
          </a:bodyPr>
          <a:lstStyle/>
          <a:p>
            <a:pPr algn="ctr"/>
            <a:r>
              <a:rPr lang="en-US" sz="3200">
                <a:solidFill>
                  <a:schemeClr val="accent4">
                    <a:lumMod val="75000"/>
                  </a:schemeClr>
                </a:solidFill>
                <a:latin typeface="+mj-lt"/>
                <a:ea typeface="ADLaM Display" panose="02010000000000000000" pitchFamily="2" charset="0"/>
                <a:cs typeface="ADLaM Display" panose="02010000000000000000" pitchFamily="2" charset="0"/>
              </a:rPr>
              <a:t>XXXX XX XXX</a:t>
            </a:r>
            <a:endParaRPr lang="en-GB" sz="3200">
              <a:solidFill>
                <a:schemeClr val="accent4">
                  <a:lumMod val="75000"/>
                </a:schemeClr>
              </a:solidFill>
              <a:latin typeface="+mj-lt"/>
              <a:ea typeface="ADLaM Display" panose="02010000000000000000" pitchFamily="2" charset="0"/>
              <a:cs typeface="ADLaM Display" panose="02010000000000000000" pitchFamily="2" charset="0"/>
            </a:endParaRPr>
          </a:p>
        </p:txBody>
      </p:sp>
      <p:sp>
        <p:nvSpPr>
          <p:cNvPr id="32" name="TextBox 31">
            <a:extLst>
              <a:ext uri="{FF2B5EF4-FFF2-40B4-BE49-F238E27FC236}">
                <a16:creationId xmlns:a16="http://schemas.microsoft.com/office/drawing/2014/main" id="{33F502E2-1BDC-7360-6206-32284A9C53BA}"/>
              </a:ext>
            </a:extLst>
          </p:cNvPr>
          <p:cNvSpPr txBox="1"/>
          <p:nvPr/>
        </p:nvSpPr>
        <p:spPr>
          <a:xfrm>
            <a:off x="4888770" y="4810402"/>
            <a:ext cx="2414451" cy="1077218"/>
          </a:xfrm>
          <a:prstGeom prst="rect">
            <a:avLst/>
          </a:prstGeom>
          <a:noFill/>
        </p:spPr>
        <p:txBody>
          <a:bodyPr wrap="square" rtlCol="0">
            <a:spAutoFit/>
          </a:bodyPr>
          <a:lstStyle/>
          <a:p>
            <a:pPr algn="ctr"/>
            <a:r>
              <a:rPr lang="en-US" sz="3200">
                <a:solidFill>
                  <a:schemeClr val="accent4">
                    <a:lumMod val="75000"/>
                  </a:schemeClr>
                </a:solidFill>
                <a:latin typeface="+mj-lt"/>
                <a:ea typeface="ADLaM Display" panose="02010000000000000000" pitchFamily="2" charset="0"/>
                <a:cs typeface="ADLaM Display" panose="02010000000000000000" pitchFamily="2" charset="0"/>
              </a:rPr>
              <a:t>XXXXXX XXX</a:t>
            </a:r>
            <a:endParaRPr lang="en-GB" sz="3200">
              <a:solidFill>
                <a:schemeClr val="accent4">
                  <a:lumMod val="75000"/>
                </a:schemeClr>
              </a:solidFill>
              <a:latin typeface="+mj-lt"/>
              <a:ea typeface="ADLaM Display" panose="02010000000000000000" pitchFamily="2" charset="0"/>
              <a:cs typeface="ADLaM Display" panose="02010000000000000000" pitchFamily="2" charset="0"/>
            </a:endParaRPr>
          </a:p>
        </p:txBody>
      </p:sp>
      <p:sp>
        <p:nvSpPr>
          <p:cNvPr id="33" name="TextBox 32">
            <a:extLst>
              <a:ext uri="{FF2B5EF4-FFF2-40B4-BE49-F238E27FC236}">
                <a16:creationId xmlns:a16="http://schemas.microsoft.com/office/drawing/2014/main" id="{711980F5-AF97-644D-D173-483761BB3901}"/>
              </a:ext>
            </a:extLst>
          </p:cNvPr>
          <p:cNvSpPr txBox="1"/>
          <p:nvPr/>
        </p:nvSpPr>
        <p:spPr>
          <a:xfrm>
            <a:off x="4888769" y="5767039"/>
            <a:ext cx="2414451" cy="584775"/>
          </a:xfrm>
          <a:prstGeom prst="rect">
            <a:avLst/>
          </a:prstGeom>
          <a:noFill/>
        </p:spPr>
        <p:txBody>
          <a:bodyPr wrap="square" rtlCol="0">
            <a:spAutoFit/>
          </a:bodyPr>
          <a:lstStyle/>
          <a:p>
            <a:pPr algn="ctr"/>
            <a:r>
              <a:rPr lang="en-US" sz="3200">
                <a:solidFill>
                  <a:schemeClr val="accent4">
                    <a:lumMod val="75000"/>
                  </a:schemeClr>
                </a:solidFill>
                <a:latin typeface="+mj-lt"/>
                <a:ea typeface="ADLaM Display" panose="02010000000000000000" pitchFamily="2" charset="0"/>
                <a:cs typeface="ADLaM Display" panose="02010000000000000000" pitchFamily="2" charset="0"/>
              </a:rPr>
              <a:t>XXXX XXX</a:t>
            </a:r>
            <a:endParaRPr lang="en-GB" sz="3200">
              <a:solidFill>
                <a:schemeClr val="accent4">
                  <a:lumMod val="75000"/>
                </a:schemeClr>
              </a:solidFill>
              <a:latin typeface="+mj-lt"/>
              <a:ea typeface="ADLaM Display" panose="02010000000000000000" pitchFamily="2" charset="0"/>
              <a:cs typeface="ADLaM Display" panose="02010000000000000000" pitchFamily="2" charset="0"/>
            </a:endParaRPr>
          </a:p>
        </p:txBody>
      </p:sp>
      <p:sp>
        <p:nvSpPr>
          <p:cNvPr id="34" name="TextBox 33">
            <a:extLst>
              <a:ext uri="{FF2B5EF4-FFF2-40B4-BE49-F238E27FC236}">
                <a16:creationId xmlns:a16="http://schemas.microsoft.com/office/drawing/2014/main" id="{B2DAE533-BA16-5F59-7015-E3AC0162FA69}"/>
              </a:ext>
            </a:extLst>
          </p:cNvPr>
          <p:cNvSpPr txBox="1"/>
          <p:nvPr/>
        </p:nvSpPr>
        <p:spPr>
          <a:xfrm>
            <a:off x="4888775" y="243840"/>
            <a:ext cx="2414451" cy="1077218"/>
          </a:xfrm>
          <a:prstGeom prst="rect">
            <a:avLst/>
          </a:prstGeom>
          <a:noFill/>
        </p:spPr>
        <p:txBody>
          <a:bodyPr wrap="square" rtlCol="0">
            <a:spAutoFit/>
          </a:bodyPr>
          <a:lstStyle/>
          <a:p>
            <a:pPr algn="ctr"/>
            <a:r>
              <a:rPr lang="en-US" sz="3200">
                <a:latin typeface="+mj-lt"/>
                <a:ea typeface="ADLaM Display" panose="02010000000000000000" pitchFamily="2" charset="0"/>
                <a:cs typeface="ADLaM Display" panose="02010000000000000000" pitchFamily="2" charset="0"/>
              </a:rPr>
              <a:t>XXXXXX XXXX</a:t>
            </a:r>
            <a:endParaRPr lang="en-GB" sz="3200">
              <a:latin typeface="+mj-lt"/>
              <a:ea typeface="ADLaM Display" panose="02010000000000000000" pitchFamily="2" charset="0"/>
              <a:cs typeface="ADLaM Display" panose="02010000000000000000" pitchFamily="2" charset="0"/>
            </a:endParaRPr>
          </a:p>
        </p:txBody>
      </p:sp>
      <p:sp>
        <p:nvSpPr>
          <p:cNvPr id="35" name="Rectangle 34">
            <a:extLst>
              <a:ext uri="{FF2B5EF4-FFF2-40B4-BE49-F238E27FC236}">
                <a16:creationId xmlns:a16="http://schemas.microsoft.com/office/drawing/2014/main" id="{91AF9465-95B3-A5CA-14CF-5D9AD11B9C08}"/>
              </a:ext>
            </a:extLst>
          </p:cNvPr>
          <p:cNvSpPr/>
          <p:nvPr/>
        </p:nvSpPr>
        <p:spPr>
          <a:xfrm>
            <a:off x="2808711" y="1037192"/>
            <a:ext cx="478578" cy="4781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mj-lt"/>
              </a:rPr>
              <a:t>X</a:t>
            </a:r>
            <a:endParaRPr lang="en-GB">
              <a:latin typeface="+mj-lt"/>
            </a:endParaRPr>
          </a:p>
        </p:txBody>
      </p:sp>
      <p:sp>
        <p:nvSpPr>
          <p:cNvPr id="36" name="Rectangle 35">
            <a:extLst>
              <a:ext uri="{FF2B5EF4-FFF2-40B4-BE49-F238E27FC236}">
                <a16:creationId xmlns:a16="http://schemas.microsoft.com/office/drawing/2014/main" id="{06B98F86-091C-6382-4C32-F1041C47A510}"/>
              </a:ext>
            </a:extLst>
          </p:cNvPr>
          <p:cNvSpPr/>
          <p:nvPr/>
        </p:nvSpPr>
        <p:spPr>
          <a:xfrm>
            <a:off x="8904711" y="1037192"/>
            <a:ext cx="478578" cy="4781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ysClr val="windowText" lastClr="000000"/>
                </a:solidFill>
                <a:latin typeface="+mj-lt"/>
              </a:rPr>
              <a:t>X</a:t>
            </a:r>
            <a:endParaRPr lang="en-GB">
              <a:solidFill>
                <a:sysClr val="windowText" lastClr="000000"/>
              </a:solidFill>
              <a:latin typeface="+mj-lt"/>
            </a:endParaRPr>
          </a:p>
        </p:txBody>
      </p:sp>
      <p:sp>
        <p:nvSpPr>
          <p:cNvPr id="37" name="Rectangle 36">
            <a:extLst>
              <a:ext uri="{FF2B5EF4-FFF2-40B4-BE49-F238E27FC236}">
                <a16:creationId xmlns:a16="http://schemas.microsoft.com/office/drawing/2014/main" id="{FEA1BE40-B049-6D5D-F13E-EA2A865CAC42}"/>
              </a:ext>
            </a:extLst>
          </p:cNvPr>
          <p:cNvSpPr/>
          <p:nvPr/>
        </p:nvSpPr>
        <p:spPr>
          <a:xfrm>
            <a:off x="2808711" y="1993829"/>
            <a:ext cx="478578" cy="4781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mj-lt"/>
              </a:rPr>
              <a:t>X</a:t>
            </a:r>
            <a:endParaRPr lang="en-GB">
              <a:latin typeface="+mj-lt"/>
            </a:endParaRPr>
          </a:p>
        </p:txBody>
      </p:sp>
      <p:sp>
        <p:nvSpPr>
          <p:cNvPr id="38" name="Rectangle 37">
            <a:extLst>
              <a:ext uri="{FF2B5EF4-FFF2-40B4-BE49-F238E27FC236}">
                <a16:creationId xmlns:a16="http://schemas.microsoft.com/office/drawing/2014/main" id="{F621310B-D9E5-98AB-C194-9CC39CF83643}"/>
              </a:ext>
            </a:extLst>
          </p:cNvPr>
          <p:cNvSpPr/>
          <p:nvPr/>
        </p:nvSpPr>
        <p:spPr>
          <a:xfrm>
            <a:off x="8904711" y="1993829"/>
            <a:ext cx="478578" cy="4781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ysClr val="windowText" lastClr="000000"/>
                </a:solidFill>
                <a:latin typeface="+mj-lt"/>
              </a:rPr>
              <a:t>X</a:t>
            </a:r>
            <a:endParaRPr lang="en-GB">
              <a:solidFill>
                <a:sysClr val="windowText" lastClr="000000"/>
              </a:solidFill>
              <a:latin typeface="+mj-lt"/>
            </a:endParaRPr>
          </a:p>
        </p:txBody>
      </p:sp>
      <p:sp>
        <p:nvSpPr>
          <p:cNvPr id="39" name="Rectangle 38">
            <a:extLst>
              <a:ext uri="{FF2B5EF4-FFF2-40B4-BE49-F238E27FC236}">
                <a16:creationId xmlns:a16="http://schemas.microsoft.com/office/drawing/2014/main" id="{7D34A77E-F04F-5FC8-50F2-8F484C89B9C9}"/>
              </a:ext>
            </a:extLst>
          </p:cNvPr>
          <p:cNvSpPr/>
          <p:nvPr/>
        </p:nvSpPr>
        <p:spPr>
          <a:xfrm>
            <a:off x="2808711" y="2950030"/>
            <a:ext cx="478578" cy="4781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mj-lt"/>
              </a:rPr>
              <a:t>X</a:t>
            </a:r>
            <a:endParaRPr lang="en-GB">
              <a:latin typeface="+mj-lt"/>
            </a:endParaRPr>
          </a:p>
        </p:txBody>
      </p:sp>
      <p:sp>
        <p:nvSpPr>
          <p:cNvPr id="40" name="Rectangle 39">
            <a:extLst>
              <a:ext uri="{FF2B5EF4-FFF2-40B4-BE49-F238E27FC236}">
                <a16:creationId xmlns:a16="http://schemas.microsoft.com/office/drawing/2014/main" id="{75B6F005-9540-AA89-8F83-D2A375D2E5D7}"/>
              </a:ext>
            </a:extLst>
          </p:cNvPr>
          <p:cNvSpPr/>
          <p:nvPr/>
        </p:nvSpPr>
        <p:spPr>
          <a:xfrm>
            <a:off x="8904711" y="2950030"/>
            <a:ext cx="478578" cy="4781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ysClr val="windowText" lastClr="000000"/>
                </a:solidFill>
                <a:latin typeface="+mj-lt"/>
              </a:rPr>
              <a:t>X</a:t>
            </a:r>
            <a:endParaRPr lang="en-GB">
              <a:solidFill>
                <a:sysClr val="windowText" lastClr="000000"/>
              </a:solidFill>
              <a:latin typeface="+mj-lt"/>
            </a:endParaRPr>
          </a:p>
        </p:txBody>
      </p:sp>
      <p:sp>
        <p:nvSpPr>
          <p:cNvPr id="41" name="Rectangle 40">
            <a:extLst>
              <a:ext uri="{FF2B5EF4-FFF2-40B4-BE49-F238E27FC236}">
                <a16:creationId xmlns:a16="http://schemas.microsoft.com/office/drawing/2014/main" id="{4A95187C-C2DE-990E-6C5F-0407AE85849A}"/>
              </a:ext>
            </a:extLst>
          </p:cNvPr>
          <p:cNvSpPr/>
          <p:nvPr/>
        </p:nvSpPr>
        <p:spPr>
          <a:xfrm>
            <a:off x="2808711" y="3906667"/>
            <a:ext cx="478578" cy="4781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mj-lt"/>
              </a:rPr>
              <a:t>X</a:t>
            </a:r>
            <a:endParaRPr lang="en-GB">
              <a:latin typeface="+mj-lt"/>
            </a:endParaRPr>
          </a:p>
        </p:txBody>
      </p:sp>
      <p:sp>
        <p:nvSpPr>
          <p:cNvPr id="42" name="Rectangle 41">
            <a:extLst>
              <a:ext uri="{FF2B5EF4-FFF2-40B4-BE49-F238E27FC236}">
                <a16:creationId xmlns:a16="http://schemas.microsoft.com/office/drawing/2014/main" id="{270BDF06-452A-D19C-F65D-ADF6F37827D1}"/>
              </a:ext>
            </a:extLst>
          </p:cNvPr>
          <p:cNvSpPr/>
          <p:nvPr/>
        </p:nvSpPr>
        <p:spPr>
          <a:xfrm>
            <a:off x="8904711" y="3906667"/>
            <a:ext cx="478578" cy="4781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ysClr val="windowText" lastClr="000000"/>
                </a:solidFill>
                <a:latin typeface="+mj-lt"/>
              </a:rPr>
              <a:t>X</a:t>
            </a:r>
            <a:endParaRPr lang="en-GB">
              <a:solidFill>
                <a:sysClr val="windowText" lastClr="000000"/>
              </a:solidFill>
              <a:latin typeface="+mj-lt"/>
            </a:endParaRPr>
          </a:p>
        </p:txBody>
      </p:sp>
      <p:sp>
        <p:nvSpPr>
          <p:cNvPr id="43" name="Rectangle 42">
            <a:extLst>
              <a:ext uri="{FF2B5EF4-FFF2-40B4-BE49-F238E27FC236}">
                <a16:creationId xmlns:a16="http://schemas.microsoft.com/office/drawing/2014/main" id="{EF8B9E40-0EC6-CB93-C401-9E81D3043DF6}"/>
              </a:ext>
            </a:extLst>
          </p:cNvPr>
          <p:cNvSpPr/>
          <p:nvPr/>
        </p:nvSpPr>
        <p:spPr>
          <a:xfrm>
            <a:off x="2808711" y="4862867"/>
            <a:ext cx="478578" cy="4781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mj-lt"/>
              </a:rPr>
              <a:t>X</a:t>
            </a:r>
            <a:endParaRPr lang="en-GB">
              <a:latin typeface="+mj-lt"/>
            </a:endParaRPr>
          </a:p>
        </p:txBody>
      </p:sp>
      <p:sp>
        <p:nvSpPr>
          <p:cNvPr id="44" name="Rectangle 43">
            <a:extLst>
              <a:ext uri="{FF2B5EF4-FFF2-40B4-BE49-F238E27FC236}">
                <a16:creationId xmlns:a16="http://schemas.microsoft.com/office/drawing/2014/main" id="{C58777A2-38AE-1323-8E43-A86122DEC232}"/>
              </a:ext>
            </a:extLst>
          </p:cNvPr>
          <p:cNvSpPr/>
          <p:nvPr/>
        </p:nvSpPr>
        <p:spPr>
          <a:xfrm>
            <a:off x="8904711" y="4862867"/>
            <a:ext cx="478578" cy="4781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ysClr val="windowText" lastClr="000000"/>
                </a:solidFill>
                <a:latin typeface="+mj-lt"/>
              </a:rPr>
              <a:t>X</a:t>
            </a:r>
            <a:endParaRPr lang="en-GB">
              <a:solidFill>
                <a:sysClr val="windowText" lastClr="000000"/>
              </a:solidFill>
              <a:latin typeface="+mj-lt"/>
            </a:endParaRPr>
          </a:p>
        </p:txBody>
      </p:sp>
      <p:sp>
        <p:nvSpPr>
          <p:cNvPr id="45" name="Rectangle 44">
            <a:extLst>
              <a:ext uri="{FF2B5EF4-FFF2-40B4-BE49-F238E27FC236}">
                <a16:creationId xmlns:a16="http://schemas.microsoft.com/office/drawing/2014/main" id="{5CB7A94A-7427-59B9-A6DF-51127C492898}"/>
              </a:ext>
            </a:extLst>
          </p:cNvPr>
          <p:cNvSpPr/>
          <p:nvPr/>
        </p:nvSpPr>
        <p:spPr>
          <a:xfrm>
            <a:off x="2808711" y="5819504"/>
            <a:ext cx="478578" cy="4781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mj-lt"/>
              </a:rPr>
              <a:t>X</a:t>
            </a:r>
            <a:endParaRPr lang="en-GB">
              <a:latin typeface="+mj-lt"/>
            </a:endParaRPr>
          </a:p>
        </p:txBody>
      </p:sp>
      <p:sp>
        <p:nvSpPr>
          <p:cNvPr id="46" name="Rectangle 45">
            <a:extLst>
              <a:ext uri="{FF2B5EF4-FFF2-40B4-BE49-F238E27FC236}">
                <a16:creationId xmlns:a16="http://schemas.microsoft.com/office/drawing/2014/main" id="{10837063-7C8D-2105-F576-6B71916FE7AD}"/>
              </a:ext>
            </a:extLst>
          </p:cNvPr>
          <p:cNvSpPr/>
          <p:nvPr/>
        </p:nvSpPr>
        <p:spPr>
          <a:xfrm>
            <a:off x="8904711" y="5819504"/>
            <a:ext cx="478578" cy="4781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ysClr val="windowText" lastClr="000000"/>
                </a:solidFill>
                <a:latin typeface="+mj-lt"/>
              </a:rPr>
              <a:t>X</a:t>
            </a:r>
            <a:endParaRPr lang="en-GB">
              <a:solidFill>
                <a:sysClr val="windowText" lastClr="000000"/>
              </a:solidFill>
              <a:latin typeface="+mj-lt"/>
            </a:endParaRPr>
          </a:p>
        </p:txBody>
      </p:sp>
      <p:sp>
        <p:nvSpPr>
          <p:cNvPr id="7" name="Rectangle 6">
            <a:extLst>
              <a:ext uri="{FF2B5EF4-FFF2-40B4-BE49-F238E27FC236}">
                <a16:creationId xmlns:a16="http://schemas.microsoft.com/office/drawing/2014/main" id="{828D47AA-ACB9-DDA3-3AE0-0DA74510A1D2}"/>
              </a:ext>
            </a:extLst>
          </p:cNvPr>
          <p:cNvSpPr/>
          <p:nvPr/>
        </p:nvSpPr>
        <p:spPr>
          <a:xfrm rot="3657677">
            <a:off x="4511798" y="8419895"/>
            <a:ext cx="753940" cy="753940"/>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ysClr val="windowText" lastClr="000000"/>
                </a:solidFill>
              </a:rPr>
              <a:t>XXXXX</a:t>
            </a:r>
          </a:p>
        </p:txBody>
      </p:sp>
      <p:sp>
        <p:nvSpPr>
          <p:cNvPr id="9" name="Rectangle 8">
            <a:extLst>
              <a:ext uri="{FF2B5EF4-FFF2-40B4-BE49-F238E27FC236}">
                <a16:creationId xmlns:a16="http://schemas.microsoft.com/office/drawing/2014/main" id="{634B865D-8AD9-D750-549E-A7A317BF9324}"/>
              </a:ext>
            </a:extLst>
          </p:cNvPr>
          <p:cNvSpPr/>
          <p:nvPr/>
        </p:nvSpPr>
        <p:spPr>
          <a:xfrm rot="1489561">
            <a:off x="609598" y="7462383"/>
            <a:ext cx="957944" cy="957944"/>
          </a:xfrm>
          <a:prstGeom prst="rect">
            <a:avLst/>
          </a:prstGeom>
          <a:solidFill>
            <a:schemeClr val="accent2"/>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accent4">
                    <a:lumMod val="20000"/>
                    <a:lumOff val="80000"/>
                  </a:schemeClr>
                </a:solidFill>
              </a:rPr>
              <a:t>XXXXXX</a:t>
            </a:r>
          </a:p>
        </p:txBody>
      </p:sp>
      <p:sp>
        <p:nvSpPr>
          <p:cNvPr id="10" name="Rectangle 9">
            <a:extLst>
              <a:ext uri="{FF2B5EF4-FFF2-40B4-BE49-F238E27FC236}">
                <a16:creationId xmlns:a16="http://schemas.microsoft.com/office/drawing/2014/main" id="{26342C5D-98B5-7926-B7DB-477623419627}"/>
              </a:ext>
            </a:extLst>
          </p:cNvPr>
          <p:cNvSpPr/>
          <p:nvPr/>
        </p:nvSpPr>
        <p:spPr>
          <a:xfrm rot="20040694">
            <a:off x="1297257" y="8977454"/>
            <a:ext cx="957944" cy="957944"/>
          </a:xfrm>
          <a:prstGeom prst="rect">
            <a:avLst/>
          </a:prstGeom>
          <a:solidFill>
            <a:schemeClr val="accent2"/>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accent4">
                    <a:lumMod val="20000"/>
                    <a:lumOff val="80000"/>
                  </a:schemeClr>
                </a:solidFill>
              </a:rPr>
              <a:t>XXXXX</a:t>
            </a:r>
          </a:p>
        </p:txBody>
      </p:sp>
      <p:grpSp>
        <p:nvGrpSpPr>
          <p:cNvPr id="15" name="Group 14">
            <a:extLst>
              <a:ext uri="{FF2B5EF4-FFF2-40B4-BE49-F238E27FC236}">
                <a16:creationId xmlns:a16="http://schemas.microsoft.com/office/drawing/2014/main" id="{7FFA883C-80CE-D2C6-1E8B-CCCECB50FC8E}"/>
              </a:ext>
            </a:extLst>
          </p:cNvPr>
          <p:cNvGrpSpPr/>
          <p:nvPr/>
        </p:nvGrpSpPr>
        <p:grpSpPr>
          <a:xfrm rot="11108853">
            <a:off x="8043487" y="8005913"/>
            <a:ext cx="738622" cy="856802"/>
            <a:chOff x="6843798" y="1669144"/>
            <a:chExt cx="933729" cy="1083126"/>
          </a:xfrm>
          <a:noFill/>
        </p:grpSpPr>
        <p:sp>
          <p:nvSpPr>
            <p:cNvPr id="16" name="Isosceles Triangle 15">
              <a:extLst>
                <a:ext uri="{FF2B5EF4-FFF2-40B4-BE49-F238E27FC236}">
                  <a16:creationId xmlns:a16="http://schemas.microsoft.com/office/drawing/2014/main" id="{A3B720A4-A1D6-2DE3-B974-4490619BB66E}"/>
                </a:ext>
              </a:extLst>
            </p:cNvPr>
            <p:cNvSpPr/>
            <p:nvPr/>
          </p:nvSpPr>
          <p:spPr>
            <a:xfrm rot="5400000">
              <a:off x="6769100" y="1743842"/>
              <a:ext cx="1083126" cy="93372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DB764923-0835-CE0E-71F0-BE8BA535A28E}"/>
                </a:ext>
              </a:extLst>
            </p:cNvPr>
            <p:cNvSpPr/>
            <p:nvPr/>
          </p:nvSpPr>
          <p:spPr>
            <a:xfrm>
              <a:off x="7112000" y="2042431"/>
              <a:ext cx="336550" cy="33655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125FF55B-B329-1F12-23BC-3E33BB77AF80}"/>
                </a:ext>
              </a:extLst>
            </p:cNvPr>
            <p:cNvSpPr/>
            <p:nvPr/>
          </p:nvSpPr>
          <p:spPr>
            <a:xfrm>
              <a:off x="7243081" y="2107971"/>
              <a:ext cx="205469" cy="205469"/>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0E05FCB0-F0EE-FDE7-3FCA-2D44FD187CB0}"/>
              </a:ext>
            </a:extLst>
          </p:cNvPr>
          <p:cNvGrpSpPr/>
          <p:nvPr/>
        </p:nvGrpSpPr>
        <p:grpSpPr>
          <a:xfrm rot="933338">
            <a:off x="11191873" y="7753130"/>
            <a:ext cx="1420752" cy="1648073"/>
            <a:chOff x="6843798" y="1669144"/>
            <a:chExt cx="933729" cy="1083126"/>
          </a:xfrm>
          <a:noFill/>
        </p:grpSpPr>
        <p:sp>
          <p:nvSpPr>
            <p:cNvPr id="20" name="Isosceles Triangle 19">
              <a:extLst>
                <a:ext uri="{FF2B5EF4-FFF2-40B4-BE49-F238E27FC236}">
                  <a16:creationId xmlns:a16="http://schemas.microsoft.com/office/drawing/2014/main" id="{A04E248A-4E2E-175E-0B3F-A601D8CF4DE8}"/>
                </a:ext>
              </a:extLst>
            </p:cNvPr>
            <p:cNvSpPr/>
            <p:nvPr/>
          </p:nvSpPr>
          <p:spPr>
            <a:xfrm rot="5400000">
              <a:off x="6769100" y="1743842"/>
              <a:ext cx="1083126" cy="93372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56952BA2-3C07-B4D9-0623-DBB4DECA1298}"/>
                </a:ext>
              </a:extLst>
            </p:cNvPr>
            <p:cNvSpPr/>
            <p:nvPr/>
          </p:nvSpPr>
          <p:spPr>
            <a:xfrm>
              <a:off x="7112000" y="2042431"/>
              <a:ext cx="336550" cy="33655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D3EE3CD5-B286-B736-ED87-6913D4D2FA3A}"/>
                </a:ext>
              </a:extLst>
            </p:cNvPr>
            <p:cNvSpPr/>
            <p:nvPr/>
          </p:nvSpPr>
          <p:spPr>
            <a:xfrm>
              <a:off x="7243081" y="2107971"/>
              <a:ext cx="205469" cy="205469"/>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4" name="TextBox 23">
            <a:extLst>
              <a:ext uri="{FF2B5EF4-FFF2-40B4-BE49-F238E27FC236}">
                <a16:creationId xmlns:a16="http://schemas.microsoft.com/office/drawing/2014/main" id="{9294964B-4D38-17A2-A036-CA364B4DD975}"/>
              </a:ext>
            </a:extLst>
          </p:cNvPr>
          <p:cNvSpPr txBox="1"/>
          <p:nvPr/>
        </p:nvSpPr>
        <p:spPr>
          <a:xfrm>
            <a:off x="7777528" y="7928393"/>
            <a:ext cx="363172" cy="369332"/>
          </a:xfrm>
          <a:prstGeom prst="rect">
            <a:avLst/>
          </a:prstGeom>
          <a:noFill/>
        </p:spPr>
        <p:txBody>
          <a:bodyPr wrap="square" rtlCol="0">
            <a:spAutoFit/>
          </a:bodyPr>
          <a:lstStyle/>
          <a:p>
            <a:r>
              <a:rPr lang="en-US"/>
              <a:t>X</a:t>
            </a:r>
          </a:p>
        </p:txBody>
      </p:sp>
      <p:sp>
        <p:nvSpPr>
          <p:cNvPr id="25" name="TextBox 24">
            <a:extLst>
              <a:ext uri="{FF2B5EF4-FFF2-40B4-BE49-F238E27FC236}">
                <a16:creationId xmlns:a16="http://schemas.microsoft.com/office/drawing/2014/main" id="{C75D437E-7329-1F75-6686-E09750E90BCF}"/>
              </a:ext>
            </a:extLst>
          </p:cNvPr>
          <p:cNvSpPr txBox="1"/>
          <p:nvPr/>
        </p:nvSpPr>
        <p:spPr>
          <a:xfrm>
            <a:off x="10210850" y="7702448"/>
            <a:ext cx="489715" cy="369332"/>
          </a:xfrm>
          <a:prstGeom prst="rect">
            <a:avLst/>
          </a:prstGeom>
          <a:noFill/>
        </p:spPr>
        <p:txBody>
          <a:bodyPr wrap="square" rtlCol="0">
            <a:spAutoFit/>
          </a:bodyPr>
          <a:lstStyle/>
          <a:p>
            <a:r>
              <a:rPr lang="en-US"/>
              <a:t>X</a:t>
            </a:r>
          </a:p>
        </p:txBody>
      </p:sp>
      <p:sp>
        <p:nvSpPr>
          <p:cNvPr id="2" name="Rectangle 1">
            <a:extLst>
              <a:ext uri="{FF2B5EF4-FFF2-40B4-BE49-F238E27FC236}">
                <a16:creationId xmlns:a16="http://schemas.microsoft.com/office/drawing/2014/main" id="{F53D37EC-BD4D-1682-A83F-F204A602031E}"/>
              </a:ext>
            </a:extLst>
          </p:cNvPr>
          <p:cNvSpPr/>
          <p:nvPr/>
        </p:nvSpPr>
        <p:spPr>
          <a:xfrm>
            <a:off x="4230912" y="-3595823"/>
            <a:ext cx="957944" cy="957944"/>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ysClr val="windowText" lastClr="000000"/>
                </a:solidFill>
              </a:rPr>
              <a:t>XXXX</a:t>
            </a:r>
          </a:p>
        </p:txBody>
      </p:sp>
      <p:sp>
        <p:nvSpPr>
          <p:cNvPr id="5" name="Rectangle 4">
            <a:extLst>
              <a:ext uri="{FF2B5EF4-FFF2-40B4-BE49-F238E27FC236}">
                <a16:creationId xmlns:a16="http://schemas.microsoft.com/office/drawing/2014/main" id="{0296D163-6FE2-19EA-1642-4E57047D3834}"/>
              </a:ext>
            </a:extLst>
          </p:cNvPr>
          <p:cNvSpPr/>
          <p:nvPr/>
        </p:nvSpPr>
        <p:spPr>
          <a:xfrm rot="4153959">
            <a:off x="3262225" y="-2726018"/>
            <a:ext cx="957944" cy="957944"/>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ysClr val="windowText" lastClr="000000"/>
                </a:solidFill>
              </a:rPr>
              <a:t>XXXXXX</a:t>
            </a:r>
          </a:p>
        </p:txBody>
      </p:sp>
      <p:sp>
        <p:nvSpPr>
          <p:cNvPr id="8" name="Rectangle 7">
            <a:extLst>
              <a:ext uri="{FF2B5EF4-FFF2-40B4-BE49-F238E27FC236}">
                <a16:creationId xmlns:a16="http://schemas.microsoft.com/office/drawing/2014/main" id="{BD230D37-6615-3549-F47A-BBE92AB5AF0D}"/>
              </a:ext>
            </a:extLst>
          </p:cNvPr>
          <p:cNvSpPr/>
          <p:nvPr/>
        </p:nvSpPr>
        <p:spPr>
          <a:xfrm>
            <a:off x="-754277" y="-2683306"/>
            <a:ext cx="957944" cy="957944"/>
          </a:xfrm>
          <a:prstGeom prst="rect">
            <a:avLst/>
          </a:prstGeom>
          <a:solidFill>
            <a:schemeClr val="accent2"/>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accent4">
                    <a:lumMod val="20000"/>
                    <a:lumOff val="80000"/>
                  </a:schemeClr>
                </a:solidFill>
              </a:rPr>
              <a:t>XXXX</a:t>
            </a:r>
          </a:p>
        </p:txBody>
      </p:sp>
      <p:grpSp>
        <p:nvGrpSpPr>
          <p:cNvPr id="11" name="Group 10">
            <a:extLst>
              <a:ext uri="{FF2B5EF4-FFF2-40B4-BE49-F238E27FC236}">
                <a16:creationId xmlns:a16="http://schemas.microsoft.com/office/drawing/2014/main" id="{DB170EE4-7C82-F0CF-C598-5656B980344B}"/>
              </a:ext>
            </a:extLst>
          </p:cNvPr>
          <p:cNvGrpSpPr/>
          <p:nvPr/>
        </p:nvGrpSpPr>
        <p:grpSpPr>
          <a:xfrm rot="4308330">
            <a:off x="11294400" y="-2855386"/>
            <a:ext cx="933729" cy="1083126"/>
            <a:chOff x="6843798" y="1669144"/>
            <a:chExt cx="933729" cy="1083126"/>
          </a:xfrm>
          <a:noFill/>
        </p:grpSpPr>
        <p:sp>
          <p:nvSpPr>
            <p:cNvPr id="12" name="Isosceles Triangle 11">
              <a:extLst>
                <a:ext uri="{FF2B5EF4-FFF2-40B4-BE49-F238E27FC236}">
                  <a16:creationId xmlns:a16="http://schemas.microsoft.com/office/drawing/2014/main" id="{15BC43FC-2061-CF21-433E-B02E4C946D1D}"/>
                </a:ext>
              </a:extLst>
            </p:cNvPr>
            <p:cNvSpPr/>
            <p:nvPr/>
          </p:nvSpPr>
          <p:spPr>
            <a:xfrm rot="5400000">
              <a:off x="6769100" y="1743842"/>
              <a:ext cx="1083126" cy="93372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9BAA4023-2C5F-7596-3F23-B68CD052E9F1}"/>
                </a:ext>
              </a:extLst>
            </p:cNvPr>
            <p:cNvSpPr/>
            <p:nvPr/>
          </p:nvSpPr>
          <p:spPr>
            <a:xfrm>
              <a:off x="7112000" y="2042431"/>
              <a:ext cx="336550" cy="33655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166BFD05-F323-F9C7-60CC-5EAAEA2F6856}"/>
                </a:ext>
              </a:extLst>
            </p:cNvPr>
            <p:cNvSpPr/>
            <p:nvPr/>
          </p:nvSpPr>
          <p:spPr>
            <a:xfrm>
              <a:off x="7243081" y="2107971"/>
              <a:ext cx="205469" cy="205469"/>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TextBox 22">
            <a:extLst>
              <a:ext uri="{FF2B5EF4-FFF2-40B4-BE49-F238E27FC236}">
                <a16:creationId xmlns:a16="http://schemas.microsoft.com/office/drawing/2014/main" id="{62BB4D4D-B1FD-F7EC-7AB5-14F030710B71}"/>
              </a:ext>
            </a:extLst>
          </p:cNvPr>
          <p:cNvSpPr txBox="1"/>
          <p:nvPr/>
        </p:nvSpPr>
        <p:spPr>
          <a:xfrm>
            <a:off x="9199239" y="-3804466"/>
            <a:ext cx="538791" cy="368300"/>
          </a:xfrm>
          <a:prstGeom prst="rect">
            <a:avLst/>
          </a:prstGeom>
          <a:noFill/>
        </p:spPr>
        <p:txBody>
          <a:bodyPr wrap="square" rtlCol="0">
            <a:spAutoFit/>
          </a:bodyPr>
          <a:lstStyle/>
          <a:p>
            <a:r>
              <a:rPr lang="en-US"/>
              <a:t>X</a:t>
            </a:r>
          </a:p>
        </p:txBody>
      </p:sp>
      <p:grpSp>
        <p:nvGrpSpPr>
          <p:cNvPr id="26" name="Group 25">
            <a:extLst>
              <a:ext uri="{FF2B5EF4-FFF2-40B4-BE49-F238E27FC236}">
                <a16:creationId xmlns:a16="http://schemas.microsoft.com/office/drawing/2014/main" id="{C0D0B5E9-C6C7-6983-7E0C-57BBFA448F30}"/>
              </a:ext>
            </a:extLst>
          </p:cNvPr>
          <p:cNvGrpSpPr/>
          <p:nvPr/>
        </p:nvGrpSpPr>
        <p:grpSpPr>
          <a:xfrm rot="19167472">
            <a:off x="8114394" y="-2637879"/>
            <a:ext cx="933729" cy="1083126"/>
            <a:chOff x="6843798" y="1669144"/>
            <a:chExt cx="933729" cy="1083126"/>
          </a:xfrm>
        </p:grpSpPr>
        <p:sp>
          <p:nvSpPr>
            <p:cNvPr id="27" name="Isosceles Triangle 26">
              <a:extLst>
                <a:ext uri="{FF2B5EF4-FFF2-40B4-BE49-F238E27FC236}">
                  <a16:creationId xmlns:a16="http://schemas.microsoft.com/office/drawing/2014/main" id="{72321260-D82B-8DA4-566A-03D24BFAFE39}"/>
                </a:ext>
              </a:extLst>
            </p:cNvPr>
            <p:cNvSpPr/>
            <p:nvPr/>
          </p:nvSpPr>
          <p:spPr>
            <a:xfrm rot="5400000">
              <a:off x="6769100" y="1743842"/>
              <a:ext cx="1083126" cy="933729"/>
            </a:xfrm>
            <a:prstGeom prst="triangl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2B4AC9A3-D6CC-8980-41B2-8F4E0CE9067E}"/>
                </a:ext>
              </a:extLst>
            </p:cNvPr>
            <p:cNvSpPr/>
            <p:nvPr/>
          </p:nvSpPr>
          <p:spPr>
            <a:xfrm>
              <a:off x="7112000" y="2042431"/>
              <a:ext cx="336550" cy="33655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A4C87B12-B8F2-60FB-2292-75857C1C1443}"/>
                </a:ext>
              </a:extLst>
            </p:cNvPr>
            <p:cNvSpPr/>
            <p:nvPr/>
          </p:nvSpPr>
          <p:spPr>
            <a:xfrm>
              <a:off x="7243081" y="2107971"/>
              <a:ext cx="205469" cy="205469"/>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7785682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fill="hold" grpId="0" nodeType="clickEffect">
                                      <p:stCondLst>
                                        <p:cond delay="0"/>
                                      </p:stCondLst>
                                      <p:childTnLst>
                                        <p:animMotion origin="layout" path="M 0 0 L 0.5 0" pathEditMode="relative" ptsTypes="">
                                          <p:cBhvr>
                                            <p:cTn id="6" dur="1000" fill="hold"/>
                                            <p:tgtEl>
                                              <p:spTgt spid="35"/>
                                            </p:tgtEl>
                                            <p:attrNameLst>
                                              <p:attrName>ppt_x</p:attrName>
                                              <p:attrName>ppt_y</p:attrName>
                                            </p:attrNameLst>
                                          </p:cBhvr>
                                        </p:animMotion>
                                      </p:childTnLst>
                                    </p:cTn>
                                  </p:par>
                                  <p:par>
                                    <p:cTn id="7" presetID="42" presetClass="path" presetSubtype="0" accel="100000" fill="hold" grpId="0" nodeType="withEffect">
                                      <p:stCondLst>
                                        <p:cond delay="0"/>
                                      </p:stCondLst>
                                      <p:childTnLst>
                                        <p:animMotion origin="layout" path="M 0 0 L 0.5 0" pathEditMode="relative" ptsTypes="">
                                          <p:cBhvr>
                                            <p:cTn id="8" dur="1000" fill="hold"/>
                                            <p:tgtEl>
                                              <p:spTgt spid="37"/>
                                            </p:tgtEl>
                                            <p:attrNameLst>
                                              <p:attrName>ppt_x</p:attrName>
                                              <p:attrName>ppt_y</p:attrName>
                                            </p:attrNameLst>
                                          </p:cBhvr>
                                        </p:animMotion>
                                      </p:childTnLst>
                                    </p:cTn>
                                  </p:par>
                                  <p:par>
                                    <p:cTn id="9" presetID="42" presetClass="path" presetSubtype="0" decel="100000" fill="hold" grpId="0" nodeType="withEffect">
                                      <p:stCondLst>
                                        <p:cond delay="0"/>
                                      </p:stCondLst>
                                      <p:childTnLst>
                                        <p:animMotion origin="layout" path="M 0 0 L 0.5 0" pathEditMode="relative" ptsTypes="">
                                          <p:cBhvr>
                                            <p:cTn id="10" dur="1000" fill="hold"/>
                                            <p:tgtEl>
                                              <p:spTgt spid="39"/>
                                            </p:tgtEl>
                                            <p:attrNameLst>
                                              <p:attrName>ppt_x</p:attrName>
                                              <p:attrName>ppt_y</p:attrName>
                                            </p:attrNameLst>
                                          </p:cBhvr>
                                        </p:animMotion>
                                      </p:childTnLst>
                                    </p:cTn>
                                  </p:par>
                                  <p:par>
                                    <p:cTn id="11" presetID="42" presetClass="path" presetSubtype="0" accel="50000" decel="50000" fill="hold" grpId="0" nodeType="withEffect">
                                      <p:stCondLst>
                                        <p:cond delay="0"/>
                                      </p:stCondLst>
                                      <p:childTnLst>
                                        <p:animMotion origin="layout" path="M 0 0 L 0.5 0" pathEditMode="relative" ptsTypes="">
                                          <p:cBhvr>
                                            <p:cTn id="12" dur="1000" fill="hold"/>
                                            <p:tgtEl>
                                              <p:spTgt spid="41"/>
                                            </p:tgtEl>
                                            <p:attrNameLst>
                                              <p:attrName>ppt_x</p:attrName>
                                              <p:attrName>ppt_y</p:attrName>
                                            </p:attrNameLst>
                                          </p:cBhvr>
                                        </p:animMotion>
                                      </p:childTnLst>
                                    </p:cTn>
                                  </p:par>
                                  <p:par>
                                    <p:cTn id="13" presetID="42" presetClass="path" presetSubtype="0" fill="hold" grpId="0" nodeType="withEffect" p14:presetBounceEnd="50000">
                                      <p:stCondLst>
                                        <p:cond delay="0"/>
                                      </p:stCondLst>
                                      <p:childTnLst>
                                        <p:animMotion origin="layout" path="M 0 0 L 0.5 0" pathEditMode="relative" ptsTypes="" p14:bounceEnd="50000">
                                          <p:cBhvr>
                                            <p:cTn id="14" dur="1000" fill="hold"/>
                                            <p:tgtEl>
                                              <p:spTgt spid="43"/>
                                            </p:tgtEl>
                                            <p:attrNameLst>
                                              <p:attrName>ppt_x</p:attrName>
                                              <p:attrName>ppt_y</p:attrName>
                                            </p:attrNameLst>
                                          </p:cBhvr>
                                        </p:animMotion>
                                      </p:childTnLst>
                                    </p:cTn>
                                  </p:par>
                                  <p:par>
                                    <p:cTn id="15" presetID="42" presetClass="path" presetSubtype="0" accel="50000" decel="50000" fill="hold" grpId="0" nodeType="withEffect">
                                      <p:stCondLst>
                                        <p:cond delay="0"/>
                                      </p:stCondLst>
                                      <p:childTnLst>
                                        <p:animMotion origin="layout" path="M 0 0 L 3.829676E-02 0" pathEditMode="relative" ptsTypes="">
                                          <p:cBhvr>
                                            <p:cTn id="16" dur="17" fill="hold"/>
                                            <p:tgtEl>
                                              <p:spTgt spid="45"/>
                                            </p:tgtEl>
                                            <p:attrNameLst>
                                              <p:attrName>ppt_x</p:attrName>
                                              <p:attrName>ppt_y</p:attrName>
                                            </p:attrNameLst>
                                          </p:cBhvr>
                                        </p:animMotion>
                                      </p:childTnLst>
                                    </p:cTn>
                                  </p:par>
                                  <p:par>
                                    <p:cTn id="17" presetID="42" presetClass="path" presetSubtype="0" accel="50000" decel="50000" fill="hold" grpId="1" nodeType="withEffect">
                                      <p:stCondLst>
                                        <p:cond delay="17"/>
                                      </p:stCondLst>
                                      <p:childTnLst>
                                        <p:animMotion origin="layout" path="M 3.829676E-02 0 L 7.485238E-02 0" pathEditMode="relative" ptsTypes="">
                                          <p:cBhvr>
                                            <p:cTn id="18" dur="17" fill="hold"/>
                                            <p:tgtEl>
                                              <p:spTgt spid="45"/>
                                            </p:tgtEl>
                                            <p:attrNameLst>
                                              <p:attrName>ppt_x</p:attrName>
                                              <p:attrName>ppt_y</p:attrName>
                                            </p:attrNameLst>
                                          </p:cBhvr>
                                        </p:animMotion>
                                      </p:childTnLst>
                                    </p:cTn>
                                  </p:par>
                                  <p:par>
                                    <p:cTn id="19" presetID="42" presetClass="path" presetSubtype="0" accel="50000" decel="50000" fill="hold" grpId="2" nodeType="withEffect">
                                      <p:stCondLst>
                                        <p:cond delay="33"/>
                                      </p:stCondLst>
                                      <p:childTnLst>
                                        <p:animMotion origin="layout" path="M 7.485238E-02 0 L 0.1097044 0" pathEditMode="relative" ptsTypes="">
                                          <p:cBhvr>
                                            <p:cTn id="20" dur="17" fill="hold"/>
                                            <p:tgtEl>
                                              <p:spTgt spid="45"/>
                                            </p:tgtEl>
                                            <p:attrNameLst>
                                              <p:attrName>ppt_x</p:attrName>
                                              <p:attrName>ppt_y</p:attrName>
                                            </p:attrNameLst>
                                          </p:cBhvr>
                                        </p:animMotion>
                                      </p:childTnLst>
                                    </p:cTn>
                                  </p:par>
                                  <p:par>
                                    <p:cTn id="21" presetID="42" presetClass="path" presetSubtype="0" accel="50000" decel="50000" fill="hold" grpId="3" nodeType="withEffect">
                                      <p:stCondLst>
                                        <p:cond delay="50"/>
                                      </p:stCondLst>
                                      <p:childTnLst>
                                        <p:animMotion origin="layout" path="M 0.1097044 0 L 0.1428903 0" pathEditMode="relative" ptsTypes="">
                                          <p:cBhvr>
                                            <p:cTn id="22" dur="17" fill="hold"/>
                                            <p:tgtEl>
                                              <p:spTgt spid="45"/>
                                            </p:tgtEl>
                                            <p:attrNameLst>
                                              <p:attrName>ppt_x</p:attrName>
                                              <p:attrName>ppt_y</p:attrName>
                                            </p:attrNameLst>
                                          </p:cBhvr>
                                        </p:animMotion>
                                      </p:childTnLst>
                                    </p:cTn>
                                  </p:par>
                                  <p:par>
                                    <p:cTn id="23" presetID="42" presetClass="path" presetSubtype="0" accel="50000" decel="50000" fill="hold" grpId="4" nodeType="withEffect">
                                      <p:stCondLst>
                                        <p:cond delay="67"/>
                                      </p:stCondLst>
                                      <p:childTnLst>
                                        <p:animMotion origin="layout" path="M 0.1428903 0 L 0.1744477 0" pathEditMode="relative" ptsTypes="">
                                          <p:cBhvr>
                                            <p:cTn id="24" dur="17" fill="hold"/>
                                            <p:tgtEl>
                                              <p:spTgt spid="45"/>
                                            </p:tgtEl>
                                            <p:attrNameLst>
                                              <p:attrName>ppt_x</p:attrName>
                                              <p:attrName>ppt_y</p:attrName>
                                            </p:attrNameLst>
                                          </p:cBhvr>
                                        </p:animMotion>
                                      </p:childTnLst>
                                    </p:cTn>
                                  </p:par>
                                  <p:par>
                                    <p:cTn id="25" presetID="42" presetClass="path" presetSubtype="0" accel="50000" decel="50000" fill="hold" grpId="5" nodeType="withEffect">
                                      <p:stCondLst>
                                        <p:cond delay="83"/>
                                      </p:stCondLst>
                                      <p:childTnLst>
                                        <p:animMotion origin="layout" path="M 0.1744477 0 L 0.204414 0" pathEditMode="relative" ptsTypes="">
                                          <p:cBhvr>
                                            <p:cTn id="26" dur="17" fill="hold"/>
                                            <p:tgtEl>
                                              <p:spTgt spid="45"/>
                                            </p:tgtEl>
                                            <p:attrNameLst>
                                              <p:attrName>ppt_x</p:attrName>
                                              <p:attrName>ppt_y</p:attrName>
                                            </p:attrNameLst>
                                          </p:cBhvr>
                                        </p:animMotion>
                                      </p:childTnLst>
                                    </p:cTn>
                                  </p:par>
                                  <p:par>
                                    <p:cTn id="27" presetID="42" presetClass="path" presetSubtype="0" accel="50000" decel="50000" fill="hold" grpId="6" nodeType="withEffect">
                                      <p:stCondLst>
                                        <p:cond delay="100"/>
                                      </p:stCondLst>
                                      <p:childTnLst>
                                        <p:animMotion origin="layout" path="M 0.204414 0 L 0.2328268 0" pathEditMode="relative" ptsTypes="">
                                          <p:cBhvr>
                                            <p:cTn id="28" dur="17" fill="hold"/>
                                            <p:tgtEl>
                                              <p:spTgt spid="45"/>
                                            </p:tgtEl>
                                            <p:attrNameLst>
                                              <p:attrName>ppt_x</p:attrName>
                                              <p:attrName>ppt_y</p:attrName>
                                            </p:attrNameLst>
                                          </p:cBhvr>
                                        </p:animMotion>
                                      </p:childTnLst>
                                    </p:cTn>
                                  </p:par>
                                  <p:par>
                                    <p:cTn id="29" presetID="42" presetClass="path" presetSubtype="0" accel="50000" decel="50000" fill="hold" grpId="7" nodeType="withEffect">
                                      <p:stCondLst>
                                        <p:cond delay="117"/>
                                      </p:stCondLst>
                                      <p:childTnLst>
                                        <p:animMotion origin="layout" path="M 0.2328268 0 L 0.2597236 0" pathEditMode="relative" ptsTypes="">
                                          <p:cBhvr>
                                            <p:cTn id="30" dur="17" fill="hold"/>
                                            <p:tgtEl>
                                              <p:spTgt spid="45"/>
                                            </p:tgtEl>
                                            <p:attrNameLst>
                                              <p:attrName>ppt_x</p:attrName>
                                              <p:attrName>ppt_y</p:attrName>
                                            </p:attrNameLst>
                                          </p:cBhvr>
                                        </p:animMotion>
                                      </p:childTnLst>
                                    </p:cTn>
                                  </p:par>
                                  <p:par>
                                    <p:cTn id="31" presetID="42" presetClass="path" presetSubtype="0" accel="50000" decel="50000" fill="hold" grpId="8" nodeType="withEffect">
                                      <p:stCondLst>
                                        <p:cond delay="133"/>
                                      </p:stCondLst>
                                      <p:childTnLst>
                                        <p:animMotion origin="layout" path="M 0.2597236 0 L 0.2851419 0" pathEditMode="relative" ptsTypes="">
                                          <p:cBhvr>
                                            <p:cTn id="32" dur="17" fill="hold"/>
                                            <p:tgtEl>
                                              <p:spTgt spid="45"/>
                                            </p:tgtEl>
                                            <p:attrNameLst>
                                              <p:attrName>ppt_x</p:attrName>
                                              <p:attrName>ppt_y</p:attrName>
                                            </p:attrNameLst>
                                          </p:cBhvr>
                                        </p:animMotion>
                                      </p:childTnLst>
                                    </p:cTn>
                                  </p:par>
                                  <p:par>
                                    <p:cTn id="33" presetID="42" presetClass="path" presetSubtype="0" accel="50000" decel="50000" fill="hold" grpId="9" nodeType="withEffect">
                                      <p:stCondLst>
                                        <p:cond delay="150"/>
                                      </p:stCondLst>
                                      <p:childTnLst>
                                        <p:animMotion origin="layout" path="M 0.2851419 0 L 0.3091192 0" pathEditMode="relative" ptsTypes="">
                                          <p:cBhvr>
                                            <p:cTn id="34" dur="17" fill="hold"/>
                                            <p:tgtEl>
                                              <p:spTgt spid="45"/>
                                            </p:tgtEl>
                                            <p:attrNameLst>
                                              <p:attrName>ppt_x</p:attrName>
                                              <p:attrName>ppt_y</p:attrName>
                                            </p:attrNameLst>
                                          </p:cBhvr>
                                        </p:animMotion>
                                      </p:childTnLst>
                                    </p:cTn>
                                  </p:par>
                                  <p:par>
                                    <p:cTn id="35" presetID="42" presetClass="path" presetSubtype="0" accel="50000" decel="50000" fill="hold" grpId="10" nodeType="withEffect">
                                      <p:stCondLst>
                                        <p:cond delay="167"/>
                                      </p:stCondLst>
                                      <p:childTnLst>
                                        <p:animMotion origin="layout" path="M 0.3091192 0 L 0.3316931 0" pathEditMode="relative" ptsTypes="">
                                          <p:cBhvr>
                                            <p:cTn id="36" dur="17" fill="hold"/>
                                            <p:tgtEl>
                                              <p:spTgt spid="45"/>
                                            </p:tgtEl>
                                            <p:attrNameLst>
                                              <p:attrName>ppt_x</p:attrName>
                                              <p:attrName>ppt_y</p:attrName>
                                            </p:attrNameLst>
                                          </p:cBhvr>
                                        </p:animMotion>
                                      </p:childTnLst>
                                    </p:cTn>
                                  </p:par>
                                  <p:par>
                                    <p:cTn id="37" presetID="42" presetClass="path" presetSubtype="0" accel="50000" decel="50000" fill="hold" grpId="11" nodeType="withEffect">
                                      <p:stCondLst>
                                        <p:cond delay="183"/>
                                      </p:stCondLst>
                                      <p:childTnLst>
                                        <p:animMotion origin="layout" path="M 0.3316931 0 L 0.3529011 0" pathEditMode="relative" ptsTypes="">
                                          <p:cBhvr>
                                            <p:cTn id="38" dur="17" fill="hold"/>
                                            <p:tgtEl>
                                              <p:spTgt spid="45"/>
                                            </p:tgtEl>
                                            <p:attrNameLst>
                                              <p:attrName>ppt_x</p:attrName>
                                              <p:attrName>ppt_y</p:attrName>
                                            </p:attrNameLst>
                                          </p:cBhvr>
                                        </p:animMotion>
                                      </p:childTnLst>
                                    </p:cTn>
                                  </p:par>
                                  <p:par>
                                    <p:cTn id="39" presetID="42" presetClass="path" presetSubtype="0" accel="50000" decel="50000" fill="hold" grpId="12" nodeType="withEffect">
                                      <p:stCondLst>
                                        <p:cond delay="200"/>
                                      </p:stCondLst>
                                      <p:childTnLst>
                                        <p:animMotion origin="layout" path="M 0.3529011 0 L 0.3727807 0" pathEditMode="relative" ptsTypes="">
                                          <p:cBhvr>
                                            <p:cTn id="40" dur="17" fill="hold"/>
                                            <p:tgtEl>
                                              <p:spTgt spid="45"/>
                                            </p:tgtEl>
                                            <p:attrNameLst>
                                              <p:attrName>ppt_x</p:attrName>
                                              <p:attrName>ppt_y</p:attrName>
                                            </p:attrNameLst>
                                          </p:cBhvr>
                                        </p:animMotion>
                                      </p:childTnLst>
                                    </p:cTn>
                                  </p:par>
                                  <p:par>
                                    <p:cTn id="41" presetID="42" presetClass="path" presetSubtype="0" accel="50000" decel="50000" fill="hold" grpId="13" nodeType="withEffect">
                                      <p:stCondLst>
                                        <p:cond delay="217"/>
                                      </p:stCondLst>
                                      <p:childTnLst>
                                        <p:animMotion origin="layout" path="M 0.3727807 0 L 0.3913695 0" pathEditMode="relative" ptsTypes="">
                                          <p:cBhvr>
                                            <p:cTn id="42" dur="17" fill="hold"/>
                                            <p:tgtEl>
                                              <p:spTgt spid="45"/>
                                            </p:tgtEl>
                                            <p:attrNameLst>
                                              <p:attrName>ppt_x</p:attrName>
                                              <p:attrName>ppt_y</p:attrName>
                                            </p:attrNameLst>
                                          </p:cBhvr>
                                        </p:animMotion>
                                      </p:childTnLst>
                                    </p:cTn>
                                  </p:par>
                                  <p:par>
                                    <p:cTn id="43" presetID="42" presetClass="path" presetSubtype="0" accel="50000" decel="50000" fill="hold" grpId="14" nodeType="withEffect">
                                      <p:stCondLst>
                                        <p:cond delay="233"/>
                                      </p:stCondLst>
                                      <p:childTnLst>
                                        <p:animMotion origin="layout" path="M 0.3913695 0 L 0.4087048 0" pathEditMode="relative" ptsTypes="">
                                          <p:cBhvr>
                                            <p:cTn id="44" dur="17" fill="hold"/>
                                            <p:tgtEl>
                                              <p:spTgt spid="45"/>
                                            </p:tgtEl>
                                            <p:attrNameLst>
                                              <p:attrName>ppt_x</p:attrName>
                                              <p:attrName>ppt_y</p:attrName>
                                            </p:attrNameLst>
                                          </p:cBhvr>
                                        </p:animMotion>
                                      </p:childTnLst>
                                    </p:cTn>
                                  </p:par>
                                  <p:par>
                                    <p:cTn id="45" presetID="42" presetClass="path" presetSubtype="0" accel="50000" decel="50000" fill="hold" grpId="15" nodeType="withEffect">
                                      <p:stCondLst>
                                        <p:cond delay="250"/>
                                      </p:stCondLst>
                                      <p:childTnLst>
                                        <p:animMotion origin="layout" path="M 0.4087048 0 L 0.4248244 0" pathEditMode="relative" ptsTypes="">
                                          <p:cBhvr>
                                            <p:cTn id="46" dur="17" fill="hold"/>
                                            <p:tgtEl>
                                              <p:spTgt spid="45"/>
                                            </p:tgtEl>
                                            <p:attrNameLst>
                                              <p:attrName>ppt_x</p:attrName>
                                              <p:attrName>ppt_y</p:attrName>
                                            </p:attrNameLst>
                                          </p:cBhvr>
                                        </p:animMotion>
                                      </p:childTnLst>
                                    </p:cTn>
                                  </p:par>
                                  <p:par>
                                    <p:cTn id="47" presetID="42" presetClass="path" presetSubtype="0" accel="50000" decel="50000" fill="hold" grpId="16" nodeType="withEffect">
                                      <p:stCondLst>
                                        <p:cond delay="267"/>
                                      </p:stCondLst>
                                      <p:childTnLst>
                                        <p:animMotion origin="layout" path="M 0.4248244 0 L 0.4397656 0" pathEditMode="relative" ptsTypes="">
                                          <p:cBhvr>
                                            <p:cTn id="48" dur="17" fill="hold"/>
                                            <p:tgtEl>
                                              <p:spTgt spid="45"/>
                                            </p:tgtEl>
                                            <p:attrNameLst>
                                              <p:attrName>ppt_x</p:attrName>
                                              <p:attrName>ppt_y</p:attrName>
                                            </p:attrNameLst>
                                          </p:cBhvr>
                                        </p:animMotion>
                                      </p:childTnLst>
                                    </p:cTn>
                                  </p:par>
                                  <p:par>
                                    <p:cTn id="49" presetID="42" presetClass="path" presetSubtype="0" accel="50000" decel="50000" fill="hold" grpId="17" nodeType="withEffect">
                                      <p:stCondLst>
                                        <p:cond delay="283"/>
                                      </p:stCondLst>
                                      <p:childTnLst>
                                        <p:animMotion origin="layout" path="M 0.4397656 0 L 0.4535661 0" pathEditMode="relative" ptsTypes="">
                                          <p:cBhvr>
                                            <p:cTn id="50" dur="17" fill="hold"/>
                                            <p:tgtEl>
                                              <p:spTgt spid="45"/>
                                            </p:tgtEl>
                                            <p:attrNameLst>
                                              <p:attrName>ppt_x</p:attrName>
                                              <p:attrName>ppt_y</p:attrName>
                                            </p:attrNameLst>
                                          </p:cBhvr>
                                        </p:animMotion>
                                      </p:childTnLst>
                                    </p:cTn>
                                  </p:par>
                                  <p:par>
                                    <p:cTn id="51" presetID="42" presetClass="path" presetSubtype="0" accel="50000" decel="50000" fill="hold" grpId="18" nodeType="withEffect">
                                      <p:stCondLst>
                                        <p:cond delay="300"/>
                                      </p:stCondLst>
                                      <p:childTnLst>
                                        <p:animMotion origin="layout" path="M 0.4535661 0 L 0.4662633 0" pathEditMode="relative" ptsTypes="">
                                          <p:cBhvr>
                                            <p:cTn id="52" dur="17" fill="hold"/>
                                            <p:tgtEl>
                                              <p:spTgt spid="45"/>
                                            </p:tgtEl>
                                            <p:attrNameLst>
                                              <p:attrName>ppt_x</p:attrName>
                                              <p:attrName>ppt_y</p:attrName>
                                            </p:attrNameLst>
                                          </p:cBhvr>
                                        </p:animMotion>
                                      </p:childTnLst>
                                    </p:cTn>
                                  </p:par>
                                  <p:par>
                                    <p:cTn id="53" presetID="42" presetClass="path" presetSubtype="0" accel="50000" decel="50000" fill="hold" grpId="19" nodeType="withEffect">
                                      <p:stCondLst>
                                        <p:cond delay="317"/>
                                      </p:stCondLst>
                                      <p:childTnLst>
                                        <p:animMotion origin="layout" path="M 0.4662633 0 L 0.4778948 0" pathEditMode="relative" ptsTypes="">
                                          <p:cBhvr>
                                            <p:cTn id="54" dur="17" fill="hold"/>
                                            <p:tgtEl>
                                              <p:spTgt spid="45"/>
                                            </p:tgtEl>
                                            <p:attrNameLst>
                                              <p:attrName>ppt_x</p:attrName>
                                              <p:attrName>ppt_y</p:attrName>
                                            </p:attrNameLst>
                                          </p:cBhvr>
                                        </p:animMotion>
                                      </p:childTnLst>
                                    </p:cTn>
                                  </p:par>
                                  <p:par>
                                    <p:cTn id="55" presetID="42" presetClass="path" presetSubtype="0" accel="50000" decel="50000" fill="hold" grpId="20" nodeType="withEffect">
                                      <p:stCondLst>
                                        <p:cond delay="333"/>
                                      </p:stCondLst>
                                      <p:childTnLst>
                                        <p:animMotion origin="layout" path="M 0.4778948 0 L 0.4884981 0" pathEditMode="relative" ptsTypes="">
                                          <p:cBhvr>
                                            <p:cTn id="56" dur="17" fill="hold"/>
                                            <p:tgtEl>
                                              <p:spTgt spid="45"/>
                                            </p:tgtEl>
                                            <p:attrNameLst>
                                              <p:attrName>ppt_x</p:attrName>
                                              <p:attrName>ppt_y</p:attrName>
                                            </p:attrNameLst>
                                          </p:cBhvr>
                                        </p:animMotion>
                                      </p:childTnLst>
                                    </p:cTn>
                                  </p:par>
                                  <p:par>
                                    <p:cTn id="57" presetID="42" presetClass="path" presetSubtype="0" accel="50000" decel="50000" fill="hold" grpId="21" nodeType="withEffect">
                                      <p:stCondLst>
                                        <p:cond delay="350"/>
                                      </p:stCondLst>
                                      <p:childTnLst>
                                        <p:animMotion origin="layout" path="M 0.4884981 0 L 0.4981107 0" pathEditMode="relative" ptsTypes="">
                                          <p:cBhvr>
                                            <p:cTn id="58" dur="17" fill="hold"/>
                                            <p:tgtEl>
                                              <p:spTgt spid="45"/>
                                            </p:tgtEl>
                                            <p:attrNameLst>
                                              <p:attrName>ppt_x</p:attrName>
                                              <p:attrName>ppt_y</p:attrName>
                                            </p:attrNameLst>
                                          </p:cBhvr>
                                        </p:animMotion>
                                      </p:childTnLst>
                                    </p:cTn>
                                  </p:par>
                                  <p:par>
                                    <p:cTn id="59" presetID="42" presetClass="path" presetSubtype="0" accel="50000" decel="50000" fill="hold" grpId="22" nodeType="withEffect">
                                      <p:stCondLst>
                                        <p:cond delay="367"/>
                                      </p:stCondLst>
                                      <p:childTnLst>
                                        <p:animMotion origin="layout" path="M 0.4981107 0 L 0.50677 0" pathEditMode="relative" ptsTypes="">
                                          <p:cBhvr>
                                            <p:cTn id="60" dur="17" fill="hold"/>
                                            <p:tgtEl>
                                              <p:spTgt spid="45"/>
                                            </p:tgtEl>
                                            <p:attrNameLst>
                                              <p:attrName>ppt_x</p:attrName>
                                              <p:attrName>ppt_y</p:attrName>
                                            </p:attrNameLst>
                                          </p:cBhvr>
                                        </p:animMotion>
                                      </p:childTnLst>
                                    </p:cTn>
                                  </p:par>
                                  <p:par>
                                    <p:cTn id="61" presetID="42" presetClass="path" presetSubtype="0" accel="50000" decel="50000" fill="hold" grpId="23" nodeType="withEffect">
                                      <p:stCondLst>
                                        <p:cond delay="383"/>
                                      </p:stCondLst>
                                      <p:childTnLst>
                                        <p:animMotion origin="layout" path="M 0.50677 0 L 0.5145137 0" pathEditMode="relative" ptsTypes="">
                                          <p:cBhvr>
                                            <p:cTn id="62" dur="17" fill="hold"/>
                                            <p:tgtEl>
                                              <p:spTgt spid="45"/>
                                            </p:tgtEl>
                                            <p:attrNameLst>
                                              <p:attrName>ppt_x</p:attrName>
                                              <p:attrName>ppt_y</p:attrName>
                                            </p:attrNameLst>
                                          </p:cBhvr>
                                        </p:animMotion>
                                      </p:childTnLst>
                                    </p:cTn>
                                  </p:par>
                                  <p:par>
                                    <p:cTn id="63" presetID="42" presetClass="path" presetSubtype="0" accel="50000" decel="50000" fill="hold" grpId="24" nodeType="withEffect">
                                      <p:stCondLst>
                                        <p:cond delay="400"/>
                                      </p:stCondLst>
                                      <p:childTnLst>
                                        <p:animMotion origin="layout" path="M 0.5145137 0 L 0.5213794 0" pathEditMode="relative" ptsTypes="">
                                          <p:cBhvr>
                                            <p:cTn id="64" dur="17" fill="hold"/>
                                            <p:tgtEl>
                                              <p:spTgt spid="45"/>
                                            </p:tgtEl>
                                            <p:attrNameLst>
                                              <p:attrName>ppt_x</p:attrName>
                                              <p:attrName>ppt_y</p:attrName>
                                            </p:attrNameLst>
                                          </p:cBhvr>
                                        </p:animMotion>
                                      </p:childTnLst>
                                    </p:cTn>
                                  </p:par>
                                  <p:par>
                                    <p:cTn id="65" presetID="42" presetClass="path" presetSubtype="0" accel="50000" decel="50000" fill="hold" grpId="25" nodeType="withEffect">
                                      <p:stCondLst>
                                        <p:cond delay="417"/>
                                      </p:stCondLst>
                                      <p:childTnLst>
                                        <p:animMotion origin="layout" path="M 0.5213794 0 L 0.5274044 0" pathEditMode="relative" ptsTypes="">
                                          <p:cBhvr>
                                            <p:cTn id="66" dur="17" fill="hold"/>
                                            <p:tgtEl>
                                              <p:spTgt spid="45"/>
                                            </p:tgtEl>
                                            <p:attrNameLst>
                                              <p:attrName>ppt_x</p:attrName>
                                              <p:attrName>ppt_y</p:attrName>
                                            </p:attrNameLst>
                                          </p:cBhvr>
                                        </p:animMotion>
                                      </p:childTnLst>
                                    </p:cTn>
                                  </p:par>
                                  <p:par>
                                    <p:cTn id="67" presetID="42" presetClass="path" presetSubtype="0" accel="50000" decel="50000" fill="hold" grpId="26" nodeType="withEffect">
                                      <p:stCondLst>
                                        <p:cond delay="433"/>
                                      </p:stCondLst>
                                      <p:childTnLst>
                                        <p:animMotion origin="layout" path="M 0.5274044 0 L 0.5326263 0" pathEditMode="relative" ptsTypes="">
                                          <p:cBhvr>
                                            <p:cTn id="68" dur="17" fill="hold"/>
                                            <p:tgtEl>
                                              <p:spTgt spid="45"/>
                                            </p:tgtEl>
                                            <p:attrNameLst>
                                              <p:attrName>ppt_x</p:attrName>
                                              <p:attrName>ppt_y</p:attrName>
                                            </p:attrNameLst>
                                          </p:cBhvr>
                                        </p:animMotion>
                                      </p:childTnLst>
                                    </p:cTn>
                                  </p:par>
                                  <p:par>
                                    <p:cTn id="69" presetID="42" presetClass="path" presetSubtype="0" accel="50000" decel="50000" fill="hold" grpId="27" nodeType="withEffect">
                                      <p:stCondLst>
                                        <p:cond delay="450"/>
                                      </p:stCondLst>
                                      <p:childTnLst>
                                        <p:animMotion origin="layout" path="M 0.5326263 0 L 0.5370827 0" pathEditMode="relative" ptsTypes="">
                                          <p:cBhvr>
                                            <p:cTn id="70" dur="17" fill="hold"/>
                                            <p:tgtEl>
                                              <p:spTgt spid="45"/>
                                            </p:tgtEl>
                                            <p:attrNameLst>
                                              <p:attrName>ppt_x</p:attrName>
                                              <p:attrName>ppt_y</p:attrName>
                                            </p:attrNameLst>
                                          </p:cBhvr>
                                        </p:animMotion>
                                      </p:childTnLst>
                                    </p:cTn>
                                  </p:par>
                                  <p:par>
                                    <p:cTn id="71" presetID="42" presetClass="path" presetSubtype="0" accel="50000" decel="50000" fill="hold" grpId="28" nodeType="withEffect">
                                      <p:stCondLst>
                                        <p:cond delay="467"/>
                                      </p:stCondLst>
                                      <p:childTnLst>
                                        <p:animMotion origin="layout" path="M 0.5370827 0 L 0.5408109 0" pathEditMode="relative" ptsTypes="">
                                          <p:cBhvr>
                                            <p:cTn id="72" dur="17" fill="hold"/>
                                            <p:tgtEl>
                                              <p:spTgt spid="45"/>
                                            </p:tgtEl>
                                            <p:attrNameLst>
                                              <p:attrName>ppt_x</p:attrName>
                                              <p:attrName>ppt_y</p:attrName>
                                            </p:attrNameLst>
                                          </p:cBhvr>
                                        </p:animMotion>
                                      </p:childTnLst>
                                    </p:cTn>
                                  </p:par>
                                  <p:par>
                                    <p:cTn id="73" presetID="42" presetClass="path" presetSubtype="0" accel="50000" decel="50000" fill="hold" grpId="29" nodeType="withEffect">
                                      <p:stCondLst>
                                        <p:cond delay="483"/>
                                      </p:stCondLst>
                                      <p:childTnLst>
                                        <p:animMotion origin="layout" path="M 0.5408109 0 L 0.5438488 0" pathEditMode="relative" ptsTypes="">
                                          <p:cBhvr>
                                            <p:cTn id="74" dur="17" fill="hold"/>
                                            <p:tgtEl>
                                              <p:spTgt spid="45"/>
                                            </p:tgtEl>
                                            <p:attrNameLst>
                                              <p:attrName>ppt_x</p:attrName>
                                              <p:attrName>ppt_y</p:attrName>
                                            </p:attrNameLst>
                                          </p:cBhvr>
                                        </p:animMotion>
                                      </p:childTnLst>
                                    </p:cTn>
                                  </p:par>
                                  <p:par>
                                    <p:cTn id="75" presetID="42" presetClass="path" presetSubtype="0" accel="50000" decel="50000" fill="hold" grpId="30" nodeType="withEffect">
                                      <p:stCondLst>
                                        <p:cond delay="500"/>
                                      </p:stCondLst>
                                      <p:childTnLst>
                                        <p:animMotion origin="layout" path="M 0.5438488 0 L 0.5462335 0" pathEditMode="relative" ptsTypes="">
                                          <p:cBhvr>
                                            <p:cTn id="76" dur="17" fill="hold"/>
                                            <p:tgtEl>
                                              <p:spTgt spid="45"/>
                                            </p:tgtEl>
                                            <p:attrNameLst>
                                              <p:attrName>ppt_x</p:attrName>
                                              <p:attrName>ppt_y</p:attrName>
                                            </p:attrNameLst>
                                          </p:cBhvr>
                                        </p:animMotion>
                                      </p:childTnLst>
                                    </p:cTn>
                                  </p:par>
                                  <p:par>
                                    <p:cTn id="77" presetID="42" presetClass="path" presetSubtype="0" accel="50000" decel="50000" fill="hold" grpId="31" nodeType="withEffect">
                                      <p:stCondLst>
                                        <p:cond delay="517"/>
                                      </p:stCondLst>
                                      <p:childTnLst>
                                        <p:animMotion origin="layout" path="M 0.5462335 0 L 0.5480029 0" pathEditMode="relative" ptsTypes="">
                                          <p:cBhvr>
                                            <p:cTn id="78" dur="17" fill="hold"/>
                                            <p:tgtEl>
                                              <p:spTgt spid="45"/>
                                            </p:tgtEl>
                                            <p:attrNameLst>
                                              <p:attrName>ppt_x</p:attrName>
                                              <p:attrName>ppt_y</p:attrName>
                                            </p:attrNameLst>
                                          </p:cBhvr>
                                        </p:animMotion>
                                      </p:childTnLst>
                                    </p:cTn>
                                  </p:par>
                                  <p:par>
                                    <p:cTn id="79" presetID="42" presetClass="path" presetSubtype="0" accel="50000" decel="50000" fill="hold" grpId="32" nodeType="withEffect">
                                      <p:stCondLst>
                                        <p:cond delay="533"/>
                                      </p:stCondLst>
                                      <p:childTnLst>
                                        <p:animMotion origin="layout" path="M 0.5480029 0 L 0.5491942 0" pathEditMode="relative" ptsTypes="">
                                          <p:cBhvr>
                                            <p:cTn id="80" dur="17" fill="hold"/>
                                            <p:tgtEl>
                                              <p:spTgt spid="45"/>
                                            </p:tgtEl>
                                            <p:attrNameLst>
                                              <p:attrName>ppt_x</p:attrName>
                                              <p:attrName>ppt_y</p:attrName>
                                            </p:attrNameLst>
                                          </p:cBhvr>
                                        </p:animMotion>
                                      </p:childTnLst>
                                    </p:cTn>
                                  </p:par>
                                  <p:par>
                                    <p:cTn id="81" presetID="42" presetClass="path" presetSubtype="0" accel="50000" decel="50000" fill="hold" grpId="33" nodeType="withEffect">
                                      <p:stCondLst>
                                        <p:cond delay="550"/>
                                      </p:stCondLst>
                                      <p:childTnLst>
                                        <p:animMotion origin="layout" path="M 0.5491942 0 L 0.5498452 0" pathEditMode="relative" ptsTypes="">
                                          <p:cBhvr>
                                            <p:cTn id="82" dur="17" fill="hold"/>
                                            <p:tgtEl>
                                              <p:spTgt spid="45"/>
                                            </p:tgtEl>
                                            <p:attrNameLst>
                                              <p:attrName>ppt_x</p:attrName>
                                              <p:attrName>ppt_y</p:attrName>
                                            </p:attrNameLst>
                                          </p:cBhvr>
                                        </p:animMotion>
                                      </p:childTnLst>
                                    </p:cTn>
                                  </p:par>
                                  <p:par>
                                    <p:cTn id="83" presetID="42" presetClass="path" presetSubtype="0" accel="50000" decel="50000" fill="hold" grpId="34" nodeType="withEffect">
                                      <p:stCondLst>
                                        <p:cond delay="567"/>
                                      </p:stCondLst>
                                      <p:childTnLst>
                                        <p:animMotion origin="layout" path="M 0.5498452 0 L 0.5499932 0" pathEditMode="relative" ptsTypes="">
                                          <p:cBhvr>
                                            <p:cTn id="84" dur="17" fill="hold"/>
                                            <p:tgtEl>
                                              <p:spTgt spid="45"/>
                                            </p:tgtEl>
                                            <p:attrNameLst>
                                              <p:attrName>ppt_x</p:attrName>
                                              <p:attrName>ppt_y</p:attrName>
                                            </p:attrNameLst>
                                          </p:cBhvr>
                                        </p:animMotion>
                                      </p:childTnLst>
                                    </p:cTn>
                                  </p:par>
                                  <p:par>
                                    <p:cTn id="85" presetID="42" presetClass="path" presetSubtype="0" accel="50000" decel="50000" fill="hold" grpId="35" nodeType="withEffect">
                                      <p:stCondLst>
                                        <p:cond delay="583"/>
                                      </p:stCondLst>
                                      <p:childTnLst>
                                        <p:animMotion origin="layout" path="M 0.5499932 0 L 0.5496758 0" pathEditMode="relative" ptsTypes="">
                                          <p:cBhvr>
                                            <p:cTn id="86" dur="17" fill="hold"/>
                                            <p:tgtEl>
                                              <p:spTgt spid="45"/>
                                            </p:tgtEl>
                                            <p:attrNameLst>
                                              <p:attrName>ppt_x</p:attrName>
                                              <p:attrName>ppt_y</p:attrName>
                                            </p:attrNameLst>
                                          </p:cBhvr>
                                        </p:animMotion>
                                      </p:childTnLst>
                                    </p:cTn>
                                  </p:par>
                                  <p:par>
                                    <p:cTn id="87" presetID="42" presetClass="path" presetSubtype="0" accel="50000" decel="50000" fill="hold" grpId="36" nodeType="withEffect">
                                      <p:stCondLst>
                                        <p:cond delay="600"/>
                                      </p:stCondLst>
                                      <p:childTnLst>
                                        <p:animMotion origin="layout" path="M 0.5496758 0 L 0.5489306 0" pathEditMode="relative" ptsTypes="">
                                          <p:cBhvr>
                                            <p:cTn id="88" dur="17" fill="hold"/>
                                            <p:tgtEl>
                                              <p:spTgt spid="45"/>
                                            </p:tgtEl>
                                            <p:attrNameLst>
                                              <p:attrName>ppt_x</p:attrName>
                                              <p:attrName>ppt_y</p:attrName>
                                            </p:attrNameLst>
                                          </p:cBhvr>
                                        </p:animMotion>
                                      </p:childTnLst>
                                    </p:cTn>
                                  </p:par>
                                  <p:par>
                                    <p:cTn id="89" presetID="42" presetClass="path" presetSubtype="0" accel="50000" decel="50000" fill="hold" grpId="37" nodeType="withEffect">
                                      <p:stCondLst>
                                        <p:cond delay="617"/>
                                      </p:stCondLst>
                                      <p:childTnLst>
                                        <p:animMotion origin="layout" path="M 0.5489306 0 L 0.5477951 0" pathEditMode="relative" ptsTypes="">
                                          <p:cBhvr>
                                            <p:cTn id="90" dur="17" fill="hold"/>
                                            <p:tgtEl>
                                              <p:spTgt spid="45"/>
                                            </p:tgtEl>
                                            <p:attrNameLst>
                                              <p:attrName>ppt_x</p:attrName>
                                              <p:attrName>ppt_y</p:attrName>
                                            </p:attrNameLst>
                                          </p:cBhvr>
                                        </p:animMotion>
                                      </p:childTnLst>
                                    </p:cTn>
                                  </p:par>
                                  <p:par>
                                    <p:cTn id="91" presetID="42" presetClass="path" presetSubtype="0" accel="50000" decel="50000" fill="hold" grpId="38" nodeType="withEffect">
                                      <p:stCondLst>
                                        <p:cond delay="633"/>
                                      </p:stCondLst>
                                      <p:childTnLst>
                                        <p:animMotion origin="layout" path="M 0.5477951 0 L 0.5463067 0" pathEditMode="relative" ptsTypes="">
                                          <p:cBhvr>
                                            <p:cTn id="92" dur="17" fill="hold"/>
                                            <p:tgtEl>
                                              <p:spTgt spid="45"/>
                                            </p:tgtEl>
                                            <p:attrNameLst>
                                              <p:attrName>ppt_x</p:attrName>
                                              <p:attrName>ppt_y</p:attrName>
                                            </p:attrNameLst>
                                          </p:cBhvr>
                                        </p:animMotion>
                                      </p:childTnLst>
                                    </p:cTn>
                                  </p:par>
                                  <p:par>
                                    <p:cTn id="93" presetID="42" presetClass="path" presetSubtype="0" accel="50000" decel="50000" fill="hold" grpId="39" nodeType="withEffect">
                                      <p:stCondLst>
                                        <p:cond delay="650"/>
                                      </p:stCondLst>
                                      <p:childTnLst>
                                        <p:animMotion origin="layout" path="M 0.5463067 0 L 0.544503 0" pathEditMode="relative" ptsTypes="">
                                          <p:cBhvr>
                                            <p:cTn id="94" dur="17" fill="hold"/>
                                            <p:tgtEl>
                                              <p:spTgt spid="45"/>
                                            </p:tgtEl>
                                            <p:attrNameLst>
                                              <p:attrName>ppt_x</p:attrName>
                                              <p:attrName>ppt_y</p:attrName>
                                            </p:attrNameLst>
                                          </p:cBhvr>
                                        </p:animMotion>
                                      </p:childTnLst>
                                    </p:cTn>
                                  </p:par>
                                  <p:par>
                                    <p:cTn id="95" presetID="42" presetClass="path" presetSubtype="0" accel="50000" decel="50000" fill="hold" grpId="40" nodeType="withEffect">
                                      <p:stCondLst>
                                        <p:cond delay="667"/>
                                      </p:stCondLst>
                                      <p:childTnLst>
                                        <p:animMotion origin="layout" path="M 0.544503 0 L 0.5424215 0" pathEditMode="relative" ptsTypes="">
                                          <p:cBhvr>
                                            <p:cTn id="96" dur="17" fill="hold"/>
                                            <p:tgtEl>
                                              <p:spTgt spid="45"/>
                                            </p:tgtEl>
                                            <p:attrNameLst>
                                              <p:attrName>ppt_x</p:attrName>
                                              <p:attrName>ppt_y</p:attrName>
                                            </p:attrNameLst>
                                          </p:cBhvr>
                                        </p:animMotion>
                                      </p:childTnLst>
                                    </p:cTn>
                                  </p:par>
                                  <p:par>
                                    <p:cTn id="97" presetID="42" presetClass="path" presetSubtype="0" accel="50000" decel="50000" fill="hold" grpId="41" nodeType="withEffect">
                                      <p:stCondLst>
                                        <p:cond delay="683"/>
                                      </p:stCondLst>
                                      <p:childTnLst>
                                        <p:animMotion origin="layout" path="M 0.5424215 0 L 0.5400998 0" pathEditMode="relative" ptsTypes="">
                                          <p:cBhvr>
                                            <p:cTn id="98" dur="17" fill="hold"/>
                                            <p:tgtEl>
                                              <p:spTgt spid="45"/>
                                            </p:tgtEl>
                                            <p:attrNameLst>
                                              <p:attrName>ppt_x</p:attrName>
                                              <p:attrName>ppt_y</p:attrName>
                                            </p:attrNameLst>
                                          </p:cBhvr>
                                        </p:animMotion>
                                      </p:childTnLst>
                                    </p:cTn>
                                  </p:par>
                                  <p:par>
                                    <p:cTn id="99" presetID="42" presetClass="path" presetSubtype="0" accel="50000" decel="50000" fill="hold" grpId="42" nodeType="withEffect">
                                      <p:stCondLst>
                                        <p:cond delay="700"/>
                                      </p:stCondLst>
                                      <p:childTnLst>
                                        <p:animMotion origin="layout" path="M 0.5400998 0 L 0.5375754 0" pathEditMode="relative" ptsTypes="">
                                          <p:cBhvr>
                                            <p:cTn id="100" dur="17" fill="hold"/>
                                            <p:tgtEl>
                                              <p:spTgt spid="45"/>
                                            </p:tgtEl>
                                            <p:attrNameLst>
                                              <p:attrName>ppt_x</p:attrName>
                                              <p:attrName>ppt_y</p:attrName>
                                            </p:attrNameLst>
                                          </p:cBhvr>
                                        </p:animMotion>
                                      </p:childTnLst>
                                    </p:cTn>
                                  </p:par>
                                  <p:par>
                                    <p:cTn id="101" presetID="42" presetClass="path" presetSubtype="0" accel="50000" decel="50000" fill="hold" grpId="43" nodeType="withEffect">
                                      <p:stCondLst>
                                        <p:cond delay="717"/>
                                      </p:stCondLst>
                                      <p:childTnLst>
                                        <p:animMotion origin="layout" path="M 0.5375754 0 L 0.5348856 0" pathEditMode="relative" ptsTypes="">
                                          <p:cBhvr>
                                            <p:cTn id="102" dur="17" fill="hold"/>
                                            <p:tgtEl>
                                              <p:spTgt spid="45"/>
                                            </p:tgtEl>
                                            <p:attrNameLst>
                                              <p:attrName>ppt_x</p:attrName>
                                              <p:attrName>ppt_y</p:attrName>
                                            </p:attrNameLst>
                                          </p:cBhvr>
                                        </p:animMotion>
                                      </p:childTnLst>
                                    </p:cTn>
                                  </p:par>
                                  <p:par>
                                    <p:cTn id="103" presetID="42" presetClass="path" presetSubtype="0" accel="50000" decel="50000" fill="hold" grpId="44" nodeType="withEffect">
                                      <p:stCondLst>
                                        <p:cond delay="733"/>
                                      </p:stCondLst>
                                      <p:childTnLst>
                                        <p:animMotion origin="layout" path="M 0.5348856 0 L 0.5320683 0" pathEditMode="relative" ptsTypes="">
                                          <p:cBhvr>
                                            <p:cTn id="104" dur="17" fill="hold"/>
                                            <p:tgtEl>
                                              <p:spTgt spid="45"/>
                                            </p:tgtEl>
                                            <p:attrNameLst>
                                              <p:attrName>ppt_x</p:attrName>
                                              <p:attrName>ppt_y</p:attrName>
                                            </p:attrNameLst>
                                          </p:cBhvr>
                                        </p:animMotion>
                                      </p:childTnLst>
                                    </p:cTn>
                                  </p:par>
                                  <p:par>
                                    <p:cTn id="105" presetID="42" presetClass="path" presetSubtype="0" accel="50000" decel="50000" fill="hold" grpId="45" nodeType="withEffect">
                                      <p:stCondLst>
                                        <p:cond delay="750"/>
                                      </p:stCondLst>
                                      <p:childTnLst>
                                        <p:animMotion origin="layout" path="M 0.5320683 0 L 0.5291607 0" pathEditMode="relative" ptsTypes="">
                                          <p:cBhvr>
                                            <p:cTn id="106" dur="17" fill="hold"/>
                                            <p:tgtEl>
                                              <p:spTgt spid="45"/>
                                            </p:tgtEl>
                                            <p:attrNameLst>
                                              <p:attrName>ppt_x</p:attrName>
                                              <p:attrName>ppt_y</p:attrName>
                                            </p:attrNameLst>
                                          </p:cBhvr>
                                        </p:animMotion>
                                      </p:childTnLst>
                                    </p:cTn>
                                  </p:par>
                                  <p:par>
                                    <p:cTn id="107" presetID="42" presetClass="path" presetSubtype="0" accel="50000" decel="50000" fill="hold" grpId="46" nodeType="withEffect">
                                      <p:stCondLst>
                                        <p:cond delay="767"/>
                                      </p:stCondLst>
                                      <p:childTnLst>
                                        <p:animMotion origin="layout" path="M 0.5291607 0 L 0.5262006 0" pathEditMode="relative" ptsTypes="">
                                          <p:cBhvr>
                                            <p:cTn id="108" dur="17" fill="hold"/>
                                            <p:tgtEl>
                                              <p:spTgt spid="45"/>
                                            </p:tgtEl>
                                            <p:attrNameLst>
                                              <p:attrName>ppt_x</p:attrName>
                                              <p:attrName>ppt_y</p:attrName>
                                            </p:attrNameLst>
                                          </p:cBhvr>
                                        </p:animMotion>
                                      </p:childTnLst>
                                    </p:cTn>
                                  </p:par>
                                  <p:par>
                                    <p:cTn id="109" presetID="42" presetClass="path" presetSubtype="0" accel="50000" decel="50000" fill="hold" grpId="47" nodeType="withEffect">
                                      <p:stCondLst>
                                        <p:cond delay="783"/>
                                      </p:stCondLst>
                                      <p:childTnLst>
                                        <p:animMotion origin="layout" path="M 0.5262006 0 L 0.5232252 0" pathEditMode="relative" ptsTypes="">
                                          <p:cBhvr>
                                            <p:cTn id="110" dur="17" fill="hold"/>
                                            <p:tgtEl>
                                              <p:spTgt spid="45"/>
                                            </p:tgtEl>
                                            <p:attrNameLst>
                                              <p:attrName>ppt_x</p:attrName>
                                              <p:attrName>ppt_y</p:attrName>
                                            </p:attrNameLst>
                                          </p:cBhvr>
                                        </p:animMotion>
                                      </p:childTnLst>
                                    </p:cTn>
                                  </p:par>
                                  <p:par>
                                    <p:cTn id="111" presetID="42" presetClass="path" presetSubtype="0" accel="50000" decel="50000" fill="hold" grpId="48" nodeType="withEffect">
                                      <p:stCondLst>
                                        <p:cond delay="800"/>
                                      </p:stCondLst>
                                      <p:childTnLst>
                                        <p:animMotion origin="layout" path="M 0.5232252 0 L 0.5202724 0" pathEditMode="relative" ptsTypes="">
                                          <p:cBhvr>
                                            <p:cTn id="112" dur="17" fill="hold"/>
                                            <p:tgtEl>
                                              <p:spTgt spid="45"/>
                                            </p:tgtEl>
                                            <p:attrNameLst>
                                              <p:attrName>ppt_x</p:attrName>
                                              <p:attrName>ppt_y</p:attrName>
                                            </p:attrNameLst>
                                          </p:cBhvr>
                                        </p:animMotion>
                                      </p:childTnLst>
                                    </p:cTn>
                                  </p:par>
                                  <p:par>
                                    <p:cTn id="113" presetID="42" presetClass="path" presetSubtype="0" accel="50000" decel="50000" fill="hold" grpId="49" nodeType="withEffect">
                                      <p:stCondLst>
                                        <p:cond delay="817"/>
                                      </p:stCondLst>
                                      <p:childTnLst>
                                        <p:animMotion origin="layout" path="M 0.5202724 0 L 0.5173794 0" pathEditMode="relative" ptsTypes="">
                                          <p:cBhvr>
                                            <p:cTn id="114" dur="17" fill="hold"/>
                                            <p:tgtEl>
                                              <p:spTgt spid="45"/>
                                            </p:tgtEl>
                                            <p:attrNameLst>
                                              <p:attrName>ppt_x</p:attrName>
                                              <p:attrName>ppt_y</p:attrName>
                                            </p:attrNameLst>
                                          </p:cBhvr>
                                        </p:animMotion>
                                      </p:childTnLst>
                                    </p:cTn>
                                  </p:par>
                                  <p:par>
                                    <p:cTn id="115" presetID="42" presetClass="path" presetSubtype="0" accel="50000" decel="50000" fill="hold" grpId="50" nodeType="withEffect">
                                      <p:stCondLst>
                                        <p:cond delay="833"/>
                                      </p:stCondLst>
                                      <p:childTnLst>
                                        <p:animMotion origin="layout" path="M 0.5173794 0 L 0.5145839 0" pathEditMode="relative" ptsTypes="">
                                          <p:cBhvr>
                                            <p:cTn id="116" dur="17" fill="hold"/>
                                            <p:tgtEl>
                                              <p:spTgt spid="45"/>
                                            </p:tgtEl>
                                            <p:attrNameLst>
                                              <p:attrName>ppt_x</p:attrName>
                                              <p:attrName>ppt_y</p:attrName>
                                            </p:attrNameLst>
                                          </p:cBhvr>
                                        </p:animMotion>
                                      </p:childTnLst>
                                    </p:cTn>
                                  </p:par>
                                  <p:par>
                                    <p:cTn id="117" presetID="42" presetClass="path" presetSubtype="0" accel="50000" decel="50000" fill="hold" grpId="51" nodeType="withEffect">
                                      <p:stCondLst>
                                        <p:cond delay="850"/>
                                      </p:stCondLst>
                                      <p:childTnLst>
                                        <p:animMotion origin="layout" path="M 0.5145839 0 L 0.5119233 0" pathEditMode="relative" ptsTypes="">
                                          <p:cBhvr>
                                            <p:cTn id="118" dur="17" fill="hold"/>
                                            <p:tgtEl>
                                              <p:spTgt spid="45"/>
                                            </p:tgtEl>
                                            <p:attrNameLst>
                                              <p:attrName>ppt_x</p:attrName>
                                              <p:attrName>ppt_y</p:attrName>
                                            </p:attrNameLst>
                                          </p:cBhvr>
                                        </p:animMotion>
                                      </p:childTnLst>
                                    </p:cTn>
                                  </p:par>
                                  <p:par>
                                    <p:cTn id="119" presetID="42" presetClass="path" presetSubtype="0" accel="50000" decel="50000" fill="hold" grpId="52" nodeType="withEffect">
                                      <p:stCondLst>
                                        <p:cond delay="867"/>
                                      </p:stCondLst>
                                      <p:childTnLst>
                                        <p:animMotion origin="layout" path="M 0.5119233 0 L 0.5094352 0" pathEditMode="relative" ptsTypes="">
                                          <p:cBhvr>
                                            <p:cTn id="120" dur="17" fill="hold"/>
                                            <p:tgtEl>
                                              <p:spTgt spid="45"/>
                                            </p:tgtEl>
                                            <p:attrNameLst>
                                              <p:attrName>ppt_x</p:attrName>
                                              <p:attrName>ppt_y</p:attrName>
                                            </p:attrNameLst>
                                          </p:cBhvr>
                                        </p:animMotion>
                                      </p:childTnLst>
                                    </p:cTn>
                                  </p:par>
                                  <p:par>
                                    <p:cTn id="121" presetID="42" presetClass="path" presetSubtype="0" accel="50000" decel="50000" fill="hold" grpId="53" nodeType="withEffect">
                                      <p:stCondLst>
                                        <p:cond delay="883"/>
                                      </p:stCondLst>
                                      <p:childTnLst>
                                        <p:animMotion origin="layout" path="M 0.5094352 0 L 0.5071571 0" pathEditMode="relative" ptsTypes="">
                                          <p:cBhvr>
                                            <p:cTn id="122" dur="17" fill="hold"/>
                                            <p:tgtEl>
                                              <p:spTgt spid="45"/>
                                            </p:tgtEl>
                                            <p:attrNameLst>
                                              <p:attrName>ppt_x</p:attrName>
                                              <p:attrName>ppt_y</p:attrName>
                                            </p:attrNameLst>
                                          </p:cBhvr>
                                        </p:animMotion>
                                      </p:childTnLst>
                                    </p:cTn>
                                  </p:par>
                                  <p:par>
                                    <p:cTn id="123" presetID="42" presetClass="path" presetSubtype="0" accel="50000" decel="50000" fill="hold" grpId="54" nodeType="withEffect">
                                      <p:stCondLst>
                                        <p:cond delay="900"/>
                                      </p:stCondLst>
                                      <p:childTnLst>
                                        <p:animMotion origin="layout" path="M 0.5071571 0 L 0.5051266 0" pathEditMode="relative" ptsTypes="">
                                          <p:cBhvr>
                                            <p:cTn id="124" dur="17" fill="hold"/>
                                            <p:tgtEl>
                                              <p:spTgt spid="45"/>
                                            </p:tgtEl>
                                            <p:attrNameLst>
                                              <p:attrName>ppt_x</p:attrName>
                                              <p:attrName>ppt_y</p:attrName>
                                            </p:attrNameLst>
                                          </p:cBhvr>
                                        </p:animMotion>
                                      </p:childTnLst>
                                    </p:cTn>
                                  </p:par>
                                  <p:par>
                                    <p:cTn id="125" presetID="42" presetClass="path" presetSubtype="0" accel="50000" decel="50000" fill="hold" grpId="55" nodeType="withEffect">
                                      <p:stCondLst>
                                        <p:cond delay="917"/>
                                      </p:stCondLst>
                                      <p:childTnLst>
                                        <p:animMotion origin="layout" path="M 0.5051266 0 L 0.5033811 0" pathEditMode="relative" ptsTypes="">
                                          <p:cBhvr>
                                            <p:cTn id="126" dur="17" fill="hold"/>
                                            <p:tgtEl>
                                              <p:spTgt spid="45"/>
                                            </p:tgtEl>
                                            <p:attrNameLst>
                                              <p:attrName>ppt_x</p:attrName>
                                              <p:attrName>ppt_y</p:attrName>
                                            </p:attrNameLst>
                                          </p:cBhvr>
                                        </p:animMotion>
                                      </p:childTnLst>
                                    </p:cTn>
                                  </p:par>
                                  <p:par>
                                    <p:cTn id="127" presetID="42" presetClass="path" presetSubtype="0" accel="50000" decel="50000" fill="hold" grpId="56" nodeType="withEffect">
                                      <p:stCondLst>
                                        <p:cond delay="933"/>
                                      </p:stCondLst>
                                      <p:childTnLst>
                                        <p:animMotion origin="layout" path="M 0.5033811 0 L 0.5019581 0" pathEditMode="relative" ptsTypes="">
                                          <p:cBhvr>
                                            <p:cTn id="128" dur="17" fill="hold"/>
                                            <p:tgtEl>
                                              <p:spTgt spid="45"/>
                                            </p:tgtEl>
                                            <p:attrNameLst>
                                              <p:attrName>ppt_x</p:attrName>
                                              <p:attrName>ppt_y</p:attrName>
                                            </p:attrNameLst>
                                          </p:cBhvr>
                                        </p:animMotion>
                                      </p:childTnLst>
                                    </p:cTn>
                                  </p:par>
                                  <p:par>
                                    <p:cTn id="129" presetID="42" presetClass="path" presetSubtype="0" accel="50000" decel="50000" fill="hold" grpId="57" nodeType="withEffect">
                                      <p:stCondLst>
                                        <p:cond delay="950"/>
                                      </p:stCondLst>
                                      <p:childTnLst>
                                        <p:animMotion origin="layout" path="M 0.5019581 0 L 0.5008953 0" pathEditMode="relative" ptsTypes="">
                                          <p:cBhvr>
                                            <p:cTn id="130" dur="17" fill="hold"/>
                                            <p:tgtEl>
                                              <p:spTgt spid="45"/>
                                            </p:tgtEl>
                                            <p:attrNameLst>
                                              <p:attrName>ppt_x</p:attrName>
                                              <p:attrName>ppt_y</p:attrName>
                                            </p:attrNameLst>
                                          </p:cBhvr>
                                        </p:animMotion>
                                      </p:childTnLst>
                                    </p:cTn>
                                  </p:par>
                                  <p:par>
                                    <p:cTn id="131" presetID="42" presetClass="path" presetSubtype="0" accel="50000" decel="50000" fill="hold" grpId="58" nodeType="withEffect">
                                      <p:stCondLst>
                                        <p:cond delay="967"/>
                                      </p:stCondLst>
                                      <p:childTnLst>
                                        <p:animMotion origin="layout" path="M 0.5008953 0 L 0.5002301 0" pathEditMode="relative" ptsTypes="">
                                          <p:cBhvr>
                                            <p:cTn id="132" dur="17" fill="hold"/>
                                            <p:tgtEl>
                                              <p:spTgt spid="45"/>
                                            </p:tgtEl>
                                            <p:attrNameLst>
                                              <p:attrName>ppt_x</p:attrName>
                                              <p:attrName>ppt_y</p:attrName>
                                            </p:attrNameLst>
                                          </p:cBhvr>
                                        </p:animMotion>
                                      </p:childTnLst>
                                    </p:cTn>
                                  </p:par>
                                  <p:par>
                                    <p:cTn id="133" presetID="42" presetClass="path" presetSubtype="0" accel="50000" decel="50000" fill="hold" grpId="59" nodeType="withEffect">
                                      <p:stCondLst>
                                        <p:cond delay="983"/>
                                      </p:stCondLst>
                                      <p:childTnLst>
                                        <p:animMotion origin="layout" path="M 0.5002301 0 L 0.5 0" pathEditMode="relative" ptsTypes="">
                                          <p:cBhvr>
                                            <p:cTn id="134" dur="17" fill="hold"/>
                                            <p:tgtEl>
                                              <p:spTgt spid="45"/>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7" grpId="0" animBg="1"/>
          <p:bldP spid="39" grpId="0" animBg="1"/>
          <p:bldP spid="41" grpId="0" animBg="1"/>
          <p:bldP spid="43" grpId="0" animBg="1"/>
          <p:bldP spid="45" grpId="0" animBg="1"/>
          <p:bldP spid="45" grpId="1" animBg="1"/>
          <p:bldP spid="45" grpId="2" animBg="1"/>
          <p:bldP spid="45" grpId="3" animBg="1"/>
          <p:bldP spid="45" grpId="4" animBg="1"/>
          <p:bldP spid="45" grpId="5" animBg="1"/>
          <p:bldP spid="45" grpId="6" animBg="1"/>
          <p:bldP spid="45" grpId="7" animBg="1"/>
          <p:bldP spid="45" grpId="8" animBg="1"/>
          <p:bldP spid="45" grpId="9" animBg="1"/>
          <p:bldP spid="45" grpId="10" animBg="1"/>
          <p:bldP spid="45" grpId="11" animBg="1"/>
          <p:bldP spid="45" grpId="12" animBg="1"/>
          <p:bldP spid="45" grpId="13" animBg="1"/>
          <p:bldP spid="45" grpId="14" animBg="1"/>
          <p:bldP spid="45" grpId="15" animBg="1"/>
          <p:bldP spid="45" grpId="16" animBg="1"/>
          <p:bldP spid="45" grpId="17" animBg="1"/>
          <p:bldP spid="45" grpId="18" animBg="1"/>
          <p:bldP spid="45" grpId="19" animBg="1"/>
          <p:bldP spid="45" grpId="20" animBg="1"/>
          <p:bldP spid="45" grpId="21" animBg="1"/>
          <p:bldP spid="45" grpId="22" animBg="1"/>
          <p:bldP spid="45" grpId="23" animBg="1"/>
          <p:bldP spid="45" grpId="24" animBg="1"/>
          <p:bldP spid="45" grpId="25" animBg="1"/>
          <p:bldP spid="45" grpId="26" animBg="1"/>
          <p:bldP spid="45" grpId="27" animBg="1"/>
          <p:bldP spid="45" grpId="28" animBg="1"/>
          <p:bldP spid="45" grpId="29" animBg="1"/>
          <p:bldP spid="45" grpId="30" animBg="1"/>
          <p:bldP spid="45" grpId="31" animBg="1"/>
          <p:bldP spid="45" grpId="32" animBg="1"/>
          <p:bldP spid="45" grpId="33" animBg="1"/>
          <p:bldP spid="45" grpId="34" animBg="1"/>
          <p:bldP spid="45" grpId="35" animBg="1"/>
          <p:bldP spid="45" grpId="36" animBg="1"/>
          <p:bldP spid="45" grpId="37" animBg="1"/>
          <p:bldP spid="45" grpId="38" animBg="1"/>
          <p:bldP spid="45" grpId="39" animBg="1"/>
          <p:bldP spid="45" grpId="40" animBg="1"/>
          <p:bldP spid="45" grpId="41" animBg="1"/>
          <p:bldP spid="45" grpId="42" animBg="1"/>
          <p:bldP spid="45" grpId="43" animBg="1"/>
          <p:bldP spid="45" grpId="44" animBg="1"/>
          <p:bldP spid="45" grpId="45" animBg="1"/>
          <p:bldP spid="45" grpId="46" animBg="1"/>
          <p:bldP spid="45" grpId="47" animBg="1"/>
          <p:bldP spid="45" grpId="48" animBg="1"/>
          <p:bldP spid="45" grpId="49" animBg="1"/>
          <p:bldP spid="45" grpId="50" animBg="1"/>
          <p:bldP spid="45" grpId="51" animBg="1"/>
          <p:bldP spid="45" grpId="52" animBg="1"/>
          <p:bldP spid="45" grpId="53" animBg="1"/>
          <p:bldP spid="45" grpId="54" animBg="1"/>
          <p:bldP spid="45" grpId="55" animBg="1"/>
          <p:bldP spid="45" grpId="56" animBg="1"/>
          <p:bldP spid="45" grpId="57" animBg="1"/>
          <p:bldP spid="45" grpId="58" animBg="1"/>
          <p:bldP spid="45" grpId="59" animBg="1"/>
        </p:bldLst>
      </p:timing>
    </mc:Choice>
    <mc:Fallback xmlns="">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fill="hold" grpId="0" nodeType="clickEffect">
                                      <p:stCondLst>
                                        <p:cond delay="0"/>
                                      </p:stCondLst>
                                      <p:childTnLst>
                                        <p:animMotion origin="layout" path="M 0 0 L 0.5 0" pathEditMode="relative" ptsTypes="">
                                          <p:cBhvr>
                                            <p:cTn id="6" dur="1000" fill="hold"/>
                                            <p:tgtEl>
                                              <p:spTgt spid="35"/>
                                            </p:tgtEl>
                                            <p:attrNameLst>
                                              <p:attrName>ppt_x</p:attrName>
                                              <p:attrName>ppt_y</p:attrName>
                                            </p:attrNameLst>
                                          </p:cBhvr>
                                        </p:animMotion>
                                      </p:childTnLst>
                                    </p:cTn>
                                  </p:par>
                                  <p:par>
                                    <p:cTn id="7" presetID="42" presetClass="path" presetSubtype="0" accel="100000" fill="hold" grpId="0" nodeType="withEffect">
                                      <p:stCondLst>
                                        <p:cond delay="0"/>
                                      </p:stCondLst>
                                      <p:childTnLst>
                                        <p:animMotion origin="layout" path="M 0 0 L 0.5 0" pathEditMode="relative" ptsTypes="">
                                          <p:cBhvr>
                                            <p:cTn id="8" dur="1000" fill="hold"/>
                                            <p:tgtEl>
                                              <p:spTgt spid="37"/>
                                            </p:tgtEl>
                                            <p:attrNameLst>
                                              <p:attrName>ppt_x</p:attrName>
                                              <p:attrName>ppt_y</p:attrName>
                                            </p:attrNameLst>
                                          </p:cBhvr>
                                        </p:animMotion>
                                      </p:childTnLst>
                                    </p:cTn>
                                  </p:par>
                                  <p:par>
                                    <p:cTn id="9" presetID="42" presetClass="path" presetSubtype="0" decel="100000" fill="hold" grpId="0" nodeType="withEffect">
                                      <p:stCondLst>
                                        <p:cond delay="0"/>
                                      </p:stCondLst>
                                      <p:childTnLst>
                                        <p:animMotion origin="layout" path="M 0 0 L 0.5 0" pathEditMode="relative" ptsTypes="">
                                          <p:cBhvr>
                                            <p:cTn id="10" dur="1000" fill="hold"/>
                                            <p:tgtEl>
                                              <p:spTgt spid="39"/>
                                            </p:tgtEl>
                                            <p:attrNameLst>
                                              <p:attrName>ppt_x</p:attrName>
                                              <p:attrName>ppt_y</p:attrName>
                                            </p:attrNameLst>
                                          </p:cBhvr>
                                        </p:animMotion>
                                      </p:childTnLst>
                                    </p:cTn>
                                  </p:par>
                                  <p:par>
                                    <p:cTn id="11" presetID="42" presetClass="path" presetSubtype="0" accel="50000" decel="50000" fill="hold" grpId="0" nodeType="withEffect">
                                      <p:stCondLst>
                                        <p:cond delay="0"/>
                                      </p:stCondLst>
                                      <p:childTnLst>
                                        <p:animMotion origin="layout" path="M 0 0 L 0.5 0" pathEditMode="relative" ptsTypes="">
                                          <p:cBhvr>
                                            <p:cTn id="12" dur="1000" fill="hold"/>
                                            <p:tgtEl>
                                              <p:spTgt spid="41"/>
                                            </p:tgtEl>
                                            <p:attrNameLst>
                                              <p:attrName>ppt_x</p:attrName>
                                              <p:attrName>ppt_y</p:attrName>
                                            </p:attrNameLst>
                                          </p:cBhvr>
                                        </p:animMotion>
                                      </p:childTnLst>
                                    </p:cTn>
                                  </p:par>
                                  <p:par>
                                    <p:cTn id="13" presetID="42" presetClass="path" presetSubtype="0" fill="hold" grpId="0" nodeType="withEffect">
                                      <p:stCondLst>
                                        <p:cond delay="0"/>
                                      </p:stCondLst>
                                      <p:childTnLst>
                                        <p:animMotion origin="layout" path="M 0 0 L 0.5 0" pathEditMode="relative" ptsTypes="">
                                          <p:cBhvr>
                                            <p:cTn id="14" dur="1000" fill="hold"/>
                                            <p:tgtEl>
                                              <p:spTgt spid="43"/>
                                            </p:tgtEl>
                                            <p:attrNameLst>
                                              <p:attrName>ppt_x</p:attrName>
                                              <p:attrName>ppt_y</p:attrName>
                                            </p:attrNameLst>
                                          </p:cBhvr>
                                        </p:animMotion>
                                      </p:childTnLst>
                                    </p:cTn>
                                  </p:par>
                                  <p:par>
                                    <p:cTn id="15" presetID="42" presetClass="path" presetSubtype="0" accel="50000" decel="50000" fill="hold" grpId="0" nodeType="withEffect">
                                      <p:stCondLst>
                                        <p:cond delay="0"/>
                                      </p:stCondLst>
                                      <p:childTnLst>
                                        <p:animMotion origin="layout" path="M 0 0 L 3.829676E-02 0" pathEditMode="relative" ptsTypes="">
                                          <p:cBhvr>
                                            <p:cTn id="16" dur="17" fill="hold"/>
                                            <p:tgtEl>
                                              <p:spTgt spid="45"/>
                                            </p:tgtEl>
                                            <p:attrNameLst>
                                              <p:attrName>ppt_x</p:attrName>
                                              <p:attrName>ppt_y</p:attrName>
                                            </p:attrNameLst>
                                          </p:cBhvr>
                                        </p:animMotion>
                                      </p:childTnLst>
                                    </p:cTn>
                                  </p:par>
                                  <p:par>
                                    <p:cTn id="17" presetID="42" presetClass="path" presetSubtype="0" accel="50000" decel="50000" fill="hold" grpId="1" nodeType="withEffect">
                                      <p:stCondLst>
                                        <p:cond delay="17"/>
                                      </p:stCondLst>
                                      <p:childTnLst>
                                        <p:animMotion origin="layout" path="M 3.829676E-02 0 L 7.485238E-02 0" pathEditMode="relative" ptsTypes="">
                                          <p:cBhvr>
                                            <p:cTn id="18" dur="17" fill="hold"/>
                                            <p:tgtEl>
                                              <p:spTgt spid="45"/>
                                            </p:tgtEl>
                                            <p:attrNameLst>
                                              <p:attrName>ppt_x</p:attrName>
                                              <p:attrName>ppt_y</p:attrName>
                                            </p:attrNameLst>
                                          </p:cBhvr>
                                        </p:animMotion>
                                      </p:childTnLst>
                                    </p:cTn>
                                  </p:par>
                                  <p:par>
                                    <p:cTn id="19" presetID="42" presetClass="path" presetSubtype="0" accel="50000" decel="50000" fill="hold" grpId="2" nodeType="withEffect">
                                      <p:stCondLst>
                                        <p:cond delay="33"/>
                                      </p:stCondLst>
                                      <p:childTnLst>
                                        <p:animMotion origin="layout" path="M 7.485238E-02 0 L 0.1097044 0" pathEditMode="relative" ptsTypes="">
                                          <p:cBhvr>
                                            <p:cTn id="20" dur="17" fill="hold"/>
                                            <p:tgtEl>
                                              <p:spTgt spid="45"/>
                                            </p:tgtEl>
                                            <p:attrNameLst>
                                              <p:attrName>ppt_x</p:attrName>
                                              <p:attrName>ppt_y</p:attrName>
                                            </p:attrNameLst>
                                          </p:cBhvr>
                                        </p:animMotion>
                                      </p:childTnLst>
                                    </p:cTn>
                                  </p:par>
                                  <p:par>
                                    <p:cTn id="21" presetID="42" presetClass="path" presetSubtype="0" accel="50000" decel="50000" fill="hold" grpId="3" nodeType="withEffect">
                                      <p:stCondLst>
                                        <p:cond delay="50"/>
                                      </p:stCondLst>
                                      <p:childTnLst>
                                        <p:animMotion origin="layout" path="M 0.1097044 0 L 0.1428903 0" pathEditMode="relative" ptsTypes="">
                                          <p:cBhvr>
                                            <p:cTn id="22" dur="17" fill="hold"/>
                                            <p:tgtEl>
                                              <p:spTgt spid="45"/>
                                            </p:tgtEl>
                                            <p:attrNameLst>
                                              <p:attrName>ppt_x</p:attrName>
                                              <p:attrName>ppt_y</p:attrName>
                                            </p:attrNameLst>
                                          </p:cBhvr>
                                        </p:animMotion>
                                      </p:childTnLst>
                                    </p:cTn>
                                  </p:par>
                                  <p:par>
                                    <p:cTn id="23" presetID="42" presetClass="path" presetSubtype="0" accel="50000" decel="50000" fill="hold" grpId="4" nodeType="withEffect">
                                      <p:stCondLst>
                                        <p:cond delay="67"/>
                                      </p:stCondLst>
                                      <p:childTnLst>
                                        <p:animMotion origin="layout" path="M 0.1428903 0 L 0.1744477 0" pathEditMode="relative" ptsTypes="">
                                          <p:cBhvr>
                                            <p:cTn id="24" dur="17" fill="hold"/>
                                            <p:tgtEl>
                                              <p:spTgt spid="45"/>
                                            </p:tgtEl>
                                            <p:attrNameLst>
                                              <p:attrName>ppt_x</p:attrName>
                                              <p:attrName>ppt_y</p:attrName>
                                            </p:attrNameLst>
                                          </p:cBhvr>
                                        </p:animMotion>
                                      </p:childTnLst>
                                    </p:cTn>
                                  </p:par>
                                  <p:par>
                                    <p:cTn id="25" presetID="42" presetClass="path" presetSubtype="0" accel="50000" decel="50000" fill="hold" grpId="5" nodeType="withEffect">
                                      <p:stCondLst>
                                        <p:cond delay="83"/>
                                      </p:stCondLst>
                                      <p:childTnLst>
                                        <p:animMotion origin="layout" path="M 0.1744477 0 L 0.204414 0" pathEditMode="relative" ptsTypes="">
                                          <p:cBhvr>
                                            <p:cTn id="26" dur="17" fill="hold"/>
                                            <p:tgtEl>
                                              <p:spTgt spid="45"/>
                                            </p:tgtEl>
                                            <p:attrNameLst>
                                              <p:attrName>ppt_x</p:attrName>
                                              <p:attrName>ppt_y</p:attrName>
                                            </p:attrNameLst>
                                          </p:cBhvr>
                                        </p:animMotion>
                                      </p:childTnLst>
                                    </p:cTn>
                                  </p:par>
                                  <p:par>
                                    <p:cTn id="27" presetID="42" presetClass="path" presetSubtype="0" accel="50000" decel="50000" fill="hold" grpId="6" nodeType="withEffect">
                                      <p:stCondLst>
                                        <p:cond delay="100"/>
                                      </p:stCondLst>
                                      <p:childTnLst>
                                        <p:animMotion origin="layout" path="M 0.204414 0 L 0.2328268 0" pathEditMode="relative" ptsTypes="">
                                          <p:cBhvr>
                                            <p:cTn id="28" dur="17" fill="hold"/>
                                            <p:tgtEl>
                                              <p:spTgt spid="45"/>
                                            </p:tgtEl>
                                            <p:attrNameLst>
                                              <p:attrName>ppt_x</p:attrName>
                                              <p:attrName>ppt_y</p:attrName>
                                            </p:attrNameLst>
                                          </p:cBhvr>
                                        </p:animMotion>
                                      </p:childTnLst>
                                    </p:cTn>
                                  </p:par>
                                  <p:par>
                                    <p:cTn id="29" presetID="42" presetClass="path" presetSubtype="0" accel="50000" decel="50000" fill="hold" grpId="7" nodeType="withEffect">
                                      <p:stCondLst>
                                        <p:cond delay="117"/>
                                      </p:stCondLst>
                                      <p:childTnLst>
                                        <p:animMotion origin="layout" path="M 0.2328268 0 L 0.2597236 0" pathEditMode="relative" ptsTypes="">
                                          <p:cBhvr>
                                            <p:cTn id="30" dur="17" fill="hold"/>
                                            <p:tgtEl>
                                              <p:spTgt spid="45"/>
                                            </p:tgtEl>
                                            <p:attrNameLst>
                                              <p:attrName>ppt_x</p:attrName>
                                              <p:attrName>ppt_y</p:attrName>
                                            </p:attrNameLst>
                                          </p:cBhvr>
                                        </p:animMotion>
                                      </p:childTnLst>
                                    </p:cTn>
                                  </p:par>
                                  <p:par>
                                    <p:cTn id="31" presetID="42" presetClass="path" presetSubtype="0" accel="50000" decel="50000" fill="hold" grpId="8" nodeType="withEffect">
                                      <p:stCondLst>
                                        <p:cond delay="133"/>
                                      </p:stCondLst>
                                      <p:childTnLst>
                                        <p:animMotion origin="layout" path="M 0.2597236 0 L 0.2851419 0" pathEditMode="relative" ptsTypes="">
                                          <p:cBhvr>
                                            <p:cTn id="32" dur="17" fill="hold"/>
                                            <p:tgtEl>
                                              <p:spTgt spid="45"/>
                                            </p:tgtEl>
                                            <p:attrNameLst>
                                              <p:attrName>ppt_x</p:attrName>
                                              <p:attrName>ppt_y</p:attrName>
                                            </p:attrNameLst>
                                          </p:cBhvr>
                                        </p:animMotion>
                                      </p:childTnLst>
                                    </p:cTn>
                                  </p:par>
                                  <p:par>
                                    <p:cTn id="33" presetID="42" presetClass="path" presetSubtype="0" accel="50000" decel="50000" fill="hold" grpId="9" nodeType="withEffect">
                                      <p:stCondLst>
                                        <p:cond delay="150"/>
                                      </p:stCondLst>
                                      <p:childTnLst>
                                        <p:animMotion origin="layout" path="M 0.2851419 0 L 0.3091192 0" pathEditMode="relative" ptsTypes="">
                                          <p:cBhvr>
                                            <p:cTn id="34" dur="17" fill="hold"/>
                                            <p:tgtEl>
                                              <p:spTgt spid="45"/>
                                            </p:tgtEl>
                                            <p:attrNameLst>
                                              <p:attrName>ppt_x</p:attrName>
                                              <p:attrName>ppt_y</p:attrName>
                                            </p:attrNameLst>
                                          </p:cBhvr>
                                        </p:animMotion>
                                      </p:childTnLst>
                                    </p:cTn>
                                  </p:par>
                                  <p:par>
                                    <p:cTn id="35" presetID="42" presetClass="path" presetSubtype="0" accel="50000" decel="50000" fill="hold" grpId="10" nodeType="withEffect">
                                      <p:stCondLst>
                                        <p:cond delay="167"/>
                                      </p:stCondLst>
                                      <p:childTnLst>
                                        <p:animMotion origin="layout" path="M 0.3091192 0 L 0.3316931 0" pathEditMode="relative" ptsTypes="">
                                          <p:cBhvr>
                                            <p:cTn id="36" dur="17" fill="hold"/>
                                            <p:tgtEl>
                                              <p:spTgt spid="45"/>
                                            </p:tgtEl>
                                            <p:attrNameLst>
                                              <p:attrName>ppt_x</p:attrName>
                                              <p:attrName>ppt_y</p:attrName>
                                            </p:attrNameLst>
                                          </p:cBhvr>
                                        </p:animMotion>
                                      </p:childTnLst>
                                    </p:cTn>
                                  </p:par>
                                  <p:par>
                                    <p:cTn id="37" presetID="42" presetClass="path" presetSubtype="0" accel="50000" decel="50000" fill="hold" grpId="11" nodeType="withEffect">
                                      <p:stCondLst>
                                        <p:cond delay="183"/>
                                      </p:stCondLst>
                                      <p:childTnLst>
                                        <p:animMotion origin="layout" path="M 0.3316931 0 L 0.3529011 0" pathEditMode="relative" ptsTypes="">
                                          <p:cBhvr>
                                            <p:cTn id="38" dur="17" fill="hold"/>
                                            <p:tgtEl>
                                              <p:spTgt spid="45"/>
                                            </p:tgtEl>
                                            <p:attrNameLst>
                                              <p:attrName>ppt_x</p:attrName>
                                              <p:attrName>ppt_y</p:attrName>
                                            </p:attrNameLst>
                                          </p:cBhvr>
                                        </p:animMotion>
                                      </p:childTnLst>
                                    </p:cTn>
                                  </p:par>
                                  <p:par>
                                    <p:cTn id="39" presetID="42" presetClass="path" presetSubtype="0" accel="50000" decel="50000" fill="hold" grpId="12" nodeType="withEffect">
                                      <p:stCondLst>
                                        <p:cond delay="200"/>
                                      </p:stCondLst>
                                      <p:childTnLst>
                                        <p:animMotion origin="layout" path="M 0.3529011 0 L 0.3727807 0" pathEditMode="relative" ptsTypes="">
                                          <p:cBhvr>
                                            <p:cTn id="40" dur="17" fill="hold"/>
                                            <p:tgtEl>
                                              <p:spTgt spid="45"/>
                                            </p:tgtEl>
                                            <p:attrNameLst>
                                              <p:attrName>ppt_x</p:attrName>
                                              <p:attrName>ppt_y</p:attrName>
                                            </p:attrNameLst>
                                          </p:cBhvr>
                                        </p:animMotion>
                                      </p:childTnLst>
                                    </p:cTn>
                                  </p:par>
                                  <p:par>
                                    <p:cTn id="41" presetID="42" presetClass="path" presetSubtype="0" accel="50000" decel="50000" fill="hold" grpId="13" nodeType="withEffect">
                                      <p:stCondLst>
                                        <p:cond delay="217"/>
                                      </p:stCondLst>
                                      <p:childTnLst>
                                        <p:animMotion origin="layout" path="M 0.3727807 0 L 0.3913695 0" pathEditMode="relative" ptsTypes="">
                                          <p:cBhvr>
                                            <p:cTn id="42" dur="17" fill="hold"/>
                                            <p:tgtEl>
                                              <p:spTgt spid="45"/>
                                            </p:tgtEl>
                                            <p:attrNameLst>
                                              <p:attrName>ppt_x</p:attrName>
                                              <p:attrName>ppt_y</p:attrName>
                                            </p:attrNameLst>
                                          </p:cBhvr>
                                        </p:animMotion>
                                      </p:childTnLst>
                                    </p:cTn>
                                  </p:par>
                                  <p:par>
                                    <p:cTn id="43" presetID="42" presetClass="path" presetSubtype="0" accel="50000" decel="50000" fill="hold" grpId="14" nodeType="withEffect">
                                      <p:stCondLst>
                                        <p:cond delay="233"/>
                                      </p:stCondLst>
                                      <p:childTnLst>
                                        <p:animMotion origin="layout" path="M 0.3913695 0 L 0.4087048 0" pathEditMode="relative" ptsTypes="">
                                          <p:cBhvr>
                                            <p:cTn id="44" dur="17" fill="hold"/>
                                            <p:tgtEl>
                                              <p:spTgt spid="45"/>
                                            </p:tgtEl>
                                            <p:attrNameLst>
                                              <p:attrName>ppt_x</p:attrName>
                                              <p:attrName>ppt_y</p:attrName>
                                            </p:attrNameLst>
                                          </p:cBhvr>
                                        </p:animMotion>
                                      </p:childTnLst>
                                    </p:cTn>
                                  </p:par>
                                  <p:par>
                                    <p:cTn id="45" presetID="42" presetClass="path" presetSubtype="0" accel="50000" decel="50000" fill="hold" grpId="15" nodeType="withEffect">
                                      <p:stCondLst>
                                        <p:cond delay="250"/>
                                      </p:stCondLst>
                                      <p:childTnLst>
                                        <p:animMotion origin="layout" path="M 0.4087048 0 L 0.4248244 0" pathEditMode="relative" ptsTypes="">
                                          <p:cBhvr>
                                            <p:cTn id="46" dur="17" fill="hold"/>
                                            <p:tgtEl>
                                              <p:spTgt spid="45"/>
                                            </p:tgtEl>
                                            <p:attrNameLst>
                                              <p:attrName>ppt_x</p:attrName>
                                              <p:attrName>ppt_y</p:attrName>
                                            </p:attrNameLst>
                                          </p:cBhvr>
                                        </p:animMotion>
                                      </p:childTnLst>
                                    </p:cTn>
                                  </p:par>
                                  <p:par>
                                    <p:cTn id="47" presetID="42" presetClass="path" presetSubtype="0" accel="50000" decel="50000" fill="hold" grpId="16" nodeType="withEffect">
                                      <p:stCondLst>
                                        <p:cond delay="267"/>
                                      </p:stCondLst>
                                      <p:childTnLst>
                                        <p:animMotion origin="layout" path="M 0.4248244 0 L 0.4397656 0" pathEditMode="relative" ptsTypes="">
                                          <p:cBhvr>
                                            <p:cTn id="48" dur="17" fill="hold"/>
                                            <p:tgtEl>
                                              <p:spTgt spid="45"/>
                                            </p:tgtEl>
                                            <p:attrNameLst>
                                              <p:attrName>ppt_x</p:attrName>
                                              <p:attrName>ppt_y</p:attrName>
                                            </p:attrNameLst>
                                          </p:cBhvr>
                                        </p:animMotion>
                                      </p:childTnLst>
                                    </p:cTn>
                                  </p:par>
                                  <p:par>
                                    <p:cTn id="49" presetID="42" presetClass="path" presetSubtype="0" accel="50000" decel="50000" fill="hold" grpId="17" nodeType="withEffect">
                                      <p:stCondLst>
                                        <p:cond delay="283"/>
                                      </p:stCondLst>
                                      <p:childTnLst>
                                        <p:animMotion origin="layout" path="M 0.4397656 0 L 0.4535661 0" pathEditMode="relative" ptsTypes="">
                                          <p:cBhvr>
                                            <p:cTn id="50" dur="17" fill="hold"/>
                                            <p:tgtEl>
                                              <p:spTgt spid="45"/>
                                            </p:tgtEl>
                                            <p:attrNameLst>
                                              <p:attrName>ppt_x</p:attrName>
                                              <p:attrName>ppt_y</p:attrName>
                                            </p:attrNameLst>
                                          </p:cBhvr>
                                        </p:animMotion>
                                      </p:childTnLst>
                                    </p:cTn>
                                  </p:par>
                                  <p:par>
                                    <p:cTn id="51" presetID="42" presetClass="path" presetSubtype="0" accel="50000" decel="50000" fill="hold" grpId="18" nodeType="withEffect">
                                      <p:stCondLst>
                                        <p:cond delay="300"/>
                                      </p:stCondLst>
                                      <p:childTnLst>
                                        <p:animMotion origin="layout" path="M 0.4535661 0 L 0.4662633 0" pathEditMode="relative" ptsTypes="">
                                          <p:cBhvr>
                                            <p:cTn id="52" dur="17" fill="hold"/>
                                            <p:tgtEl>
                                              <p:spTgt spid="45"/>
                                            </p:tgtEl>
                                            <p:attrNameLst>
                                              <p:attrName>ppt_x</p:attrName>
                                              <p:attrName>ppt_y</p:attrName>
                                            </p:attrNameLst>
                                          </p:cBhvr>
                                        </p:animMotion>
                                      </p:childTnLst>
                                    </p:cTn>
                                  </p:par>
                                  <p:par>
                                    <p:cTn id="53" presetID="42" presetClass="path" presetSubtype="0" accel="50000" decel="50000" fill="hold" grpId="19" nodeType="withEffect">
                                      <p:stCondLst>
                                        <p:cond delay="317"/>
                                      </p:stCondLst>
                                      <p:childTnLst>
                                        <p:animMotion origin="layout" path="M 0.4662633 0 L 0.4778948 0" pathEditMode="relative" ptsTypes="">
                                          <p:cBhvr>
                                            <p:cTn id="54" dur="17" fill="hold"/>
                                            <p:tgtEl>
                                              <p:spTgt spid="45"/>
                                            </p:tgtEl>
                                            <p:attrNameLst>
                                              <p:attrName>ppt_x</p:attrName>
                                              <p:attrName>ppt_y</p:attrName>
                                            </p:attrNameLst>
                                          </p:cBhvr>
                                        </p:animMotion>
                                      </p:childTnLst>
                                    </p:cTn>
                                  </p:par>
                                  <p:par>
                                    <p:cTn id="55" presetID="42" presetClass="path" presetSubtype="0" accel="50000" decel="50000" fill="hold" grpId="20" nodeType="withEffect">
                                      <p:stCondLst>
                                        <p:cond delay="333"/>
                                      </p:stCondLst>
                                      <p:childTnLst>
                                        <p:animMotion origin="layout" path="M 0.4778948 0 L 0.4884981 0" pathEditMode="relative" ptsTypes="">
                                          <p:cBhvr>
                                            <p:cTn id="56" dur="17" fill="hold"/>
                                            <p:tgtEl>
                                              <p:spTgt spid="45"/>
                                            </p:tgtEl>
                                            <p:attrNameLst>
                                              <p:attrName>ppt_x</p:attrName>
                                              <p:attrName>ppt_y</p:attrName>
                                            </p:attrNameLst>
                                          </p:cBhvr>
                                        </p:animMotion>
                                      </p:childTnLst>
                                    </p:cTn>
                                  </p:par>
                                  <p:par>
                                    <p:cTn id="57" presetID="42" presetClass="path" presetSubtype="0" accel="50000" decel="50000" fill="hold" grpId="21" nodeType="withEffect">
                                      <p:stCondLst>
                                        <p:cond delay="350"/>
                                      </p:stCondLst>
                                      <p:childTnLst>
                                        <p:animMotion origin="layout" path="M 0.4884981 0 L 0.4981107 0" pathEditMode="relative" ptsTypes="">
                                          <p:cBhvr>
                                            <p:cTn id="58" dur="17" fill="hold"/>
                                            <p:tgtEl>
                                              <p:spTgt spid="45"/>
                                            </p:tgtEl>
                                            <p:attrNameLst>
                                              <p:attrName>ppt_x</p:attrName>
                                              <p:attrName>ppt_y</p:attrName>
                                            </p:attrNameLst>
                                          </p:cBhvr>
                                        </p:animMotion>
                                      </p:childTnLst>
                                    </p:cTn>
                                  </p:par>
                                  <p:par>
                                    <p:cTn id="59" presetID="42" presetClass="path" presetSubtype="0" accel="50000" decel="50000" fill="hold" grpId="22" nodeType="withEffect">
                                      <p:stCondLst>
                                        <p:cond delay="367"/>
                                      </p:stCondLst>
                                      <p:childTnLst>
                                        <p:animMotion origin="layout" path="M 0.4981107 0 L 0.50677 0" pathEditMode="relative" ptsTypes="">
                                          <p:cBhvr>
                                            <p:cTn id="60" dur="17" fill="hold"/>
                                            <p:tgtEl>
                                              <p:spTgt spid="45"/>
                                            </p:tgtEl>
                                            <p:attrNameLst>
                                              <p:attrName>ppt_x</p:attrName>
                                              <p:attrName>ppt_y</p:attrName>
                                            </p:attrNameLst>
                                          </p:cBhvr>
                                        </p:animMotion>
                                      </p:childTnLst>
                                    </p:cTn>
                                  </p:par>
                                  <p:par>
                                    <p:cTn id="61" presetID="42" presetClass="path" presetSubtype="0" accel="50000" decel="50000" fill="hold" grpId="23" nodeType="withEffect">
                                      <p:stCondLst>
                                        <p:cond delay="383"/>
                                      </p:stCondLst>
                                      <p:childTnLst>
                                        <p:animMotion origin="layout" path="M 0.50677 0 L 0.5145137 0" pathEditMode="relative" ptsTypes="">
                                          <p:cBhvr>
                                            <p:cTn id="62" dur="17" fill="hold"/>
                                            <p:tgtEl>
                                              <p:spTgt spid="45"/>
                                            </p:tgtEl>
                                            <p:attrNameLst>
                                              <p:attrName>ppt_x</p:attrName>
                                              <p:attrName>ppt_y</p:attrName>
                                            </p:attrNameLst>
                                          </p:cBhvr>
                                        </p:animMotion>
                                      </p:childTnLst>
                                    </p:cTn>
                                  </p:par>
                                  <p:par>
                                    <p:cTn id="63" presetID="42" presetClass="path" presetSubtype="0" accel="50000" decel="50000" fill="hold" grpId="24" nodeType="withEffect">
                                      <p:stCondLst>
                                        <p:cond delay="400"/>
                                      </p:stCondLst>
                                      <p:childTnLst>
                                        <p:animMotion origin="layout" path="M 0.5145137 0 L 0.5213794 0" pathEditMode="relative" ptsTypes="">
                                          <p:cBhvr>
                                            <p:cTn id="64" dur="17" fill="hold"/>
                                            <p:tgtEl>
                                              <p:spTgt spid="45"/>
                                            </p:tgtEl>
                                            <p:attrNameLst>
                                              <p:attrName>ppt_x</p:attrName>
                                              <p:attrName>ppt_y</p:attrName>
                                            </p:attrNameLst>
                                          </p:cBhvr>
                                        </p:animMotion>
                                      </p:childTnLst>
                                    </p:cTn>
                                  </p:par>
                                  <p:par>
                                    <p:cTn id="65" presetID="42" presetClass="path" presetSubtype="0" accel="50000" decel="50000" fill="hold" grpId="25" nodeType="withEffect">
                                      <p:stCondLst>
                                        <p:cond delay="417"/>
                                      </p:stCondLst>
                                      <p:childTnLst>
                                        <p:animMotion origin="layout" path="M 0.5213794 0 L 0.5274044 0" pathEditMode="relative" ptsTypes="">
                                          <p:cBhvr>
                                            <p:cTn id="66" dur="17" fill="hold"/>
                                            <p:tgtEl>
                                              <p:spTgt spid="45"/>
                                            </p:tgtEl>
                                            <p:attrNameLst>
                                              <p:attrName>ppt_x</p:attrName>
                                              <p:attrName>ppt_y</p:attrName>
                                            </p:attrNameLst>
                                          </p:cBhvr>
                                        </p:animMotion>
                                      </p:childTnLst>
                                    </p:cTn>
                                  </p:par>
                                  <p:par>
                                    <p:cTn id="67" presetID="42" presetClass="path" presetSubtype="0" accel="50000" decel="50000" fill="hold" grpId="26" nodeType="withEffect">
                                      <p:stCondLst>
                                        <p:cond delay="433"/>
                                      </p:stCondLst>
                                      <p:childTnLst>
                                        <p:animMotion origin="layout" path="M 0.5274044 0 L 0.5326263 0" pathEditMode="relative" ptsTypes="">
                                          <p:cBhvr>
                                            <p:cTn id="68" dur="17" fill="hold"/>
                                            <p:tgtEl>
                                              <p:spTgt spid="45"/>
                                            </p:tgtEl>
                                            <p:attrNameLst>
                                              <p:attrName>ppt_x</p:attrName>
                                              <p:attrName>ppt_y</p:attrName>
                                            </p:attrNameLst>
                                          </p:cBhvr>
                                        </p:animMotion>
                                      </p:childTnLst>
                                    </p:cTn>
                                  </p:par>
                                  <p:par>
                                    <p:cTn id="69" presetID="42" presetClass="path" presetSubtype="0" accel="50000" decel="50000" fill="hold" grpId="27" nodeType="withEffect">
                                      <p:stCondLst>
                                        <p:cond delay="450"/>
                                      </p:stCondLst>
                                      <p:childTnLst>
                                        <p:animMotion origin="layout" path="M 0.5326263 0 L 0.5370827 0" pathEditMode="relative" ptsTypes="">
                                          <p:cBhvr>
                                            <p:cTn id="70" dur="17" fill="hold"/>
                                            <p:tgtEl>
                                              <p:spTgt spid="45"/>
                                            </p:tgtEl>
                                            <p:attrNameLst>
                                              <p:attrName>ppt_x</p:attrName>
                                              <p:attrName>ppt_y</p:attrName>
                                            </p:attrNameLst>
                                          </p:cBhvr>
                                        </p:animMotion>
                                      </p:childTnLst>
                                    </p:cTn>
                                  </p:par>
                                  <p:par>
                                    <p:cTn id="71" presetID="42" presetClass="path" presetSubtype="0" accel="50000" decel="50000" fill="hold" grpId="28" nodeType="withEffect">
                                      <p:stCondLst>
                                        <p:cond delay="467"/>
                                      </p:stCondLst>
                                      <p:childTnLst>
                                        <p:animMotion origin="layout" path="M 0.5370827 0 L 0.5408109 0" pathEditMode="relative" ptsTypes="">
                                          <p:cBhvr>
                                            <p:cTn id="72" dur="17" fill="hold"/>
                                            <p:tgtEl>
                                              <p:spTgt spid="45"/>
                                            </p:tgtEl>
                                            <p:attrNameLst>
                                              <p:attrName>ppt_x</p:attrName>
                                              <p:attrName>ppt_y</p:attrName>
                                            </p:attrNameLst>
                                          </p:cBhvr>
                                        </p:animMotion>
                                      </p:childTnLst>
                                    </p:cTn>
                                  </p:par>
                                  <p:par>
                                    <p:cTn id="73" presetID="42" presetClass="path" presetSubtype="0" accel="50000" decel="50000" fill="hold" grpId="29" nodeType="withEffect">
                                      <p:stCondLst>
                                        <p:cond delay="483"/>
                                      </p:stCondLst>
                                      <p:childTnLst>
                                        <p:animMotion origin="layout" path="M 0.5408109 0 L 0.5438488 0" pathEditMode="relative" ptsTypes="">
                                          <p:cBhvr>
                                            <p:cTn id="74" dur="17" fill="hold"/>
                                            <p:tgtEl>
                                              <p:spTgt spid="45"/>
                                            </p:tgtEl>
                                            <p:attrNameLst>
                                              <p:attrName>ppt_x</p:attrName>
                                              <p:attrName>ppt_y</p:attrName>
                                            </p:attrNameLst>
                                          </p:cBhvr>
                                        </p:animMotion>
                                      </p:childTnLst>
                                    </p:cTn>
                                  </p:par>
                                  <p:par>
                                    <p:cTn id="75" presetID="42" presetClass="path" presetSubtype="0" accel="50000" decel="50000" fill="hold" grpId="30" nodeType="withEffect">
                                      <p:stCondLst>
                                        <p:cond delay="500"/>
                                      </p:stCondLst>
                                      <p:childTnLst>
                                        <p:animMotion origin="layout" path="M 0.5438488 0 L 0.5462335 0" pathEditMode="relative" ptsTypes="">
                                          <p:cBhvr>
                                            <p:cTn id="76" dur="17" fill="hold"/>
                                            <p:tgtEl>
                                              <p:spTgt spid="45"/>
                                            </p:tgtEl>
                                            <p:attrNameLst>
                                              <p:attrName>ppt_x</p:attrName>
                                              <p:attrName>ppt_y</p:attrName>
                                            </p:attrNameLst>
                                          </p:cBhvr>
                                        </p:animMotion>
                                      </p:childTnLst>
                                    </p:cTn>
                                  </p:par>
                                  <p:par>
                                    <p:cTn id="77" presetID="42" presetClass="path" presetSubtype="0" accel="50000" decel="50000" fill="hold" grpId="31" nodeType="withEffect">
                                      <p:stCondLst>
                                        <p:cond delay="517"/>
                                      </p:stCondLst>
                                      <p:childTnLst>
                                        <p:animMotion origin="layout" path="M 0.5462335 0 L 0.5480029 0" pathEditMode="relative" ptsTypes="">
                                          <p:cBhvr>
                                            <p:cTn id="78" dur="17" fill="hold"/>
                                            <p:tgtEl>
                                              <p:spTgt spid="45"/>
                                            </p:tgtEl>
                                            <p:attrNameLst>
                                              <p:attrName>ppt_x</p:attrName>
                                              <p:attrName>ppt_y</p:attrName>
                                            </p:attrNameLst>
                                          </p:cBhvr>
                                        </p:animMotion>
                                      </p:childTnLst>
                                    </p:cTn>
                                  </p:par>
                                  <p:par>
                                    <p:cTn id="79" presetID="42" presetClass="path" presetSubtype="0" accel="50000" decel="50000" fill="hold" grpId="32" nodeType="withEffect">
                                      <p:stCondLst>
                                        <p:cond delay="533"/>
                                      </p:stCondLst>
                                      <p:childTnLst>
                                        <p:animMotion origin="layout" path="M 0.5480029 0 L 0.5491942 0" pathEditMode="relative" ptsTypes="">
                                          <p:cBhvr>
                                            <p:cTn id="80" dur="17" fill="hold"/>
                                            <p:tgtEl>
                                              <p:spTgt spid="45"/>
                                            </p:tgtEl>
                                            <p:attrNameLst>
                                              <p:attrName>ppt_x</p:attrName>
                                              <p:attrName>ppt_y</p:attrName>
                                            </p:attrNameLst>
                                          </p:cBhvr>
                                        </p:animMotion>
                                      </p:childTnLst>
                                    </p:cTn>
                                  </p:par>
                                  <p:par>
                                    <p:cTn id="81" presetID="42" presetClass="path" presetSubtype="0" accel="50000" decel="50000" fill="hold" grpId="33" nodeType="withEffect">
                                      <p:stCondLst>
                                        <p:cond delay="550"/>
                                      </p:stCondLst>
                                      <p:childTnLst>
                                        <p:animMotion origin="layout" path="M 0.5491942 0 L 0.5498452 0" pathEditMode="relative" ptsTypes="">
                                          <p:cBhvr>
                                            <p:cTn id="82" dur="17" fill="hold"/>
                                            <p:tgtEl>
                                              <p:spTgt spid="45"/>
                                            </p:tgtEl>
                                            <p:attrNameLst>
                                              <p:attrName>ppt_x</p:attrName>
                                              <p:attrName>ppt_y</p:attrName>
                                            </p:attrNameLst>
                                          </p:cBhvr>
                                        </p:animMotion>
                                      </p:childTnLst>
                                    </p:cTn>
                                  </p:par>
                                  <p:par>
                                    <p:cTn id="83" presetID="42" presetClass="path" presetSubtype="0" accel="50000" decel="50000" fill="hold" grpId="34" nodeType="withEffect">
                                      <p:stCondLst>
                                        <p:cond delay="567"/>
                                      </p:stCondLst>
                                      <p:childTnLst>
                                        <p:animMotion origin="layout" path="M 0.5498452 0 L 0.5499932 0" pathEditMode="relative" ptsTypes="">
                                          <p:cBhvr>
                                            <p:cTn id="84" dur="17" fill="hold"/>
                                            <p:tgtEl>
                                              <p:spTgt spid="45"/>
                                            </p:tgtEl>
                                            <p:attrNameLst>
                                              <p:attrName>ppt_x</p:attrName>
                                              <p:attrName>ppt_y</p:attrName>
                                            </p:attrNameLst>
                                          </p:cBhvr>
                                        </p:animMotion>
                                      </p:childTnLst>
                                    </p:cTn>
                                  </p:par>
                                  <p:par>
                                    <p:cTn id="85" presetID="42" presetClass="path" presetSubtype="0" accel="50000" decel="50000" fill="hold" grpId="35" nodeType="withEffect">
                                      <p:stCondLst>
                                        <p:cond delay="583"/>
                                      </p:stCondLst>
                                      <p:childTnLst>
                                        <p:animMotion origin="layout" path="M 0.5499932 0 L 0.5496758 0" pathEditMode="relative" ptsTypes="">
                                          <p:cBhvr>
                                            <p:cTn id="86" dur="17" fill="hold"/>
                                            <p:tgtEl>
                                              <p:spTgt spid="45"/>
                                            </p:tgtEl>
                                            <p:attrNameLst>
                                              <p:attrName>ppt_x</p:attrName>
                                              <p:attrName>ppt_y</p:attrName>
                                            </p:attrNameLst>
                                          </p:cBhvr>
                                        </p:animMotion>
                                      </p:childTnLst>
                                    </p:cTn>
                                  </p:par>
                                  <p:par>
                                    <p:cTn id="87" presetID="42" presetClass="path" presetSubtype="0" accel="50000" decel="50000" fill="hold" grpId="36" nodeType="withEffect">
                                      <p:stCondLst>
                                        <p:cond delay="600"/>
                                      </p:stCondLst>
                                      <p:childTnLst>
                                        <p:animMotion origin="layout" path="M 0.5496758 0 L 0.5489306 0" pathEditMode="relative" ptsTypes="">
                                          <p:cBhvr>
                                            <p:cTn id="88" dur="17" fill="hold"/>
                                            <p:tgtEl>
                                              <p:spTgt spid="45"/>
                                            </p:tgtEl>
                                            <p:attrNameLst>
                                              <p:attrName>ppt_x</p:attrName>
                                              <p:attrName>ppt_y</p:attrName>
                                            </p:attrNameLst>
                                          </p:cBhvr>
                                        </p:animMotion>
                                      </p:childTnLst>
                                    </p:cTn>
                                  </p:par>
                                  <p:par>
                                    <p:cTn id="89" presetID="42" presetClass="path" presetSubtype="0" accel="50000" decel="50000" fill="hold" grpId="37" nodeType="withEffect">
                                      <p:stCondLst>
                                        <p:cond delay="617"/>
                                      </p:stCondLst>
                                      <p:childTnLst>
                                        <p:animMotion origin="layout" path="M 0.5489306 0 L 0.5477951 0" pathEditMode="relative" ptsTypes="">
                                          <p:cBhvr>
                                            <p:cTn id="90" dur="17" fill="hold"/>
                                            <p:tgtEl>
                                              <p:spTgt spid="45"/>
                                            </p:tgtEl>
                                            <p:attrNameLst>
                                              <p:attrName>ppt_x</p:attrName>
                                              <p:attrName>ppt_y</p:attrName>
                                            </p:attrNameLst>
                                          </p:cBhvr>
                                        </p:animMotion>
                                      </p:childTnLst>
                                    </p:cTn>
                                  </p:par>
                                  <p:par>
                                    <p:cTn id="91" presetID="42" presetClass="path" presetSubtype="0" accel="50000" decel="50000" fill="hold" grpId="38" nodeType="withEffect">
                                      <p:stCondLst>
                                        <p:cond delay="633"/>
                                      </p:stCondLst>
                                      <p:childTnLst>
                                        <p:animMotion origin="layout" path="M 0.5477951 0 L 0.5463067 0" pathEditMode="relative" ptsTypes="">
                                          <p:cBhvr>
                                            <p:cTn id="92" dur="17" fill="hold"/>
                                            <p:tgtEl>
                                              <p:spTgt spid="45"/>
                                            </p:tgtEl>
                                            <p:attrNameLst>
                                              <p:attrName>ppt_x</p:attrName>
                                              <p:attrName>ppt_y</p:attrName>
                                            </p:attrNameLst>
                                          </p:cBhvr>
                                        </p:animMotion>
                                      </p:childTnLst>
                                    </p:cTn>
                                  </p:par>
                                  <p:par>
                                    <p:cTn id="93" presetID="42" presetClass="path" presetSubtype="0" accel="50000" decel="50000" fill="hold" grpId="39" nodeType="withEffect">
                                      <p:stCondLst>
                                        <p:cond delay="650"/>
                                      </p:stCondLst>
                                      <p:childTnLst>
                                        <p:animMotion origin="layout" path="M 0.5463067 0 L 0.544503 0" pathEditMode="relative" ptsTypes="">
                                          <p:cBhvr>
                                            <p:cTn id="94" dur="17" fill="hold"/>
                                            <p:tgtEl>
                                              <p:spTgt spid="45"/>
                                            </p:tgtEl>
                                            <p:attrNameLst>
                                              <p:attrName>ppt_x</p:attrName>
                                              <p:attrName>ppt_y</p:attrName>
                                            </p:attrNameLst>
                                          </p:cBhvr>
                                        </p:animMotion>
                                      </p:childTnLst>
                                    </p:cTn>
                                  </p:par>
                                  <p:par>
                                    <p:cTn id="95" presetID="42" presetClass="path" presetSubtype="0" accel="50000" decel="50000" fill="hold" grpId="40" nodeType="withEffect">
                                      <p:stCondLst>
                                        <p:cond delay="667"/>
                                      </p:stCondLst>
                                      <p:childTnLst>
                                        <p:animMotion origin="layout" path="M 0.544503 0 L 0.5424215 0" pathEditMode="relative" ptsTypes="">
                                          <p:cBhvr>
                                            <p:cTn id="96" dur="17" fill="hold"/>
                                            <p:tgtEl>
                                              <p:spTgt spid="45"/>
                                            </p:tgtEl>
                                            <p:attrNameLst>
                                              <p:attrName>ppt_x</p:attrName>
                                              <p:attrName>ppt_y</p:attrName>
                                            </p:attrNameLst>
                                          </p:cBhvr>
                                        </p:animMotion>
                                      </p:childTnLst>
                                    </p:cTn>
                                  </p:par>
                                  <p:par>
                                    <p:cTn id="97" presetID="42" presetClass="path" presetSubtype="0" accel="50000" decel="50000" fill="hold" grpId="41" nodeType="withEffect">
                                      <p:stCondLst>
                                        <p:cond delay="683"/>
                                      </p:stCondLst>
                                      <p:childTnLst>
                                        <p:animMotion origin="layout" path="M 0.5424215 0 L 0.5400998 0" pathEditMode="relative" ptsTypes="">
                                          <p:cBhvr>
                                            <p:cTn id="98" dur="17" fill="hold"/>
                                            <p:tgtEl>
                                              <p:spTgt spid="45"/>
                                            </p:tgtEl>
                                            <p:attrNameLst>
                                              <p:attrName>ppt_x</p:attrName>
                                              <p:attrName>ppt_y</p:attrName>
                                            </p:attrNameLst>
                                          </p:cBhvr>
                                        </p:animMotion>
                                      </p:childTnLst>
                                    </p:cTn>
                                  </p:par>
                                  <p:par>
                                    <p:cTn id="99" presetID="42" presetClass="path" presetSubtype="0" accel="50000" decel="50000" fill="hold" grpId="42" nodeType="withEffect">
                                      <p:stCondLst>
                                        <p:cond delay="700"/>
                                      </p:stCondLst>
                                      <p:childTnLst>
                                        <p:animMotion origin="layout" path="M 0.5400998 0 L 0.5375754 0" pathEditMode="relative" ptsTypes="">
                                          <p:cBhvr>
                                            <p:cTn id="100" dur="17" fill="hold"/>
                                            <p:tgtEl>
                                              <p:spTgt spid="45"/>
                                            </p:tgtEl>
                                            <p:attrNameLst>
                                              <p:attrName>ppt_x</p:attrName>
                                              <p:attrName>ppt_y</p:attrName>
                                            </p:attrNameLst>
                                          </p:cBhvr>
                                        </p:animMotion>
                                      </p:childTnLst>
                                    </p:cTn>
                                  </p:par>
                                  <p:par>
                                    <p:cTn id="101" presetID="42" presetClass="path" presetSubtype="0" accel="50000" decel="50000" fill="hold" grpId="43" nodeType="withEffect">
                                      <p:stCondLst>
                                        <p:cond delay="717"/>
                                      </p:stCondLst>
                                      <p:childTnLst>
                                        <p:animMotion origin="layout" path="M 0.5375754 0 L 0.5348856 0" pathEditMode="relative" ptsTypes="">
                                          <p:cBhvr>
                                            <p:cTn id="102" dur="17" fill="hold"/>
                                            <p:tgtEl>
                                              <p:spTgt spid="45"/>
                                            </p:tgtEl>
                                            <p:attrNameLst>
                                              <p:attrName>ppt_x</p:attrName>
                                              <p:attrName>ppt_y</p:attrName>
                                            </p:attrNameLst>
                                          </p:cBhvr>
                                        </p:animMotion>
                                      </p:childTnLst>
                                    </p:cTn>
                                  </p:par>
                                  <p:par>
                                    <p:cTn id="103" presetID="42" presetClass="path" presetSubtype="0" accel="50000" decel="50000" fill="hold" grpId="44" nodeType="withEffect">
                                      <p:stCondLst>
                                        <p:cond delay="733"/>
                                      </p:stCondLst>
                                      <p:childTnLst>
                                        <p:animMotion origin="layout" path="M 0.5348856 0 L 0.5320683 0" pathEditMode="relative" ptsTypes="">
                                          <p:cBhvr>
                                            <p:cTn id="104" dur="17" fill="hold"/>
                                            <p:tgtEl>
                                              <p:spTgt spid="45"/>
                                            </p:tgtEl>
                                            <p:attrNameLst>
                                              <p:attrName>ppt_x</p:attrName>
                                              <p:attrName>ppt_y</p:attrName>
                                            </p:attrNameLst>
                                          </p:cBhvr>
                                        </p:animMotion>
                                      </p:childTnLst>
                                    </p:cTn>
                                  </p:par>
                                  <p:par>
                                    <p:cTn id="105" presetID="42" presetClass="path" presetSubtype="0" accel="50000" decel="50000" fill="hold" grpId="45" nodeType="withEffect">
                                      <p:stCondLst>
                                        <p:cond delay="750"/>
                                      </p:stCondLst>
                                      <p:childTnLst>
                                        <p:animMotion origin="layout" path="M 0.5320683 0 L 0.5291607 0" pathEditMode="relative" ptsTypes="">
                                          <p:cBhvr>
                                            <p:cTn id="106" dur="17" fill="hold"/>
                                            <p:tgtEl>
                                              <p:spTgt spid="45"/>
                                            </p:tgtEl>
                                            <p:attrNameLst>
                                              <p:attrName>ppt_x</p:attrName>
                                              <p:attrName>ppt_y</p:attrName>
                                            </p:attrNameLst>
                                          </p:cBhvr>
                                        </p:animMotion>
                                      </p:childTnLst>
                                    </p:cTn>
                                  </p:par>
                                  <p:par>
                                    <p:cTn id="107" presetID="42" presetClass="path" presetSubtype="0" accel="50000" decel="50000" fill="hold" grpId="46" nodeType="withEffect">
                                      <p:stCondLst>
                                        <p:cond delay="767"/>
                                      </p:stCondLst>
                                      <p:childTnLst>
                                        <p:animMotion origin="layout" path="M 0.5291607 0 L 0.5262006 0" pathEditMode="relative" ptsTypes="">
                                          <p:cBhvr>
                                            <p:cTn id="108" dur="17" fill="hold"/>
                                            <p:tgtEl>
                                              <p:spTgt spid="45"/>
                                            </p:tgtEl>
                                            <p:attrNameLst>
                                              <p:attrName>ppt_x</p:attrName>
                                              <p:attrName>ppt_y</p:attrName>
                                            </p:attrNameLst>
                                          </p:cBhvr>
                                        </p:animMotion>
                                      </p:childTnLst>
                                    </p:cTn>
                                  </p:par>
                                  <p:par>
                                    <p:cTn id="109" presetID="42" presetClass="path" presetSubtype="0" accel="50000" decel="50000" fill="hold" grpId="47" nodeType="withEffect">
                                      <p:stCondLst>
                                        <p:cond delay="783"/>
                                      </p:stCondLst>
                                      <p:childTnLst>
                                        <p:animMotion origin="layout" path="M 0.5262006 0 L 0.5232252 0" pathEditMode="relative" ptsTypes="">
                                          <p:cBhvr>
                                            <p:cTn id="110" dur="17" fill="hold"/>
                                            <p:tgtEl>
                                              <p:spTgt spid="45"/>
                                            </p:tgtEl>
                                            <p:attrNameLst>
                                              <p:attrName>ppt_x</p:attrName>
                                              <p:attrName>ppt_y</p:attrName>
                                            </p:attrNameLst>
                                          </p:cBhvr>
                                        </p:animMotion>
                                      </p:childTnLst>
                                    </p:cTn>
                                  </p:par>
                                  <p:par>
                                    <p:cTn id="111" presetID="42" presetClass="path" presetSubtype="0" accel="50000" decel="50000" fill="hold" grpId="48" nodeType="withEffect">
                                      <p:stCondLst>
                                        <p:cond delay="800"/>
                                      </p:stCondLst>
                                      <p:childTnLst>
                                        <p:animMotion origin="layout" path="M 0.5232252 0 L 0.5202724 0" pathEditMode="relative" ptsTypes="">
                                          <p:cBhvr>
                                            <p:cTn id="112" dur="17" fill="hold"/>
                                            <p:tgtEl>
                                              <p:spTgt spid="45"/>
                                            </p:tgtEl>
                                            <p:attrNameLst>
                                              <p:attrName>ppt_x</p:attrName>
                                              <p:attrName>ppt_y</p:attrName>
                                            </p:attrNameLst>
                                          </p:cBhvr>
                                        </p:animMotion>
                                      </p:childTnLst>
                                    </p:cTn>
                                  </p:par>
                                  <p:par>
                                    <p:cTn id="113" presetID="42" presetClass="path" presetSubtype="0" accel="50000" decel="50000" fill="hold" grpId="49" nodeType="withEffect">
                                      <p:stCondLst>
                                        <p:cond delay="817"/>
                                      </p:stCondLst>
                                      <p:childTnLst>
                                        <p:animMotion origin="layout" path="M 0.5202724 0 L 0.5173794 0" pathEditMode="relative" ptsTypes="">
                                          <p:cBhvr>
                                            <p:cTn id="114" dur="17" fill="hold"/>
                                            <p:tgtEl>
                                              <p:spTgt spid="45"/>
                                            </p:tgtEl>
                                            <p:attrNameLst>
                                              <p:attrName>ppt_x</p:attrName>
                                              <p:attrName>ppt_y</p:attrName>
                                            </p:attrNameLst>
                                          </p:cBhvr>
                                        </p:animMotion>
                                      </p:childTnLst>
                                    </p:cTn>
                                  </p:par>
                                  <p:par>
                                    <p:cTn id="115" presetID="42" presetClass="path" presetSubtype="0" accel="50000" decel="50000" fill="hold" grpId="50" nodeType="withEffect">
                                      <p:stCondLst>
                                        <p:cond delay="833"/>
                                      </p:stCondLst>
                                      <p:childTnLst>
                                        <p:animMotion origin="layout" path="M 0.5173794 0 L 0.5145839 0" pathEditMode="relative" ptsTypes="">
                                          <p:cBhvr>
                                            <p:cTn id="116" dur="17" fill="hold"/>
                                            <p:tgtEl>
                                              <p:spTgt spid="45"/>
                                            </p:tgtEl>
                                            <p:attrNameLst>
                                              <p:attrName>ppt_x</p:attrName>
                                              <p:attrName>ppt_y</p:attrName>
                                            </p:attrNameLst>
                                          </p:cBhvr>
                                        </p:animMotion>
                                      </p:childTnLst>
                                    </p:cTn>
                                  </p:par>
                                  <p:par>
                                    <p:cTn id="117" presetID="42" presetClass="path" presetSubtype="0" accel="50000" decel="50000" fill="hold" grpId="51" nodeType="withEffect">
                                      <p:stCondLst>
                                        <p:cond delay="850"/>
                                      </p:stCondLst>
                                      <p:childTnLst>
                                        <p:animMotion origin="layout" path="M 0.5145839 0 L 0.5119233 0" pathEditMode="relative" ptsTypes="">
                                          <p:cBhvr>
                                            <p:cTn id="118" dur="17" fill="hold"/>
                                            <p:tgtEl>
                                              <p:spTgt spid="45"/>
                                            </p:tgtEl>
                                            <p:attrNameLst>
                                              <p:attrName>ppt_x</p:attrName>
                                              <p:attrName>ppt_y</p:attrName>
                                            </p:attrNameLst>
                                          </p:cBhvr>
                                        </p:animMotion>
                                      </p:childTnLst>
                                    </p:cTn>
                                  </p:par>
                                  <p:par>
                                    <p:cTn id="119" presetID="42" presetClass="path" presetSubtype="0" accel="50000" decel="50000" fill="hold" grpId="52" nodeType="withEffect">
                                      <p:stCondLst>
                                        <p:cond delay="867"/>
                                      </p:stCondLst>
                                      <p:childTnLst>
                                        <p:animMotion origin="layout" path="M 0.5119233 0 L 0.5094352 0" pathEditMode="relative" ptsTypes="">
                                          <p:cBhvr>
                                            <p:cTn id="120" dur="17" fill="hold"/>
                                            <p:tgtEl>
                                              <p:spTgt spid="45"/>
                                            </p:tgtEl>
                                            <p:attrNameLst>
                                              <p:attrName>ppt_x</p:attrName>
                                              <p:attrName>ppt_y</p:attrName>
                                            </p:attrNameLst>
                                          </p:cBhvr>
                                        </p:animMotion>
                                      </p:childTnLst>
                                    </p:cTn>
                                  </p:par>
                                  <p:par>
                                    <p:cTn id="121" presetID="42" presetClass="path" presetSubtype="0" accel="50000" decel="50000" fill="hold" grpId="53" nodeType="withEffect">
                                      <p:stCondLst>
                                        <p:cond delay="883"/>
                                      </p:stCondLst>
                                      <p:childTnLst>
                                        <p:animMotion origin="layout" path="M 0.5094352 0 L 0.5071571 0" pathEditMode="relative" ptsTypes="">
                                          <p:cBhvr>
                                            <p:cTn id="122" dur="17" fill="hold"/>
                                            <p:tgtEl>
                                              <p:spTgt spid="45"/>
                                            </p:tgtEl>
                                            <p:attrNameLst>
                                              <p:attrName>ppt_x</p:attrName>
                                              <p:attrName>ppt_y</p:attrName>
                                            </p:attrNameLst>
                                          </p:cBhvr>
                                        </p:animMotion>
                                      </p:childTnLst>
                                    </p:cTn>
                                  </p:par>
                                  <p:par>
                                    <p:cTn id="123" presetID="42" presetClass="path" presetSubtype="0" accel="50000" decel="50000" fill="hold" grpId="54" nodeType="withEffect">
                                      <p:stCondLst>
                                        <p:cond delay="900"/>
                                      </p:stCondLst>
                                      <p:childTnLst>
                                        <p:animMotion origin="layout" path="M 0.5071571 0 L 0.5051266 0" pathEditMode="relative" ptsTypes="">
                                          <p:cBhvr>
                                            <p:cTn id="124" dur="17" fill="hold"/>
                                            <p:tgtEl>
                                              <p:spTgt spid="45"/>
                                            </p:tgtEl>
                                            <p:attrNameLst>
                                              <p:attrName>ppt_x</p:attrName>
                                              <p:attrName>ppt_y</p:attrName>
                                            </p:attrNameLst>
                                          </p:cBhvr>
                                        </p:animMotion>
                                      </p:childTnLst>
                                    </p:cTn>
                                  </p:par>
                                  <p:par>
                                    <p:cTn id="125" presetID="42" presetClass="path" presetSubtype="0" accel="50000" decel="50000" fill="hold" grpId="55" nodeType="withEffect">
                                      <p:stCondLst>
                                        <p:cond delay="917"/>
                                      </p:stCondLst>
                                      <p:childTnLst>
                                        <p:animMotion origin="layout" path="M 0.5051266 0 L 0.5033811 0" pathEditMode="relative" ptsTypes="">
                                          <p:cBhvr>
                                            <p:cTn id="126" dur="17" fill="hold"/>
                                            <p:tgtEl>
                                              <p:spTgt spid="45"/>
                                            </p:tgtEl>
                                            <p:attrNameLst>
                                              <p:attrName>ppt_x</p:attrName>
                                              <p:attrName>ppt_y</p:attrName>
                                            </p:attrNameLst>
                                          </p:cBhvr>
                                        </p:animMotion>
                                      </p:childTnLst>
                                    </p:cTn>
                                  </p:par>
                                  <p:par>
                                    <p:cTn id="127" presetID="42" presetClass="path" presetSubtype="0" accel="50000" decel="50000" fill="hold" grpId="56" nodeType="withEffect">
                                      <p:stCondLst>
                                        <p:cond delay="933"/>
                                      </p:stCondLst>
                                      <p:childTnLst>
                                        <p:animMotion origin="layout" path="M 0.5033811 0 L 0.5019581 0" pathEditMode="relative" ptsTypes="">
                                          <p:cBhvr>
                                            <p:cTn id="128" dur="17" fill="hold"/>
                                            <p:tgtEl>
                                              <p:spTgt spid="45"/>
                                            </p:tgtEl>
                                            <p:attrNameLst>
                                              <p:attrName>ppt_x</p:attrName>
                                              <p:attrName>ppt_y</p:attrName>
                                            </p:attrNameLst>
                                          </p:cBhvr>
                                        </p:animMotion>
                                      </p:childTnLst>
                                    </p:cTn>
                                  </p:par>
                                  <p:par>
                                    <p:cTn id="129" presetID="42" presetClass="path" presetSubtype="0" accel="50000" decel="50000" fill="hold" grpId="57" nodeType="withEffect">
                                      <p:stCondLst>
                                        <p:cond delay="950"/>
                                      </p:stCondLst>
                                      <p:childTnLst>
                                        <p:animMotion origin="layout" path="M 0.5019581 0 L 0.5008953 0" pathEditMode="relative" ptsTypes="">
                                          <p:cBhvr>
                                            <p:cTn id="130" dur="17" fill="hold"/>
                                            <p:tgtEl>
                                              <p:spTgt spid="45"/>
                                            </p:tgtEl>
                                            <p:attrNameLst>
                                              <p:attrName>ppt_x</p:attrName>
                                              <p:attrName>ppt_y</p:attrName>
                                            </p:attrNameLst>
                                          </p:cBhvr>
                                        </p:animMotion>
                                      </p:childTnLst>
                                    </p:cTn>
                                  </p:par>
                                  <p:par>
                                    <p:cTn id="131" presetID="42" presetClass="path" presetSubtype="0" accel="50000" decel="50000" fill="hold" grpId="58" nodeType="withEffect">
                                      <p:stCondLst>
                                        <p:cond delay="967"/>
                                      </p:stCondLst>
                                      <p:childTnLst>
                                        <p:animMotion origin="layout" path="M 0.5008953 0 L 0.5002301 0" pathEditMode="relative" ptsTypes="">
                                          <p:cBhvr>
                                            <p:cTn id="132" dur="17" fill="hold"/>
                                            <p:tgtEl>
                                              <p:spTgt spid="45"/>
                                            </p:tgtEl>
                                            <p:attrNameLst>
                                              <p:attrName>ppt_x</p:attrName>
                                              <p:attrName>ppt_y</p:attrName>
                                            </p:attrNameLst>
                                          </p:cBhvr>
                                        </p:animMotion>
                                      </p:childTnLst>
                                    </p:cTn>
                                  </p:par>
                                  <p:par>
                                    <p:cTn id="133" presetID="42" presetClass="path" presetSubtype="0" accel="50000" decel="50000" fill="hold" grpId="59" nodeType="withEffect">
                                      <p:stCondLst>
                                        <p:cond delay="983"/>
                                      </p:stCondLst>
                                      <p:childTnLst>
                                        <p:animMotion origin="layout" path="M 0.5002301 0 L 0.5 0" pathEditMode="relative" ptsTypes="">
                                          <p:cBhvr>
                                            <p:cTn id="134" dur="17" fill="hold"/>
                                            <p:tgtEl>
                                              <p:spTgt spid="45"/>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7" grpId="0" animBg="1"/>
          <p:bldP spid="39" grpId="0" animBg="1"/>
          <p:bldP spid="41" grpId="0" animBg="1"/>
          <p:bldP spid="43" grpId="0" animBg="1"/>
          <p:bldP spid="45" grpId="0" animBg="1"/>
          <p:bldP spid="45" grpId="1" animBg="1"/>
          <p:bldP spid="45" grpId="2" animBg="1"/>
          <p:bldP spid="45" grpId="3" animBg="1"/>
          <p:bldP spid="45" grpId="4" animBg="1"/>
          <p:bldP spid="45" grpId="5" animBg="1"/>
          <p:bldP spid="45" grpId="6" animBg="1"/>
          <p:bldP spid="45" grpId="7" animBg="1"/>
          <p:bldP spid="45" grpId="8" animBg="1"/>
          <p:bldP spid="45" grpId="9" animBg="1"/>
          <p:bldP spid="45" grpId="10" animBg="1"/>
          <p:bldP spid="45" grpId="11" animBg="1"/>
          <p:bldP spid="45" grpId="12" animBg="1"/>
          <p:bldP spid="45" grpId="13" animBg="1"/>
          <p:bldP spid="45" grpId="14" animBg="1"/>
          <p:bldP spid="45" grpId="15" animBg="1"/>
          <p:bldP spid="45" grpId="16" animBg="1"/>
          <p:bldP spid="45" grpId="17" animBg="1"/>
          <p:bldP spid="45" grpId="18" animBg="1"/>
          <p:bldP spid="45" grpId="19" animBg="1"/>
          <p:bldP spid="45" grpId="20" animBg="1"/>
          <p:bldP spid="45" grpId="21" animBg="1"/>
          <p:bldP spid="45" grpId="22" animBg="1"/>
          <p:bldP spid="45" grpId="23" animBg="1"/>
          <p:bldP spid="45" grpId="24" animBg="1"/>
          <p:bldP spid="45" grpId="25" animBg="1"/>
          <p:bldP spid="45" grpId="26" animBg="1"/>
          <p:bldP spid="45" grpId="27" animBg="1"/>
          <p:bldP spid="45" grpId="28" animBg="1"/>
          <p:bldP spid="45" grpId="29" animBg="1"/>
          <p:bldP spid="45" grpId="30" animBg="1"/>
          <p:bldP spid="45" grpId="31" animBg="1"/>
          <p:bldP spid="45" grpId="32" animBg="1"/>
          <p:bldP spid="45" grpId="33" animBg="1"/>
          <p:bldP spid="45" grpId="34" animBg="1"/>
          <p:bldP spid="45" grpId="35" animBg="1"/>
          <p:bldP spid="45" grpId="36" animBg="1"/>
          <p:bldP spid="45" grpId="37" animBg="1"/>
          <p:bldP spid="45" grpId="38" animBg="1"/>
          <p:bldP spid="45" grpId="39" animBg="1"/>
          <p:bldP spid="45" grpId="40" animBg="1"/>
          <p:bldP spid="45" grpId="41" animBg="1"/>
          <p:bldP spid="45" grpId="42" animBg="1"/>
          <p:bldP spid="45" grpId="43" animBg="1"/>
          <p:bldP spid="45" grpId="44" animBg="1"/>
          <p:bldP spid="45" grpId="45" animBg="1"/>
          <p:bldP spid="45" grpId="46" animBg="1"/>
          <p:bldP spid="45" grpId="47" animBg="1"/>
          <p:bldP spid="45" grpId="48" animBg="1"/>
          <p:bldP spid="45" grpId="49" animBg="1"/>
          <p:bldP spid="45" grpId="50" animBg="1"/>
          <p:bldP spid="45" grpId="51" animBg="1"/>
          <p:bldP spid="45" grpId="52" animBg="1"/>
          <p:bldP spid="45" grpId="53" animBg="1"/>
          <p:bldP spid="45" grpId="54" animBg="1"/>
          <p:bldP spid="45" grpId="55" animBg="1"/>
          <p:bldP spid="45" grpId="56" animBg="1"/>
          <p:bldP spid="45" grpId="57" animBg="1"/>
          <p:bldP spid="45" grpId="58" animBg="1"/>
          <p:bldP spid="45" grpId="59" animBg="1"/>
        </p:bldLst>
      </p:timing>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4">
            <a:lumMod val="40000"/>
            <a:lumOff val="60000"/>
          </a:schemeClr>
        </a:solidFill>
        <a:effectLst/>
      </p:bgPr>
    </p:bg>
    <p:spTree>
      <p:nvGrpSpPr>
        <p:cNvPr id="1" name="">
          <a:extLst>
            <a:ext uri="{FF2B5EF4-FFF2-40B4-BE49-F238E27FC236}">
              <a16:creationId xmlns:a16="http://schemas.microsoft.com/office/drawing/2014/main" id="{CD4A7C94-9D5D-7489-13F4-62FE6541755C}"/>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CF0CB7A1-C67E-D42C-8BD8-62B140EDFEA9}"/>
              </a:ext>
            </a:extLst>
          </p:cNvPr>
          <p:cNvPicPr>
            <a:picLocks noChangeAspect="1"/>
          </p:cNvPicPr>
          <p:nvPr/>
        </p:nvPicPr>
        <p:blipFill>
          <a:blip r:embed="rId3"/>
          <a:stretch>
            <a:fillRect/>
          </a:stretch>
        </p:blipFill>
        <p:spPr>
          <a:xfrm>
            <a:off x="5708449" y="3174394"/>
            <a:ext cx="6197378" cy="3561180"/>
          </a:xfrm>
          <a:prstGeom prst="rect">
            <a:avLst/>
          </a:prstGeom>
        </p:spPr>
      </p:pic>
      <p:pic>
        <p:nvPicPr>
          <p:cNvPr id="10" name="Picture 9">
            <a:extLst>
              <a:ext uri="{FF2B5EF4-FFF2-40B4-BE49-F238E27FC236}">
                <a16:creationId xmlns:a16="http://schemas.microsoft.com/office/drawing/2014/main" id="{08FB88A1-68DE-6EF6-5E5C-D2BD587BF461}"/>
              </a:ext>
            </a:extLst>
          </p:cNvPr>
          <p:cNvPicPr>
            <a:picLocks noChangeAspect="1"/>
          </p:cNvPicPr>
          <p:nvPr/>
        </p:nvPicPr>
        <p:blipFill>
          <a:blip r:embed="rId4"/>
          <a:stretch>
            <a:fillRect/>
          </a:stretch>
        </p:blipFill>
        <p:spPr>
          <a:xfrm>
            <a:off x="262244" y="3285020"/>
            <a:ext cx="5266063" cy="3177889"/>
          </a:xfrm>
          <a:prstGeom prst="rect">
            <a:avLst/>
          </a:prstGeom>
        </p:spPr>
      </p:pic>
      <p:pic>
        <p:nvPicPr>
          <p:cNvPr id="11" name="Picture 10">
            <a:extLst>
              <a:ext uri="{FF2B5EF4-FFF2-40B4-BE49-F238E27FC236}">
                <a16:creationId xmlns:a16="http://schemas.microsoft.com/office/drawing/2014/main" id="{7F0FEBA8-6C88-DF1F-B217-78765CDEF572}"/>
              </a:ext>
            </a:extLst>
          </p:cNvPr>
          <p:cNvPicPr>
            <a:picLocks noChangeAspect="1"/>
          </p:cNvPicPr>
          <p:nvPr/>
        </p:nvPicPr>
        <p:blipFill>
          <a:blip r:embed="rId5"/>
          <a:stretch>
            <a:fillRect/>
          </a:stretch>
        </p:blipFill>
        <p:spPr>
          <a:xfrm>
            <a:off x="7947111" y="364223"/>
            <a:ext cx="2951181" cy="2640838"/>
          </a:xfrm>
          <a:prstGeom prst="rect">
            <a:avLst/>
          </a:prstGeom>
        </p:spPr>
      </p:pic>
      <p:pic>
        <p:nvPicPr>
          <p:cNvPr id="3" name="Picture 2">
            <a:extLst>
              <a:ext uri="{FF2B5EF4-FFF2-40B4-BE49-F238E27FC236}">
                <a16:creationId xmlns:a16="http://schemas.microsoft.com/office/drawing/2014/main" id="{96F4B06E-0FA1-54E6-0D96-5B3265352260}"/>
              </a:ext>
            </a:extLst>
          </p:cNvPr>
          <p:cNvPicPr>
            <a:picLocks noChangeAspect="1"/>
          </p:cNvPicPr>
          <p:nvPr/>
        </p:nvPicPr>
        <p:blipFill>
          <a:blip r:embed="rId6"/>
          <a:stretch>
            <a:fillRect/>
          </a:stretch>
        </p:blipFill>
        <p:spPr>
          <a:xfrm>
            <a:off x="793032" y="506980"/>
            <a:ext cx="6812870" cy="762066"/>
          </a:xfrm>
          <a:prstGeom prst="rect">
            <a:avLst/>
          </a:prstGeom>
        </p:spPr>
      </p:pic>
      <p:pic>
        <p:nvPicPr>
          <p:cNvPr id="7" name="Picture 6">
            <a:extLst>
              <a:ext uri="{FF2B5EF4-FFF2-40B4-BE49-F238E27FC236}">
                <a16:creationId xmlns:a16="http://schemas.microsoft.com/office/drawing/2014/main" id="{638B7721-2138-1A5A-092F-D242B677831B}"/>
              </a:ext>
            </a:extLst>
          </p:cNvPr>
          <p:cNvPicPr>
            <a:picLocks noChangeAspect="1"/>
          </p:cNvPicPr>
          <p:nvPr/>
        </p:nvPicPr>
        <p:blipFill>
          <a:blip r:embed="rId7"/>
          <a:stretch>
            <a:fillRect/>
          </a:stretch>
        </p:blipFill>
        <p:spPr>
          <a:xfrm>
            <a:off x="699898" y="1405998"/>
            <a:ext cx="4828409" cy="1631443"/>
          </a:xfrm>
          <a:prstGeom prst="rect">
            <a:avLst/>
          </a:prstGeom>
        </p:spPr>
      </p:pic>
      <p:pic>
        <p:nvPicPr>
          <p:cNvPr id="32" name="Picture 31">
            <a:extLst>
              <a:ext uri="{FF2B5EF4-FFF2-40B4-BE49-F238E27FC236}">
                <a16:creationId xmlns:a16="http://schemas.microsoft.com/office/drawing/2014/main" id="{3C595190-ACC5-4ED9-442F-45A020A2B9DB}"/>
              </a:ext>
            </a:extLst>
          </p:cNvPr>
          <p:cNvPicPr>
            <a:picLocks noChangeAspect="1"/>
          </p:cNvPicPr>
          <p:nvPr/>
        </p:nvPicPr>
        <p:blipFill>
          <a:blip r:embed="rId8">
            <a:duotone>
              <a:prstClr val="black"/>
              <a:schemeClr val="accent2">
                <a:tint val="45000"/>
                <a:satMod val="400000"/>
              </a:schemeClr>
            </a:duotone>
          </a:blip>
          <a:stretch>
            <a:fillRect/>
          </a:stretch>
        </p:blipFill>
        <p:spPr>
          <a:xfrm>
            <a:off x="6096000" y="1438379"/>
            <a:ext cx="1406141" cy="1395933"/>
          </a:xfrm>
          <a:prstGeom prst="rect">
            <a:avLst/>
          </a:prstGeom>
        </p:spPr>
      </p:pic>
      <p:pic>
        <p:nvPicPr>
          <p:cNvPr id="6" name="Picture 5">
            <a:extLst>
              <a:ext uri="{FF2B5EF4-FFF2-40B4-BE49-F238E27FC236}">
                <a16:creationId xmlns:a16="http://schemas.microsoft.com/office/drawing/2014/main" id="{52CC7AB9-9B15-93BD-3752-4E2C9C66AF08}"/>
              </a:ext>
            </a:extLst>
          </p:cNvPr>
          <p:cNvPicPr>
            <a:picLocks/>
          </p:cNvPicPr>
          <p:nvPr/>
        </p:nvPicPr>
        <p:blipFill>
          <a:blip r:embed="rId9">
            <a:duotone>
              <a:prstClr val="black"/>
              <a:schemeClr val="accent2">
                <a:tint val="45000"/>
                <a:satMod val="400000"/>
              </a:schemeClr>
            </a:duotone>
            <a:extLst>
              <a:ext uri="{28A0092B-C50C-407E-A947-70E740481C1C}">
                <a14:useLocalDpi xmlns:a14="http://schemas.microsoft.com/office/drawing/2010/main" val="0"/>
              </a:ext>
            </a:extLst>
          </a:blip>
          <a:stretch>
            <a:fillRect/>
          </a:stretch>
        </p:blipFill>
        <p:spPr>
          <a:xfrm>
            <a:off x="948267" y="5963159"/>
            <a:ext cx="3251200" cy="1054100"/>
          </a:xfrm>
          <a:prstGeom prst="rect">
            <a:avLst/>
          </a:prstGeom>
        </p:spPr>
      </p:pic>
      <p:sp>
        <p:nvSpPr>
          <p:cNvPr id="9" name="Rectangle 8">
            <a:extLst>
              <a:ext uri="{FF2B5EF4-FFF2-40B4-BE49-F238E27FC236}">
                <a16:creationId xmlns:a16="http://schemas.microsoft.com/office/drawing/2014/main" id="{3DC6AB20-E49B-AC53-1B28-6EC0CCEA5A72}"/>
              </a:ext>
            </a:extLst>
          </p:cNvPr>
          <p:cNvSpPr/>
          <p:nvPr/>
        </p:nvSpPr>
        <p:spPr>
          <a:xfrm>
            <a:off x="2808711" y="10524092"/>
            <a:ext cx="478578" cy="4781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mj-lt"/>
              </a:rPr>
              <a:t>X</a:t>
            </a:r>
            <a:endParaRPr lang="en-GB">
              <a:latin typeface="+mj-lt"/>
            </a:endParaRPr>
          </a:p>
        </p:txBody>
      </p:sp>
      <p:sp>
        <p:nvSpPr>
          <p:cNvPr id="12" name="Rectangle 11">
            <a:extLst>
              <a:ext uri="{FF2B5EF4-FFF2-40B4-BE49-F238E27FC236}">
                <a16:creationId xmlns:a16="http://schemas.microsoft.com/office/drawing/2014/main" id="{C88B3077-69C2-A62B-32C2-6615A66ABFAB}"/>
              </a:ext>
            </a:extLst>
          </p:cNvPr>
          <p:cNvSpPr/>
          <p:nvPr/>
        </p:nvSpPr>
        <p:spPr>
          <a:xfrm>
            <a:off x="8904711" y="10524092"/>
            <a:ext cx="478578" cy="4781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ysClr val="windowText" lastClr="000000"/>
                </a:solidFill>
                <a:latin typeface="+mj-lt"/>
              </a:rPr>
              <a:t>X</a:t>
            </a:r>
            <a:endParaRPr lang="en-GB">
              <a:solidFill>
                <a:sysClr val="windowText" lastClr="000000"/>
              </a:solidFill>
              <a:latin typeface="+mj-lt"/>
            </a:endParaRPr>
          </a:p>
        </p:txBody>
      </p:sp>
      <p:sp>
        <p:nvSpPr>
          <p:cNvPr id="13" name="Rectangle 12">
            <a:extLst>
              <a:ext uri="{FF2B5EF4-FFF2-40B4-BE49-F238E27FC236}">
                <a16:creationId xmlns:a16="http://schemas.microsoft.com/office/drawing/2014/main" id="{E40AF6B3-4D6D-53CC-7A2F-A32511857E65}"/>
              </a:ext>
            </a:extLst>
          </p:cNvPr>
          <p:cNvSpPr/>
          <p:nvPr/>
        </p:nvSpPr>
        <p:spPr>
          <a:xfrm>
            <a:off x="2808711" y="11480729"/>
            <a:ext cx="478578" cy="4781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mj-lt"/>
              </a:rPr>
              <a:t>X</a:t>
            </a:r>
            <a:endParaRPr lang="en-GB">
              <a:latin typeface="+mj-lt"/>
            </a:endParaRPr>
          </a:p>
        </p:txBody>
      </p:sp>
      <p:sp>
        <p:nvSpPr>
          <p:cNvPr id="14" name="Rectangle 13">
            <a:extLst>
              <a:ext uri="{FF2B5EF4-FFF2-40B4-BE49-F238E27FC236}">
                <a16:creationId xmlns:a16="http://schemas.microsoft.com/office/drawing/2014/main" id="{E74FBF7F-6980-45B4-AAFE-79EFD93CA6D2}"/>
              </a:ext>
            </a:extLst>
          </p:cNvPr>
          <p:cNvSpPr/>
          <p:nvPr/>
        </p:nvSpPr>
        <p:spPr>
          <a:xfrm>
            <a:off x="8904711" y="11480729"/>
            <a:ext cx="478578" cy="4781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ysClr val="windowText" lastClr="000000"/>
                </a:solidFill>
                <a:latin typeface="+mj-lt"/>
              </a:rPr>
              <a:t>X</a:t>
            </a:r>
            <a:endParaRPr lang="en-GB">
              <a:solidFill>
                <a:sysClr val="windowText" lastClr="000000"/>
              </a:solidFill>
              <a:latin typeface="+mj-lt"/>
            </a:endParaRPr>
          </a:p>
        </p:txBody>
      </p:sp>
      <p:sp>
        <p:nvSpPr>
          <p:cNvPr id="15" name="Rectangle 14">
            <a:extLst>
              <a:ext uri="{FF2B5EF4-FFF2-40B4-BE49-F238E27FC236}">
                <a16:creationId xmlns:a16="http://schemas.microsoft.com/office/drawing/2014/main" id="{14FA78ED-9269-FF3F-557D-FDD2E1C9475D}"/>
              </a:ext>
            </a:extLst>
          </p:cNvPr>
          <p:cNvSpPr/>
          <p:nvPr/>
        </p:nvSpPr>
        <p:spPr>
          <a:xfrm>
            <a:off x="2808711" y="12436930"/>
            <a:ext cx="478578" cy="4781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mj-lt"/>
              </a:rPr>
              <a:t>X</a:t>
            </a:r>
            <a:endParaRPr lang="en-GB">
              <a:latin typeface="+mj-lt"/>
            </a:endParaRPr>
          </a:p>
        </p:txBody>
      </p:sp>
      <p:sp>
        <p:nvSpPr>
          <p:cNvPr id="16" name="Rectangle 15">
            <a:extLst>
              <a:ext uri="{FF2B5EF4-FFF2-40B4-BE49-F238E27FC236}">
                <a16:creationId xmlns:a16="http://schemas.microsoft.com/office/drawing/2014/main" id="{CCE62AF0-BF93-69EA-5930-9559CE3F150E}"/>
              </a:ext>
            </a:extLst>
          </p:cNvPr>
          <p:cNvSpPr/>
          <p:nvPr/>
        </p:nvSpPr>
        <p:spPr>
          <a:xfrm>
            <a:off x="8904711" y="12436930"/>
            <a:ext cx="478578" cy="4781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ysClr val="windowText" lastClr="000000"/>
                </a:solidFill>
                <a:latin typeface="+mj-lt"/>
              </a:rPr>
              <a:t>X</a:t>
            </a:r>
            <a:endParaRPr lang="en-GB">
              <a:solidFill>
                <a:sysClr val="windowText" lastClr="000000"/>
              </a:solidFill>
              <a:latin typeface="+mj-lt"/>
            </a:endParaRPr>
          </a:p>
        </p:txBody>
      </p:sp>
      <p:sp>
        <p:nvSpPr>
          <p:cNvPr id="17" name="Rectangle 16">
            <a:extLst>
              <a:ext uri="{FF2B5EF4-FFF2-40B4-BE49-F238E27FC236}">
                <a16:creationId xmlns:a16="http://schemas.microsoft.com/office/drawing/2014/main" id="{FCDDED9C-5FC4-9BCE-B2C0-680D54E053AE}"/>
              </a:ext>
            </a:extLst>
          </p:cNvPr>
          <p:cNvSpPr/>
          <p:nvPr/>
        </p:nvSpPr>
        <p:spPr>
          <a:xfrm>
            <a:off x="2808711" y="13393567"/>
            <a:ext cx="478578" cy="4781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mj-lt"/>
              </a:rPr>
              <a:t>X</a:t>
            </a:r>
            <a:endParaRPr lang="en-GB">
              <a:latin typeface="+mj-lt"/>
            </a:endParaRPr>
          </a:p>
        </p:txBody>
      </p:sp>
      <p:sp>
        <p:nvSpPr>
          <p:cNvPr id="18" name="Rectangle 17">
            <a:extLst>
              <a:ext uri="{FF2B5EF4-FFF2-40B4-BE49-F238E27FC236}">
                <a16:creationId xmlns:a16="http://schemas.microsoft.com/office/drawing/2014/main" id="{49520E1F-CAEF-A9EF-33B8-42E1347E9DCB}"/>
              </a:ext>
            </a:extLst>
          </p:cNvPr>
          <p:cNvSpPr/>
          <p:nvPr/>
        </p:nvSpPr>
        <p:spPr>
          <a:xfrm>
            <a:off x="8904711" y="13393567"/>
            <a:ext cx="478578" cy="4781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ysClr val="windowText" lastClr="000000"/>
                </a:solidFill>
                <a:latin typeface="+mj-lt"/>
              </a:rPr>
              <a:t>X</a:t>
            </a:r>
            <a:endParaRPr lang="en-GB">
              <a:solidFill>
                <a:sysClr val="windowText" lastClr="000000"/>
              </a:solidFill>
              <a:latin typeface="+mj-lt"/>
            </a:endParaRPr>
          </a:p>
        </p:txBody>
      </p:sp>
      <p:sp>
        <p:nvSpPr>
          <p:cNvPr id="19" name="Rectangle 18">
            <a:extLst>
              <a:ext uri="{FF2B5EF4-FFF2-40B4-BE49-F238E27FC236}">
                <a16:creationId xmlns:a16="http://schemas.microsoft.com/office/drawing/2014/main" id="{3A4D0FF8-32B3-1923-9DC3-E9DEDD3712E6}"/>
              </a:ext>
            </a:extLst>
          </p:cNvPr>
          <p:cNvSpPr/>
          <p:nvPr/>
        </p:nvSpPr>
        <p:spPr>
          <a:xfrm>
            <a:off x="2808711" y="14349767"/>
            <a:ext cx="478578" cy="4781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mj-lt"/>
              </a:rPr>
              <a:t>X</a:t>
            </a:r>
            <a:endParaRPr lang="en-GB">
              <a:latin typeface="+mj-lt"/>
            </a:endParaRPr>
          </a:p>
        </p:txBody>
      </p:sp>
      <p:sp>
        <p:nvSpPr>
          <p:cNvPr id="20" name="Rectangle 19">
            <a:extLst>
              <a:ext uri="{FF2B5EF4-FFF2-40B4-BE49-F238E27FC236}">
                <a16:creationId xmlns:a16="http://schemas.microsoft.com/office/drawing/2014/main" id="{0C03754E-2041-A0FC-1DC3-F0B7E256CF5E}"/>
              </a:ext>
            </a:extLst>
          </p:cNvPr>
          <p:cNvSpPr/>
          <p:nvPr/>
        </p:nvSpPr>
        <p:spPr>
          <a:xfrm>
            <a:off x="8904711" y="14349767"/>
            <a:ext cx="478578" cy="4781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ysClr val="windowText" lastClr="000000"/>
                </a:solidFill>
                <a:latin typeface="+mj-lt"/>
              </a:rPr>
              <a:t>X</a:t>
            </a:r>
            <a:endParaRPr lang="en-GB">
              <a:solidFill>
                <a:sysClr val="windowText" lastClr="000000"/>
              </a:solidFill>
              <a:latin typeface="+mj-lt"/>
            </a:endParaRPr>
          </a:p>
        </p:txBody>
      </p:sp>
      <p:sp>
        <p:nvSpPr>
          <p:cNvPr id="21" name="Rectangle 20">
            <a:extLst>
              <a:ext uri="{FF2B5EF4-FFF2-40B4-BE49-F238E27FC236}">
                <a16:creationId xmlns:a16="http://schemas.microsoft.com/office/drawing/2014/main" id="{21229001-765C-23BC-8032-59F3D9CA9545}"/>
              </a:ext>
            </a:extLst>
          </p:cNvPr>
          <p:cNvSpPr/>
          <p:nvPr/>
        </p:nvSpPr>
        <p:spPr>
          <a:xfrm>
            <a:off x="2808711" y="15306404"/>
            <a:ext cx="478578" cy="4781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mj-lt"/>
              </a:rPr>
              <a:t>X</a:t>
            </a:r>
            <a:endParaRPr lang="en-GB">
              <a:latin typeface="+mj-lt"/>
            </a:endParaRPr>
          </a:p>
        </p:txBody>
      </p:sp>
      <p:sp>
        <p:nvSpPr>
          <p:cNvPr id="22" name="Rectangle 21">
            <a:extLst>
              <a:ext uri="{FF2B5EF4-FFF2-40B4-BE49-F238E27FC236}">
                <a16:creationId xmlns:a16="http://schemas.microsoft.com/office/drawing/2014/main" id="{92FA7869-400C-A73E-3C63-DB51306D069E}"/>
              </a:ext>
            </a:extLst>
          </p:cNvPr>
          <p:cNvSpPr/>
          <p:nvPr/>
        </p:nvSpPr>
        <p:spPr>
          <a:xfrm>
            <a:off x="8904711" y="15306404"/>
            <a:ext cx="478578" cy="4781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ysClr val="windowText" lastClr="000000"/>
                </a:solidFill>
                <a:latin typeface="+mj-lt"/>
              </a:rPr>
              <a:t>X</a:t>
            </a:r>
            <a:endParaRPr lang="en-GB">
              <a:solidFill>
                <a:sysClr val="windowText" lastClr="000000"/>
              </a:solidFill>
              <a:latin typeface="+mj-lt"/>
            </a:endParaRPr>
          </a:p>
        </p:txBody>
      </p:sp>
      <p:sp>
        <p:nvSpPr>
          <p:cNvPr id="23" name="TextBox 22">
            <a:extLst>
              <a:ext uri="{FF2B5EF4-FFF2-40B4-BE49-F238E27FC236}">
                <a16:creationId xmlns:a16="http://schemas.microsoft.com/office/drawing/2014/main" id="{14F8442A-8276-0E8D-042C-4A969282F0B8}"/>
              </a:ext>
            </a:extLst>
          </p:cNvPr>
          <p:cNvSpPr txBox="1"/>
          <p:nvPr/>
        </p:nvSpPr>
        <p:spPr>
          <a:xfrm>
            <a:off x="10210850" y="17189348"/>
            <a:ext cx="489715" cy="369332"/>
          </a:xfrm>
          <a:prstGeom prst="rect">
            <a:avLst/>
          </a:prstGeom>
          <a:noFill/>
        </p:spPr>
        <p:txBody>
          <a:bodyPr wrap="square" rtlCol="0">
            <a:spAutoFit/>
          </a:bodyPr>
          <a:lstStyle/>
          <a:p>
            <a:r>
              <a:rPr lang="en-US"/>
              <a:t>X</a:t>
            </a:r>
          </a:p>
        </p:txBody>
      </p:sp>
      <p:grpSp>
        <p:nvGrpSpPr>
          <p:cNvPr id="27" name="base">
            <a:extLst>
              <a:ext uri="{FF2B5EF4-FFF2-40B4-BE49-F238E27FC236}">
                <a16:creationId xmlns:a16="http://schemas.microsoft.com/office/drawing/2014/main" id="{6DE4CE6A-7785-6F53-F024-F0DE320FD007}"/>
              </a:ext>
            </a:extLst>
          </p:cNvPr>
          <p:cNvGrpSpPr/>
          <p:nvPr/>
        </p:nvGrpSpPr>
        <p:grpSpPr>
          <a:xfrm>
            <a:off x="11239501" y="-4070989"/>
            <a:ext cx="762000" cy="3244850"/>
            <a:chOff x="11239501" y="-282471"/>
            <a:chExt cx="762000" cy="3244850"/>
          </a:xfrm>
        </p:grpSpPr>
        <p:pic>
          <p:nvPicPr>
            <p:cNvPr id="28" name="Picture 27">
              <a:extLst>
                <a:ext uri="{FF2B5EF4-FFF2-40B4-BE49-F238E27FC236}">
                  <a16:creationId xmlns:a16="http://schemas.microsoft.com/office/drawing/2014/main" id="{A0A19C5E-1B2A-1231-76BB-043710EBCBE9}"/>
                </a:ext>
              </a:extLst>
            </p:cNvPr>
            <p:cNvPicPr>
              <a:picLocks/>
            </p:cNvPicPr>
            <p:nvPr/>
          </p:nvPicPr>
          <p:blipFill>
            <a:blip r:embed="rId10">
              <a:extLst>
                <a:ext uri="{28A0092B-C50C-407E-A947-70E740481C1C}">
                  <a14:useLocalDpi xmlns:a14="http://schemas.microsoft.com/office/drawing/2010/main" val="0"/>
                </a:ext>
              </a:extLst>
            </a:blip>
            <a:stretch>
              <a:fillRect/>
            </a:stretch>
          </p:blipFill>
          <p:spPr>
            <a:xfrm flipV="1">
              <a:off x="11239501" y="2200379"/>
              <a:ext cx="762000" cy="762000"/>
            </a:xfrm>
            <a:prstGeom prst="rect">
              <a:avLst/>
            </a:prstGeom>
          </p:spPr>
        </p:pic>
        <p:pic>
          <p:nvPicPr>
            <p:cNvPr id="29" name="Picture 28">
              <a:extLst>
                <a:ext uri="{FF2B5EF4-FFF2-40B4-BE49-F238E27FC236}">
                  <a16:creationId xmlns:a16="http://schemas.microsoft.com/office/drawing/2014/main" id="{5D78F36A-B19D-1174-850C-F059165A24EF}"/>
                </a:ext>
              </a:extLst>
            </p:cNvPr>
            <p:cNvPicPr>
              <a:picLocks/>
            </p:cNvPicPr>
            <p:nvPr/>
          </p:nvPicPr>
          <p:blipFill>
            <a:blip r:embed="rId11">
              <a:extLst>
                <a:ext uri="{28A0092B-C50C-407E-A947-70E740481C1C}">
                  <a14:useLocalDpi xmlns:a14="http://schemas.microsoft.com/office/drawing/2010/main" val="0"/>
                </a:ext>
              </a:extLst>
            </a:blip>
            <a:stretch>
              <a:fillRect/>
            </a:stretch>
          </p:blipFill>
          <p:spPr>
            <a:xfrm>
              <a:off x="11239501" y="1438379"/>
              <a:ext cx="762000" cy="762000"/>
            </a:xfrm>
            <a:prstGeom prst="rect">
              <a:avLst/>
            </a:prstGeom>
          </p:spPr>
        </p:pic>
        <p:pic>
          <p:nvPicPr>
            <p:cNvPr id="30" name="Picture 29">
              <a:extLst>
                <a:ext uri="{FF2B5EF4-FFF2-40B4-BE49-F238E27FC236}">
                  <a16:creationId xmlns:a16="http://schemas.microsoft.com/office/drawing/2014/main" id="{AA635FAD-A4EA-EC17-F170-1A8E967B4A43}"/>
                </a:ext>
              </a:extLst>
            </p:cNvPr>
            <p:cNvPicPr>
              <a:picLocks/>
            </p:cNvPicPr>
            <p:nvPr/>
          </p:nvPicPr>
          <p:blipFill>
            <a:blip r:embed="rId12">
              <a:extLst>
                <a:ext uri="{28A0092B-C50C-407E-A947-70E740481C1C}">
                  <a14:useLocalDpi xmlns:a14="http://schemas.microsoft.com/office/drawing/2010/main" val="0"/>
                </a:ext>
              </a:extLst>
            </a:blip>
            <a:stretch>
              <a:fillRect/>
            </a:stretch>
          </p:blipFill>
          <p:spPr>
            <a:xfrm>
              <a:off x="11372851" y="-282471"/>
              <a:ext cx="495300" cy="1765300"/>
            </a:xfrm>
            <a:prstGeom prst="rect">
              <a:avLst/>
            </a:prstGeom>
          </p:spPr>
        </p:pic>
      </p:grpSp>
      <p:sp>
        <p:nvSpPr>
          <p:cNvPr id="41" name="Rectangle 40">
            <a:extLst>
              <a:ext uri="{FF2B5EF4-FFF2-40B4-BE49-F238E27FC236}">
                <a16:creationId xmlns:a16="http://schemas.microsoft.com/office/drawing/2014/main" id="{911879D8-7293-9322-0243-57DFE0072D87}"/>
              </a:ext>
            </a:extLst>
          </p:cNvPr>
          <p:cNvSpPr/>
          <p:nvPr/>
        </p:nvSpPr>
        <p:spPr>
          <a:xfrm>
            <a:off x="-11233382" y="-5387556"/>
            <a:ext cx="1198504" cy="3081867"/>
          </a:xfrm>
          <a:prstGeom prst="rect">
            <a:avLst/>
          </a:prstGeom>
          <a:ln/>
        </p:spPr>
        <p:style>
          <a:lnRef idx="1">
            <a:schemeClr val="dk1"/>
          </a:lnRef>
          <a:fillRef idx="3">
            <a:schemeClr val="dk1"/>
          </a:fillRef>
          <a:effectRef idx="2">
            <a:schemeClr val="dk1"/>
          </a:effectRef>
          <a:fontRef idx="minor">
            <a:schemeClr val="lt1"/>
          </a:fontRef>
        </p:style>
        <p:txBody>
          <a:bodyPr rtlCol="0" anchor="ctr"/>
          <a:lstStyle/>
          <a:p>
            <a:pPr algn="ctr"/>
            <a:endParaRPr lang="en-GB"/>
          </a:p>
        </p:txBody>
      </p:sp>
      <p:sp>
        <p:nvSpPr>
          <p:cNvPr id="42" name="Rectangle 41">
            <a:extLst>
              <a:ext uri="{FF2B5EF4-FFF2-40B4-BE49-F238E27FC236}">
                <a16:creationId xmlns:a16="http://schemas.microsoft.com/office/drawing/2014/main" id="{99CF577B-22F4-04CD-E8C2-A855C843AE5A}"/>
              </a:ext>
            </a:extLst>
          </p:cNvPr>
          <p:cNvSpPr/>
          <p:nvPr/>
        </p:nvSpPr>
        <p:spPr>
          <a:xfrm>
            <a:off x="15789913" y="-4145805"/>
            <a:ext cx="1198504" cy="3081867"/>
          </a:xfrm>
          <a:prstGeom prst="rect">
            <a:avLst/>
          </a:prstGeom>
          <a:ln/>
        </p:spPr>
        <p:style>
          <a:lnRef idx="1">
            <a:schemeClr val="dk1"/>
          </a:lnRef>
          <a:fillRef idx="3">
            <a:schemeClr val="dk1"/>
          </a:fillRef>
          <a:effectRef idx="2">
            <a:schemeClr val="dk1"/>
          </a:effectRef>
          <a:fontRef idx="minor">
            <a:schemeClr val="lt1"/>
          </a:fontRef>
        </p:style>
        <p:txBody>
          <a:bodyPr rtlCol="0" anchor="ctr"/>
          <a:lstStyle/>
          <a:p>
            <a:pPr algn="ctr"/>
            <a:endParaRPr lang="en-GB"/>
          </a:p>
        </p:txBody>
      </p:sp>
      <p:sp>
        <p:nvSpPr>
          <p:cNvPr id="48" name="Rectangle 47">
            <a:extLst>
              <a:ext uri="{FF2B5EF4-FFF2-40B4-BE49-F238E27FC236}">
                <a16:creationId xmlns:a16="http://schemas.microsoft.com/office/drawing/2014/main" id="{069F2982-A5F3-5E83-1846-8160F4BB1ABA}"/>
              </a:ext>
            </a:extLst>
          </p:cNvPr>
          <p:cNvSpPr/>
          <p:nvPr/>
        </p:nvSpPr>
        <p:spPr>
          <a:xfrm>
            <a:off x="-5554482" y="-4624322"/>
            <a:ext cx="3081867" cy="3081867"/>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 name="Rectangle 48">
            <a:extLst>
              <a:ext uri="{FF2B5EF4-FFF2-40B4-BE49-F238E27FC236}">
                <a16:creationId xmlns:a16="http://schemas.microsoft.com/office/drawing/2014/main" id="{0C4EF980-A1EB-0EF8-1DE2-52C3AB9FF2D3}"/>
              </a:ext>
            </a:extLst>
          </p:cNvPr>
          <p:cNvSpPr/>
          <p:nvPr/>
        </p:nvSpPr>
        <p:spPr>
          <a:xfrm rot="2700000">
            <a:off x="3425549" y="-3721560"/>
            <a:ext cx="2171138" cy="2171138"/>
          </a:xfrm>
          <a:prstGeom prst="rect">
            <a:avLst/>
          </a:prstGeom>
          <a:solidFill>
            <a:schemeClr val="accent5"/>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GB"/>
          </a:p>
        </p:txBody>
      </p:sp>
      <p:sp>
        <p:nvSpPr>
          <p:cNvPr id="50" name="Rectangle 49">
            <a:extLst>
              <a:ext uri="{FF2B5EF4-FFF2-40B4-BE49-F238E27FC236}">
                <a16:creationId xmlns:a16="http://schemas.microsoft.com/office/drawing/2014/main" id="{08C7FD1F-48BA-21DF-ABB4-480DE8CFE488}"/>
              </a:ext>
            </a:extLst>
          </p:cNvPr>
          <p:cNvSpPr/>
          <p:nvPr/>
        </p:nvSpPr>
        <p:spPr>
          <a:xfrm rot="8100000">
            <a:off x="-8965731" y="-2507601"/>
            <a:ext cx="1076922" cy="1076922"/>
          </a:xfrm>
          <a:prstGeom prst="rect">
            <a:avLst/>
          </a:prstGeom>
          <a:ln/>
        </p:spPr>
        <p:style>
          <a:lnRef idx="2">
            <a:schemeClr val="accent3"/>
          </a:lnRef>
          <a:fillRef idx="1">
            <a:schemeClr val="lt1"/>
          </a:fillRef>
          <a:effectRef idx="0">
            <a:schemeClr val="accent3"/>
          </a:effectRef>
          <a:fontRef idx="minor">
            <a:schemeClr val="dk1"/>
          </a:fontRef>
        </p:style>
        <p:txBody>
          <a:bodyPr rtlCol="0" anchor="ctr"/>
          <a:lstStyle/>
          <a:p>
            <a:pPr algn="ctr"/>
            <a:endParaRPr lang="en-GB"/>
          </a:p>
        </p:txBody>
      </p:sp>
      <p:sp>
        <p:nvSpPr>
          <p:cNvPr id="44" name="Rectangle 43">
            <a:extLst>
              <a:ext uri="{FF2B5EF4-FFF2-40B4-BE49-F238E27FC236}">
                <a16:creationId xmlns:a16="http://schemas.microsoft.com/office/drawing/2014/main" id="{394614AF-CDFA-BED5-5397-F928BE3C766D}"/>
              </a:ext>
            </a:extLst>
          </p:cNvPr>
          <p:cNvSpPr/>
          <p:nvPr/>
        </p:nvSpPr>
        <p:spPr>
          <a:xfrm rot="5400000">
            <a:off x="18131531" y="-741678"/>
            <a:ext cx="1522183" cy="1522183"/>
          </a:xfrm>
          <a:prstGeom prst="rect">
            <a:avLst/>
          </a:prstGeom>
          <a:solidFill>
            <a:schemeClr val="accent3"/>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Rectangle 44">
            <a:extLst>
              <a:ext uri="{FF2B5EF4-FFF2-40B4-BE49-F238E27FC236}">
                <a16:creationId xmlns:a16="http://schemas.microsoft.com/office/drawing/2014/main" id="{9D7810AF-8919-4F18-D71C-D25C22DA2CD5}"/>
              </a:ext>
            </a:extLst>
          </p:cNvPr>
          <p:cNvSpPr/>
          <p:nvPr/>
        </p:nvSpPr>
        <p:spPr>
          <a:xfrm rot="8100000">
            <a:off x="8005354" y="-3141050"/>
            <a:ext cx="1072359" cy="1072359"/>
          </a:xfrm>
          <a:prstGeom prst="rect">
            <a:avLst/>
          </a:prstGeom>
          <a:solidFill>
            <a:schemeClr val="accent1">
              <a:lumMod val="60000"/>
              <a:lumOff val="40000"/>
            </a:schemeClr>
          </a:solidFill>
          <a:ln>
            <a:solidFill>
              <a:srgbClr val="FFFF00"/>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GB"/>
          </a:p>
        </p:txBody>
      </p:sp>
      <p:sp>
        <p:nvSpPr>
          <p:cNvPr id="46" name="Rectangle 45">
            <a:extLst>
              <a:ext uri="{FF2B5EF4-FFF2-40B4-BE49-F238E27FC236}">
                <a16:creationId xmlns:a16="http://schemas.microsoft.com/office/drawing/2014/main" id="{D7C315CB-1CD5-A1A7-B721-60F20C653BED}"/>
              </a:ext>
            </a:extLst>
          </p:cNvPr>
          <p:cNvSpPr/>
          <p:nvPr/>
        </p:nvSpPr>
        <p:spPr>
          <a:xfrm rot="10800000">
            <a:off x="220596" y="-3540856"/>
            <a:ext cx="758675" cy="758675"/>
          </a:xfrm>
          <a:prstGeom prst="rect">
            <a:avLst/>
          </a:prstGeom>
          <a:solidFill>
            <a:schemeClr val="accent2">
              <a:lumMod val="75000"/>
            </a:schemeClr>
          </a:solidFill>
          <a:ln>
            <a:solidFill>
              <a:srgbClr val="FFFF00"/>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GB"/>
          </a:p>
        </p:txBody>
      </p:sp>
      <p:sp>
        <p:nvSpPr>
          <p:cNvPr id="47" name="Rectangle 46">
            <a:extLst>
              <a:ext uri="{FF2B5EF4-FFF2-40B4-BE49-F238E27FC236}">
                <a16:creationId xmlns:a16="http://schemas.microsoft.com/office/drawing/2014/main" id="{EED92BFC-C088-930E-7E4B-4B5DE39D2E80}"/>
              </a:ext>
            </a:extLst>
          </p:cNvPr>
          <p:cNvSpPr/>
          <p:nvPr/>
        </p:nvSpPr>
        <p:spPr>
          <a:xfrm rot="13500000">
            <a:off x="13899668" y="-3078177"/>
            <a:ext cx="531909" cy="531909"/>
          </a:xfrm>
          <a:prstGeom prst="rect">
            <a:avLst/>
          </a:prstGeom>
          <a:solidFill>
            <a:schemeClr val="accent6">
              <a:lumMod val="60000"/>
              <a:lumOff val="40000"/>
            </a:schemeClr>
          </a:solidFill>
          <a:ln>
            <a:solidFill>
              <a:srgbClr val="FFFF00"/>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GB"/>
          </a:p>
        </p:txBody>
      </p:sp>
      <p:sp>
        <p:nvSpPr>
          <p:cNvPr id="51" name="Rectangle 50">
            <a:extLst>
              <a:ext uri="{FF2B5EF4-FFF2-40B4-BE49-F238E27FC236}">
                <a16:creationId xmlns:a16="http://schemas.microsoft.com/office/drawing/2014/main" id="{269B7A2E-78ED-08AB-87F1-EE946060363A}"/>
              </a:ext>
            </a:extLst>
          </p:cNvPr>
          <p:cNvSpPr/>
          <p:nvPr/>
        </p:nvSpPr>
        <p:spPr>
          <a:xfrm>
            <a:off x="-1645469" y="7573192"/>
            <a:ext cx="1333500" cy="3429000"/>
          </a:xfrm>
          <a:prstGeom prst="rect">
            <a:avLst/>
          </a:prstGeom>
          <a:solidFill>
            <a:schemeClr val="accent1"/>
          </a:solidFill>
          <a:ln/>
          <a:effectLst/>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sp>
        <p:nvSpPr>
          <p:cNvPr id="52" name="Rectangle 51">
            <a:extLst>
              <a:ext uri="{FF2B5EF4-FFF2-40B4-BE49-F238E27FC236}">
                <a16:creationId xmlns:a16="http://schemas.microsoft.com/office/drawing/2014/main" id="{2787162A-E7A4-5A34-BFDB-8B9287ABDFAE}"/>
              </a:ext>
            </a:extLst>
          </p:cNvPr>
          <p:cNvSpPr/>
          <p:nvPr/>
        </p:nvSpPr>
        <p:spPr>
          <a:xfrm>
            <a:off x="13208239" y="7562633"/>
            <a:ext cx="1333500" cy="3429000"/>
          </a:xfrm>
          <a:prstGeom prst="rect">
            <a:avLst/>
          </a:prstGeom>
          <a:solidFill>
            <a:schemeClr val="accent1"/>
          </a:solidFill>
          <a:ln/>
          <a:effectLst/>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sp>
        <p:nvSpPr>
          <p:cNvPr id="53" name="Rectangle 52">
            <a:extLst>
              <a:ext uri="{FF2B5EF4-FFF2-40B4-BE49-F238E27FC236}">
                <a16:creationId xmlns:a16="http://schemas.microsoft.com/office/drawing/2014/main" id="{B6E65D34-FB61-A9D2-4E0F-9F6F2110A1E3}"/>
              </a:ext>
            </a:extLst>
          </p:cNvPr>
          <p:cNvSpPr/>
          <p:nvPr/>
        </p:nvSpPr>
        <p:spPr>
          <a:xfrm>
            <a:off x="3993949" y="7649857"/>
            <a:ext cx="3429000" cy="3429000"/>
          </a:xfrm>
          <a:prstGeom prst="rect">
            <a:avLst/>
          </a:prstGeom>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119523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0-#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par>
                                <p:cTn id="9" presetID="2" presetClass="entr" presetSubtype="4" decel="10000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par>
                                <p:cTn id="13" presetID="2" presetClass="entr" presetSubtype="8" decel="10000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0-#ppt_w/2"/>
                                          </p:val>
                                        </p:tav>
                                        <p:tav tm="100000">
                                          <p:val>
                                            <p:strVal val="#ppt_x"/>
                                          </p:val>
                                        </p:tav>
                                      </p:tavLst>
                                    </p:anim>
                                    <p:anim calcmode="lin" valueType="num">
                                      <p:cBhvr additive="base">
                                        <p:cTn id="16" dur="500" fill="hold"/>
                                        <p:tgtEl>
                                          <p:spTgt spid="7"/>
                                        </p:tgtEl>
                                        <p:attrNameLst>
                                          <p:attrName>ppt_y</p:attrName>
                                        </p:attrNameLst>
                                      </p:cBhvr>
                                      <p:tavLst>
                                        <p:tav tm="0">
                                          <p:val>
                                            <p:strVal val="#ppt_y"/>
                                          </p:val>
                                        </p:tav>
                                        <p:tav tm="100000">
                                          <p:val>
                                            <p:strVal val="#ppt_y"/>
                                          </p:val>
                                        </p:tav>
                                      </p:tavLst>
                                    </p:anim>
                                  </p:childTnLst>
                                </p:cTn>
                              </p:par>
                              <p:par>
                                <p:cTn id="17" presetID="2" presetClass="entr" presetSubtype="9" decel="100000" fill="hold" nodeType="with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0-#ppt_w/2"/>
                                          </p:val>
                                        </p:tav>
                                        <p:tav tm="100000">
                                          <p:val>
                                            <p:strVal val="#ppt_x"/>
                                          </p:val>
                                        </p:tav>
                                      </p:tavLst>
                                    </p:anim>
                                    <p:anim calcmode="lin" valueType="num">
                                      <p:cBhvr additive="base">
                                        <p:cTn id="20" dur="500" fill="hold"/>
                                        <p:tgtEl>
                                          <p:spTgt spid="3"/>
                                        </p:tgtEl>
                                        <p:attrNameLst>
                                          <p:attrName>ppt_y</p:attrName>
                                        </p:attrNameLst>
                                      </p:cBhvr>
                                      <p:tavLst>
                                        <p:tav tm="0">
                                          <p:val>
                                            <p:strVal val="0-#ppt_h/2"/>
                                          </p:val>
                                        </p:tav>
                                        <p:tav tm="100000">
                                          <p:val>
                                            <p:strVal val="#ppt_y"/>
                                          </p:val>
                                        </p:tav>
                                      </p:tavLst>
                                    </p:anim>
                                  </p:childTnLst>
                                </p:cTn>
                              </p:par>
                              <p:par>
                                <p:cTn id="21" presetID="2" presetClass="entr" presetSubtype="1" decel="100000" fill="hold" nodeType="with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additive="base">
                                        <p:cTn id="23" dur="500" fill="hold"/>
                                        <p:tgtEl>
                                          <p:spTgt spid="11"/>
                                        </p:tgtEl>
                                        <p:attrNameLst>
                                          <p:attrName>ppt_x</p:attrName>
                                        </p:attrNameLst>
                                      </p:cBhvr>
                                      <p:tavLst>
                                        <p:tav tm="0">
                                          <p:val>
                                            <p:strVal val="#ppt_x"/>
                                          </p:val>
                                        </p:tav>
                                        <p:tav tm="100000">
                                          <p:val>
                                            <p:strVal val="#ppt_x"/>
                                          </p:val>
                                        </p:tav>
                                      </p:tavLst>
                                    </p:anim>
                                    <p:anim calcmode="lin" valueType="num">
                                      <p:cBhvr additive="base">
                                        <p:cTn id="24" dur="500" fill="hold"/>
                                        <p:tgtEl>
                                          <p:spTgt spid="11"/>
                                        </p:tgtEl>
                                        <p:attrNameLst>
                                          <p:attrName>ppt_y</p:attrName>
                                        </p:attrNameLst>
                                      </p:cBhvr>
                                      <p:tavLst>
                                        <p:tav tm="0">
                                          <p:val>
                                            <p:strVal val="0-#ppt_h/2"/>
                                          </p:val>
                                        </p:tav>
                                        <p:tav tm="100000">
                                          <p:val>
                                            <p:strVal val="#ppt_y"/>
                                          </p:val>
                                        </p:tav>
                                      </p:tavLst>
                                    </p:anim>
                                  </p:childTnLst>
                                </p:cTn>
                              </p:par>
                              <p:par>
                                <p:cTn id="25" presetID="2" presetClass="entr" presetSubtype="6" decel="100000" fill="hold" nodeType="with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p:tgtEl>
                                          <p:spTgt spid="8"/>
                                        </p:tgtEl>
                                        <p:attrNameLst>
                                          <p:attrName>ppt_x</p:attrName>
                                        </p:attrNameLst>
                                      </p:cBhvr>
                                      <p:tavLst>
                                        <p:tav tm="0">
                                          <p:val>
                                            <p:strVal val="1+#ppt_w/2"/>
                                          </p:val>
                                        </p:tav>
                                        <p:tav tm="100000">
                                          <p:val>
                                            <p:strVal val="#ppt_x"/>
                                          </p:val>
                                        </p:tav>
                                      </p:tavLst>
                                    </p:anim>
                                    <p:anim calcmode="lin" valueType="num">
                                      <p:cBhvr additive="base">
                                        <p:cTn id="28" dur="500" fill="hold"/>
                                        <p:tgtEl>
                                          <p:spTgt spid="8"/>
                                        </p:tgtEl>
                                        <p:attrNameLst>
                                          <p:attrName>ppt_y</p:attrName>
                                        </p:attrNameLst>
                                      </p:cBhvr>
                                      <p:tavLst>
                                        <p:tav tm="0">
                                          <p:val>
                                            <p:strVal val="1+#ppt_h/2"/>
                                          </p:val>
                                        </p:tav>
                                        <p:tav tm="100000">
                                          <p:val>
                                            <p:strVal val="#ppt_y"/>
                                          </p:val>
                                        </p:tav>
                                      </p:tavLst>
                                    </p:anim>
                                  </p:childTnLst>
                                </p:cTn>
                              </p:par>
                              <p:par>
                                <p:cTn id="29" presetID="2" presetClass="entr" presetSubtype="1" decel="100000" fill="hold" nodeType="withEffect">
                                  <p:stCondLst>
                                    <p:cond delay="0"/>
                                  </p:stCondLst>
                                  <p:childTnLst>
                                    <p:set>
                                      <p:cBhvr>
                                        <p:cTn id="30" dur="1" fill="hold">
                                          <p:stCondLst>
                                            <p:cond delay="0"/>
                                          </p:stCondLst>
                                        </p:cTn>
                                        <p:tgtEl>
                                          <p:spTgt spid="32"/>
                                        </p:tgtEl>
                                        <p:attrNameLst>
                                          <p:attrName>style.visibility</p:attrName>
                                        </p:attrNameLst>
                                      </p:cBhvr>
                                      <p:to>
                                        <p:strVal val="visible"/>
                                      </p:to>
                                    </p:set>
                                    <p:anim calcmode="lin" valueType="num">
                                      <p:cBhvr additive="base">
                                        <p:cTn id="31" dur="500" fill="hold"/>
                                        <p:tgtEl>
                                          <p:spTgt spid="32"/>
                                        </p:tgtEl>
                                        <p:attrNameLst>
                                          <p:attrName>ppt_x</p:attrName>
                                        </p:attrNameLst>
                                      </p:cBhvr>
                                      <p:tavLst>
                                        <p:tav tm="0">
                                          <p:val>
                                            <p:strVal val="#ppt_x"/>
                                          </p:val>
                                        </p:tav>
                                        <p:tav tm="100000">
                                          <p:val>
                                            <p:strVal val="#ppt_x"/>
                                          </p:val>
                                        </p:tav>
                                      </p:tavLst>
                                    </p:anim>
                                    <p:anim calcmode="lin" valueType="num">
                                      <p:cBhvr additive="base">
                                        <p:cTn id="32" dur="500" fill="hold"/>
                                        <p:tgtEl>
                                          <p:spTgt spid="32"/>
                                        </p:tgtEl>
                                        <p:attrNameLst>
                                          <p:attrName>ppt_y</p:attrName>
                                        </p:attrNameLst>
                                      </p:cBhvr>
                                      <p:tavLst>
                                        <p:tav tm="0">
                                          <p:val>
                                            <p:strVal val="0-#ppt_h/2"/>
                                          </p:val>
                                        </p:tav>
                                        <p:tav tm="100000">
                                          <p:val>
                                            <p:strVal val="#ppt_y"/>
                                          </p:val>
                                        </p:tav>
                                      </p:tavLst>
                                    </p:anim>
                                  </p:childTnLst>
                                </p:cTn>
                              </p:par>
                              <p:par>
                                <p:cTn id="33" presetID="42" presetClass="path" presetSubtype="0" accel="50000" decel="50000" fill="hold" nodeType="withEffect">
                                  <p:stCondLst>
                                    <p:cond delay="0"/>
                                  </p:stCondLst>
                                  <p:childTnLst>
                                    <p:animMotion origin="layout" path="M 0 0 L 0 4.231203E-02" pathEditMode="relative" ptsTypes="">
                                      <p:cBhvr>
                                        <p:cTn id="34" dur="17" fill="hold"/>
                                        <p:tgtEl>
                                          <p:spTgt spid="27"/>
                                        </p:tgtEl>
                                        <p:attrNameLst>
                                          <p:attrName>ppt_x</p:attrName>
                                          <p:attrName>ppt_y</p:attrName>
                                        </p:attrNameLst>
                                      </p:cBhvr>
                                    </p:animMotion>
                                  </p:childTnLst>
                                </p:cTn>
                              </p:par>
                              <p:par>
                                <p:cTn id="35" presetID="42" presetClass="path" presetSubtype="0" accel="50000" decel="50000" fill="hold" nodeType="withEffect">
                                  <p:stCondLst>
                                    <p:cond delay="17"/>
                                  </p:stCondLst>
                                  <p:childTnLst>
                                    <p:animMotion origin="layout" path="M 0 4.231203E-02 L 0 8.270039E-02" pathEditMode="relative" ptsTypes="">
                                      <p:cBhvr>
                                        <p:cTn id="36" dur="17" fill="hold"/>
                                        <p:tgtEl>
                                          <p:spTgt spid="27"/>
                                        </p:tgtEl>
                                        <p:attrNameLst>
                                          <p:attrName>ppt_x</p:attrName>
                                          <p:attrName>ppt_y</p:attrName>
                                        </p:attrNameLst>
                                      </p:cBhvr>
                                    </p:animMotion>
                                  </p:childTnLst>
                                </p:cTn>
                              </p:par>
                              <p:par>
                                <p:cTn id="37" presetID="42" presetClass="path" presetSubtype="0" accel="50000" decel="50000" fill="hold" nodeType="withEffect">
                                  <p:stCondLst>
                                    <p:cond delay="33"/>
                                  </p:stCondLst>
                                  <p:childTnLst>
                                    <p:animMotion origin="layout" path="M 0 8.270039E-02 L 0 0.1212065" pathEditMode="relative" ptsTypes="">
                                      <p:cBhvr>
                                        <p:cTn id="38" dur="17" fill="hold"/>
                                        <p:tgtEl>
                                          <p:spTgt spid="27"/>
                                        </p:tgtEl>
                                        <p:attrNameLst>
                                          <p:attrName>ppt_x</p:attrName>
                                          <p:attrName>ppt_y</p:attrName>
                                        </p:attrNameLst>
                                      </p:cBhvr>
                                    </p:animMotion>
                                  </p:childTnLst>
                                </p:cTn>
                              </p:par>
                              <p:par>
                                <p:cTn id="39" presetID="42" presetClass="path" presetSubtype="0" accel="50000" decel="50000" fill="hold" nodeType="withEffect">
                                  <p:stCondLst>
                                    <p:cond delay="50"/>
                                  </p:stCondLst>
                                  <p:childTnLst>
                                    <p:animMotion origin="layout" path="M 0 0.1212065 L 0 0.1578718" pathEditMode="relative" ptsTypes="">
                                      <p:cBhvr>
                                        <p:cTn id="40" dur="17" fill="hold"/>
                                        <p:tgtEl>
                                          <p:spTgt spid="27"/>
                                        </p:tgtEl>
                                        <p:attrNameLst>
                                          <p:attrName>ppt_x</p:attrName>
                                          <p:attrName>ppt_y</p:attrName>
                                        </p:attrNameLst>
                                      </p:cBhvr>
                                    </p:animMotion>
                                  </p:childTnLst>
                                </p:cTn>
                              </p:par>
                              <p:par>
                                <p:cTn id="41" presetID="42" presetClass="path" presetSubtype="0" accel="50000" decel="50000" fill="hold" nodeType="withEffect">
                                  <p:stCondLst>
                                    <p:cond delay="67"/>
                                  </p:stCondLst>
                                  <p:childTnLst>
                                    <p:animMotion origin="layout" path="M 0 0.1578718 L 0 0.1927379" pathEditMode="relative" ptsTypes="">
                                      <p:cBhvr>
                                        <p:cTn id="42" dur="17" fill="hold"/>
                                        <p:tgtEl>
                                          <p:spTgt spid="27"/>
                                        </p:tgtEl>
                                        <p:attrNameLst>
                                          <p:attrName>ppt_x</p:attrName>
                                          <p:attrName>ppt_y</p:attrName>
                                        </p:attrNameLst>
                                      </p:cBhvr>
                                    </p:animMotion>
                                  </p:childTnLst>
                                </p:cTn>
                              </p:par>
                              <p:par>
                                <p:cTn id="43" presetID="42" presetClass="path" presetSubtype="0" accel="50000" decel="50000" fill="hold" nodeType="withEffect">
                                  <p:stCondLst>
                                    <p:cond delay="83"/>
                                  </p:stCondLst>
                                  <p:childTnLst>
                                    <p:animMotion origin="layout" path="M 0 0.1927379 L 0 0.225846" pathEditMode="relative" ptsTypes="">
                                      <p:cBhvr>
                                        <p:cTn id="44" dur="17" fill="hold"/>
                                        <p:tgtEl>
                                          <p:spTgt spid="27"/>
                                        </p:tgtEl>
                                        <p:attrNameLst>
                                          <p:attrName>ppt_x</p:attrName>
                                          <p:attrName>ppt_y</p:attrName>
                                        </p:attrNameLst>
                                      </p:cBhvr>
                                    </p:animMotion>
                                  </p:childTnLst>
                                </p:cTn>
                              </p:par>
                              <p:par>
                                <p:cTn id="45" presetID="42" presetClass="path" presetSubtype="0" accel="50000" decel="50000" fill="hold" nodeType="withEffect">
                                  <p:stCondLst>
                                    <p:cond delay="100"/>
                                  </p:stCondLst>
                                  <p:childTnLst>
                                    <p:animMotion origin="layout" path="M 0 0.225846 L 0 0.2572378" pathEditMode="relative" ptsTypes="">
                                      <p:cBhvr>
                                        <p:cTn id="46" dur="17" fill="hold"/>
                                        <p:tgtEl>
                                          <p:spTgt spid="27"/>
                                        </p:tgtEl>
                                        <p:attrNameLst>
                                          <p:attrName>ppt_x</p:attrName>
                                          <p:attrName>ppt_y</p:attrName>
                                        </p:attrNameLst>
                                      </p:cBhvr>
                                    </p:animMotion>
                                  </p:childTnLst>
                                </p:cTn>
                              </p:par>
                              <p:par>
                                <p:cTn id="47" presetID="42" presetClass="path" presetSubtype="0" accel="50000" decel="50000" fill="hold" nodeType="withEffect">
                                  <p:stCondLst>
                                    <p:cond delay="117"/>
                                  </p:stCondLst>
                                  <p:childTnLst>
                                    <p:animMotion origin="layout" path="M 0 0.2572378 L 0 0.2869546" pathEditMode="relative" ptsTypes="">
                                      <p:cBhvr>
                                        <p:cTn id="48" dur="17" fill="hold"/>
                                        <p:tgtEl>
                                          <p:spTgt spid="27"/>
                                        </p:tgtEl>
                                        <p:attrNameLst>
                                          <p:attrName>ppt_x</p:attrName>
                                          <p:attrName>ppt_y</p:attrName>
                                        </p:attrNameLst>
                                      </p:cBhvr>
                                    </p:animMotion>
                                  </p:childTnLst>
                                </p:cTn>
                              </p:par>
                              <p:par>
                                <p:cTn id="49" presetID="42" presetClass="path" presetSubtype="0" accel="50000" decel="50000" fill="hold" nodeType="withEffect">
                                  <p:stCondLst>
                                    <p:cond delay="133"/>
                                  </p:stCondLst>
                                  <p:childTnLst>
                                    <p:animMotion origin="layout" path="M 0 0.2869546 L 0 0.3150379" pathEditMode="relative" ptsTypes="">
                                      <p:cBhvr>
                                        <p:cTn id="50" dur="17" fill="hold"/>
                                        <p:tgtEl>
                                          <p:spTgt spid="27"/>
                                        </p:tgtEl>
                                        <p:attrNameLst>
                                          <p:attrName>ppt_x</p:attrName>
                                          <p:attrName>ppt_y</p:attrName>
                                        </p:attrNameLst>
                                      </p:cBhvr>
                                    </p:animMotion>
                                  </p:childTnLst>
                                </p:cTn>
                              </p:par>
                              <p:par>
                                <p:cTn id="51" presetID="42" presetClass="path" presetSubtype="0" accel="50000" decel="50000" fill="hold" nodeType="withEffect">
                                  <p:stCondLst>
                                    <p:cond delay="150"/>
                                  </p:stCondLst>
                                  <p:childTnLst>
                                    <p:animMotion origin="layout" path="M 0 0.3150379 L 0 0.3415292" pathEditMode="relative" ptsTypes="">
                                      <p:cBhvr>
                                        <p:cTn id="52" dur="17" fill="hold"/>
                                        <p:tgtEl>
                                          <p:spTgt spid="27"/>
                                        </p:tgtEl>
                                        <p:attrNameLst>
                                          <p:attrName>ppt_x</p:attrName>
                                          <p:attrName>ppt_y</p:attrName>
                                        </p:attrNameLst>
                                      </p:cBhvr>
                                    </p:animMotion>
                                  </p:childTnLst>
                                </p:cTn>
                              </p:par>
                              <p:par>
                                <p:cTn id="53" presetID="42" presetClass="path" presetSubtype="0" accel="50000" decel="50000" fill="hold" nodeType="withEffect">
                                  <p:stCondLst>
                                    <p:cond delay="167"/>
                                  </p:stCondLst>
                                  <p:childTnLst>
                                    <p:animMotion origin="layout" path="M 0 0.3415292 L 0 0.3664699" pathEditMode="relative" ptsTypes="">
                                      <p:cBhvr>
                                        <p:cTn id="54" dur="17" fill="hold"/>
                                        <p:tgtEl>
                                          <p:spTgt spid="27"/>
                                        </p:tgtEl>
                                        <p:attrNameLst>
                                          <p:attrName>ppt_x</p:attrName>
                                          <p:attrName>ppt_y</p:attrName>
                                        </p:attrNameLst>
                                      </p:cBhvr>
                                    </p:animMotion>
                                  </p:childTnLst>
                                </p:cTn>
                              </p:par>
                              <p:par>
                                <p:cTn id="55" presetID="42" presetClass="path" presetSubtype="0" accel="50000" decel="50000" fill="hold" nodeType="withEffect">
                                  <p:stCondLst>
                                    <p:cond delay="183"/>
                                  </p:stCondLst>
                                  <p:childTnLst>
                                    <p:animMotion origin="layout" path="M 0 0.3664699 L 0 0.3899015" pathEditMode="relative" ptsTypes="">
                                      <p:cBhvr>
                                        <p:cTn id="56" dur="17" fill="hold"/>
                                        <p:tgtEl>
                                          <p:spTgt spid="27"/>
                                        </p:tgtEl>
                                        <p:attrNameLst>
                                          <p:attrName>ppt_x</p:attrName>
                                          <p:attrName>ppt_y</p:attrName>
                                        </p:attrNameLst>
                                      </p:cBhvr>
                                    </p:animMotion>
                                  </p:childTnLst>
                                </p:cTn>
                              </p:par>
                              <p:par>
                                <p:cTn id="57" presetID="42" presetClass="path" presetSubtype="0" accel="50000" decel="50000" fill="hold" nodeType="withEffect">
                                  <p:stCondLst>
                                    <p:cond delay="200"/>
                                  </p:stCondLst>
                                  <p:childTnLst>
                                    <p:animMotion origin="layout" path="M 0 0.3899015 L 0 0.4118654" pathEditMode="relative" ptsTypes="">
                                      <p:cBhvr>
                                        <p:cTn id="58" dur="17" fill="hold"/>
                                        <p:tgtEl>
                                          <p:spTgt spid="27"/>
                                        </p:tgtEl>
                                        <p:attrNameLst>
                                          <p:attrName>ppt_x</p:attrName>
                                          <p:attrName>ppt_y</p:attrName>
                                        </p:attrNameLst>
                                      </p:cBhvr>
                                    </p:animMotion>
                                  </p:childTnLst>
                                </p:cTn>
                              </p:par>
                              <p:par>
                                <p:cTn id="59" presetID="42" presetClass="path" presetSubtype="0" accel="50000" decel="50000" fill="hold" nodeType="withEffect">
                                  <p:stCondLst>
                                    <p:cond delay="217"/>
                                  </p:stCondLst>
                                  <p:childTnLst>
                                    <p:animMotion origin="layout" path="M 0 0.4118654 L 0 0.4324031" pathEditMode="relative" ptsTypes="">
                                      <p:cBhvr>
                                        <p:cTn id="60" dur="17" fill="hold"/>
                                        <p:tgtEl>
                                          <p:spTgt spid="27"/>
                                        </p:tgtEl>
                                        <p:attrNameLst>
                                          <p:attrName>ppt_x</p:attrName>
                                          <p:attrName>ppt_y</p:attrName>
                                        </p:attrNameLst>
                                      </p:cBhvr>
                                    </p:animMotion>
                                  </p:childTnLst>
                                </p:cTn>
                              </p:par>
                              <p:par>
                                <p:cTn id="61" presetID="42" presetClass="path" presetSubtype="0" accel="50000" decel="50000" fill="hold" nodeType="withEffect">
                                  <p:stCondLst>
                                    <p:cond delay="233"/>
                                  </p:stCondLst>
                                  <p:childTnLst>
                                    <p:animMotion origin="layout" path="M 0 0.4324031 L 0 0.451556" pathEditMode="relative" ptsTypes="">
                                      <p:cBhvr>
                                        <p:cTn id="62" dur="17" fill="hold"/>
                                        <p:tgtEl>
                                          <p:spTgt spid="27"/>
                                        </p:tgtEl>
                                        <p:attrNameLst>
                                          <p:attrName>ppt_x</p:attrName>
                                          <p:attrName>ppt_y</p:attrName>
                                        </p:attrNameLst>
                                      </p:cBhvr>
                                    </p:animMotion>
                                  </p:childTnLst>
                                </p:cTn>
                              </p:par>
                              <p:par>
                                <p:cTn id="63" presetID="42" presetClass="path" presetSubtype="0" accel="50000" decel="50000" fill="hold" nodeType="withEffect">
                                  <p:stCondLst>
                                    <p:cond delay="250"/>
                                  </p:stCondLst>
                                  <p:childTnLst>
                                    <p:animMotion origin="layout" path="M 0 0.451556 L 0 0.4693657" pathEditMode="relative" ptsTypes="">
                                      <p:cBhvr>
                                        <p:cTn id="64" dur="17" fill="hold"/>
                                        <p:tgtEl>
                                          <p:spTgt spid="27"/>
                                        </p:tgtEl>
                                        <p:attrNameLst>
                                          <p:attrName>ppt_x</p:attrName>
                                          <p:attrName>ppt_y</p:attrName>
                                        </p:attrNameLst>
                                      </p:cBhvr>
                                    </p:animMotion>
                                  </p:childTnLst>
                                </p:cTn>
                              </p:par>
                              <p:par>
                                <p:cTn id="65" presetID="42" presetClass="path" presetSubtype="0" accel="50000" decel="50000" fill="hold" nodeType="withEffect">
                                  <p:stCondLst>
                                    <p:cond delay="267"/>
                                  </p:stCondLst>
                                  <p:childTnLst>
                                    <p:animMotion origin="layout" path="M 0 0.4693657 L 0 0.4858735" pathEditMode="relative" ptsTypes="">
                                      <p:cBhvr>
                                        <p:cTn id="66" dur="17" fill="hold"/>
                                        <p:tgtEl>
                                          <p:spTgt spid="27"/>
                                        </p:tgtEl>
                                        <p:attrNameLst>
                                          <p:attrName>ppt_x</p:attrName>
                                          <p:attrName>ppt_y</p:attrName>
                                        </p:attrNameLst>
                                      </p:cBhvr>
                                    </p:animMotion>
                                  </p:childTnLst>
                                </p:cTn>
                              </p:par>
                              <p:par>
                                <p:cTn id="67" presetID="42" presetClass="path" presetSubtype="0" accel="50000" decel="50000" fill="hold" nodeType="withEffect">
                                  <p:stCondLst>
                                    <p:cond delay="283"/>
                                  </p:stCondLst>
                                  <p:childTnLst>
                                    <p:animMotion origin="layout" path="M 0 0.4858735 L 0 0.5011209" pathEditMode="relative" ptsTypes="">
                                      <p:cBhvr>
                                        <p:cTn id="68" dur="17" fill="hold"/>
                                        <p:tgtEl>
                                          <p:spTgt spid="27"/>
                                        </p:tgtEl>
                                        <p:attrNameLst>
                                          <p:attrName>ppt_x</p:attrName>
                                          <p:attrName>ppt_y</p:attrName>
                                        </p:attrNameLst>
                                      </p:cBhvr>
                                    </p:animMotion>
                                  </p:childTnLst>
                                </p:cTn>
                              </p:par>
                              <p:par>
                                <p:cTn id="69" presetID="42" presetClass="path" presetSubtype="0" accel="50000" decel="50000" fill="hold" nodeType="withEffect">
                                  <p:stCondLst>
                                    <p:cond delay="300"/>
                                  </p:stCondLst>
                                  <p:childTnLst>
                                    <p:animMotion origin="layout" path="M 0 0.5011209 L 0 0.5151493" pathEditMode="relative" ptsTypes="">
                                      <p:cBhvr>
                                        <p:cTn id="70" dur="17" fill="hold"/>
                                        <p:tgtEl>
                                          <p:spTgt spid="27"/>
                                        </p:tgtEl>
                                        <p:attrNameLst>
                                          <p:attrName>ppt_x</p:attrName>
                                          <p:attrName>ppt_y</p:attrName>
                                        </p:attrNameLst>
                                      </p:cBhvr>
                                    </p:animMotion>
                                  </p:childTnLst>
                                </p:cTn>
                              </p:par>
                              <p:par>
                                <p:cTn id="71" presetID="42" presetClass="path" presetSubtype="0" accel="50000" decel="50000" fill="hold" nodeType="withEffect">
                                  <p:stCondLst>
                                    <p:cond delay="317"/>
                                  </p:stCondLst>
                                  <p:childTnLst>
                                    <p:animMotion origin="layout" path="M 0 0.5151493 L 0 0.5280004" pathEditMode="relative" ptsTypes="">
                                      <p:cBhvr>
                                        <p:cTn id="72" dur="17" fill="hold"/>
                                        <p:tgtEl>
                                          <p:spTgt spid="27"/>
                                        </p:tgtEl>
                                        <p:attrNameLst>
                                          <p:attrName>ppt_x</p:attrName>
                                          <p:attrName>ppt_y</p:attrName>
                                        </p:attrNameLst>
                                      </p:cBhvr>
                                    </p:animMotion>
                                  </p:childTnLst>
                                </p:cTn>
                              </p:par>
                              <p:par>
                                <p:cTn id="73" presetID="42" presetClass="path" presetSubtype="0" accel="50000" decel="50000" fill="hold" nodeType="withEffect">
                                  <p:stCondLst>
                                    <p:cond delay="333"/>
                                  </p:stCondLst>
                                  <p:childTnLst>
                                    <p:animMotion origin="layout" path="M 0 0.5280004 L 0 0.5397153" pathEditMode="relative" ptsTypes="">
                                      <p:cBhvr>
                                        <p:cTn id="74" dur="17" fill="hold"/>
                                        <p:tgtEl>
                                          <p:spTgt spid="27"/>
                                        </p:tgtEl>
                                        <p:attrNameLst>
                                          <p:attrName>ppt_x</p:attrName>
                                          <p:attrName>ppt_y</p:attrName>
                                        </p:attrNameLst>
                                      </p:cBhvr>
                                    </p:animMotion>
                                  </p:childTnLst>
                                </p:cTn>
                              </p:par>
                              <p:par>
                                <p:cTn id="75" presetID="42" presetClass="path" presetSubtype="0" accel="50000" decel="50000" fill="hold" nodeType="withEffect">
                                  <p:stCondLst>
                                    <p:cond delay="350"/>
                                  </p:stCondLst>
                                  <p:childTnLst>
                                    <p:animMotion origin="layout" path="M 0 0.5397153 L 0 0.5503357" pathEditMode="relative" ptsTypes="">
                                      <p:cBhvr>
                                        <p:cTn id="76" dur="17" fill="hold"/>
                                        <p:tgtEl>
                                          <p:spTgt spid="27"/>
                                        </p:tgtEl>
                                        <p:attrNameLst>
                                          <p:attrName>ppt_x</p:attrName>
                                          <p:attrName>ppt_y</p:attrName>
                                        </p:attrNameLst>
                                      </p:cBhvr>
                                    </p:animMotion>
                                  </p:childTnLst>
                                </p:cTn>
                              </p:par>
                              <p:par>
                                <p:cTn id="77" presetID="42" presetClass="path" presetSubtype="0" accel="50000" decel="50000" fill="hold" nodeType="withEffect">
                                  <p:stCondLst>
                                    <p:cond delay="367"/>
                                  </p:stCondLst>
                                  <p:childTnLst>
                                    <p:animMotion origin="layout" path="M 0 0.5503357 L 0 0.559903" pathEditMode="relative" ptsTypes="">
                                      <p:cBhvr>
                                        <p:cTn id="78" dur="17" fill="hold"/>
                                        <p:tgtEl>
                                          <p:spTgt spid="27"/>
                                        </p:tgtEl>
                                        <p:attrNameLst>
                                          <p:attrName>ppt_x</p:attrName>
                                          <p:attrName>ppt_y</p:attrName>
                                        </p:attrNameLst>
                                      </p:cBhvr>
                                    </p:animMotion>
                                  </p:childTnLst>
                                </p:cTn>
                              </p:par>
                              <p:par>
                                <p:cTn id="79" presetID="42" presetClass="path" presetSubtype="0" accel="50000" decel="50000" fill="hold" nodeType="withEffect">
                                  <p:stCondLst>
                                    <p:cond delay="383"/>
                                  </p:stCondLst>
                                  <p:childTnLst>
                                    <p:animMotion origin="layout" path="M 0 0.559903 L 0 0.5684586" pathEditMode="relative" ptsTypes="">
                                      <p:cBhvr>
                                        <p:cTn id="80" dur="17" fill="hold"/>
                                        <p:tgtEl>
                                          <p:spTgt spid="27"/>
                                        </p:tgtEl>
                                        <p:attrNameLst>
                                          <p:attrName>ppt_x</p:attrName>
                                          <p:attrName>ppt_y</p:attrName>
                                        </p:attrNameLst>
                                      </p:cBhvr>
                                    </p:animMotion>
                                  </p:childTnLst>
                                </p:cTn>
                              </p:par>
                              <p:par>
                                <p:cTn id="81" presetID="42" presetClass="path" presetSubtype="0" accel="50000" decel="50000" fill="hold" nodeType="withEffect">
                                  <p:stCondLst>
                                    <p:cond delay="400"/>
                                  </p:stCondLst>
                                  <p:childTnLst>
                                    <p:animMotion origin="layout" path="M 0 0.5684586 L 0 0.5760441" pathEditMode="relative" ptsTypes="">
                                      <p:cBhvr>
                                        <p:cTn id="82" dur="17" fill="hold"/>
                                        <p:tgtEl>
                                          <p:spTgt spid="27"/>
                                        </p:tgtEl>
                                        <p:attrNameLst>
                                          <p:attrName>ppt_x</p:attrName>
                                          <p:attrName>ppt_y</p:attrName>
                                        </p:attrNameLst>
                                      </p:cBhvr>
                                    </p:animMotion>
                                  </p:childTnLst>
                                </p:cTn>
                              </p:par>
                              <p:par>
                                <p:cTn id="83" presetID="42" presetClass="path" presetSubtype="0" accel="50000" decel="50000" fill="hold" nodeType="withEffect">
                                  <p:stCondLst>
                                    <p:cond delay="417"/>
                                  </p:stCondLst>
                                  <p:childTnLst>
                                    <p:animMotion origin="layout" path="M 0 0.5760441 L 0 0.5827008" pathEditMode="relative" ptsTypes="">
                                      <p:cBhvr>
                                        <p:cTn id="84" dur="17" fill="hold"/>
                                        <p:tgtEl>
                                          <p:spTgt spid="27"/>
                                        </p:tgtEl>
                                        <p:attrNameLst>
                                          <p:attrName>ppt_x</p:attrName>
                                          <p:attrName>ppt_y</p:attrName>
                                        </p:attrNameLst>
                                      </p:cBhvr>
                                    </p:animMotion>
                                  </p:childTnLst>
                                </p:cTn>
                              </p:par>
                              <p:par>
                                <p:cTn id="85" presetID="42" presetClass="path" presetSubtype="0" accel="50000" decel="50000" fill="hold" nodeType="withEffect">
                                  <p:stCondLst>
                                    <p:cond delay="433"/>
                                  </p:stCondLst>
                                  <p:childTnLst>
                                    <p:animMotion origin="layout" path="M 0 0.5827008 L 0 0.5884702" pathEditMode="relative" ptsTypes="">
                                      <p:cBhvr>
                                        <p:cTn id="86" dur="17" fill="hold"/>
                                        <p:tgtEl>
                                          <p:spTgt spid="27"/>
                                        </p:tgtEl>
                                        <p:attrNameLst>
                                          <p:attrName>ppt_x</p:attrName>
                                          <p:attrName>ppt_y</p:attrName>
                                        </p:attrNameLst>
                                      </p:cBhvr>
                                    </p:animMotion>
                                  </p:childTnLst>
                                </p:cTn>
                              </p:par>
                              <p:par>
                                <p:cTn id="87" presetID="42" presetClass="path" presetSubtype="0" accel="50000" decel="50000" fill="hold" nodeType="withEffect">
                                  <p:stCondLst>
                                    <p:cond delay="450"/>
                                  </p:stCondLst>
                                  <p:childTnLst>
                                    <p:animMotion origin="layout" path="M 0 0.5884702 L 0 0.5933938" pathEditMode="relative" ptsTypes="">
                                      <p:cBhvr>
                                        <p:cTn id="88" dur="17" fill="hold"/>
                                        <p:tgtEl>
                                          <p:spTgt spid="27"/>
                                        </p:tgtEl>
                                        <p:attrNameLst>
                                          <p:attrName>ppt_x</p:attrName>
                                          <p:attrName>ppt_y</p:attrName>
                                        </p:attrNameLst>
                                      </p:cBhvr>
                                    </p:animMotion>
                                  </p:childTnLst>
                                </p:cTn>
                              </p:par>
                              <p:par>
                                <p:cTn id="89" presetID="42" presetClass="path" presetSubtype="0" accel="50000" decel="50000" fill="hold" nodeType="withEffect">
                                  <p:stCondLst>
                                    <p:cond delay="467"/>
                                  </p:stCondLst>
                                  <p:childTnLst>
                                    <p:animMotion origin="layout" path="M 0 0.5933938 L 0 0.597513" pathEditMode="relative" ptsTypes="">
                                      <p:cBhvr>
                                        <p:cTn id="90" dur="17" fill="hold"/>
                                        <p:tgtEl>
                                          <p:spTgt spid="27"/>
                                        </p:tgtEl>
                                        <p:attrNameLst>
                                          <p:attrName>ppt_x</p:attrName>
                                          <p:attrName>ppt_y</p:attrName>
                                        </p:attrNameLst>
                                      </p:cBhvr>
                                    </p:animMotion>
                                  </p:childTnLst>
                                </p:cTn>
                              </p:par>
                              <p:par>
                                <p:cTn id="91" presetID="42" presetClass="path" presetSubtype="0" accel="50000" decel="50000" fill="hold" nodeType="withEffect">
                                  <p:stCondLst>
                                    <p:cond delay="483"/>
                                  </p:stCondLst>
                                  <p:childTnLst>
                                    <p:animMotion origin="layout" path="M 0 0.597513 L 0 0.6008693" pathEditMode="relative" ptsTypes="">
                                      <p:cBhvr>
                                        <p:cTn id="92" dur="17" fill="hold"/>
                                        <p:tgtEl>
                                          <p:spTgt spid="27"/>
                                        </p:tgtEl>
                                        <p:attrNameLst>
                                          <p:attrName>ppt_x</p:attrName>
                                          <p:attrName>ppt_y</p:attrName>
                                        </p:attrNameLst>
                                      </p:cBhvr>
                                    </p:animMotion>
                                  </p:childTnLst>
                                </p:cTn>
                              </p:par>
                              <p:par>
                                <p:cTn id="93" presetID="42" presetClass="path" presetSubtype="0" accel="50000" decel="50000" fill="hold" nodeType="withEffect">
                                  <p:stCondLst>
                                    <p:cond delay="500"/>
                                  </p:stCondLst>
                                  <p:childTnLst>
                                    <p:animMotion origin="layout" path="M 0 0.6008693 L 0 0.6035041" pathEditMode="relative" ptsTypes="">
                                      <p:cBhvr>
                                        <p:cTn id="94" dur="17" fill="hold"/>
                                        <p:tgtEl>
                                          <p:spTgt spid="27"/>
                                        </p:tgtEl>
                                        <p:attrNameLst>
                                          <p:attrName>ppt_x</p:attrName>
                                          <p:attrName>ppt_y</p:attrName>
                                        </p:attrNameLst>
                                      </p:cBhvr>
                                    </p:animMotion>
                                  </p:childTnLst>
                                </p:cTn>
                              </p:par>
                              <p:par>
                                <p:cTn id="95" presetID="42" presetClass="path" presetSubtype="0" accel="50000" decel="50000" fill="hold" nodeType="withEffect">
                                  <p:stCondLst>
                                    <p:cond delay="517"/>
                                  </p:stCondLst>
                                  <p:childTnLst>
                                    <p:animMotion origin="layout" path="M 0 0.6035041 L 0 0.6054589" pathEditMode="relative" ptsTypes="">
                                      <p:cBhvr>
                                        <p:cTn id="96" dur="17" fill="hold"/>
                                        <p:tgtEl>
                                          <p:spTgt spid="27"/>
                                        </p:tgtEl>
                                        <p:attrNameLst>
                                          <p:attrName>ppt_x</p:attrName>
                                          <p:attrName>ppt_y</p:attrName>
                                        </p:attrNameLst>
                                      </p:cBhvr>
                                    </p:animMotion>
                                  </p:childTnLst>
                                </p:cTn>
                              </p:par>
                              <p:par>
                                <p:cTn id="97" presetID="42" presetClass="path" presetSubtype="0" accel="50000" decel="50000" fill="hold" nodeType="withEffect">
                                  <p:stCondLst>
                                    <p:cond delay="533"/>
                                  </p:stCondLst>
                                  <p:childTnLst>
                                    <p:animMotion origin="layout" path="M 0 0.6054589 L 0 0.6067752" pathEditMode="relative" ptsTypes="">
                                      <p:cBhvr>
                                        <p:cTn id="98" dur="17" fill="hold"/>
                                        <p:tgtEl>
                                          <p:spTgt spid="27"/>
                                        </p:tgtEl>
                                        <p:attrNameLst>
                                          <p:attrName>ppt_x</p:attrName>
                                          <p:attrName>ppt_y</p:attrName>
                                        </p:attrNameLst>
                                      </p:cBhvr>
                                    </p:animMotion>
                                  </p:childTnLst>
                                </p:cTn>
                              </p:par>
                              <p:par>
                                <p:cTn id="99" presetID="42" presetClass="path" presetSubtype="0" accel="50000" decel="50000" fill="hold" nodeType="withEffect">
                                  <p:stCondLst>
                                    <p:cond delay="550"/>
                                  </p:stCondLst>
                                  <p:childTnLst>
                                    <p:animMotion origin="layout" path="M 0 0.6067752 L 0 0.6074944" pathEditMode="relative" ptsTypes="">
                                      <p:cBhvr>
                                        <p:cTn id="100" dur="17" fill="hold"/>
                                        <p:tgtEl>
                                          <p:spTgt spid="27"/>
                                        </p:tgtEl>
                                        <p:attrNameLst>
                                          <p:attrName>ppt_x</p:attrName>
                                          <p:attrName>ppt_y</p:attrName>
                                        </p:attrNameLst>
                                      </p:cBhvr>
                                    </p:animMotion>
                                  </p:childTnLst>
                                </p:cTn>
                              </p:par>
                              <p:par>
                                <p:cTn id="101" presetID="42" presetClass="path" presetSubtype="0" accel="50000" decel="50000" fill="hold" nodeType="withEffect">
                                  <p:stCondLst>
                                    <p:cond delay="567"/>
                                  </p:stCondLst>
                                  <p:childTnLst>
                                    <p:animMotion origin="layout" path="M 0 0.6074944 L 0 0.6076579" pathEditMode="relative" ptsTypes="">
                                      <p:cBhvr>
                                        <p:cTn id="102" dur="17" fill="hold"/>
                                        <p:tgtEl>
                                          <p:spTgt spid="27"/>
                                        </p:tgtEl>
                                        <p:attrNameLst>
                                          <p:attrName>ppt_x</p:attrName>
                                          <p:attrName>ppt_y</p:attrName>
                                        </p:attrNameLst>
                                      </p:cBhvr>
                                    </p:animMotion>
                                  </p:childTnLst>
                                </p:cTn>
                              </p:par>
                              <p:par>
                                <p:cTn id="103" presetID="42" presetClass="path" presetSubtype="0" accel="50000" decel="50000" fill="hold" nodeType="withEffect">
                                  <p:stCondLst>
                                    <p:cond delay="583"/>
                                  </p:stCondLst>
                                  <p:childTnLst>
                                    <p:animMotion origin="layout" path="M 0 0.6076579 L 0 0.6073073" pathEditMode="relative" ptsTypes="">
                                      <p:cBhvr>
                                        <p:cTn id="104" dur="17" fill="hold"/>
                                        <p:tgtEl>
                                          <p:spTgt spid="27"/>
                                        </p:tgtEl>
                                        <p:attrNameLst>
                                          <p:attrName>ppt_x</p:attrName>
                                          <p:attrName>ppt_y</p:attrName>
                                        </p:attrNameLst>
                                      </p:cBhvr>
                                    </p:animMotion>
                                  </p:childTnLst>
                                </p:cTn>
                              </p:par>
                              <p:par>
                                <p:cTn id="105" presetID="42" presetClass="path" presetSubtype="0" accel="50000" decel="50000" fill="hold" nodeType="withEffect">
                                  <p:stCondLst>
                                    <p:cond delay="600"/>
                                  </p:stCondLst>
                                  <p:childTnLst>
                                    <p:animMotion origin="layout" path="M 0 0.6073073 L 0 0.606484" pathEditMode="relative" ptsTypes="">
                                      <p:cBhvr>
                                        <p:cTn id="106" dur="17" fill="hold"/>
                                        <p:tgtEl>
                                          <p:spTgt spid="27"/>
                                        </p:tgtEl>
                                        <p:attrNameLst>
                                          <p:attrName>ppt_x</p:attrName>
                                          <p:attrName>ppt_y</p:attrName>
                                        </p:attrNameLst>
                                      </p:cBhvr>
                                    </p:animMotion>
                                  </p:childTnLst>
                                </p:cTn>
                              </p:par>
                              <p:par>
                                <p:cTn id="107" presetID="42" presetClass="path" presetSubtype="0" accel="50000" decel="50000" fill="hold" nodeType="withEffect">
                                  <p:stCondLst>
                                    <p:cond delay="617"/>
                                  </p:stCondLst>
                                  <p:childTnLst>
                                    <p:animMotion origin="layout" path="M 0 0.606484 L 0 0.6052294" pathEditMode="relative" ptsTypes="">
                                      <p:cBhvr>
                                        <p:cTn id="108" dur="17" fill="hold"/>
                                        <p:tgtEl>
                                          <p:spTgt spid="27"/>
                                        </p:tgtEl>
                                        <p:attrNameLst>
                                          <p:attrName>ppt_x</p:attrName>
                                          <p:attrName>ppt_y</p:attrName>
                                        </p:attrNameLst>
                                      </p:cBhvr>
                                    </p:animMotion>
                                  </p:childTnLst>
                                </p:cTn>
                              </p:par>
                              <p:par>
                                <p:cTn id="109" presetID="42" presetClass="path" presetSubtype="0" accel="50000" decel="50000" fill="hold" nodeType="withEffect">
                                  <p:stCondLst>
                                    <p:cond delay="633"/>
                                  </p:stCondLst>
                                  <p:childTnLst>
                                    <p:animMotion origin="layout" path="M 0 0.6052294 L 0 0.6035849" pathEditMode="relative" ptsTypes="">
                                      <p:cBhvr>
                                        <p:cTn id="110" dur="17" fill="hold"/>
                                        <p:tgtEl>
                                          <p:spTgt spid="27"/>
                                        </p:tgtEl>
                                        <p:attrNameLst>
                                          <p:attrName>ppt_x</p:attrName>
                                          <p:attrName>ppt_y</p:attrName>
                                        </p:attrNameLst>
                                      </p:cBhvr>
                                    </p:animMotion>
                                  </p:childTnLst>
                                </p:cTn>
                              </p:par>
                              <p:par>
                                <p:cTn id="111" presetID="42" presetClass="path" presetSubtype="0" accel="50000" decel="50000" fill="hold" nodeType="withEffect">
                                  <p:stCondLst>
                                    <p:cond delay="650"/>
                                  </p:stCondLst>
                                  <p:childTnLst>
                                    <p:animMotion origin="layout" path="M 0 0.6035849 L 0 0.6015921" pathEditMode="relative" ptsTypes="">
                                      <p:cBhvr>
                                        <p:cTn id="112" dur="17" fill="hold"/>
                                        <p:tgtEl>
                                          <p:spTgt spid="27"/>
                                        </p:tgtEl>
                                        <p:attrNameLst>
                                          <p:attrName>ppt_x</p:attrName>
                                          <p:attrName>ppt_y</p:attrName>
                                        </p:attrNameLst>
                                      </p:cBhvr>
                                    </p:animMotion>
                                  </p:childTnLst>
                                </p:cTn>
                              </p:par>
                              <p:par>
                                <p:cTn id="113" presetID="42" presetClass="path" presetSubtype="0" accel="50000" decel="50000" fill="hold" nodeType="withEffect">
                                  <p:stCondLst>
                                    <p:cond delay="667"/>
                                  </p:stCondLst>
                                  <p:childTnLst>
                                    <p:animMotion origin="layout" path="M 0 0.6015921 L 0 0.5992924" pathEditMode="relative" ptsTypes="">
                                      <p:cBhvr>
                                        <p:cTn id="114" dur="17" fill="hold"/>
                                        <p:tgtEl>
                                          <p:spTgt spid="27"/>
                                        </p:tgtEl>
                                        <p:attrNameLst>
                                          <p:attrName>ppt_x</p:attrName>
                                          <p:attrName>ppt_y</p:attrName>
                                        </p:attrNameLst>
                                      </p:cBhvr>
                                    </p:animMotion>
                                  </p:childTnLst>
                                </p:cTn>
                              </p:par>
                              <p:par>
                                <p:cTn id="115" presetID="42" presetClass="path" presetSubtype="0" accel="50000" decel="50000" fill="hold" nodeType="withEffect">
                                  <p:stCondLst>
                                    <p:cond delay="683"/>
                                  </p:stCondLst>
                                  <p:childTnLst>
                                    <p:animMotion origin="layout" path="M 0 0.5992924 L 0 0.5967272" pathEditMode="relative" ptsTypes="">
                                      <p:cBhvr>
                                        <p:cTn id="116" dur="17" fill="hold"/>
                                        <p:tgtEl>
                                          <p:spTgt spid="27"/>
                                        </p:tgtEl>
                                        <p:attrNameLst>
                                          <p:attrName>ppt_x</p:attrName>
                                          <p:attrName>ppt_y</p:attrName>
                                        </p:attrNameLst>
                                      </p:cBhvr>
                                    </p:animMotion>
                                  </p:childTnLst>
                                </p:cTn>
                              </p:par>
                              <p:par>
                                <p:cTn id="117" presetID="42" presetClass="path" presetSubtype="0" accel="50000" decel="50000" fill="hold" nodeType="withEffect">
                                  <p:stCondLst>
                                    <p:cond delay="700"/>
                                  </p:stCondLst>
                                  <p:childTnLst>
                                    <p:animMotion origin="layout" path="M 0 0.5967272 L 0 0.5939381" pathEditMode="relative" ptsTypes="">
                                      <p:cBhvr>
                                        <p:cTn id="118" dur="17" fill="hold"/>
                                        <p:tgtEl>
                                          <p:spTgt spid="27"/>
                                        </p:tgtEl>
                                        <p:attrNameLst>
                                          <p:attrName>ppt_x</p:attrName>
                                          <p:attrName>ppt_y</p:attrName>
                                        </p:attrNameLst>
                                      </p:cBhvr>
                                    </p:animMotion>
                                  </p:childTnLst>
                                </p:cTn>
                              </p:par>
                              <p:par>
                                <p:cTn id="119" presetID="42" presetClass="path" presetSubtype="0" accel="50000" decel="50000" fill="hold" nodeType="withEffect">
                                  <p:stCondLst>
                                    <p:cond delay="717"/>
                                  </p:stCondLst>
                                  <p:childTnLst>
                                    <p:animMotion origin="layout" path="M 0 0.5939381 L 0 0.5909664" pathEditMode="relative" ptsTypes="">
                                      <p:cBhvr>
                                        <p:cTn id="120" dur="17" fill="hold"/>
                                        <p:tgtEl>
                                          <p:spTgt spid="27"/>
                                        </p:tgtEl>
                                        <p:attrNameLst>
                                          <p:attrName>ppt_x</p:attrName>
                                          <p:attrName>ppt_y</p:attrName>
                                        </p:attrNameLst>
                                      </p:cBhvr>
                                    </p:animMotion>
                                  </p:childTnLst>
                                </p:cTn>
                              </p:par>
                              <p:par>
                                <p:cTn id="121" presetID="42" presetClass="path" presetSubtype="0" accel="50000" decel="50000" fill="hold" nodeType="withEffect">
                                  <p:stCondLst>
                                    <p:cond delay="733"/>
                                  </p:stCondLst>
                                  <p:childTnLst>
                                    <p:animMotion origin="layout" path="M 0 0.5909664 L 0 0.5878537" pathEditMode="relative" ptsTypes="">
                                      <p:cBhvr>
                                        <p:cTn id="122" dur="17" fill="hold"/>
                                        <p:tgtEl>
                                          <p:spTgt spid="27"/>
                                        </p:tgtEl>
                                        <p:attrNameLst>
                                          <p:attrName>ppt_x</p:attrName>
                                          <p:attrName>ppt_y</p:attrName>
                                        </p:attrNameLst>
                                      </p:cBhvr>
                                    </p:animMotion>
                                  </p:childTnLst>
                                </p:cTn>
                              </p:par>
                              <p:par>
                                <p:cTn id="123" presetID="42" presetClass="path" presetSubtype="0" accel="50000" decel="50000" fill="hold" nodeType="withEffect">
                                  <p:stCondLst>
                                    <p:cond delay="750"/>
                                  </p:stCondLst>
                                  <p:childTnLst>
                                    <p:animMotion origin="layout" path="M 0 0.5878537 L 0 0.5846413" pathEditMode="relative" ptsTypes="">
                                      <p:cBhvr>
                                        <p:cTn id="124" dur="17" fill="hold"/>
                                        <p:tgtEl>
                                          <p:spTgt spid="27"/>
                                        </p:tgtEl>
                                        <p:attrNameLst>
                                          <p:attrName>ppt_x</p:attrName>
                                          <p:attrName>ppt_y</p:attrName>
                                        </p:attrNameLst>
                                      </p:cBhvr>
                                    </p:animMotion>
                                  </p:childTnLst>
                                </p:cTn>
                              </p:par>
                              <p:par>
                                <p:cTn id="125" presetID="42" presetClass="path" presetSubtype="0" accel="50000" decel="50000" fill="hold" nodeType="withEffect">
                                  <p:stCondLst>
                                    <p:cond delay="767"/>
                                  </p:stCondLst>
                                  <p:childTnLst>
                                    <p:animMotion origin="layout" path="M 0 0.5846413 L 0 0.5813708" pathEditMode="relative" ptsTypes="">
                                      <p:cBhvr>
                                        <p:cTn id="126" dur="17" fill="hold"/>
                                        <p:tgtEl>
                                          <p:spTgt spid="27"/>
                                        </p:tgtEl>
                                        <p:attrNameLst>
                                          <p:attrName>ppt_x</p:attrName>
                                          <p:attrName>ppt_y</p:attrName>
                                        </p:attrNameLst>
                                      </p:cBhvr>
                                    </p:animMotion>
                                  </p:childTnLst>
                                </p:cTn>
                              </p:par>
                              <p:par>
                                <p:cTn id="127" presetID="42" presetClass="path" presetSubtype="0" accel="50000" decel="50000" fill="hold" nodeType="withEffect">
                                  <p:stCondLst>
                                    <p:cond delay="783"/>
                                  </p:stCondLst>
                                  <p:childTnLst>
                                    <p:animMotion origin="layout" path="M 0 0.5813708 L 0 0.5780835" pathEditMode="relative" ptsTypes="">
                                      <p:cBhvr>
                                        <p:cTn id="128" dur="17" fill="hold"/>
                                        <p:tgtEl>
                                          <p:spTgt spid="27"/>
                                        </p:tgtEl>
                                        <p:attrNameLst>
                                          <p:attrName>ppt_x</p:attrName>
                                          <p:attrName>ppt_y</p:attrName>
                                        </p:attrNameLst>
                                      </p:cBhvr>
                                    </p:animMotion>
                                  </p:childTnLst>
                                </p:cTn>
                              </p:par>
                              <p:par>
                                <p:cTn id="129" presetID="42" presetClass="path" presetSubtype="0" accel="50000" decel="50000" fill="hold" nodeType="withEffect">
                                  <p:stCondLst>
                                    <p:cond delay="800"/>
                                  </p:stCondLst>
                                  <p:childTnLst>
                                    <p:animMotion origin="layout" path="M 0 0.5780835 L 0 0.574821" pathEditMode="relative" ptsTypes="">
                                      <p:cBhvr>
                                        <p:cTn id="130" dur="17" fill="hold"/>
                                        <p:tgtEl>
                                          <p:spTgt spid="27"/>
                                        </p:tgtEl>
                                        <p:attrNameLst>
                                          <p:attrName>ppt_x</p:attrName>
                                          <p:attrName>ppt_y</p:attrName>
                                        </p:attrNameLst>
                                      </p:cBhvr>
                                    </p:animMotion>
                                  </p:childTnLst>
                                </p:cTn>
                              </p:par>
                              <p:par>
                                <p:cTn id="131" presetID="42" presetClass="path" presetSubtype="0" accel="50000" decel="50000" fill="hold" nodeType="withEffect">
                                  <p:stCondLst>
                                    <p:cond delay="817"/>
                                  </p:stCondLst>
                                  <p:childTnLst>
                                    <p:animMotion origin="layout" path="M 0 0.574821 L 0 0.5716247" pathEditMode="relative" ptsTypes="">
                                      <p:cBhvr>
                                        <p:cTn id="132" dur="17" fill="hold"/>
                                        <p:tgtEl>
                                          <p:spTgt spid="27"/>
                                        </p:tgtEl>
                                        <p:attrNameLst>
                                          <p:attrName>ppt_x</p:attrName>
                                          <p:attrName>ppt_y</p:attrName>
                                        </p:attrNameLst>
                                      </p:cBhvr>
                                    </p:animMotion>
                                  </p:childTnLst>
                                </p:cTn>
                              </p:par>
                              <p:par>
                                <p:cTn id="133" presetID="42" presetClass="path" presetSubtype="0" accel="50000" decel="50000" fill="hold" nodeType="withEffect">
                                  <p:stCondLst>
                                    <p:cond delay="833"/>
                                  </p:stCondLst>
                                  <p:childTnLst>
                                    <p:animMotion origin="layout" path="M 0 0.5716247 L 0 0.5685361" pathEditMode="relative" ptsTypes="">
                                      <p:cBhvr>
                                        <p:cTn id="134" dur="17" fill="hold"/>
                                        <p:tgtEl>
                                          <p:spTgt spid="27"/>
                                        </p:tgtEl>
                                        <p:attrNameLst>
                                          <p:attrName>ppt_x</p:attrName>
                                          <p:attrName>ppt_y</p:attrName>
                                        </p:attrNameLst>
                                      </p:cBhvr>
                                    </p:animMotion>
                                  </p:childTnLst>
                                </p:cTn>
                              </p:par>
                              <p:par>
                                <p:cTn id="135" presetID="42" presetClass="path" presetSubtype="0" accel="50000" decel="50000" fill="hold" nodeType="withEffect">
                                  <p:stCondLst>
                                    <p:cond delay="850"/>
                                  </p:stCondLst>
                                  <p:childTnLst>
                                    <p:animMotion origin="layout" path="M 0 0.5685361 L 0 0.5655966" pathEditMode="relative" ptsTypes="">
                                      <p:cBhvr>
                                        <p:cTn id="136" dur="17" fill="hold"/>
                                        <p:tgtEl>
                                          <p:spTgt spid="27"/>
                                        </p:tgtEl>
                                        <p:attrNameLst>
                                          <p:attrName>ppt_x</p:attrName>
                                          <p:attrName>ppt_y</p:attrName>
                                        </p:attrNameLst>
                                      </p:cBhvr>
                                    </p:animMotion>
                                  </p:childTnLst>
                                </p:cTn>
                              </p:par>
                              <p:par>
                                <p:cTn id="137" presetID="42" presetClass="path" presetSubtype="0" accel="50000" decel="50000" fill="hold" nodeType="withEffect">
                                  <p:stCondLst>
                                    <p:cond delay="867"/>
                                  </p:stCondLst>
                                  <p:childTnLst>
                                    <p:animMotion origin="layout" path="M 0 0.5655966 L 0 0.5628476" pathEditMode="relative" ptsTypes="">
                                      <p:cBhvr>
                                        <p:cTn id="138" dur="17" fill="hold"/>
                                        <p:tgtEl>
                                          <p:spTgt spid="27"/>
                                        </p:tgtEl>
                                        <p:attrNameLst>
                                          <p:attrName>ppt_x</p:attrName>
                                          <p:attrName>ppt_y</p:attrName>
                                        </p:attrNameLst>
                                      </p:cBhvr>
                                    </p:animMotion>
                                  </p:childTnLst>
                                </p:cTn>
                              </p:par>
                              <p:par>
                                <p:cTn id="139" presetID="42" presetClass="path" presetSubtype="0" accel="50000" decel="50000" fill="hold" nodeType="withEffect">
                                  <p:stCondLst>
                                    <p:cond delay="883"/>
                                  </p:stCondLst>
                                  <p:childTnLst>
                                    <p:animMotion origin="layout" path="M 0 0.5628476 L 0 0.5603306" pathEditMode="relative" ptsTypes="">
                                      <p:cBhvr>
                                        <p:cTn id="140" dur="17" fill="hold"/>
                                        <p:tgtEl>
                                          <p:spTgt spid="27"/>
                                        </p:tgtEl>
                                        <p:attrNameLst>
                                          <p:attrName>ppt_x</p:attrName>
                                          <p:attrName>ppt_y</p:attrName>
                                        </p:attrNameLst>
                                      </p:cBhvr>
                                    </p:animMotion>
                                  </p:childTnLst>
                                </p:cTn>
                              </p:par>
                              <p:par>
                                <p:cTn id="141" presetID="42" presetClass="path" presetSubtype="0" accel="50000" decel="50000" fill="hold" nodeType="withEffect">
                                  <p:stCondLst>
                                    <p:cond delay="900"/>
                                  </p:stCondLst>
                                  <p:childTnLst>
                                    <p:animMotion origin="layout" path="M 0 0.5603306 L 0 0.5580872" pathEditMode="relative" ptsTypes="">
                                      <p:cBhvr>
                                        <p:cTn id="142" dur="17" fill="hold"/>
                                        <p:tgtEl>
                                          <p:spTgt spid="27"/>
                                        </p:tgtEl>
                                        <p:attrNameLst>
                                          <p:attrName>ppt_x</p:attrName>
                                          <p:attrName>ppt_y</p:attrName>
                                        </p:attrNameLst>
                                      </p:cBhvr>
                                    </p:animMotion>
                                  </p:childTnLst>
                                </p:cTn>
                              </p:par>
                              <p:par>
                                <p:cTn id="143" presetID="42" presetClass="path" presetSubtype="0" accel="50000" decel="50000" fill="hold" nodeType="withEffect">
                                  <p:stCondLst>
                                    <p:cond delay="917"/>
                                  </p:stCondLst>
                                  <p:childTnLst>
                                    <p:animMotion origin="layout" path="M 0 0.5580872 L 0 0.5561587" pathEditMode="relative" ptsTypes="">
                                      <p:cBhvr>
                                        <p:cTn id="144" dur="17" fill="hold"/>
                                        <p:tgtEl>
                                          <p:spTgt spid="27"/>
                                        </p:tgtEl>
                                        <p:attrNameLst>
                                          <p:attrName>ppt_x</p:attrName>
                                          <p:attrName>ppt_y</p:attrName>
                                        </p:attrNameLst>
                                      </p:cBhvr>
                                    </p:animMotion>
                                  </p:childTnLst>
                                </p:cTn>
                              </p:par>
                              <p:par>
                                <p:cTn id="145" presetID="42" presetClass="path" presetSubtype="0" accel="50000" decel="50000" fill="hold" nodeType="withEffect">
                                  <p:stCondLst>
                                    <p:cond delay="933"/>
                                  </p:stCondLst>
                                  <p:childTnLst>
                                    <p:animMotion origin="layout" path="M 0 0.5561587 L 0 0.5545866" pathEditMode="relative" ptsTypes="">
                                      <p:cBhvr>
                                        <p:cTn id="146" dur="17" fill="hold"/>
                                        <p:tgtEl>
                                          <p:spTgt spid="27"/>
                                        </p:tgtEl>
                                        <p:attrNameLst>
                                          <p:attrName>ppt_x</p:attrName>
                                          <p:attrName>ppt_y</p:attrName>
                                        </p:attrNameLst>
                                      </p:cBhvr>
                                    </p:animMotion>
                                  </p:childTnLst>
                                </p:cTn>
                              </p:par>
                              <p:par>
                                <p:cTn id="147" presetID="42" presetClass="path" presetSubtype="0" accel="50000" decel="50000" fill="hold" nodeType="withEffect">
                                  <p:stCondLst>
                                    <p:cond delay="950"/>
                                  </p:stCondLst>
                                  <p:childTnLst>
                                    <p:animMotion origin="layout" path="M 0 0.5545866 L 0 0.5534123" pathEditMode="relative" ptsTypes="">
                                      <p:cBhvr>
                                        <p:cTn id="148" dur="17" fill="hold"/>
                                        <p:tgtEl>
                                          <p:spTgt spid="27"/>
                                        </p:tgtEl>
                                        <p:attrNameLst>
                                          <p:attrName>ppt_x</p:attrName>
                                          <p:attrName>ppt_y</p:attrName>
                                        </p:attrNameLst>
                                      </p:cBhvr>
                                    </p:animMotion>
                                  </p:childTnLst>
                                </p:cTn>
                              </p:par>
                              <p:par>
                                <p:cTn id="149" presetID="42" presetClass="path" presetSubtype="0" accel="50000" decel="50000" fill="hold" nodeType="withEffect">
                                  <p:stCondLst>
                                    <p:cond delay="967"/>
                                  </p:stCondLst>
                                  <p:childTnLst>
                                    <p:animMotion origin="layout" path="M 0 0.5534123 L 0 0.5526773" pathEditMode="relative" ptsTypes="">
                                      <p:cBhvr>
                                        <p:cTn id="150" dur="17" fill="hold"/>
                                        <p:tgtEl>
                                          <p:spTgt spid="27"/>
                                        </p:tgtEl>
                                        <p:attrNameLst>
                                          <p:attrName>ppt_x</p:attrName>
                                          <p:attrName>ppt_y</p:attrName>
                                        </p:attrNameLst>
                                      </p:cBhvr>
                                    </p:animMotion>
                                  </p:childTnLst>
                                </p:cTn>
                              </p:par>
                              <p:par>
                                <p:cTn id="151" presetID="42" presetClass="path" presetSubtype="0" accel="50000" decel="50000" fill="hold" nodeType="withEffect">
                                  <p:stCondLst>
                                    <p:cond delay="983"/>
                                  </p:stCondLst>
                                  <p:childTnLst>
                                    <p:animMotion origin="layout" path="M 0 0.5526773 L 0 0.5524232" pathEditMode="relative" ptsTypes="">
                                      <p:cBhvr>
                                        <p:cTn id="152" dur="17" fill="hold"/>
                                        <p:tgtEl>
                                          <p:spTgt spid="27"/>
                                        </p:tgtEl>
                                        <p:attrNameLst>
                                          <p:attrName>ppt_x</p:attrName>
                                          <p:attrName>ppt_y</p:attrName>
                                        </p:attrNameLst>
                                      </p:cBhvr>
                                    </p:animMotion>
                                  </p:childTnLst>
                                </p:cTn>
                              </p:par>
                            </p:childTnLst>
                          </p:cTn>
                        </p:par>
                      </p:childTnLst>
                    </p:cTn>
                  </p:par>
                  <p:par>
                    <p:cTn id="153" fill="hold">
                      <p:stCondLst>
                        <p:cond delay="indefinite"/>
                      </p:stCondLst>
                      <p:childTnLst>
                        <p:par>
                          <p:cTn id="154" fill="hold">
                            <p:stCondLst>
                              <p:cond delay="0"/>
                            </p:stCondLst>
                            <p:childTnLst>
                              <p:par>
                                <p:cTn id="155" presetID="2" presetClass="exit" presetSubtype="1" fill="hold" nodeType="clickEffect">
                                  <p:stCondLst>
                                    <p:cond delay="0"/>
                                  </p:stCondLst>
                                  <p:childTnLst>
                                    <p:anim calcmode="lin" valueType="num">
                                      <p:cBhvr additive="base">
                                        <p:cTn id="156" dur="500"/>
                                        <p:tgtEl>
                                          <p:spTgt spid="32"/>
                                        </p:tgtEl>
                                        <p:attrNameLst>
                                          <p:attrName>ppt_x</p:attrName>
                                        </p:attrNameLst>
                                      </p:cBhvr>
                                      <p:tavLst>
                                        <p:tav tm="0">
                                          <p:val>
                                            <p:strVal val="ppt_x"/>
                                          </p:val>
                                        </p:tav>
                                        <p:tav tm="100000">
                                          <p:val>
                                            <p:strVal val="ppt_x"/>
                                          </p:val>
                                        </p:tav>
                                      </p:tavLst>
                                    </p:anim>
                                    <p:anim calcmode="lin" valueType="num">
                                      <p:cBhvr additive="base">
                                        <p:cTn id="157" dur="500"/>
                                        <p:tgtEl>
                                          <p:spTgt spid="32"/>
                                        </p:tgtEl>
                                        <p:attrNameLst>
                                          <p:attrName>ppt_y</p:attrName>
                                        </p:attrNameLst>
                                      </p:cBhvr>
                                      <p:tavLst>
                                        <p:tav tm="0">
                                          <p:val>
                                            <p:strVal val="ppt_y"/>
                                          </p:val>
                                        </p:tav>
                                        <p:tav tm="100000">
                                          <p:val>
                                            <p:strVal val="0-ppt_h/2"/>
                                          </p:val>
                                        </p:tav>
                                      </p:tavLst>
                                    </p:anim>
                                    <p:set>
                                      <p:cBhvr>
                                        <p:cTn id="158" dur="1" fill="hold">
                                          <p:stCondLst>
                                            <p:cond delay="499"/>
                                          </p:stCondLst>
                                        </p:cTn>
                                        <p:tgtEl>
                                          <p:spTgt spid="32"/>
                                        </p:tgtEl>
                                        <p:attrNameLst>
                                          <p:attrName>style.visibility</p:attrName>
                                        </p:attrNameLst>
                                      </p:cBhvr>
                                      <p:to>
                                        <p:strVal val="hidden"/>
                                      </p:to>
                                    </p:set>
                                  </p:childTnLst>
                                </p:cTn>
                              </p:par>
                              <p:par>
                                <p:cTn id="159" presetID="2" presetClass="exit" presetSubtype="6" fill="hold" nodeType="withEffect">
                                  <p:stCondLst>
                                    <p:cond delay="0"/>
                                  </p:stCondLst>
                                  <p:childTnLst>
                                    <p:anim calcmode="lin" valueType="num">
                                      <p:cBhvr additive="base">
                                        <p:cTn id="160" dur="500"/>
                                        <p:tgtEl>
                                          <p:spTgt spid="8"/>
                                        </p:tgtEl>
                                        <p:attrNameLst>
                                          <p:attrName>ppt_x</p:attrName>
                                        </p:attrNameLst>
                                      </p:cBhvr>
                                      <p:tavLst>
                                        <p:tav tm="0">
                                          <p:val>
                                            <p:strVal val="ppt_x"/>
                                          </p:val>
                                        </p:tav>
                                        <p:tav tm="100000">
                                          <p:val>
                                            <p:strVal val="1+ppt_w/2"/>
                                          </p:val>
                                        </p:tav>
                                      </p:tavLst>
                                    </p:anim>
                                    <p:anim calcmode="lin" valueType="num">
                                      <p:cBhvr additive="base">
                                        <p:cTn id="161" dur="500"/>
                                        <p:tgtEl>
                                          <p:spTgt spid="8"/>
                                        </p:tgtEl>
                                        <p:attrNameLst>
                                          <p:attrName>ppt_y</p:attrName>
                                        </p:attrNameLst>
                                      </p:cBhvr>
                                      <p:tavLst>
                                        <p:tav tm="0">
                                          <p:val>
                                            <p:strVal val="ppt_y"/>
                                          </p:val>
                                        </p:tav>
                                        <p:tav tm="100000">
                                          <p:val>
                                            <p:strVal val="1+ppt_h/2"/>
                                          </p:val>
                                        </p:tav>
                                      </p:tavLst>
                                    </p:anim>
                                    <p:set>
                                      <p:cBhvr>
                                        <p:cTn id="162" dur="1" fill="hold">
                                          <p:stCondLst>
                                            <p:cond delay="499"/>
                                          </p:stCondLst>
                                        </p:cTn>
                                        <p:tgtEl>
                                          <p:spTgt spid="8"/>
                                        </p:tgtEl>
                                        <p:attrNameLst>
                                          <p:attrName>style.visibility</p:attrName>
                                        </p:attrNameLst>
                                      </p:cBhvr>
                                      <p:to>
                                        <p:strVal val="hidden"/>
                                      </p:to>
                                    </p:set>
                                  </p:childTnLst>
                                </p:cTn>
                              </p:par>
                              <p:par>
                                <p:cTn id="163" presetID="2" presetClass="exit" presetSubtype="1" fill="hold" nodeType="withEffect">
                                  <p:stCondLst>
                                    <p:cond delay="0"/>
                                  </p:stCondLst>
                                  <p:childTnLst>
                                    <p:anim calcmode="lin" valueType="num">
                                      <p:cBhvr additive="base">
                                        <p:cTn id="164" dur="500"/>
                                        <p:tgtEl>
                                          <p:spTgt spid="11"/>
                                        </p:tgtEl>
                                        <p:attrNameLst>
                                          <p:attrName>ppt_x</p:attrName>
                                        </p:attrNameLst>
                                      </p:cBhvr>
                                      <p:tavLst>
                                        <p:tav tm="0">
                                          <p:val>
                                            <p:strVal val="ppt_x"/>
                                          </p:val>
                                        </p:tav>
                                        <p:tav tm="100000">
                                          <p:val>
                                            <p:strVal val="ppt_x"/>
                                          </p:val>
                                        </p:tav>
                                      </p:tavLst>
                                    </p:anim>
                                    <p:anim calcmode="lin" valueType="num">
                                      <p:cBhvr additive="base">
                                        <p:cTn id="165" dur="500"/>
                                        <p:tgtEl>
                                          <p:spTgt spid="11"/>
                                        </p:tgtEl>
                                        <p:attrNameLst>
                                          <p:attrName>ppt_y</p:attrName>
                                        </p:attrNameLst>
                                      </p:cBhvr>
                                      <p:tavLst>
                                        <p:tav tm="0">
                                          <p:val>
                                            <p:strVal val="ppt_y"/>
                                          </p:val>
                                        </p:tav>
                                        <p:tav tm="100000">
                                          <p:val>
                                            <p:strVal val="0-ppt_h/2"/>
                                          </p:val>
                                        </p:tav>
                                      </p:tavLst>
                                    </p:anim>
                                    <p:set>
                                      <p:cBhvr>
                                        <p:cTn id="166" dur="1" fill="hold">
                                          <p:stCondLst>
                                            <p:cond delay="499"/>
                                          </p:stCondLst>
                                        </p:cTn>
                                        <p:tgtEl>
                                          <p:spTgt spid="11"/>
                                        </p:tgtEl>
                                        <p:attrNameLst>
                                          <p:attrName>style.visibility</p:attrName>
                                        </p:attrNameLst>
                                      </p:cBhvr>
                                      <p:to>
                                        <p:strVal val="hidden"/>
                                      </p:to>
                                    </p:set>
                                  </p:childTnLst>
                                </p:cTn>
                              </p:par>
                              <p:par>
                                <p:cTn id="167" presetID="2" presetClass="exit" presetSubtype="9" fill="hold" nodeType="withEffect">
                                  <p:stCondLst>
                                    <p:cond delay="0"/>
                                  </p:stCondLst>
                                  <p:childTnLst>
                                    <p:anim calcmode="lin" valueType="num">
                                      <p:cBhvr additive="base">
                                        <p:cTn id="168" dur="500"/>
                                        <p:tgtEl>
                                          <p:spTgt spid="3"/>
                                        </p:tgtEl>
                                        <p:attrNameLst>
                                          <p:attrName>ppt_x</p:attrName>
                                        </p:attrNameLst>
                                      </p:cBhvr>
                                      <p:tavLst>
                                        <p:tav tm="0">
                                          <p:val>
                                            <p:strVal val="ppt_x"/>
                                          </p:val>
                                        </p:tav>
                                        <p:tav tm="100000">
                                          <p:val>
                                            <p:strVal val="0-ppt_w/2"/>
                                          </p:val>
                                        </p:tav>
                                      </p:tavLst>
                                    </p:anim>
                                    <p:anim calcmode="lin" valueType="num">
                                      <p:cBhvr additive="base">
                                        <p:cTn id="169" dur="500"/>
                                        <p:tgtEl>
                                          <p:spTgt spid="3"/>
                                        </p:tgtEl>
                                        <p:attrNameLst>
                                          <p:attrName>ppt_y</p:attrName>
                                        </p:attrNameLst>
                                      </p:cBhvr>
                                      <p:tavLst>
                                        <p:tav tm="0">
                                          <p:val>
                                            <p:strVal val="ppt_y"/>
                                          </p:val>
                                        </p:tav>
                                        <p:tav tm="100000">
                                          <p:val>
                                            <p:strVal val="0-ppt_h/2"/>
                                          </p:val>
                                        </p:tav>
                                      </p:tavLst>
                                    </p:anim>
                                    <p:set>
                                      <p:cBhvr>
                                        <p:cTn id="170" dur="1" fill="hold">
                                          <p:stCondLst>
                                            <p:cond delay="499"/>
                                          </p:stCondLst>
                                        </p:cTn>
                                        <p:tgtEl>
                                          <p:spTgt spid="3"/>
                                        </p:tgtEl>
                                        <p:attrNameLst>
                                          <p:attrName>style.visibility</p:attrName>
                                        </p:attrNameLst>
                                      </p:cBhvr>
                                      <p:to>
                                        <p:strVal val="hidden"/>
                                      </p:to>
                                    </p:set>
                                  </p:childTnLst>
                                </p:cTn>
                              </p:par>
                              <p:par>
                                <p:cTn id="171" presetID="2" presetClass="exit" presetSubtype="8" fill="hold" nodeType="withEffect">
                                  <p:stCondLst>
                                    <p:cond delay="0"/>
                                  </p:stCondLst>
                                  <p:childTnLst>
                                    <p:anim calcmode="lin" valueType="num">
                                      <p:cBhvr additive="base">
                                        <p:cTn id="172" dur="500"/>
                                        <p:tgtEl>
                                          <p:spTgt spid="7"/>
                                        </p:tgtEl>
                                        <p:attrNameLst>
                                          <p:attrName>ppt_x</p:attrName>
                                        </p:attrNameLst>
                                      </p:cBhvr>
                                      <p:tavLst>
                                        <p:tav tm="0">
                                          <p:val>
                                            <p:strVal val="ppt_x"/>
                                          </p:val>
                                        </p:tav>
                                        <p:tav tm="100000">
                                          <p:val>
                                            <p:strVal val="0-ppt_w/2"/>
                                          </p:val>
                                        </p:tav>
                                      </p:tavLst>
                                    </p:anim>
                                    <p:anim calcmode="lin" valueType="num">
                                      <p:cBhvr additive="base">
                                        <p:cTn id="173" dur="500"/>
                                        <p:tgtEl>
                                          <p:spTgt spid="7"/>
                                        </p:tgtEl>
                                        <p:attrNameLst>
                                          <p:attrName>ppt_y</p:attrName>
                                        </p:attrNameLst>
                                      </p:cBhvr>
                                      <p:tavLst>
                                        <p:tav tm="0">
                                          <p:val>
                                            <p:strVal val="ppt_y"/>
                                          </p:val>
                                        </p:tav>
                                        <p:tav tm="100000">
                                          <p:val>
                                            <p:strVal val="ppt_y"/>
                                          </p:val>
                                        </p:tav>
                                      </p:tavLst>
                                    </p:anim>
                                    <p:set>
                                      <p:cBhvr>
                                        <p:cTn id="174" dur="1" fill="hold">
                                          <p:stCondLst>
                                            <p:cond delay="499"/>
                                          </p:stCondLst>
                                        </p:cTn>
                                        <p:tgtEl>
                                          <p:spTgt spid="7"/>
                                        </p:tgtEl>
                                        <p:attrNameLst>
                                          <p:attrName>style.visibility</p:attrName>
                                        </p:attrNameLst>
                                      </p:cBhvr>
                                      <p:to>
                                        <p:strVal val="hidden"/>
                                      </p:to>
                                    </p:set>
                                  </p:childTnLst>
                                </p:cTn>
                              </p:par>
                              <p:par>
                                <p:cTn id="175" presetID="2" presetClass="exit" presetSubtype="4" fill="hold" nodeType="withEffect">
                                  <p:stCondLst>
                                    <p:cond delay="0"/>
                                  </p:stCondLst>
                                  <p:childTnLst>
                                    <p:anim calcmode="lin" valueType="num">
                                      <p:cBhvr additive="base">
                                        <p:cTn id="176" dur="500"/>
                                        <p:tgtEl>
                                          <p:spTgt spid="6"/>
                                        </p:tgtEl>
                                        <p:attrNameLst>
                                          <p:attrName>ppt_x</p:attrName>
                                        </p:attrNameLst>
                                      </p:cBhvr>
                                      <p:tavLst>
                                        <p:tav tm="0">
                                          <p:val>
                                            <p:strVal val="ppt_x"/>
                                          </p:val>
                                        </p:tav>
                                        <p:tav tm="100000">
                                          <p:val>
                                            <p:strVal val="ppt_x"/>
                                          </p:val>
                                        </p:tav>
                                      </p:tavLst>
                                    </p:anim>
                                    <p:anim calcmode="lin" valueType="num">
                                      <p:cBhvr additive="base">
                                        <p:cTn id="177" dur="500"/>
                                        <p:tgtEl>
                                          <p:spTgt spid="6"/>
                                        </p:tgtEl>
                                        <p:attrNameLst>
                                          <p:attrName>ppt_y</p:attrName>
                                        </p:attrNameLst>
                                      </p:cBhvr>
                                      <p:tavLst>
                                        <p:tav tm="0">
                                          <p:val>
                                            <p:strVal val="ppt_y"/>
                                          </p:val>
                                        </p:tav>
                                        <p:tav tm="100000">
                                          <p:val>
                                            <p:strVal val="1+ppt_h/2"/>
                                          </p:val>
                                        </p:tav>
                                      </p:tavLst>
                                    </p:anim>
                                    <p:set>
                                      <p:cBhvr>
                                        <p:cTn id="178" dur="1" fill="hold">
                                          <p:stCondLst>
                                            <p:cond delay="499"/>
                                          </p:stCondLst>
                                        </p:cTn>
                                        <p:tgtEl>
                                          <p:spTgt spid="6"/>
                                        </p:tgtEl>
                                        <p:attrNameLst>
                                          <p:attrName>style.visibility</p:attrName>
                                        </p:attrNameLst>
                                      </p:cBhvr>
                                      <p:to>
                                        <p:strVal val="hidden"/>
                                      </p:to>
                                    </p:set>
                                  </p:childTnLst>
                                </p:cTn>
                              </p:par>
                              <p:par>
                                <p:cTn id="179" presetID="2" presetClass="exit" presetSubtype="8" fill="hold" nodeType="withEffect">
                                  <p:stCondLst>
                                    <p:cond delay="0"/>
                                  </p:stCondLst>
                                  <p:childTnLst>
                                    <p:anim calcmode="lin" valueType="num">
                                      <p:cBhvr additive="base">
                                        <p:cTn id="180" dur="500"/>
                                        <p:tgtEl>
                                          <p:spTgt spid="10"/>
                                        </p:tgtEl>
                                        <p:attrNameLst>
                                          <p:attrName>ppt_x</p:attrName>
                                        </p:attrNameLst>
                                      </p:cBhvr>
                                      <p:tavLst>
                                        <p:tav tm="0">
                                          <p:val>
                                            <p:strVal val="ppt_x"/>
                                          </p:val>
                                        </p:tav>
                                        <p:tav tm="100000">
                                          <p:val>
                                            <p:strVal val="0-ppt_w/2"/>
                                          </p:val>
                                        </p:tav>
                                      </p:tavLst>
                                    </p:anim>
                                    <p:anim calcmode="lin" valueType="num">
                                      <p:cBhvr additive="base">
                                        <p:cTn id="181" dur="500"/>
                                        <p:tgtEl>
                                          <p:spTgt spid="10"/>
                                        </p:tgtEl>
                                        <p:attrNameLst>
                                          <p:attrName>ppt_y</p:attrName>
                                        </p:attrNameLst>
                                      </p:cBhvr>
                                      <p:tavLst>
                                        <p:tav tm="0">
                                          <p:val>
                                            <p:strVal val="ppt_y"/>
                                          </p:val>
                                        </p:tav>
                                        <p:tav tm="100000">
                                          <p:val>
                                            <p:strVal val="ppt_y"/>
                                          </p:val>
                                        </p:tav>
                                      </p:tavLst>
                                    </p:anim>
                                    <p:set>
                                      <p:cBhvr>
                                        <p:cTn id="182" dur="1" fill="hold">
                                          <p:stCondLst>
                                            <p:cond delay="499"/>
                                          </p:stCondLst>
                                        </p:cTn>
                                        <p:tgtEl>
                                          <p:spTgt spid="10"/>
                                        </p:tgtEl>
                                        <p:attrNameLst>
                                          <p:attrName>style.visibility</p:attrName>
                                        </p:attrNameLst>
                                      </p:cBhvr>
                                      <p:to>
                                        <p:strVal val="hidden"/>
                                      </p:to>
                                    </p:set>
                                  </p:childTnLst>
                                </p:cTn>
                              </p:par>
                              <p:par>
                                <p:cTn id="183" presetID="42" presetClass="path" presetSubtype="0" accel="50000" decel="50000" fill="hold" nodeType="withEffect">
                                  <p:stCondLst>
                                    <p:cond delay="983"/>
                                  </p:stCondLst>
                                  <p:childTnLst>
                                    <p:animMotion origin="layout" path="M 0 0.5524232 L -5.851158E-11 0.5526773" pathEditMode="relative" ptsTypes="">
                                      <p:cBhvr>
                                        <p:cTn id="184" dur="17" fill="hold"/>
                                        <p:tgtEl>
                                          <p:spTgt spid="27"/>
                                        </p:tgtEl>
                                        <p:attrNameLst>
                                          <p:attrName>ppt_x</p:attrName>
                                          <p:attrName>ppt_y</p:attrName>
                                        </p:attrNameLst>
                                      </p:cBhvr>
                                    </p:animMotion>
                                  </p:childTnLst>
                                </p:cTn>
                              </p:par>
                              <p:par>
                                <p:cTn id="185" presetID="42" presetClass="path" presetSubtype="0" accel="50000" decel="50000" fill="hold" nodeType="withEffect">
                                  <p:stCondLst>
                                    <p:cond delay="17"/>
                                  </p:stCondLst>
                                  <p:childTnLst>
                                    <p:animMotion origin="layout" path="M -5.851158E-11 0.5526773 L -2.276848E-10 0.5534123" pathEditMode="relative" ptsTypes="">
                                      <p:cBhvr>
                                        <p:cTn id="186" dur="17" fill="hold"/>
                                        <p:tgtEl>
                                          <p:spTgt spid="27"/>
                                        </p:tgtEl>
                                        <p:attrNameLst>
                                          <p:attrName>ppt_x</p:attrName>
                                          <p:attrName>ppt_y</p:attrName>
                                        </p:attrNameLst>
                                      </p:cBhvr>
                                    </p:animMotion>
                                  </p:childTnLst>
                                </p:cTn>
                              </p:par>
                              <p:par>
                                <p:cTn id="187" presetID="42" presetClass="path" presetSubtype="0" accel="50000" decel="50000" fill="hold" nodeType="withEffect">
                                  <p:stCondLst>
                                    <p:cond delay="33"/>
                                  </p:stCondLst>
                                  <p:childTnLst>
                                    <p:animMotion origin="layout" path="M -2.276848E-10 0.5534123 L -4.979773E-10 0.5545866" pathEditMode="relative" ptsTypes="">
                                      <p:cBhvr>
                                        <p:cTn id="188" dur="17" fill="hold"/>
                                        <p:tgtEl>
                                          <p:spTgt spid="27"/>
                                        </p:tgtEl>
                                        <p:attrNameLst>
                                          <p:attrName>ppt_x</p:attrName>
                                          <p:attrName>ppt_y</p:attrName>
                                        </p:attrNameLst>
                                      </p:cBhvr>
                                    </p:animMotion>
                                  </p:childTnLst>
                                </p:cTn>
                              </p:par>
                              <p:par>
                                <p:cTn id="189" presetID="42" presetClass="path" presetSubtype="0" accel="50000" decel="50000" fill="hold" nodeType="withEffect">
                                  <p:stCondLst>
                                    <p:cond delay="50"/>
                                  </p:stCondLst>
                                  <p:childTnLst>
                                    <p:animMotion origin="layout" path="M -4.979773E-10 0.5545866 L -8.598467E-10 0.5561587" pathEditMode="relative" ptsTypes="">
                                      <p:cBhvr>
                                        <p:cTn id="190" dur="17" fill="hold"/>
                                        <p:tgtEl>
                                          <p:spTgt spid="27"/>
                                        </p:tgtEl>
                                        <p:attrNameLst>
                                          <p:attrName>ppt_x</p:attrName>
                                          <p:attrName>ppt_y</p:attrName>
                                        </p:attrNameLst>
                                      </p:cBhvr>
                                    </p:animMotion>
                                  </p:childTnLst>
                                </p:cTn>
                              </p:par>
                              <p:par>
                                <p:cTn id="191" presetID="42" presetClass="path" presetSubtype="0" accel="50000" decel="50000" fill="hold" nodeType="withEffect">
                                  <p:stCondLst>
                                    <p:cond delay="67"/>
                                  </p:stCondLst>
                                  <p:childTnLst>
                                    <p:animMotion origin="layout" path="M -8.598467E-10 0.5561587 L -1.303751E-09 0.5580872" pathEditMode="relative" ptsTypes="">
                                      <p:cBhvr>
                                        <p:cTn id="192" dur="17" fill="hold"/>
                                        <p:tgtEl>
                                          <p:spTgt spid="27"/>
                                        </p:tgtEl>
                                        <p:attrNameLst>
                                          <p:attrName>ppt_x</p:attrName>
                                          <p:attrName>ppt_y</p:attrName>
                                        </p:attrNameLst>
                                      </p:cBhvr>
                                    </p:animMotion>
                                  </p:childTnLst>
                                </p:cTn>
                              </p:par>
                              <p:par>
                                <p:cTn id="193" presetID="42" presetClass="path" presetSubtype="0" accel="50000" decel="50000" fill="hold" nodeType="withEffect">
                                  <p:stCondLst>
                                    <p:cond delay="83"/>
                                  </p:stCondLst>
                                  <p:childTnLst>
                                    <p:animMotion origin="layout" path="M -1.303751E-09 0.5580872 L -1.820147E-09 0.5603306" pathEditMode="relative" ptsTypes="">
                                      <p:cBhvr>
                                        <p:cTn id="194" dur="17" fill="hold"/>
                                        <p:tgtEl>
                                          <p:spTgt spid="27"/>
                                        </p:tgtEl>
                                        <p:attrNameLst>
                                          <p:attrName>ppt_x</p:attrName>
                                          <p:attrName>ppt_y</p:attrName>
                                        </p:attrNameLst>
                                      </p:cBhvr>
                                    </p:animMotion>
                                  </p:childTnLst>
                                </p:cTn>
                              </p:par>
                              <p:par>
                                <p:cTn id="195" presetID="42" presetClass="path" presetSubtype="0" accel="50000" decel="50000" fill="hold" nodeType="withEffect">
                                  <p:stCondLst>
                                    <p:cond delay="100"/>
                                  </p:stCondLst>
                                  <p:childTnLst>
                                    <p:animMotion origin="layout" path="M -1.820147E-09 0.5603306 L -2.399493E-09 0.5628476" pathEditMode="relative" ptsTypes="">
                                      <p:cBhvr>
                                        <p:cTn id="196" dur="17" fill="hold"/>
                                        <p:tgtEl>
                                          <p:spTgt spid="27"/>
                                        </p:tgtEl>
                                        <p:attrNameLst>
                                          <p:attrName>ppt_x</p:attrName>
                                          <p:attrName>ppt_y</p:attrName>
                                        </p:attrNameLst>
                                      </p:cBhvr>
                                    </p:animMotion>
                                  </p:childTnLst>
                                </p:cTn>
                              </p:par>
                              <p:par>
                                <p:cTn id="197" presetID="42" presetClass="path" presetSubtype="0" accel="50000" decel="50000" fill="hold" nodeType="withEffect">
                                  <p:stCondLst>
                                    <p:cond delay="117"/>
                                  </p:stCondLst>
                                  <p:childTnLst>
                                    <p:animMotion origin="layout" path="M -2.399493E-09 0.5628476 L -3.032248E-09 0.5655966" pathEditMode="relative" ptsTypes="">
                                      <p:cBhvr>
                                        <p:cTn id="198" dur="17" fill="hold"/>
                                        <p:tgtEl>
                                          <p:spTgt spid="27"/>
                                        </p:tgtEl>
                                        <p:attrNameLst>
                                          <p:attrName>ppt_x</p:attrName>
                                          <p:attrName>ppt_y</p:attrName>
                                        </p:attrNameLst>
                                      </p:cBhvr>
                                    </p:animMotion>
                                  </p:childTnLst>
                                </p:cTn>
                              </p:par>
                              <p:par>
                                <p:cTn id="199" presetID="42" presetClass="path" presetSubtype="0" accel="50000" decel="50000" fill="hold" nodeType="withEffect">
                                  <p:stCondLst>
                                    <p:cond delay="133"/>
                                  </p:stCondLst>
                                  <p:childTnLst>
                                    <p:animMotion origin="layout" path="M -3.032248E-09 0.5655966 L -3.708867E-09 0.5685361" pathEditMode="relative" ptsTypes="">
                                      <p:cBhvr>
                                        <p:cTn id="200" dur="17" fill="hold"/>
                                        <p:tgtEl>
                                          <p:spTgt spid="27"/>
                                        </p:tgtEl>
                                        <p:attrNameLst>
                                          <p:attrName>ppt_x</p:attrName>
                                          <p:attrName>ppt_y</p:attrName>
                                        </p:attrNameLst>
                                      </p:cBhvr>
                                    </p:animMotion>
                                  </p:childTnLst>
                                </p:cTn>
                              </p:par>
                              <p:par>
                                <p:cTn id="201" presetID="42" presetClass="path" presetSubtype="0" accel="50000" decel="50000" fill="hold" nodeType="withEffect">
                                  <p:stCondLst>
                                    <p:cond delay="150"/>
                                  </p:stCondLst>
                                  <p:childTnLst>
                                    <p:animMotion origin="layout" path="M -3.708867E-09 0.5685361 L -4.419809E-09 0.5716247" pathEditMode="relative" ptsTypes="">
                                      <p:cBhvr>
                                        <p:cTn id="202" dur="17" fill="hold"/>
                                        <p:tgtEl>
                                          <p:spTgt spid="27"/>
                                        </p:tgtEl>
                                        <p:attrNameLst>
                                          <p:attrName>ppt_x</p:attrName>
                                          <p:attrName>ppt_y</p:attrName>
                                        </p:attrNameLst>
                                      </p:cBhvr>
                                    </p:animMotion>
                                  </p:childTnLst>
                                </p:cTn>
                              </p:par>
                              <p:par>
                                <p:cTn id="203" presetID="42" presetClass="path" presetSubtype="0" accel="50000" decel="50000" fill="hold" nodeType="withEffect">
                                  <p:stCondLst>
                                    <p:cond delay="167"/>
                                  </p:stCondLst>
                                  <p:childTnLst>
                                    <p:animMotion origin="layout" path="M -4.419809E-09 0.5716247 L -5.155533E-09 0.574821" pathEditMode="relative" ptsTypes="">
                                      <p:cBhvr>
                                        <p:cTn id="204" dur="17" fill="hold"/>
                                        <p:tgtEl>
                                          <p:spTgt spid="27"/>
                                        </p:tgtEl>
                                        <p:attrNameLst>
                                          <p:attrName>ppt_x</p:attrName>
                                          <p:attrName>ppt_y</p:attrName>
                                        </p:attrNameLst>
                                      </p:cBhvr>
                                    </p:animMotion>
                                  </p:childTnLst>
                                </p:cTn>
                              </p:par>
                              <p:par>
                                <p:cTn id="205" presetID="42" presetClass="path" presetSubtype="0" accel="50000" decel="50000" fill="hold" nodeType="withEffect">
                                  <p:stCondLst>
                                    <p:cond delay="183"/>
                                  </p:stCondLst>
                                  <p:childTnLst>
                                    <p:animMotion origin="layout" path="M -5.155533E-09 0.574821 L -5.906494E-09 0.5780835" pathEditMode="relative" ptsTypes="">
                                      <p:cBhvr>
                                        <p:cTn id="206" dur="17" fill="hold"/>
                                        <p:tgtEl>
                                          <p:spTgt spid="27"/>
                                        </p:tgtEl>
                                        <p:attrNameLst>
                                          <p:attrName>ppt_x</p:attrName>
                                          <p:attrName>ppt_y</p:attrName>
                                        </p:attrNameLst>
                                      </p:cBhvr>
                                    </p:animMotion>
                                  </p:childTnLst>
                                </p:cTn>
                              </p:par>
                              <p:par>
                                <p:cTn id="207" presetID="42" presetClass="path" presetSubtype="0" accel="50000" decel="50000" fill="hold" nodeType="withEffect">
                                  <p:stCondLst>
                                    <p:cond delay="200"/>
                                  </p:stCondLst>
                                  <p:childTnLst>
                                    <p:animMotion origin="layout" path="M -5.906494E-09 0.5780835 L -6.663152E-09 0.5813708" pathEditMode="relative" ptsTypes="">
                                      <p:cBhvr>
                                        <p:cTn id="208" dur="17" fill="hold"/>
                                        <p:tgtEl>
                                          <p:spTgt spid="27"/>
                                        </p:tgtEl>
                                        <p:attrNameLst>
                                          <p:attrName>ppt_x</p:attrName>
                                          <p:attrName>ppt_y</p:attrName>
                                        </p:attrNameLst>
                                      </p:cBhvr>
                                    </p:animMotion>
                                  </p:childTnLst>
                                </p:cTn>
                              </p:par>
                              <p:par>
                                <p:cTn id="209" presetID="42" presetClass="path" presetSubtype="0" accel="50000" decel="50000" fill="hold" nodeType="withEffect">
                                  <p:stCondLst>
                                    <p:cond delay="217"/>
                                  </p:stCondLst>
                                  <p:childTnLst>
                                    <p:animMotion origin="layout" path="M -6.663152E-09 0.5813708 L -7.415963E-09 0.5846413" pathEditMode="relative" ptsTypes="">
                                      <p:cBhvr>
                                        <p:cTn id="210" dur="17" fill="hold"/>
                                        <p:tgtEl>
                                          <p:spTgt spid="27"/>
                                        </p:tgtEl>
                                        <p:attrNameLst>
                                          <p:attrName>ppt_x</p:attrName>
                                          <p:attrName>ppt_y</p:attrName>
                                        </p:attrNameLst>
                                      </p:cBhvr>
                                    </p:animMotion>
                                  </p:childTnLst>
                                </p:cTn>
                              </p:par>
                              <p:par>
                                <p:cTn id="211" presetID="42" presetClass="path" presetSubtype="0" accel="50000" decel="50000" fill="hold" nodeType="withEffect">
                                  <p:stCondLst>
                                    <p:cond delay="233"/>
                                  </p:stCondLst>
                                  <p:childTnLst>
                                    <p:animMotion origin="layout" path="M -7.415963E-09 0.5846413 L -8.155386E-09 0.5878537" pathEditMode="relative" ptsTypes="">
                                      <p:cBhvr>
                                        <p:cTn id="212" dur="17" fill="hold"/>
                                        <p:tgtEl>
                                          <p:spTgt spid="27"/>
                                        </p:tgtEl>
                                        <p:attrNameLst>
                                          <p:attrName>ppt_x</p:attrName>
                                          <p:attrName>ppt_y</p:attrName>
                                        </p:attrNameLst>
                                      </p:cBhvr>
                                    </p:animMotion>
                                  </p:childTnLst>
                                </p:cTn>
                              </p:par>
                              <p:par>
                                <p:cTn id="213" presetID="42" presetClass="path" presetSubtype="0" accel="50000" decel="50000" fill="hold" nodeType="withEffect">
                                  <p:stCondLst>
                                    <p:cond delay="250"/>
                                  </p:stCondLst>
                                  <p:childTnLst>
                                    <p:animMotion origin="layout" path="M -8.155386E-09 0.5878537 L -8.871877E-09 0.5909664" pathEditMode="relative" ptsTypes="">
                                      <p:cBhvr>
                                        <p:cTn id="214" dur="17" fill="hold"/>
                                        <p:tgtEl>
                                          <p:spTgt spid="27"/>
                                        </p:tgtEl>
                                        <p:attrNameLst>
                                          <p:attrName>ppt_x</p:attrName>
                                          <p:attrName>ppt_y</p:attrName>
                                        </p:attrNameLst>
                                      </p:cBhvr>
                                    </p:animMotion>
                                  </p:childTnLst>
                                </p:cTn>
                              </p:par>
                              <p:par>
                                <p:cTn id="215" presetID="42" presetClass="path" presetSubtype="0" accel="50000" decel="50000" fill="hold" nodeType="withEffect">
                                  <p:stCondLst>
                                    <p:cond delay="267"/>
                                  </p:stCondLst>
                                  <p:childTnLst>
                                    <p:animMotion origin="layout" path="M -8.871877E-09 0.5909664 L -9.555896E-09 0.5939381" pathEditMode="relative" ptsTypes="">
                                      <p:cBhvr>
                                        <p:cTn id="216" dur="17" fill="hold"/>
                                        <p:tgtEl>
                                          <p:spTgt spid="27"/>
                                        </p:tgtEl>
                                        <p:attrNameLst>
                                          <p:attrName>ppt_x</p:attrName>
                                          <p:attrName>ppt_y</p:attrName>
                                        </p:attrNameLst>
                                      </p:cBhvr>
                                    </p:animMotion>
                                  </p:childTnLst>
                                </p:cTn>
                              </p:par>
                              <p:par>
                                <p:cTn id="217" presetID="42" presetClass="path" presetSubtype="0" accel="50000" decel="50000" fill="hold" nodeType="withEffect">
                                  <p:stCondLst>
                                    <p:cond delay="283"/>
                                  </p:stCondLst>
                                  <p:childTnLst>
                                    <p:animMotion origin="layout" path="M -9.555896E-09 0.5939381 L -1.01979E-08 0.5967272" pathEditMode="relative" ptsTypes="">
                                      <p:cBhvr>
                                        <p:cTn id="218" dur="17" fill="hold"/>
                                        <p:tgtEl>
                                          <p:spTgt spid="27"/>
                                        </p:tgtEl>
                                        <p:attrNameLst>
                                          <p:attrName>ppt_x</p:attrName>
                                          <p:attrName>ppt_y</p:attrName>
                                        </p:attrNameLst>
                                      </p:cBhvr>
                                    </p:animMotion>
                                  </p:childTnLst>
                                </p:cTn>
                              </p:par>
                              <p:par>
                                <p:cTn id="219" presetID="42" presetClass="path" presetSubtype="0" accel="50000" decel="50000" fill="hold" nodeType="withEffect">
                                  <p:stCondLst>
                                    <p:cond delay="300"/>
                                  </p:stCondLst>
                                  <p:childTnLst>
                                    <p:animMotion origin="layout" path="M -1.01979E-08 0.5967272 L -1.078834E-08 0.5992924" pathEditMode="relative" ptsTypes="">
                                      <p:cBhvr>
                                        <p:cTn id="220" dur="17" fill="hold"/>
                                        <p:tgtEl>
                                          <p:spTgt spid="27"/>
                                        </p:tgtEl>
                                        <p:attrNameLst>
                                          <p:attrName>ppt_x</p:attrName>
                                          <p:attrName>ppt_y</p:attrName>
                                        </p:attrNameLst>
                                      </p:cBhvr>
                                    </p:animMotion>
                                  </p:childTnLst>
                                </p:cTn>
                              </p:par>
                              <p:par>
                                <p:cTn id="221" presetID="42" presetClass="path" presetSubtype="0" accel="50000" decel="50000" fill="hold" nodeType="withEffect">
                                  <p:stCondLst>
                                    <p:cond delay="317"/>
                                  </p:stCondLst>
                                  <p:childTnLst>
                                    <p:animMotion origin="layout" path="M -1.078834E-08 0.5992924 L -1.131769E-08 0.6015921" pathEditMode="relative" ptsTypes="">
                                      <p:cBhvr>
                                        <p:cTn id="222" dur="17" fill="hold"/>
                                        <p:tgtEl>
                                          <p:spTgt spid="27"/>
                                        </p:tgtEl>
                                        <p:attrNameLst>
                                          <p:attrName>ppt_x</p:attrName>
                                          <p:attrName>ppt_y</p:attrName>
                                        </p:attrNameLst>
                                      </p:cBhvr>
                                    </p:animMotion>
                                  </p:childTnLst>
                                </p:cTn>
                              </p:par>
                              <p:par>
                                <p:cTn id="223" presetID="42" presetClass="path" presetSubtype="0" accel="50000" decel="50000" fill="hold" nodeType="withEffect">
                                  <p:stCondLst>
                                    <p:cond delay="333"/>
                                  </p:stCondLst>
                                  <p:childTnLst>
                                    <p:animMotion origin="layout" path="M -1.131769E-08 0.6015921 L -1.177639E-08 0.6035849" pathEditMode="relative" ptsTypes="">
                                      <p:cBhvr>
                                        <p:cTn id="224" dur="17" fill="hold"/>
                                        <p:tgtEl>
                                          <p:spTgt spid="27"/>
                                        </p:tgtEl>
                                        <p:attrNameLst>
                                          <p:attrName>ppt_x</p:attrName>
                                          <p:attrName>ppt_y</p:attrName>
                                        </p:attrNameLst>
                                      </p:cBhvr>
                                    </p:animMotion>
                                  </p:childTnLst>
                                </p:cTn>
                              </p:par>
                              <p:par>
                                <p:cTn id="225" presetID="42" presetClass="path" presetSubtype="0" accel="50000" decel="50000" fill="hold" nodeType="withEffect">
                                  <p:stCondLst>
                                    <p:cond delay="350"/>
                                  </p:stCondLst>
                                  <p:childTnLst>
                                    <p:animMotion origin="layout" path="M -1.177639E-08 0.6035849 L -1.215491E-08 0.6052294" pathEditMode="relative" ptsTypes="">
                                      <p:cBhvr>
                                        <p:cTn id="226" dur="17" fill="hold"/>
                                        <p:tgtEl>
                                          <p:spTgt spid="27"/>
                                        </p:tgtEl>
                                        <p:attrNameLst>
                                          <p:attrName>ppt_x</p:attrName>
                                          <p:attrName>ppt_y</p:attrName>
                                        </p:attrNameLst>
                                      </p:cBhvr>
                                    </p:animMotion>
                                  </p:childTnLst>
                                </p:cTn>
                              </p:par>
                              <p:par>
                                <p:cTn id="227" presetID="42" presetClass="path" presetSubtype="0" accel="50000" decel="50000" fill="hold" nodeType="withEffect">
                                  <p:stCondLst>
                                    <p:cond delay="367"/>
                                  </p:stCondLst>
                                  <p:childTnLst>
                                    <p:animMotion origin="layout" path="M -1.215491E-08 0.6052294 L -1.24437E-08 0.606484" pathEditMode="relative" ptsTypes="">
                                      <p:cBhvr>
                                        <p:cTn id="228" dur="17" fill="hold"/>
                                        <p:tgtEl>
                                          <p:spTgt spid="27"/>
                                        </p:tgtEl>
                                        <p:attrNameLst>
                                          <p:attrName>ppt_x</p:attrName>
                                          <p:attrName>ppt_y</p:attrName>
                                        </p:attrNameLst>
                                      </p:cBhvr>
                                    </p:animMotion>
                                  </p:childTnLst>
                                </p:cTn>
                              </p:par>
                              <p:par>
                                <p:cTn id="229" presetID="42" presetClass="path" presetSubtype="0" accel="50000" decel="50000" fill="hold" nodeType="withEffect">
                                  <p:stCondLst>
                                    <p:cond delay="383"/>
                                  </p:stCondLst>
                                  <p:childTnLst>
                                    <p:animMotion origin="layout" path="M -1.24437E-08 0.606484 L -1.263322E-08 0.6073073" pathEditMode="relative" ptsTypes="">
                                      <p:cBhvr>
                                        <p:cTn id="230" dur="17" fill="hold"/>
                                        <p:tgtEl>
                                          <p:spTgt spid="27"/>
                                        </p:tgtEl>
                                        <p:attrNameLst>
                                          <p:attrName>ppt_x</p:attrName>
                                          <p:attrName>ppt_y</p:attrName>
                                        </p:attrNameLst>
                                      </p:cBhvr>
                                    </p:animMotion>
                                  </p:childTnLst>
                                </p:cTn>
                              </p:par>
                              <p:par>
                                <p:cTn id="231" presetID="42" presetClass="path" presetSubtype="0" accel="50000" decel="50000" fill="hold" nodeType="withEffect">
                                  <p:stCondLst>
                                    <p:cond delay="400"/>
                                  </p:stCondLst>
                                  <p:childTnLst>
                                    <p:animMotion origin="layout" path="M -1.263322E-08 0.6073073 L -1.271393E-08 0.6076579" pathEditMode="relative" ptsTypes="">
                                      <p:cBhvr>
                                        <p:cTn id="232" dur="17" fill="hold"/>
                                        <p:tgtEl>
                                          <p:spTgt spid="27"/>
                                        </p:tgtEl>
                                        <p:attrNameLst>
                                          <p:attrName>ppt_x</p:attrName>
                                          <p:attrName>ppt_y</p:attrName>
                                        </p:attrNameLst>
                                      </p:cBhvr>
                                    </p:animMotion>
                                  </p:childTnLst>
                                </p:cTn>
                              </p:par>
                              <p:par>
                                <p:cTn id="233" presetID="42" presetClass="path" presetSubtype="0" accel="50000" decel="50000" fill="hold" nodeType="withEffect">
                                  <p:stCondLst>
                                    <p:cond delay="417"/>
                                  </p:stCondLst>
                                  <p:childTnLst>
                                    <p:animMotion origin="layout" path="M -1.271393E-08 0.6076579 L -1.267628E-08 0.6074944" pathEditMode="relative" ptsTypes="">
                                      <p:cBhvr>
                                        <p:cTn id="234" dur="17" fill="hold"/>
                                        <p:tgtEl>
                                          <p:spTgt spid="27"/>
                                        </p:tgtEl>
                                        <p:attrNameLst>
                                          <p:attrName>ppt_x</p:attrName>
                                          <p:attrName>ppt_y</p:attrName>
                                        </p:attrNameLst>
                                      </p:cBhvr>
                                    </p:animMotion>
                                  </p:childTnLst>
                                </p:cTn>
                              </p:par>
                              <p:par>
                                <p:cTn id="235" presetID="42" presetClass="path" presetSubtype="0" accel="50000" decel="50000" fill="hold" nodeType="withEffect">
                                  <p:stCondLst>
                                    <p:cond delay="433"/>
                                  </p:stCondLst>
                                  <p:childTnLst>
                                    <p:animMotion origin="layout" path="M -1.267628E-08 0.6074944 L -1.251074E-08 0.6067752" pathEditMode="relative" ptsTypes="">
                                      <p:cBhvr>
                                        <p:cTn id="236" dur="17" fill="hold"/>
                                        <p:tgtEl>
                                          <p:spTgt spid="27"/>
                                        </p:tgtEl>
                                        <p:attrNameLst>
                                          <p:attrName>ppt_x</p:attrName>
                                          <p:attrName>ppt_y</p:attrName>
                                        </p:attrNameLst>
                                      </p:cBhvr>
                                    </p:animMotion>
                                  </p:childTnLst>
                                </p:cTn>
                              </p:par>
                              <p:par>
                                <p:cTn id="237" presetID="42" presetClass="path" presetSubtype="0" accel="50000" decel="50000" fill="hold" nodeType="withEffect">
                                  <p:stCondLst>
                                    <p:cond delay="450"/>
                                  </p:stCondLst>
                                  <p:childTnLst>
                                    <p:animMotion origin="layout" path="M -1.251074E-08 0.6067752 L -1.220776E-08 0.6054589" pathEditMode="relative" ptsTypes="">
                                      <p:cBhvr>
                                        <p:cTn id="238" dur="17" fill="hold"/>
                                        <p:tgtEl>
                                          <p:spTgt spid="27"/>
                                        </p:tgtEl>
                                        <p:attrNameLst>
                                          <p:attrName>ppt_x</p:attrName>
                                          <p:attrName>ppt_y</p:attrName>
                                        </p:attrNameLst>
                                      </p:cBhvr>
                                    </p:animMotion>
                                  </p:childTnLst>
                                </p:cTn>
                              </p:par>
                              <p:par>
                                <p:cTn id="239" presetID="42" presetClass="path" presetSubtype="0" accel="50000" decel="50000" fill="hold" nodeType="withEffect">
                                  <p:stCondLst>
                                    <p:cond delay="467"/>
                                  </p:stCondLst>
                                  <p:childTnLst>
                                    <p:animMotion origin="layout" path="M -1.220776E-08 0.6054589 L -1.17578E-08 0.6035041" pathEditMode="relative" ptsTypes="">
                                      <p:cBhvr>
                                        <p:cTn id="240" dur="17" fill="hold"/>
                                        <p:tgtEl>
                                          <p:spTgt spid="27"/>
                                        </p:tgtEl>
                                        <p:attrNameLst>
                                          <p:attrName>ppt_x</p:attrName>
                                          <p:attrName>ppt_y</p:attrName>
                                        </p:attrNameLst>
                                      </p:cBhvr>
                                    </p:animMotion>
                                  </p:childTnLst>
                                </p:cTn>
                              </p:par>
                              <p:par>
                                <p:cTn id="241" presetID="42" presetClass="path" presetSubtype="0" accel="50000" decel="50000" fill="hold" nodeType="withEffect">
                                  <p:stCondLst>
                                    <p:cond delay="483"/>
                                  </p:stCondLst>
                                  <p:childTnLst>
                                    <p:animMotion origin="layout" path="M -1.17578E-08 0.6035041 L -1.115131E-08 0.6008693" pathEditMode="relative" ptsTypes="">
                                      <p:cBhvr>
                                        <p:cTn id="242" dur="17" fill="hold"/>
                                        <p:tgtEl>
                                          <p:spTgt spid="27"/>
                                        </p:tgtEl>
                                        <p:attrNameLst>
                                          <p:attrName>ppt_x</p:attrName>
                                          <p:attrName>ppt_y</p:attrName>
                                        </p:attrNameLst>
                                      </p:cBhvr>
                                    </p:animMotion>
                                  </p:childTnLst>
                                </p:cTn>
                              </p:par>
                              <p:par>
                                <p:cTn id="243" presetID="42" presetClass="path" presetSubtype="0" accel="50000" decel="50000" fill="hold" nodeType="withEffect">
                                  <p:stCondLst>
                                    <p:cond delay="500"/>
                                  </p:stCondLst>
                                  <p:childTnLst>
                                    <p:animMotion origin="layout" path="M -1.115131E-08 0.6008693 L -1.037876E-08 0.597513" pathEditMode="relative" ptsTypes="">
                                      <p:cBhvr>
                                        <p:cTn id="244" dur="17" fill="hold"/>
                                        <p:tgtEl>
                                          <p:spTgt spid="27"/>
                                        </p:tgtEl>
                                        <p:attrNameLst>
                                          <p:attrName>ppt_x</p:attrName>
                                          <p:attrName>ppt_y</p:attrName>
                                        </p:attrNameLst>
                                      </p:cBhvr>
                                    </p:animMotion>
                                  </p:childTnLst>
                                </p:cTn>
                              </p:par>
                              <p:par>
                                <p:cTn id="245" presetID="42" presetClass="path" presetSubtype="0" accel="50000" decel="50000" fill="hold" nodeType="withEffect">
                                  <p:stCondLst>
                                    <p:cond delay="517"/>
                                  </p:stCondLst>
                                  <p:childTnLst>
                                    <p:animMotion origin="layout" path="M -1.037876E-08 0.597513 L -9.430604E-09 0.5933938" pathEditMode="relative" ptsTypes="">
                                      <p:cBhvr>
                                        <p:cTn id="246" dur="17" fill="hold"/>
                                        <p:tgtEl>
                                          <p:spTgt spid="27"/>
                                        </p:tgtEl>
                                        <p:attrNameLst>
                                          <p:attrName>ppt_x</p:attrName>
                                          <p:attrName>ppt_y</p:attrName>
                                        </p:attrNameLst>
                                      </p:cBhvr>
                                    </p:animMotion>
                                  </p:childTnLst>
                                </p:cTn>
                              </p:par>
                              <p:par>
                                <p:cTn id="247" presetID="42" presetClass="path" presetSubtype="0" accel="50000" decel="50000" fill="hold" nodeType="withEffect">
                                  <p:stCondLst>
                                    <p:cond delay="533"/>
                                  </p:stCondLst>
                                  <p:childTnLst>
                                    <p:animMotion origin="layout" path="M -9.430604E-09 0.5933938 L -8.297294E-09 0.5884702" pathEditMode="relative" ptsTypes="">
                                      <p:cBhvr>
                                        <p:cTn id="248" dur="17" fill="hold"/>
                                        <p:tgtEl>
                                          <p:spTgt spid="27"/>
                                        </p:tgtEl>
                                        <p:attrNameLst>
                                          <p:attrName>ppt_x</p:attrName>
                                          <p:attrName>ppt_y</p:attrName>
                                        </p:attrNameLst>
                                      </p:cBhvr>
                                    </p:animMotion>
                                  </p:childTnLst>
                                </p:cTn>
                              </p:par>
                              <p:par>
                                <p:cTn id="249" presetID="42" presetClass="path" presetSubtype="0" accel="50000" decel="50000" fill="hold" nodeType="withEffect">
                                  <p:stCondLst>
                                    <p:cond delay="550"/>
                                  </p:stCondLst>
                                  <p:childTnLst>
                                    <p:animMotion origin="layout" path="M -8.297294E-09 0.5884702 L -6.969292E-09 0.5827008" pathEditMode="relative" ptsTypes="">
                                      <p:cBhvr>
                                        <p:cTn id="250" dur="17" fill="hold"/>
                                        <p:tgtEl>
                                          <p:spTgt spid="27"/>
                                        </p:tgtEl>
                                        <p:attrNameLst>
                                          <p:attrName>ppt_x</p:attrName>
                                          <p:attrName>ppt_y</p:attrName>
                                        </p:attrNameLst>
                                      </p:cBhvr>
                                    </p:animMotion>
                                  </p:childTnLst>
                                </p:cTn>
                              </p:par>
                              <p:par>
                                <p:cTn id="251" presetID="42" presetClass="path" presetSubtype="0" accel="50000" decel="50000" fill="hold" nodeType="withEffect">
                                  <p:stCondLst>
                                    <p:cond delay="567"/>
                                  </p:stCondLst>
                                  <p:childTnLst>
                                    <p:animMotion origin="layout" path="M -6.969292E-09 0.5827008 L -5.437054E-09 0.5760441" pathEditMode="relative" ptsTypes="">
                                      <p:cBhvr>
                                        <p:cTn id="252" dur="17" fill="hold"/>
                                        <p:tgtEl>
                                          <p:spTgt spid="27"/>
                                        </p:tgtEl>
                                        <p:attrNameLst>
                                          <p:attrName>ppt_x</p:attrName>
                                          <p:attrName>ppt_y</p:attrName>
                                        </p:attrNameLst>
                                      </p:cBhvr>
                                    </p:animMotion>
                                  </p:childTnLst>
                                </p:cTn>
                              </p:par>
                              <p:par>
                                <p:cTn id="253" presetID="42" presetClass="path" presetSubtype="0" accel="50000" decel="50000" fill="hold" nodeType="withEffect">
                                  <p:stCondLst>
                                    <p:cond delay="583"/>
                                  </p:stCondLst>
                                  <p:childTnLst>
                                    <p:animMotion origin="layout" path="M -5.437054E-09 0.5760441 L -3.69104E-09 0.5684586" pathEditMode="relative" ptsTypes="">
                                      <p:cBhvr>
                                        <p:cTn id="254" dur="17" fill="hold"/>
                                        <p:tgtEl>
                                          <p:spTgt spid="27"/>
                                        </p:tgtEl>
                                        <p:attrNameLst>
                                          <p:attrName>ppt_x</p:attrName>
                                          <p:attrName>ppt_y</p:attrName>
                                        </p:attrNameLst>
                                      </p:cBhvr>
                                    </p:animMotion>
                                  </p:childTnLst>
                                </p:cTn>
                              </p:par>
                              <p:par>
                                <p:cTn id="255" presetID="42" presetClass="path" presetSubtype="0" accel="50000" decel="50000" fill="hold" nodeType="withEffect">
                                  <p:stCondLst>
                                    <p:cond delay="600"/>
                                  </p:stCondLst>
                                  <p:childTnLst>
                                    <p:animMotion origin="layout" path="M -3.69104E-09 0.5684586 L -1.721706E-09 0.559903" pathEditMode="relative" ptsTypes="">
                                      <p:cBhvr>
                                        <p:cTn id="256" dur="17" fill="hold"/>
                                        <p:tgtEl>
                                          <p:spTgt spid="27"/>
                                        </p:tgtEl>
                                        <p:attrNameLst>
                                          <p:attrName>ppt_x</p:attrName>
                                          <p:attrName>ppt_y</p:attrName>
                                        </p:attrNameLst>
                                      </p:cBhvr>
                                    </p:animMotion>
                                  </p:childTnLst>
                                </p:cTn>
                              </p:par>
                              <p:par>
                                <p:cTn id="257" presetID="42" presetClass="path" presetSubtype="0" accel="50000" decel="50000" fill="hold" nodeType="withEffect">
                                  <p:stCondLst>
                                    <p:cond delay="617"/>
                                  </p:stCondLst>
                                  <p:childTnLst>
                                    <p:animMotion origin="layout" path="M -1.721706E-09 0.559903 L 4.804909E-10 0.5503357" pathEditMode="relative" ptsTypes="">
                                      <p:cBhvr>
                                        <p:cTn id="258" dur="17" fill="hold"/>
                                        <p:tgtEl>
                                          <p:spTgt spid="27"/>
                                        </p:tgtEl>
                                        <p:attrNameLst>
                                          <p:attrName>ppt_x</p:attrName>
                                          <p:attrName>ppt_y</p:attrName>
                                        </p:attrNameLst>
                                      </p:cBhvr>
                                    </p:animMotion>
                                  </p:childTnLst>
                                </p:cTn>
                              </p:par>
                              <p:par>
                                <p:cTn id="259" presetID="42" presetClass="path" presetSubtype="0" accel="50000" decel="50000" fill="hold" nodeType="withEffect">
                                  <p:stCondLst>
                                    <p:cond delay="633"/>
                                  </p:stCondLst>
                                  <p:childTnLst>
                                    <p:animMotion origin="layout" path="M 4.804909E-10 0.5503357 L 2.925092E-09 0.5397153" pathEditMode="relative" ptsTypes="">
                                      <p:cBhvr>
                                        <p:cTn id="260" dur="17" fill="hold"/>
                                        <p:tgtEl>
                                          <p:spTgt spid="27"/>
                                        </p:tgtEl>
                                        <p:attrNameLst>
                                          <p:attrName>ppt_x</p:attrName>
                                          <p:attrName>ppt_y</p:attrName>
                                        </p:attrNameLst>
                                      </p:cBhvr>
                                    </p:animMotion>
                                  </p:childTnLst>
                                </p:cTn>
                              </p:par>
                              <p:par>
                                <p:cTn id="261" presetID="42" presetClass="path" presetSubtype="0" accel="50000" decel="50000" fill="hold" nodeType="withEffect">
                                  <p:stCondLst>
                                    <p:cond delay="650"/>
                                  </p:stCondLst>
                                  <p:childTnLst>
                                    <p:animMotion origin="layout" path="M 2.925092E-09 0.5397153 L 5.621639E-09 0.5280004" pathEditMode="relative" ptsTypes="">
                                      <p:cBhvr>
                                        <p:cTn id="262" dur="17" fill="hold"/>
                                        <p:tgtEl>
                                          <p:spTgt spid="27"/>
                                        </p:tgtEl>
                                        <p:attrNameLst>
                                          <p:attrName>ppt_x</p:attrName>
                                          <p:attrName>ppt_y</p:attrName>
                                        </p:attrNameLst>
                                      </p:cBhvr>
                                    </p:animMotion>
                                  </p:childTnLst>
                                </p:cTn>
                              </p:par>
                              <p:par>
                                <p:cTn id="263" presetID="42" presetClass="path" presetSubtype="0" accel="50000" decel="50000" fill="hold" nodeType="withEffect">
                                  <p:stCondLst>
                                    <p:cond delay="667"/>
                                  </p:stCondLst>
                                  <p:childTnLst>
                                    <p:animMotion origin="layout" path="M 5.621639E-09 0.5280004 L 8.579676E-09 0.5151493" pathEditMode="relative" ptsTypes="">
                                      <p:cBhvr>
                                        <p:cTn id="264" dur="17" fill="hold"/>
                                        <p:tgtEl>
                                          <p:spTgt spid="27"/>
                                        </p:tgtEl>
                                        <p:attrNameLst>
                                          <p:attrName>ppt_x</p:attrName>
                                          <p:attrName>ppt_y</p:attrName>
                                        </p:attrNameLst>
                                      </p:cBhvr>
                                    </p:animMotion>
                                  </p:childTnLst>
                                </p:cTn>
                              </p:par>
                              <p:par>
                                <p:cTn id="265" presetID="42" presetClass="path" presetSubtype="0" accel="50000" decel="50000" fill="hold" nodeType="withEffect">
                                  <p:stCondLst>
                                    <p:cond delay="683"/>
                                  </p:stCondLst>
                                  <p:childTnLst>
                                    <p:animMotion origin="layout" path="M 8.579676E-09 0.5151493 L 1.180874E-08 0.5011209" pathEditMode="relative" ptsTypes="">
                                      <p:cBhvr>
                                        <p:cTn id="266" dur="17" fill="hold"/>
                                        <p:tgtEl>
                                          <p:spTgt spid="27"/>
                                        </p:tgtEl>
                                        <p:attrNameLst>
                                          <p:attrName>ppt_x</p:attrName>
                                          <p:attrName>ppt_y</p:attrName>
                                        </p:attrNameLst>
                                      </p:cBhvr>
                                    </p:animMotion>
                                  </p:childTnLst>
                                </p:cTn>
                              </p:par>
                              <p:par>
                                <p:cTn id="267" presetID="42" presetClass="path" presetSubtype="0" accel="50000" decel="50000" fill="hold" nodeType="withEffect">
                                  <p:stCondLst>
                                    <p:cond delay="700"/>
                                  </p:stCondLst>
                                  <p:childTnLst>
                                    <p:animMotion origin="layout" path="M 1.180874E-08 0.5011209 L 1.531838E-08 0.4858735" pathEditMode="relative" ptsTypes="">
                                      <p:cBhvr>
                                        <p:cTn id="268" dur="17" fill="hold"/>
                                        <p:tgtEl>
                                          <p:spTgt spid="27"/>
                                        </p:tgtEl>
                                        <p:attrNameLst>
                                          <p:attrName>ppt_x</p:attrName>
                                          <p:attrName>ppt_y</p:attrName>
                                        </p:attrNameLst>
                                      </p:cBhvr>
                                    </p:animMotion>
                                  </p:childTnLst>
                                </p:cTn>
                              </p:par>
                              <p:par>
                                <p:cTn id="269" presetID="42" presetClass="path" presetSubtype="0" accel="50000" decel="50000" fill="hold" nodeType="withEffect">
                                  <p:stCondLst>
                                    <p:cond delay="717"/>
                                  </p:stCondLst>
                                  <p:childTnLst>
                                    <p:animMotion origin="layout" path="M 1.531838E-08 0.4858735 L 1.911814E-08 0.4693657" pathEditMode="relative" ptsTypes="">
                                      <p:cBhvr>
                                        <p:cTn id="270" dur="17" fill="hold"/>
                                        <p:tgtEl>
                                          <p:spTgt spid="27"/>
                                        </p:tgtEl>
                                        <p:attrNameLst>
                                          <p:attrName>ppt_x</p:attrName>
                                          <p:attrName>ppt_y</p:attrName>
                                        </p:attrNameLst>
                                      </p:cBhvr>
                                    </p:animMotion>
                                  </p:childTnLst>
                                </p:cTn>
                              </p:par>
                              <p:par>
                                <p:cTn id="271" presetID="42" presetClass="path" presetSubtype="0" accel="50000" decel="50000" fill="hold" nodeType="withEffect">
                                  <p:stCondLst>
                                    <p:cond delay="733"/>
                                  </p:stCondLst>
                                  <p:childTnLst>
                                    <p:animMotion origin="layout" path="M 1.911814E-08 0.4693657 L 2.321756E-08 0.451556" pathEditMode="relative" ptsTypes="">
                                      <p:cBhvr>
                                        <p:cTn id="272" dur="17" fill="hold"/>
                                        <p:tgtEl>
                                          <p:spTgt spid="27"/>
                                        </p:tgtEl>
                                        <p:attrNameLst>
                                          <p:attrName>ppt_x</p:attrName>
                                          <p:attrName>ppt_y</p:attrName>
                                        </p:attrNameLst>
                                      </p:cBhvr>
                                    </p:animMotion>
                                  </p:childTnLst>
                                </p:cTn>
                              </p:par>
                              <p:par>
                                <p:cTn id="273" presetID="42" presetClass="path" presetSubtype="0" accel="50000" decel="50000" fill="hold" nodeType="withEffect">
                                  <p:stCondLst>
                                    <p:cond delay="750"/>
                                  </p:stCondLst>
                                  <p:childTnLst>
                                    <p:animMotion origin="layout" path="M 2.321756E-08 0.451556 L 2.762618E-08 0.4324031" pathEditMode="relative" ptsTypes="">
                                      <p:cBhvr>
                                        <p:cTn id="274" dur="17" fill="hold"/>
                                        <p:tgtEl>
                                          <p:spTgt spid="27"/>
                                        </p:tgtEl>
                                        <p:attrNameLst>
                                          <p:attrName>ppt_x</p:attrName>
                                          <p:attrName>ppt_y</p:attrName>
                                        </p:attrNameLst>
                                      </p:cBhvr>
                                    </p:animMotion>
                                  </p:childTnLst>
                                </p:cTn>
                              </p:par>
                              <p:par>
                                <p:cTn id="275" presetID="42" presetClass="path" presetSubtype="0" accel="50000" decel="50000" fill="hold" nodeType="withEffect">
                                  <p:stCondLst>
                                    <p:cond delay="767"/>
                                  </p:stCondLst>
                                  <p:childTnLst>
                                    <p:animMotion origin="layout" path="M 2.762618E-08 0.4324031 L 3.235353E-08 0.4118654" pathEditMode="relative" ptsTypes="">
                                      <p:cBhvr>
                                        <p:cTn id="276" dur="17" fill="hold"/>
                                        <p:tgtEl>
                                          <p:spTgt spid="27"/>
                                        </p:tgtEl>
                                        <p:attrNameLst>
                                          <p:attrName>ppt_x</p:attrName>
                                          <p:attrName>ppt_y</p:attrName>
                                        </p:attrNameLst>
                                      </p:cBhvr>
                                    </p:animMotion>
                                  </p:childTnLst>
                                </p:cTn>
                              </p:par>
                              <p:par>
                                <p:cTn id="277" presetID="42" presetClass="path" presetSubtype="0" accel="50000" decel="50000" fill="hold" nodeType="withEffect">
                                  <p:stCondLst>
                                    <p:cond delay="783"/>
                                  </p:stCondLst>
                                  <p:childTnLst>
                                    <p:animMotion origin="layout" path="M 3.235353E-08 0.4118654 L 3.740918E-08 0.3899015" pathEditMode="relative" ptsTypes="">
                                      <p:cBhvr>
                                        <p:cTn id="278" dur="17" fill="hold"/>
                                        <p:tgtEl>
                                          <p:spTgt spid="27"/>
                                        </p:tgtEl>
                                        <p:attrNameLst>
                                          <p:attrName>ppt_x</p:attrName>
                                          <p:attrName>ppt_y</p:attrName>
                                        </p:attrNameLst>
                                      </p:cBhvr>
                                    </p:animMotion>
                                  </p:childTnLst>
                                </p:cTn>
                              </p:par>
                              <p:par>
                                <p:cTn id="279" presetID="42" presetClass="path" presetSubtype="0" accel="50000" decel="50000" fill="hold" nodeType="withEffect">
                                  <p:stCondLst>
                                    <p:cond delay="800"/>
                                  </p:stCondLst>
                                  <p:childTnLst>
                                    <p:animMotion origin="layout" path="M 3.740918E-08 0.3899015 L 4.280265E-08 0.3664699" pathEditMode="relative" ptsTypes="">
                                      <p:cBhvr>
                                        <p:cTn id="280" dur="17" fill="hold"/>
                                        <p:tgtEl>
                                          <p:spTgt spid="27"/>
                                        </p:tgtEl>
                                        <p:attrNameLst>
                                          <p:attrName>ppt_x</p:attrName>
                                          <p:attrName>ppt_y</p:attrName>
                                        </p:attrNameLst>
                                      </p:cBhvr>
                                    </p:animMotion>
                                  </p:childTnLst>
                                </p:cTn>
                              </p:par>
                              <p:par>
                                <p:cTn id="281" presetID="42" presetClass="path" presetSubtype="0" accel="50000" decel="50000" fill="hold" nodeType="withEffect">
                                  <p:stCondLst>
                                    <p:cond delay="817"/>
                                  </p:stCondLst>
                                  <p:childTnLst>
                                    <p:animMotion origin="layout" path="M 4.280265E-08 0.3664699 L 4.854349E-08 0.3415292" pathEditMode="relative" ptsTypes="">
                                      <p:cBhvr>
                                        <p:cTn id="282" dur="17" fill="hold"/>
                                        <p:tgtEl>
                                          <p:spTgt spid="27"/>
                                        </p:tgtEl>
                                        <p:attrNameLst>
                                          <p:attrName>ppt_x</p:attrName>
                                          <p:attrName>ppt_y</p:attrName>
                                        </p:attrNameLst>
                                      </p:cBhvr>
                                    </p:animMotion>
                                  </p:childTnLst>
                                </p:cTn>
                              </p:par>
                              <p:par>
                                <p:cTn id="283" presetID="42" presetClass="path" presetSubtype="0" accel="50000" decel="50000" fill="hold" nodeType="withEffect">
                                  <p:stCondLst>
                                    <p:cond delay="833"/>
                                  </p:stCondLst>
                                  <p:childTnLst>
                                    <p:animMotion origin="layout" path="M 4.854349E-08 0.3415292 L 5.464125E-08 0.3150379" pathEditMode="relative" ptsTypes="">
                                      <p:cBhvr>
                                        <p:cTn id="284" dur="17" fill="hold"/>
                                        <p:tgtEl>
                                          <p:spTgt spid="27"/>
                                        </p:tgtEl>
                                        <p:attrNameLst>
                                          <p:attrName>ppt_x</p:attrName>
                                          <p:attrName>ppt_y</p:attrName>
                                        </p:attrNameLst>
                                      </p:cBhvr>
                                    </p:animMotion>
                                  </p:childTnLst>
                                </p:cTn>
                              </p:par>
                              <p:par>
                                <p:cTn id="285" presetID="42" presetClass="path" presetSubtype="0" accel="50000" decel="50000" fill="hold" nodeType="withEffect">
                                  <p:stCondLst>
                                    <p:cond delay="850"/>
                                  </p:stCondLst>
                                  <p:childTnLst>
                                    <p:animMotion origin="layout" path="M 5.464125E-08 0.3150379 L 6.110546E-08 0.2869546" pathEditMode="relative" ptsTypes="">
                                      <p:cBhvr>
                                        <p:cTn id="286" dur="17" fill="hold"/>
                                        <p:tgtEl>
                                          <p:spTgt spid="27"/>
                                        </p:tgtEl>
                                        <p:attrNameLst>
                                          <p:attrName>ppt_x</p:attrName>
                                          <p:attrName>ppt_y</p:attrName>
                                        </p:attrNameLst>
                                      </p:cBhvr>
                                    </p:animMotion>
                                  </p:childTnLst>
                                </p:cTn>
                              </p:par>
                              <p:par>
                                <p:cTn id="287" presetID="42" presetClass="path" presetSubtype="0" accel="50000" decel="50000" fill="hold" nodeType="withEffect">
                                  <p:stCondLst>
                                    <p:cond delay="867"/>
                                  </p:stCondLst>
                                  <p:childTnLst>
                                    <p:animMotion origin="layout" path="M 6.110546E-08 0.2869546 L 6.794566E-08 0.2572378" pathEditMode="relative" ptsTypes="">
                                      <p:cBhvr>
                                        <p:cTn id="288" dur="17" fill="hold"/>
                                        <p:tgtEl>
                                          <p:spTgt spid="27"/>
                                        </p:tgtEl>
                                        <p:attrNameLst>
                                          <p:attrName>ppt_x</p:attrName>
                                          <p:attrName>ppt_y</p:attrName>
                                        </p:attrNameLst>
                                      </p:cBhvr>
                                    </p:animMotion>
                                  </p:childTnLst>
                                </p:cTn>
                              </p:par>
                              <p:par>
                                <p:cTn id="289" presetID="42" presetClass="path" presetSubtype="0" accel="50000" decel="50000" fill="hold" nodeType="withEffect">
                                  <p:stCondLst>
                                    <p:cond delay="883"/>
                                  </p:stCondLst>
                                  <p:childTnLst>
                                    <p:animMotion origin="layout" path="M 6.794566E-08 0.2572378 L 7.517141E-08 0.225846" pathEditMode="relative" ptsTypes="">
                                      <p:cBhvr>
                                        <p:cTn id="290" dur="17" fill="hold"/>
                                        <p:tgtEl>
                                          <p:spTgt spid="27"/>
                                        </p:tgtEl>
                                        <p:attrNameLst>
                                          <p:attrName>ppt_x</p:attrName>
                                          <p:attrName>ppt_y</p:attrName>
                                        </p:attrNameLst>
                                      </p:cBhvr>
                                    </p:animMotion>
                                  </p:childTnLst>
                                </p:cTn>
                              </p:par>
                              <p:par>
                                <p:cTn id="291" presetID="42" presetClass="path" presetSubtype="0" accel="50000" decel="50000" fill="hold" nodeType="withEffect">
                                  <p:stCondLst>
                                    <p:cond delay="900"/>
                                  </p:stCondLst>
                                  <p:childTnLst>
                                    <p:animMotion origin="layout" path="M 7.517141E-08 0.225846 L 8.279223E-08 0.1927379" pathEditMode="relative" ptsTypes="">
                                      <p:cBhvr>
                                        <p:cTn id="292" dur="17" fill="hold"/>
                                        <p:tgtEl>
                                          <p:spTgt spid="27"/>
                                        </p:tgtEl>
                                        <p:attrNameLst>
                                          <p:attrName>ppt_x</p:attrName>
                                          <p:attrName>ppt_y</p:attrName>
                                        </p:attrNameLst>
                                      </p:cBhvr>
                                    </p:animMotion>
                                  </p:childTnLst>
                                </p:cTn>
                              </p:par>
                              <p:par>
                                <p:cTn id="293" presetID="42" presetClass="path" presetSubtype="0" accel="50000" decel="50000" fill="hold" nodeType="withEffect">
                                  <p:stCondLst>
                                    <p:cond delay="917"/>
                                  </p:stCondLst>
                                  <p:childTnLst>
                                    <p:animMotion origin="layout" path="M 8.279223E-08 0.1927379 L 9.081769E-08 0.1578718" pathEditMode="relative" ptsTypes="">
                                      <p:cBhvr>
                                        <p:cTn id="294" dur="17" fill="hold"/>
                                        <p:tgtEl>
                                          <p:spTgt spid="27"/>
                                        </p:tgtEl>
                                        <p:attrNameLst>
                                          <p:attrName>ppt_x</p:attrName>
                                          <p:attrName>ppt_y</p:attrName>
                                        </p:attrNameLst>
                                      </p:cBhvr>
                                    </p:animMotion>
                                  </p:childTnLst>
                                </p:cTn>
                              </p:par>
                              <p:par>
                                <p:cTn id="295" presetID="42" presetClass="path" presetSubtype="0" accel="50000" decel="50000" fill="hold" nodeType="withEffect">
                                  <p:stCondLst>
                                    <p:cond delay="933"/>
                                  </p:stCondLst>
                                  <p:childTnLst>
                                    <p:animMotion origin="layout" path="M 9.081769E-08 0.1578718 L 9.92573E-08 0.1212065" pathEditMode="relative" ptsTypes="">
                                      <p:cBhvr>
                                        <p:cTn id="296" dur="17" fill="hold"/>
                                        <p:tgtEl>
                                          <p:spTgt spid="27"/>
                                        </p:tgtEl>
                                        <p:attrNameLst>
                                          <p:attrName>ppt_x</p:attrName>
                                          <p:attrName>ppt_y</p:attrName>
                                        </p:attrNameLst>
                                      </p:cBhvr>
                                    </p:animMotion>
                                  </p:childTnLst>
                                </p:cTn>
                              </p:par>
                              <p:par>
                                <p:cTn id="297" presetID="42" presetClass="path" presetSubtype="0" accel="50000" decel="50000" fill="hold" nodeType="withEffect">
                                  <p:stCondLst>
                                    <p:cond delay="950"/>
                                  </p:stCondLst>
                                  <p:childTnLst>
                                    <p:animMotion origin="layout" path="M 9.92573E-08 0.1212065 L 1.081206E-07 8.270039E-02" pathEditMode="relative" ptsTypes="">
                                      <p:cBhvr>
                                        <p:cTn id="298" dur="17" fill="hold"/>
                                        <p:tgtEl>
                                          <p:spTgt spid="27"/>
                                        </p:tgtEl>
                                        <p:attrNameLst>
                                          <p:attrName>ppt_x</p:attrName>
                                          <p:attrName>ppt_y</p:attrName>
                                        </p:attrNameLst>
                                      </p:cBhvr>
                                    </p:animMotion>
                                  </p:childTnLst>
                                </p:cTn>
                              </p:par>
                              <p:par>
                                <p:cTn id="299" presetID="42" presetClass="path" presetSubtype="0" accel="50000" decel="50000" fill="hold" nodeType="withEffect">
                                  <p:stCondLst>
                                    <p:cond delay="967"/>
                                  </p:stCondLst>
                                  <p:childTnLst>
                                    <p:animMotion origin="layout" path="M 1.081206E-07 8.270039E-02 L 1.174172E-07 4.231203E-02" pathEditMode="relative" ptsTypes="">
                                      <p:cBhvr>
                                        <p:cTn id="300" dur="17" fill="hold"/>
                                        <p:tgtEl>
                                          <p:spTgt spid="27"/>
                                        </p:tgtEl>
                                        <p:attrNameLst>
                                          <p:attrName>ppt_x</p:attrName>
                                          <p:attrName>ppt_y</p:attrName>
                                        </p:attrNameLst>
                                      </p:cBhvr>
                                    </p:animMotion>
                                  </p:childTnLst>
                                </p:cTn>
                              </p:par>
                              <p:par>
                                <p:cTn id="301" presetID="42" presetClass="path" presetSubtype="0" accel="50000" decel="50000" fill="hold" nodeType="withEffect">
                                  <p:stCondLst>
                                    <p:cond delay="983"/>
                                  </p:stCondLst>
                                  <p:childTnLst>
                                    <p:animMotion origin="layout" path="M 1.174172E-07 4.231203E-02 L 1.271566E-07 1.226385E-16" pathEditMode="relative" ptsTypes="">
                                      <p:cBhvr>
                                        <p:cTn id="302" dur="17" fill="hold"/>
                                        <p:tgtEl>
                                          <p:spTgt spid="27"/>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4">
            <a:lumMod val="40000"/>
            <a:lumOff val="60000"/>
          </a:schemeClr>
        </a:solidFill>
        <a:effectLst/>
      </p:bgPr>
    </p:bg>
    <p:spTree>
      <p:nvGrpSpPr>
        <p:cNvPr id="1" name="">
          <a:extLst>
            <a:ext uri="{FF2B5EF4-FFF2-40B4-BE49-F238E27FC236}">
              <a16:creationId xmlns:a16="http://schemas.microsoft.com/office/drawing/2014/main" id="{40884D43-CDF7-25D1-D4A2-0F6CEBC23E1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FD92EB7-8FA6-876E-5D4B-D4899DD28F61}"/>
              </a:ext>
            </a:extLst>
          </p:cNvPr>
          <p:cNvSpPr/>
          <p:nvPr/>
        </p:nvSpPr>
        <p:spPr>
          <a:xfrm>
            <a:off x="3120793" y="138698"/>
            <a:ext cx="1198504" cy="3081867"/>
          </a:xfrm>
          <a:prstGeom prst="rect">
            <a:avLst/>
          </a:prstGeom>
          <a:ln/>
        </p:spPr>
        <p:style>
          <a:lnRef idx="1">
            <a:schemeClr val="dk1"/>
          </a:lnRef>
          <a:fillRef idx="3">
            <a:schemeClr val="dk1"/>
          </a:fillRef>
          <a:effectRef idx="2">
            <a:schemeClr val="dk1"/>
          </a:effectRef>
          <a:fontRef idx="minor">
            <a:schemeClr val="lt1"/>
          </a:fontRef>
        </p:style>
        <p:txBody>
          <a:bodyPr rtlCol="0" anchor="ctr"/>
          <a:lstStyle/>
          <a:p>
            <a:pPr algn="ctr"/>
            <a:endParaRPr lang="en-GB"/>
          </a:p>
        </p:txBody>
      </p:sp>
      <p:sp>
        <p:nvSpPr>
          <p:cNvPr id="4" name="Rectangle 3">
            <a:extLst>
              <a:ext uri="{FF2B5EF4-FFF2-40B4-BE49-F238E27FC236}">
                <a16:creationId xmlns:a16="http://schemas.microsoft.com/office/drawing/2014/main" id="{D5EA85F3-613A-744D-C7B6-0B7E7BD46C2A}"/>
              </a:ext>
            </a:extLst>
          </p:cNvPr>
          <p:cNvSpPr/>
          <p:nvPr/>
        </p:nvSpPr>
        <p:spPr>
          <a:xfrm>
            <a:off x="7401164" y="138698"/>
            <a:ext cx="1198504" cy="3081867"/>
          </a:xfrm>
          <a:prstGeom prst="rect">
            <a:avLst/>
          </a:prstGeom>
          <a:ln/>
        </p:spPr>
        <p:style>
          <a:lnRef idx="1">
            <a:schemeClr val="dk1"/>
          </a:lnRef>
          <a:fillRef idx="3">
            <a:schemeClr val="dk1"/>
          </a:fillRef>
          <a:effectRef idx="2">
            <a:schemeClr val="dk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61B4D6D5-2E5A-23DC-7C20-46CEF36E9EA4}"/>
              </a:ext>
            </a:extLst>
          </p:cNvPr>
          <p:cNvSpPr/>
          <p:nvPr/>
        </p:nvSpPr>
        <p:spPr>
          <a:xfrm>
            <a:off x="4319297" y="138698"/>
            <a:ext cx="3081867" cy="3081867"/>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A7FE73CC-1DC9-A683-88E8-05D531FEA5BE}"/>
              </a:ext>
            </a:extLst>
          </p:cNvPr>
          <p:cNvSpPr/>
          <p:nvPr/>
        </p:nvSpPr>
        <p:spPr>
          <a:xfrm rot="2700000">
            <a:off x="4774661" y="594062"/>
            <a:ext cx="2171138" cy="2171138"/>
          </a:xfrm>
          <a:prstGeom prst="rect">
            <a:avLst/>
          </a:prstGeom>
          <a:solidFill>
            <a:schemeClr val="accent5"/>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GB"/>
          </a:p>
        </p:txBody>
      </p:sp>
      <p:sp>
        <p:nvSpPr>
          <p:cNvPr id="12" name="Rectangle 11">
            <a:extLst>
              <a:ext uri="{FF2B5EF4-FFF2-40B4-BE49-F238E27FC236}">
                <a16:creationId xmlns:a16="http://schemas.microsoft.com/office/drawing/2014/main" id="{9C99BCBE-A34C-690E-4A34-1AB9D6DA92CD}"/>
              </a:ext>
            </a:extLst>
          </p:cNvPr>
          <p:cNvSpPr/>
          <p:nvPr/>
        </p:nvSpPr>
        <p:spPr>
          <a:xfrm rot="8100000">
            <a:off x="5321769" y="1141170"/>
            <a:ext cx="1076922" cy="1076922"/>
          </a:xfrm>
          <a:prstGeom prst="rect">
            <a:avLst/>
          </a:prstGeom>
          <a:ln/>
        </p:spPr>
        <p:style>
          <a:lnRef idx="2">
            <a:schemeClr val="accent3"/>
          </a:lnRef>
          <a:fillRef idx="1">
            <a:schemeClr val="lt1"/>
          </a:fillRef>
          <a:effectRef idx="0">
            <a:schemeClr val="accent3"/>
          </a:effectRef>
          <a:fontRef idx="minor">
            <a:schemeClr val="dk1"/>
          </a:fontRef>
        </p:style>
        <p:txBody>
          <a:bodyPr rtlCol="0" anchor="ctr"/>
          <a:lstStyle/>
          <a:p>
            <a:pPr algn="ctr"/>
            <a:endParaRPr lang="en-GB"/>
          </a:p>
        </p:txBody>
      </p:sp>
      <p:sp>
        <p:nvSpPr>
          <p:cNvPr id="13" name="Rectangle 12">
            <a:extLst>
              <a:ext uri="{FF2B5EF4-FFF2-40B4-BE49-F238E27FC236}">
                <a16:creationId xmlns:a16="http://schemas.microsoft.com/office/drawing/2014/main" id="{0F91FCE3-AE17-836F-22B3-D19F04FEE82F}"/>
              </a:ext>
            </a:extLst>
          </p:cNvPr>
          <p:cNvSpPr/>
          <p:nvPr/>
        </p:nvSpPr>
        <p:spPr>
          <a:xfrm rot="5400000">
            <a:off x="5098731" y="918948"/>
            <a:ext cx="1522183" cy="1522183"/>
          </a:xfrm>
          <a:prstGeom prst="rect">
            <a:avLst/>
          </a:prstGeom>
          <a:solidFill>
            <a:schemeClr val="accent3"/>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0AC57D6-4837-A022-1A11-8D3E02B313B5}"/>
              </a:ext>
            </a:extLst>
          </p:cNvPr>
          <p:cNvSpPr/>
          <p:nvPr/>
        </p:nvSpPr>
        <p:spPr>
          <a:xfrm rot="8100000">
            <a:off x="5323643" y="1143859"/>
            <a:ext cx="1072359" cy="1072359"/>
          </a:xfrm>
          <a:prstGeom prst="rect">
            <a:avLst/>
          </a:prstGeom>
          <a:solidFill>
            <a:schemeClr val="accent1">
              <a:lumMod val="60000"/>
              <a:lumOff val="40000"/>
            </a:schemeClr>
          </a:solidFill>
          <a:ln>
            <a:solidFill>
              <a:srgbClr val="FFFF00"/>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GB"/>
          </a:p>
        </p:txBody>
      </p:sp>
      <p:sp>
        <p:nvSpPr>
          <p:cNvPr id="15" name="Rectangle 14">
            <a:extLst>
              <a:ext uri="{FF2B5EF4-FFF2-40B4-BE49-F238E27FC236}">
                <a16:creationId xmlns:a16="http://schemas.microsoft.com/office/drawing/2014/main" id="{6140B973-40FC-323B-5777-96472CE4FED6}"/>
              </a:ext>
            </a:extLst>
          </p:cNvPr>
          <p:cNvSpPr/>
          <p:nvPr/>
        </p:nvSpPr>
        <p:spPr>
          <a:xfrm rot="10800000">
            <a:off x="5480485" y="1300702"/>
            <a:ext cx="758675" cy="758675"/>
          </a:xfrm>
          <a:prstGeom prst="rect">
            <a:avLst/>
          </a:prstGeom>
          <a:solidFill>
            <a:schemeClr val="accent2">
              <a:lumMod val="75000"/>
            </a:schemeClr>
          </a:solidFill>
          <a:ln>
            <a:solidFill>
              <a:srgbClr val="FFFF00"/>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GB"/>
          </a:p>
        </p:txBody>
      </p:sp>
      <p:sp>
        <p:nvSpPr>
          <p:cNvPr id="16" name="Rectangle 15">
            <a:extLst>
              <a:ext uri="{FF2B5EF4-FFF2-40B4-BE49-F238E27FC236}">
                <a16:creationId xmlns:a16="http://schemas.microsoft.com/office/drawing/2014/main" id="{F1340F2B-57B9-C2D5-4962-773B2681B50F}"/>
              </a:ext>
            </a:extLst>
          </p:cNvPr>
          <p:cNvSpPr/>
          <p:nvPr/>
        </p:nvSpPr>
        <p:spPr>
          <a:xfrm rot="13500000">
            <a:off x="5593868" y="1414084"/>
            <a:ext cx="531909" cy="531909"/>
          </a:xfrm>
          <a:prstGeom prst="rect">
            <a:avLst/>
          </a:prstGeom>
          <a:solidFill>
            <a:schemeClr val="accent6">
              <a:lumMod val="60000"/>
              <a:lumOff val="40000"/>
            </a:schemeClr>
          </a:solidFill>
          <a:ln>
            <a:solidFill>
              <a:srgbClr val="FFFF00"/>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GB"/>
          </a:p>
        </p:txBody>
      </p:sp>
      <p:sp>
        <p:nvSpPr>
          <p:cNvPr id="21" name="Rectangle 20">
            <a:extLst>
              <a:ext uri="{FF2B5EF4-FFF2-40B4-BE49-F238E27FC236}">
                <a16:creationId xmlns:a16="http://schemas.microsoft.com/office/drawing/2014/main" id="{F0D66C8E-4268-F239-11C7-F715CF79330A}"/>
              </a:ext>
            </a:extLst>
          </p:cNvPr>
          <p:cNvSpPr/>
          <p:nvPr/>
        </p:nvSpPr>
        <p:spPr>
          <a:xfrm>
            <a:off x="2812231" y="3359902"/>
            <a:ext cx="1333500" cy="3429000"/>
          </a:xfrm>
          <a:prstGeom prst="rect">
            <a:avLst/>
          </a:prstGeom>
          <a:solidFill>
            <a:schemeClr val="accent1"/>
          </a:solidFill>
          <a:ln/>
          <a:effectLst/>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sp>
        <p:nvSpPr>
          <p:cNvPr id="22" name="Rectangle 21">
            <a:extLst>
              <a:ext uri="{FF2B5EF4-FFF2-40B4-BE49-F238E27FC236}">
                <a16:creationId xmlns:a16="http://schemas.microsoft.com/office/drawing/2014/main" id="{7D49C3B2-FAFE-333C-3F4C-A9394C645B7E}"/>
              </a:ext>
            </a:extLst>
          </p:cNvPr>
          <p:cNvSpPr/>
          <p:nvPr/>
        </p:nvSpPr>
        <p:spPr>
          <a:xfrm>
            <a:off x="7574731" y="3359902"/>
            <a:ext cx="1333500" cy="3429000"/>
          </a:xfrm>
          <a:prstGeom prst="rect">
            <a:avLst/>
          </a:prstGeom>
          <a:solidFill>
            <a:schemeClr val="accent1"/>
          </a:solidFill>
          <a:ln/>
          <a:effectLst/>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sp>
        <p:nvSpPr>
          <p:cNvPr id="23" name="Rectangle 22">
            <a:extLst>
              <a:ext uri="{FF2B5EF4-FFF2-40B4-BE49-F238E27FC236}">
                <a16:creationId xmlns:a16="http://schemas.microsoft.com/office/drawing/2014/main" id="{08C2AF41-424C-D67D-814E-D9C646F7FDA6}"/>
              </a:ext>
            </a:extLst>
          </p:cNvPr>
          <p:cNvSpPr/>
          <p:nvPr/>
        </p:nvSpPr>
        <p:spPr>
          <a:xfrm>
            <a:off x="4145731" y="3359902"/>
            <a:ext cx="3429000" cy="3429000"/>
          </a:xfrm>
          <a:prstGeom prst="rect">
            <a:avLst/>
          </a:prstGeom>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1985430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decel="100000" fill="hold" grpId="0" nodeType="clickEffect">
                                  <p:stCondLst>
                                    <p:cond delay="0"/>
                                  </p:stCondLst>
                                  <p:childTnLst>
                                    <p:animRot by="21600000" to="5400000">
                                      <p:cBhvr>
                                        <p:cTn id="6" dur="300" fill="hold"/>
                                        <p:tgtEl>
                                          <p:spTgt spid="23"/>
                                        </p:tgtEl>
                                        <p:attrNameLst>
                                          <p:attrName>r</p:attrName>
                                        </p:attrNameLst>
                                      </p:cBhvr>
                                    </p:animRot>
                                  </p:childTnLst>
                                </p:cTn>
                              </p:par>
                              <p:par>
                                <p:cTn id="7" presetID="6" presetClass="emph" presetSubtype="0" decel="100000" fill="hold" grpId="1" nodeType="withEffect">
                                  <p:stCondLst>
                                    <p:cond delay="0"/>
                                  </p:stCondLst>
                                  <p:childTnLst>
                                    <p:animScale>
                                      <p:cBhvr>
                                        <p:cTn id="8" dur="300" fill="hold"/>
                                        <p:tgtEl>
                                          <p:spTgt spid="23"/>
                                        </p:tgtEl>
                                      </p:cBhvr>
                                      <p:by x="150000" y="150000"/>
                                      <p:to x="49392" y="49392"/>
                                    </p:animScale>
                                  </p:childTnLst>
                                </p:cTn>
                              </p:par>
                              <p:par>
                                <p:cTn id="9" presetID="42" presetClass="path" presetSubtype="0" decel="100000" fill="hold" grpId="0" nodeType="withEffect">
                                  <p:stCondLst>
                                    <p:cond delay="0"/>
                                  </p:stCondLst>
                                  <p:childTnLst>
                                    <p:animMotion origin="layout" path="M 3.54167E-6 -4.81481E-6 L -0.0625 -4.81481E-6 " pathEditMode="relative" rAng="0" ptsTypes="AA">
                                      <p:cBhvr>
                                        <p:cTn id="10" dur="300" fill="hold"/>
                                        <p:tgtEl>
                                          <p:spTgt spid="21"/>
                                        </p:tgtEl>
                                        <p:attrNameLst>
                                          <p:attrName>ppt_x</p:attrName>
                                          <p:attrName>ppt_y</p:attrName>
                                        </p:attrNameLst>
                                      </p:cBhvr>
                                      <p:rCtr x="-3125" y="0"/>
                                    </p:animMotion>
                                  </p:childTnLst>
                                </p:cTn>
                              </p:par>
                              <p:par>
                                <p:cTn id="11" presetID="42" presetClass="path" presetSubtype="0" decel="100000" fill="hold" grpId="0" nodeType="withEffect">
                                  <p:stCondLst>
                                    <p:cond delay="0"/>
                                  </p:stCondLst>
                                  <p:childTnLst>
                                    <p:animMotion origin="layout" path="M -1.45833E-6 -4.81481E-6 L 0.0625 -4.81481E-6 " pathEditMode="relative" rAng="0" ptsTypes="AA">
                                      <p:cBhvr>
                                        <p:cTn id="12" dur="300" fill="hold"/>
                                        <p:tgtEl>
                                          <p:spTgt spid="22"/>
                                        </p:tgtEl>
                                        <p:attrNameLst>
                                          <p:attrName>ppt_x</p:attrName>
                                          <p:attrName>ppt_y</p:attrName>
                                        </p:attrNameLst>
                                      </p:cBhvr>
                                      <p:rCtr x="3125" y="0"/>
                                    </p:animMotion>
                                  </p:childTnLst>
                                </p:cTn>
                              </p:par>
                              <p:par>
                                <p:cTn id="13" presetID="8" presetClass="emph" presetSubtype="0" decel="100000" fill="hold" grpId="2" nodeType="withEffect">
                                  <p:stCondLst>
                                    <p:cond delay="400"/>
                                  </p:stCondLst>
                                  <p:childTnLst>
                                    <p:animRot by="21600000" to="8100000">
                                      <p:cBhvr>
                                        <p:cTn id="14" dur="300" fill="hold"/>
                                        <p:tgtEl>
                                          <p:spTgt spid="23"/>
                                        </p:tgtEl>
                                        <p:attrNameLst>
                                          <p:attrName>r</p:attrName>
                                        </p:attrNameLst>
                                      </p:cBhvr>
                                    </p:animRot>
                                  </p:childTnLst>
                                </p:cTn>
                              </p:par>
                              <p:par>
                                <p:cTn id="15" presetID="6" presetClass="emph" presetSubtype="0" decel="100000" fill="hold" grpId="3" nodeType="withEffect">
                                  <p:stCondLst>
                                    <p:cond delay="400"/>
                                  </p:stCondLst>
                                  <p:childTnLst>
                                    <p:animScale>
                                      <p:cBhvr>
                                        <p:cTn id="16" dur="300" fill="hold"/>
                                        <p:tgtEl>
                                          <p:spTgt spid="23"/>
                                        </p:tgtEl>
                                      </p:cBhvr>
                                      <p:by x="150000" y="150000"/>
                                      <p:to x="34796" y="34796"/>
                                    </p:animScale>
                                  </p:childTnLst>
                                </p:cTn>
                              </p:par>
                              <p:par>
                                <p:cTn id="17" presetID="42" presetClass="path" presetSubtype="0" decel="100000" fill="hold" grpId="1" nodeType="withEffect">
                                  <p:stCondLst>
                                    <p:cond delay="400"/>
                                  </p:stCondLst>
                                  <p:childTnLst>
                                    <p:animMotion origin="layout" path="M -0.0625 -4.81481E-6 L -0.125 -4.81481E-6 " pathEditMode="relative" rAng="0" ptsTypes="AA">
                                      <p:cBhvr>
                                        <p:cTn id="18" dur="300" fill="hold"/>
                                        <p:tgtEl>
                                          <p:spTgt spid="21"/>
                                        </p:tgtEl>
                                        <p:attrNameLst>
                                          <p:attrName>ppt_x</p:attrName>
                                          <p:attrName>ppt_y</p:attrName>
                                        </p:attrNameLst>
                                      </p:cBhvr>
                                      <p:rCtr x="-3125" y="0"/>
                                    </p:animMotion>
                                  </p:childTnLst>
                                </p:cTn>
                              </p:par>
                              <p:par>
                                <p:cTn id="19" presetID="42" presetClass="path" presetSubtype="0" decel="100000" fill="hold" grpId="1" nodeType="withEffect">
                                  <p:stCondLst>
                                    <p:cond delay="400"/>
                                  </p:stCondLst>
                                  <p:childTnLst>
                                    <p:animMotion origin="layout" path="M 0.0625 -4.81481E-6 L 0.125 -4.81481E-6 " pathEditMode="relative" rAng="0" ptsTypes="AA">
                                      <p:cBhvr>
                                        <p:cTn id="20" dur="300" fill="hold"/>
                                        <p:tgtEl>
                                          <p:spTgt spid="22"/>
                                        </p:tgtEl>
                                        <p:attrNameLst>
                                          <p:attrName>ppt_x</p:attrName>
                                          <p:attrName>ppt_y</p:attrName>
                                        </p:attrNameLst>
                                      </p:cBhvr>
                                      <p:rCtr x="3125" y="0"/>
                                    </p:animMotion>
                                  </p:childTnLst>
                                </p:cTn>
                              </p:par>
                              <p:par>
                                <p:cTn id="21" presetID="8" presetClass="emph" presetSubtype="0" decel="100000" fill="hold" grpId="4" nodeType="withEffect">
                                  <p:stCondLst>
                                    <p:cond delay="800"/>
                                  </p:stCondLst>
                                  <p:childTnLst>
                                    <p:animRot by="21600000" to="10800000">
                                      <p:cBhvr>
                                        <p:cTn id="22" dur="300" fill="hold"/>
                                        <p:tgtEl>
                                          <p:spTgt spid="23"/>
                                        </p:tgtEl>
                                        <p:attrNameLst>
                                          <p:attrName>r</p:attrName>
                                        </p:attrNameLst>
                                      </p:cBhvr>
                                    </p:animRot>
                                  </p:childTnLst>
                                </p:cTn>
                              </p:par>
                              <p:par>
                                <p:cTn id="23" presetID="6" presetClass="emph" presetSubtype="0" decel="100000" fill="hold" grpId="5" nodeType="withEffect">
                                  <p:stCondLst>
                                    <p:cond delay="800"/>
                                  </p:stCondLst>
                                  <p:childTnLst>
                                    <p:animScale>
                                      <p:cBhvr>
                                        <p:cTn id="24" dur="300" fill="hold"/>
                                        <p:tgtEl>
                                          <p:spTgt spid="23"/>
                                        </p:tgtEl>
                                      </p:cBhvr>
                                      <p:by x="150000" y="150000"/>
                                      <p:to x="24617" y="24617"/>
                                    </p:animScale>
                                  </p:childTnLst>
                                </p:cTn>
                              </p:par>
                              <p:par>
                                <p:cTn id="25" presetID="42" presetClass="path" presetSubtype="0" decel="100000" fill="hold" grpId="2" nodeType="withEffect">
                                  <p:stCondLst>
                                    <p:cond delay="800"/>
                                  </p:stCondLst>
                                  <p:childTnLst>
                                    <p:animMotion origin="layout" path="M -0.125 -4.81481E-6 L -0.1875 -4.81481E-6 " pathEditMode="relative" rAng="0" ptsTypes="AA">
                                      <p:cBhvr>
                                        <p:cTn id="26" dur="300" fill="hold"/>
                                        <p:tgtEl>
                                          <p:spTgt spid="21"/>
                                        </p:tgtEl>
                                        <p:attrNameLst>
                                          <p:attrName>ppt_x</p:attrName>
                                          <p:attrName>ppt_y</p:attrName>
                                        </p:attrNameLst>
                                      </p:cBhvr>
                                      <p:rCtr x="-3125" y="0"/>
                                    </p:animMotion>
                                  </p:childTnLst>
                                </p:cTn>
                              </p:par>
                              <p:par>
                                <p:cTn id="27" presetID="42" presetClass="path" presetSubtype="0" decel="100000" fill="hold" grpId="2" nodeType="withEffect">
                                  <p:stCondLst>
                                    <p:cond delay="800"/>
                                  </p:stCondLst>
                                  <p:childTnLst>
                                    <p:animMotion origin="layout" path="M 0.125 -4.81481E-6 L 0.1875 -4.81481E-6 " pathEditMode="relative" rAng="0" ptsTypes="AA">
                                      <p:cBhvr>
                                        <p:cTn id="28" dur="300" fill="hold"/>
                                        <p:tgtEl>
                                          <p:spTgt spid="22"/>
                                        </p:tgtEl>
                                        <p:attrNameLst>
                                          <p:attrName>ppt_x</p:attrName>
                                          <p:attrName>ppt_y</p:attrName>
                                        </p:attrNameLst>
                                      </p:cBhvr>
                                      <p:rCtr x="3125" y="0"/>
                                    </p:animMotion>
                                  </p:childTnLst>
                                </p:cTn>
                              </p:par>
                              <p:par>
                                <p:cTn id="29" presetID="8" presetClass="emph" presetSubtype="0" decel="100000" fill="hold" grpId="6" nodeType="withEffect">
                                  <p:stCondLst>
                                    <p:cond delay="1200"/>
                                  </p:stCondLst>
                                  <p:childTnLst>
                                    <p:animRot by="21600000" to="13500000">
                                      <p:cBhvr>
                                        <p:cTn id="30" dur="300" fill="hold"/>
                                        <p:tgtEl>
                                          <p:spTgt spid="23"/>
                                        </p:tgtEl>
                                        <p:attrNameLst>
                                          <p:attrName>r</p:attrName>
                                        </p:attrNameLst>
                                      </p:cBhvr>
                                    </p:animRot>
                                  </p:childTnLst>
                                </p:cTn>
                              </p:par>
                              <p:par>
                                <p:cTn id="31" presetID="6" presetClass="emph" presetSubtype="0" decel="100000" fill="hold" grpId="7" nodeType="withEffect">
                                  <p:stCondLst>
                                    <p:cond delay="1200"/>
                                  </p:stCondLst>
                                  <p:childTnLst>
                                    <p:animScale>
                                      <p:cBhvr>
                                        <p:cTn id="32" dur="300" fill="hold"/>
                                        <p:tgtEl>
                                          <p:spTgt spid="23"/>
                                        </p:tgtEl>
                                      </p:cBhvr>
                                      <p:by x="150000" y="150000"/>
                                      <p:to x="17259" y="17259"/>
                                    </p:animScale>
                                  </p:childTnLst>
                                </p:cTn>
                              </p:par>
                              <p:par>
                                <p:cTn id="33" presetID="2" presetClass="exit" presetSubtype="8" decel="100000" fill="hold" grpId="3" nodeType="withEffect">
                                  <p:stCondLst>
                                    <p:cond delay="1200"/>
                                  </p:stCondLst>
                                  <p:childTnLst>
                                    <p:anim calcmode="lin" valueType="num">
                                      <p:cBhvr additive="base">
                                        <p:cTn id="34" dur="300"/>
                                        <p:tgtEl>
                                          <p:spTgt spid="21"/>
                                        </p:tgtEl>
                                        <p:attrNameLst>
                                          <p:attrName>ppt_x</p:attrName>
                                        </p:attrNameLst>
                                      </p:cBhvr>
                                      <p:tavLst>
                                        <p:tav tm="0">
                                          <p:val>
                                            <p:strVal val="ppt_x"/>
                                          </p:val>
                                        </p:tav>
                                        <p:tav tm="100000">
                                          <p:val>
                                            <p:strVal val="0-ppt_w/2"/>
                                          </p:val>
                                        </p:tav>
                                      </p:tavLst>
                                    </p:anim>
                                    <p:anim calcmode="lin" valueType="num">
                                      <p:cBhvr additive="base">
                                        <p:cTn id="35" dur="300"/>
                                        <p:tgtEl>
                                          <p:spTgt spid="21"/>
                                        </p:tgtEl>
                                        <p:attrNameLst>
                                          <p:attrName>ppt_y</p:attrName>
                                        </p:attrNameLst>
                                      </p:cBhvr>
                                      <p:tavLst>
                                        <p:tav tm="0">
                                          <p:val>
                                            <p:strVal val="ppt_y"/>
                                          </p:val>
                                        </p:tav>
                                        <p:tav tm="100000">
                                          <p:val>
                                            <p:strVal val="ppt_y"/>
                                          </p:val>
                                        </p:tav>
                                      </p:tavLst>
                                    </p:anim>
                                    <p:set>
                                      <p:cBhvr>
                                        <p:cTn id="36" dur="1" fill="hold">
                                          <p:stCondLst>
                                            <p:cond delay="299"/>
                                          </p:stCondLst>
                                        </p:cTn>
                                        <p:tgtEl>
                                          <p:spTgt spid="21"/>
                                        </p:tgtEl>
                                        <p:attrNameLst>
                                          <p:attrName>style.visibility</p:attrName>
                                        </p:attrNameLst>
                                      </p:cBhvr>
                                      <p:to>
                                        <p:strVal val="hidden"/>
                                      </p:to>
                                    </p:set>
                                  </p:childTnLst>
                                </p:cTn>
                              </p:par>
                              <p:par>
                                <p:cTn id="37" presetID="2" presetClass="exit" presetSubtype="2" decel="100000" fill="hold" grpId="3" nodeType="withEffect">
                                  <p:stCondLst>
                                    <p:cond delay="1200"/>
                                  </p:stCondLst>
                                  <p:childTnLst>
                                    <p:anim calcmode="lin" valueType="num">
                                      <p:cBhvr additive="base">
                                        <p:cTn id="38" dur="300"/>
                                        <p:tgtEl>
                                          <p:spTgt spid="22"/>
                                        </p:tgtEl>
                                        <p:attrNameLst>
                                          <p:attrName>ppt_x</p:attrName>
                                        </p:attrNameLst>
                                      </p:cBhvr>
                                      <p:tavLst>
                                        <p:tav tm="0">
                                          <p:val>
                                            <p:strVal val="ppt_x"/>
                                          </p:val>
                                        </p:tav>
                                        <p:tav tm="100000">
                                          <p:val>
                                            <p:strVal val="1+ppt_w/2"/>
                                          </p:val>
                                        </p:tav>
                                      </p:tavLst>
                                    </p:anim>
                                    <p:anim calcmode="lin" valueType="num">
                                      <p:cBhvr additive="base">
                                        <p:cTn id="39" dur="300"/>
                                        <p:tgtEl>
                                          <p:spTgt spid="22"/>
                                        </p:tgtEl>
                                        <p:attrNameLst>
                                          <p:attrName>ppt_y</p:attrName>
                                        </p:attrNameLst>
                                      </p:cBhvr>
                                      <p:tavLst>
                                        <p:tav tm="0">
                                          <p:val>
                                            <p:strVal val="ppt_y"/>
                                          </p:val>
                                        </p:tav>
                                        <p:tav tm="100000">
                                          <p:val>
                                            <p:strVal val="ppt_y"/>
                                          </p:val>
                                        </p:tav>
                                      </p:tavLst>
                                    </p:anim>
                                    <p:set>
                                      <p:cBhvr>
                                        <p:cTn id="40" dur="1" fill="hold">
                                          <p:stCondLst>
                                            <p:cond delay="299"/>
                                          </p:stCondLst>
                                        </p:cTn>
                                        <p:tgtEl>
                                          <p:spTgt spid="2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1" grpId="1" animBg="1"/>
      <p:bldP spid="21" grpId="2" animBg="1"/>
      <p:bldP spid="21" grpId="3" animBg="1"/>
      <p:bldP spid="22" grpId="0" animBg="1"/>
      <p:bldP spid="22" grpId="1" animBg="1"/>
      <p:bldP spid="22" grpId="2" animBg="1"/>
      <p:bldP spid="22" grpId="3" animBg="1"/>
      <p:bldP spid="23" grpId="0" animBg="1"/>
      <p:bldP spid="23" grpId="1" animBg="1"/>
      <p:bldP spid="23" grpId="2" animBg="1"/>
      <p:bldP spid="23" grpId="3" animBg="1"/>
      <p:bldP spid="23" grpId="4" animBg="1"/>
      <p:bldP spid="23" grpId="5" animBg="1"/>
      <p:bldP spid="23" grpId="6" animBg="1"/>
      <p:bldP spid="23" grpId="7" animBg="1"/>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accent4">
            <a:lumMod val="40000"/>
            <a:lumOff val="60000"/>
          </a:schemeClr>
        </a:solidFill>
        <a:effectLst/>
      </p:bgPr>
    </p:bg>
    <p:spTree>
      <p:nvGrpSpPr>
        <p:cNvPr id="1" name="">
          <a:extLst>
            <a:ext uri="{FF2B5EF4-FFF2-40B4-BE49-F238E27FC236}">
              <a16:creationId xmlns:a16="http://schemas.microsoft.com/office/drawing/2014/main" id="{028FFAEA-0E38-9B66-E04D-B41D0C934E14}"/>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55155236-6CA4-B9F8-C843-D5D767FC7F5C}"/>
              </a:ext>
            </a:extLst>
          </p:cNvPr>
          <p:cNvPicPr>
            <a:picLocks noChangeAspect="1"/>
          </p:cNvPicPr>
          <p:nvPr/>
        </p:nvPicPr>
        <p:blipFill>
          <a:blip r:embed="rId3"/>
          <a:stretch>
            <a:fillRect/>
          </a:stretch>
        </p:blipFill>
        <p:spPr>
          <a:xfrm>
            <a:off x="0" y="802167"/>
            <a:ext cx="12192000" cy="5253666"/>
          </a:xfrm>
          <a:prstGeom prst="rect">
            <a:avLst/>
          </a:prstGeom>
        </p:spPr>
      </p:pic>
      <p:grpSp>
        <p:nvGrpSpPr>
          <p:cNvPr id="63" name="Group 62">
            <a:extLst>
              <a:ext uri="{FF2B5EF4-FFF2-40B4-BE49-F238E27FC236}">
                <a16:creationId xmlns:a16="http://schemas.microsoft.com/office/drawing/2014/main" id="{BF7EC595-6DEC-D164-C4C5-E462B52C5C97}"/>
              </a:ext>
            </a:extLst>
          </p:cNvPr>
          <p:cNvGrpSpPr/>
          <p:nvPr/>
        </p:nvGrpSpPr>
        <p:grpSpPr>
          <a:xfrm>
            <a:off x="-939800" y="5848350"/>
            <a:ext cx="13242925" cy="1295400"/>
            <a:chOff x="-939800" y="5848350"/>
            <a:chExt cx="13242925" cy="1295400"/>
          </a:xfrm>
        </p:grpSpPr>
        <p:pic>
          <p:nvPicPr>
            <p:cNvPr id="46" name="Picture 45">
              <a:extLst>
                <a:ext uri="{FF2B5EF4-FFF2-40B4-BE49-F238E27FC236}">
                  <a16:creationId xmlns:a16="http://schemas.microsoft.com/office/drawing/2014/main" id="{B98EE6BA-FB51-0143-1DE8-FD72656B4254}"/>
                </a:ext>
              </a:extLst>
            </p:cNvPr>
            <p:cNvPicPr>
              <a:picLocks/>
            </p:cNvPicPr>
            <p:nvPr/>
          </p:nvPicPr>
          <p:blipFill>
            <a:blip r:embed="rId4">
              <a:duotone>
                <a:prstClr val="black"/>
                <a:schemeClr val="accent2">
                  <a:tint val="45000"/>
                  <a:satMod val="400000"/>
                </a:schemeClr>
              </a:duotone>
              <a:extLst>
                <a:ext uri="{28A0092B-C50C-407E-A947-70E740481C1C}">
                  <a14:useLocalDpi xmlns:a14="http://schemas.microsoft.com/office/drawing/2010/main" val="0"/>
                </a:ext>
              </a:extLst>
            </a:blip>
            <a:stretch>
              <a:fillRect/>
            </a:stretch>
          </p:blipFill>
          <p:spPr>
            <a:xfrm>
              <a:off x="1317625" y="6159500"/>
              <a:ext cx="1854200" cy="736600"/>
            </a:xfrm>
            <a:prstGeom prst="rect">
              <a:avLst/>
            </a:prstGeom>
          </p:spPr>
        </p:pic>
        <p:pic>
          <p:nvPicPr>
            <p:cNvPr id="61" name="Picture 60">
              <a:extLst>
                <a:ext uri="{FF2B5EF4-FFF2-40B4-BE49-F238E27FC236}">
                  <a16:creationId xmlns:a16="http://schemas.microsoft.com/office/drawing/2014/main" id="{1BBA7A7C-2A5A-6FE7-6F08-002DDC953811}"/>
                </a:ext>
              </a:extLst>
            </p:cNvPr>
            <p:cNvPicPr>
              <a:picLocks/>
            </p:cNvPicPr>
            <p:nvPr/>
          </p:nvPicPr>
          <p:blipFill>
            <a:blip r:embed="rId4">
              <a:duotone>
                <a:prstClr val="black"/>
                <a:schemeClr val="accent2">
                  <a:tint val="45000"/>
                  <a:satMod val="400000"/>
                </a:schemeClr>
              </a:duotone>
              <a:extLst>
                <a:ext uri="{28A0092B-C50C-407E-A947-70E740481C1C}">
                  <a14:useLocalDpi xmlns:a14="http://schemas.microsoft.com/office/drawing/2010/main" val="0"/>
                </a:ext>
              </a:extLst>
            </a:blip>
            <a:stretch>
              <a:fillRect/>
            </a:stretch>
          </p:blipFill>
          <p:spPr>
            <a:xfrm>
              <a:off x="10448925" y="6159500"/>
              <a:ext cx="1854200" cy="736600"/>
            </a:xfrm>
            <a:prstGeom prst="rect">
              <a:avLst/>
            </a:prstGeom>
          </p:spPr>
        </p:pic>
        <p:pic>
          <p:nvPicPr>
            <p:cNvPr id="36" name="Picture 35">
              <a:extLst>
                <a:ext uri="{FF2B5EF4-FFF2-40B4-BE49-F238E27FC236}">
                  <a16:creationId xmlns:a16="http://schemas.microsoft.com/office/drawing/2014/main" id="{92FFFA3B-A8C4-9C41-56AD-689F1A4FCBEB}"/>
                </a:ext>
              </a:extLst>
            </p:cNvPr>
            <p:cNvPicPr>
              <a:picLocks/>
            </p:cNvPicPr>
            <p:nvPr/>
          </p:nvPicPr>
          <p:blipFill>
            <a:blip r:embed="rId5">
              <a:duotone>
                <a:prstClr val="black"/>
                <a:schemeClr val="accent2">
                  <a:tint val="45000"/>
                  <a:satMod val="400000"/>
                </a:schemeClr>
              </a:duotone>
              <a:extLst>
                <a:ext uri="{28A0092B-C50C-407E-A947-70E740481C1C}">
                  <a14:useLocalDpi xmlns:a14="http://schemas.microsoft.com/office/drawing/2010/main" val="0"/>
                </a:ext>
              </a:extLst>
            </a:blip>
            <a:stretch>
              <a:fillRect/>
            </a:stretch>
          </p:blipFill>
          <p:spPr>
            <a:xfrm>
              <a:off x="-939800" y="5911850"/>
              <a:ext cx="2641600" cy="927100"/>
            </a:xfrm>
            <a:prstGeom prst="rect">
              <a:avLst/>
            </a:prstGeom>
          </p:spPr>
        </p:pic>
        <p:pic>
          <p:nvPicPr>
            <p:cNvPr id="41" name="Picture 40">
              <a:extLst>
                <a:ext uri="{FF2B5EF4-FFF2-40B4-BE49-F238E27FC236}">
                  <a16:creationId xmlns:a16="http://schemas.microsoft.com/office/drawing/2014/main" id="{88903B88-49E8-A64B-9395-B6C97CE1B5DD}"/>
                </a:ext>
              </a:extLst>
            </p:cNvPr>
            <p:cNvPicPr>
              <a:picLocks/>
            </p:cNvPicPr>
            <p:nvPr/>
          </p:nvPicPr>
          <p:blipFill>
            <a:blip r:embed="rId6">
              <a:duotone>
                <a:prstClr val="black"/>
                <a:schemeClr val="accent2">
                  <a:tint val="45000"/>
                  <a:satMod val="400000"/>
                </a:schemeClr>
              </a:duotone>
              <a:extLst>
                <a:ext uri="{28A0092B-C50C-407E-A947-70E740481C1C}">
                  <a14:useLocalDpi xmlns:a14="http://schemas.microsoft.com/office/drawing/2010/main" val="0"/>
                </a:ext>
              </a:extLst>
            </a:blip>
            <a:stretch>
              <a:fillRect/>
            </a:stretch>
          </p:blipFill>
          <p:spPr>
            <a:xfrm>
              <a:off x="1987550" y="5848350"/>
              <a:ext cx="3251200" cy="1054100"/>
            </a:xfrm>
            <a:prstGeom prst="rect">
              <a:avLst/>
            </a:prstGeom>
          </p:spPr>
        </p:pic>
        <p:pic>
          <p:nvPicPr>
            <p:cNvPr id="45" name="Picture 44">
              <a:extLst>
                <a:ext uri="{FF2B5EF4-FFF2-40B4-BE49-F238E27FC236}">
                  <a16:creationId xmlns:a16="http://schemas.microsoft.com/office/drawing/2014/main" id="{7C1F104C-6B94-3F61-E8FE-CC04DD893B78}"/>
                </a:ext>
              </a:extLst>
            </p:cNvPr>
            <p:cNvPicPr>
              <a:picLocks/>
            </p:cNvPicPr>
            <p:nvPr/>
          </p:nvPicPr>
          <p:blipFill>
            <a:blip r:embed="rId5">
              <a:duotone>
                <a:prstClr val="black"/>
                <a:schemeClr val="accent2">
                  <a:tint val="45000"/>
                  <a:satMod val="400000"/>
                </a:schemeClr>
              </a:duotone>
              <a:extLst>
                <a:ext uri="{28A0092B-C50C-407E-A947-70E740481C1C}">
                  <a14:useLocalDpi xmlns:a14="http://schemas.microsoft.com/office/drawing/2010/main" val="0"/>
                </a:ext>
              </a:extLst>
            </a:blip>
            <a:stretch>
              <a:fillRect/>
            </a:stretch>
          </p:blipFill>
          <p:spPr>
            <a:xfrm>
              <a:off x="5156200" y="5911850"/>
              <a:ext cx="2641600" cy="927100"/>
            </a:xfrm>
            <a:prstGeom prst="rect">
              <a:avLst/>
            </a:prstGeom>
          </p:spPr>
        </p:pic>
        <p:pic>
          <p:nvPicPr>
            <p:cNvPr id="60" name="Picture 59">
              <a:extLst>
                <a:ext uri="{FF2B5EF4-FFF2-40B4-BE49-F238E27FC236}">
                  <a16:creationId xmlns:a16="http://schemas.microsoft.com/office/drawing/2014/main" id="{BA7E015D-EEC2-A925-2D54-98475637EAC7}"/>
                </a:ext>
              </a:extLst>
            </p:cNvPr>
            <p:cNvPicPr>
              <a:picLocks/>
            </p:cNvPicPr>
            <p:nvPr/>
          </p:nvPicPr>
          <p:blipFill>
            <a:blip r:embed="rId5">
              <a:duotone>
                <a:prstClr val="black"/>
                <a:schemeClr val="accent2">
                  <a:tint val="45000"/>
                  <a:satMod val="400000"/>
                </a:schemeClr>
              </a:duotone>
              <a:extLst>
                <a:ext uri="{28A0092B-C50C-407E-A947-70E740481C1C}">
                  <a14:useLocalDpi xmlns:a14="http://schemas.microsoft.com/office/drawing/2010/main" val="0"/>
                </a:ext>
              </a:extLst>
            </a:blip>
            <a:stretch>
              <a:fillRect/>
            </a:stretch>
          </p:blipFill>
          <p:spPr>
            <a:xfrm>
              <a:off x="8156575" y="5911850"/>
              <a:ext cx="2641600" cy="927100"/>
            </a:xfrm>
            <a:prstGeom prst="rect">
              <a:avLst/>
            </a:prstGeom>
          </p:spPr>
        </p:pic>
        <p:pic>
          <p:nvPicPr>
            <p:cNvPr id="33" name="Picture 32">
              <a:extLst>
                <a:ext uri="{FF2B5EF4-FFF2-40B4-BE49-F238E27FC236}">
                  <a16:creationId xmlns:a16="http://schemas.microsoft.com/office/drawing/2014/main" id="{69106690-8180-E49C-8DB8-AFBBC54A6EFC}"/>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3175" y="6470650"/>
              <a:ext cx="768350" cy="673100"/>
            </a:xfrm>
            <a:prstGeom prst="rect">
              <a:avLst/>
            </a:prstGeom>
          </p:spPr>
        </p:pic>
        <p:pic>
          <p:nvPicPr>
            <p:cNvPr id="34" name="Picture 33">
              <a:extLst>
                <a:ext uri="{FF2B5EF4-FFF2-40B4-BE49-F238E27FC236}">
                  <a16:creationId xmlns:a16="http://schemas.microsoft.com/office/drawing/2014/main" id="{6C35DAA5-867C-A55E-1AD8-094E47B2F52E}"/>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758825" y="6470650"/>
              <a:ext cx="768350" cy="673100"/>
            </a:xfrm>
            <a:prstGeom prst="rect">
              <a:avLst/>
            </a:prstGeom>
          </p:spPr>
        </p:pic>
        <p:pic>
          <p:nvPicPr>
            <p:cNvPr id="35" name="Picture 34">
              <a:extLst>
                <a:ext uri="{FF2B5EF4-FFF2-40B4-BE49-F238E27FC236}">
                  <a16:creationId xmlns:a16="http://schemas.microsoft.com/office/drawing/2014/main" id="{D6510598-3246-6689-333E-CDB1E83029FF}"/>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1520825" y="6470650"/>
              <a:ext cx="768350" cy="673100"/>
            </a:xfrm>
            <a:prstGeom prst="rect">
              <a:avLst/>
            </a:prstGeom>
          </p:spPr>
        </p:pic>
        <p:pic>
          <p:nvPicPr>
            <p:cNvPr id="37" name="Picture 36">
              <a:extLst>
                <a:ext uri="{FF2B5EF4-FFF2-40B4-BE49-F238E27FC236}">
                  <a16:creationId xmlns:a16="http://schemas.microsoft.com/office/drawing/2014/main" id="{7A379F93-9B4F-9C03-1604-5736F711764A}"/>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2282825" y="6470650"/>
              <a:ext cx="768350" cy="673100"/>
            </a:xfrm>
            <a:prstGeom prst="rect">
              <a:avLst/>
            </a:prstGeom>
          </p:spPr>
        </p:pic>
        <p:pic>
          <p:nvPicPr>
            <p:cNvPr id="38" name="Picture 37">
              <a:extLst>
                <a:ext uri="{FF2B5EF4-FFF2-40B4-BE49-F238E27FC236}">
                  <a16:creationId xmlns:a16="http://schemas.microsoft.com/office/drawing/2014/main" id="{F9815BBD-ACFC-1C77-6390-FB31DD895304}"/>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3044825" y="6470650"/>
              <a:ext cx="768350" cy="673100"/>
            </a:xfrm>
            <a:prstGeom prst="rect">
              <a:avLst/>
            </a:prstGeom>
          </p:spPr>
        </p:pic>
        <p:pic>
          <p:nvPicPr>
            <p:cNvPr id="39" name="Picture 38">
              <a:extLst>
                <a:ext uri="{FF2B5EF4-FFF2-40B4-BE49-F238E27FC236}">
                  <a16:creationId xmlns:a16="http://schemas.microsoft.com/office/drawing/2014/main" id="{C6265936-BC34-ACA4-DD95-408DF29DE6E0}"/>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3806825" y="6470650"/>
              <a:ext cx="768350" cy="673100"/>
            </a:xfrm>
            <a:prstGeom prst="rect">
              <a:avLst/>
            </a:prstGeom>
          </p:spPr>
        </p:pic>
        <p:pic>
          <p:nvPicPr>
            <p:cNvPr id="40" name="Picture 39">
              <a:extLst>
                <a:ext uri="{FF2B5EF4-FFF2-40B4-BE49-F238E27FC236}">
                  <a16:creationId xmlns:a16="http://schemas.microsoft.com/office/drawing/2014/main" id="{57251FF3-1600-DC10-94D6-A18986A59D1F}"/>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4568825" y="6470650"/>
              <a:ext cx="768350" cy="673100"/>
            </a:xfrm>
            <a:prstGeom prst="rect">
              <a:avLst/>
            </a:prstGeom>
          </p:spPr>
        </p:pic>
        <p:pic>
          <p:nvPicPr>
            <p:cNvPr id="42" name="Picture 41">
              <a:extLst>
                <a:ext uri="{FF2B5EF4-FFF2-40B4-BE49-F238E27FC236}">
                  <a16:creationId xmlns:a16="http://schemas.microsoft.com/office/drawing/2014/main" id="{00B0C377-7AF7-E292-E39C-AA1EB573C984}"/>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5330825" y="6470650"/>
              <a:ext cx="768350" cy="673100"/>
            </a:xfrm>
            <a:prstGeom prst="rect">
              <a:avLst/>
            </a:prstGeom>
          </p:spPr>
        </p:pic>
        <p:pic>
          <p:nvPicPr>
            <p:cNvPr id="43" name="Picture 42">
              <a:extLst>
                <a:ext uri="{FF2B5EF4-FFF2-40B4-BE49-F238E27FC236}">
                  <a16:creationId xmlns:a16="http://schemas.microsoft.com/office/drawing/2014/main" id="{BDD54CF8-EB30-7B22-12FF-6544BBF75772}"/>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6092825" y="6470650"/>
              <a:ext cx="768350" cy="673100"/>
            </a:xfrm>
            <a:prstGeom prst="rect">
              <a:avLst/>
            </a:prstGeom>
          </p:spPr>
        </p:pic>
        <p:pic>
          <p:nvPicPr>
            <p:cNvPr id="44" name="Picture 43">
              <a:extLst>
                <a:ext uri="{FF2B5EF4-FFF2-40B4-BE49-F238E27FC236}">
                  <a16:creationId xmlns:a16="http://schemas.microsoft.com/office/drawing/2014/main" id="{E8F9DF57-8531-0B5D-FA7A-8F3DB21D4ADF}"/>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6854825" y="6470650"/>
              <a:ext cx="768350" cy="673100"/>
            </a:xfrm>
            <a:prstGeom prst="rect">
              <a:avLst/>
            </a:prstGeom>
          </p:spPr>
        </p:pic>
        <p:pic>
          <p:nvPicPr>
            <p:cNvPr id="47" name="Picture 46">
              <a:extLst>
                <a:ext uri="{FF2B5EF4-FFF2-40B4-BE49-F238E27FC236}">
                  <a16:creationId xmlns:a16="http://schemas.microsoft.com/office/drawing/2014/main" id="{844345D9-83EE-27E0-FB6C-388CB58FADEE}"/>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7616825" y="6470650"/>
              <a:ext cx="768350" cy="673100"/>
            </a:xfrm>
            <a:prstGeom prst="rect">
              <a:avLst/>
            </a:prstGeom>
          </p:spPr>
        </p:pic>
        <p:pic>
          <p:nvPicPr>
            <p:cNvPr id="48" name="Picture 47">
              <a:extLst>
                <a:ext uri="{FF2B5EF4-FFF2-40B4-BE49-F238E27FC236}">
                  <a16:creationId xmlns:a16="http://schemas.microsoft.com/office/drawing/2014/main" id="{4251F4F6-0FB5-2929-925D-B174BF2450B9}"/>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8385175" y="6470650"/>
              <a:ext cx="768350" cy="673100"/>
            </a:xfrm>
            <a:prstGeom prst="rect">
              <a:avLst/>
            </a:prstGeom>
          </p:spPr>
        </p:pic>
        <p:pic>
          <p:nvPicPr>
            <p:cNvPr id="49" name="Picture 48">
              <a:extLst>
                <a:ext uri="{FF2B5EF4-FFF2-40B4-BE49-F238E27FC236}">
                  <a16:creationId xmlns:a16="http://schemas.microsoft.com/office/drawing/2014/main" id="{D6C27CB6-283D-2D0C-399E-DDC37ECB5B69}"/>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9147175" y="6470650"/>
              <a:ext cx="768350" cy="673100"/>
            </a:xfrm>
            <a:prstGeom prst="rect">
              <a:avLst/>
            </a:prstGeom>
          </p:spPr>
        </p:pic>
        <p:pic>
          <p:nvPicPr>
            <p:cNvPr id="50" name="Picture 49">
              <a:extLst>
                <a:ext uri="{FF2B5EF4-FFF2-40B4-BE49-F238E27FC236}">
                  <a16:creationId xmlns:a16="http://schemas.microsoft.com/office/drawing/2014/main" id="{930F6393-4CCA-D9E0-C6B5-65A8F0097D74}"/>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9909175" y="6470650"/>
              <a:ext cx="768350" cy="673100"/>
            </a:xfrm>
            <a:prstGeom prst="rect">
              <a:avLst/>
            </a:prstGeom>
          </p:spPr>
        </p:pic>
        <p:pic>
          <p:nvPicPr>
            <p:cNvPr id="52" name="Picture 51">
              <a:extLst>
                <a:ext uri="{FF2B5EF4-FFF2-40B4-BE49-F238E27FC236}">
                  <a16:creationId xmlns:a16="http://schemas.microsoft.com/office/drawing/2014/main" id="{0B2E7C6E-EF13-051C-91E7-5C78D768724A}"/>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10671175" y="6470650"/>
              <a:ext cx="768350" cy="673100"/>
            </a:xfrm>
            <a:prstGeom prst="rect">
              <a:avLst/>
            </a:prstGeom>
          </p:spPr>
        </p:pic>
        <p:pic>
          <p:nvPicPr>
            <p:cNvPr id="53" name="Picture 52">
              <a:extLst>
                <a:ext uri="{FF2B5EF4-FFF2-40B4-BE49-F238E27FC236}">
                  <a16:creationId xmlns:a16="http://schemas.microsoft.com/office/drawing/2014/main" id="{B9BEC885-9CAC-74F5-E3CB-83E64F1A4401}"/>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11433175" y="6470650"/>
              <a:ext cx="768350" cy="673100"/>
            </a:xfrm>
            <a:prstGeom prst="rect">
              <a:avLst/>
            </a:prstGeom>
          </p:spPr>
        </p:pic>
      </p:grpSp>
      <p:pic>
        <p:nvPicPr>
          <p:cNvPr id="65" name="Picture 64">
            <a:extLst>
              <a:ext uri="{FF2B5EF4-FFF2-40B4-BE49-F238E27FC236}">
                <a16:creationId xmlns:a16="http://schemas.microsoft.com/office/drawing/2014/main" id="{6A7A4636-A394-C230-EBAA-95142BF2807D}"/>
              </a:ext>
            </a:extLst>
          </p:cNvPr>
          <p:cNvPicPr>
            <a:picLocks/>
          </p:cNvPicPr>
          <p:nvPr/>
        </p:nvPicPr>
        <p:blipFill>
          <a:blip r:embed="rId4">
            <a:duotone>
              <a:prstClr val="black"/>
              <a:schemeClr val="accent2">
                <a:tint val="45000"/>
                <a:satMod val="400000"/>
              </a:schemeClr>
            </a:duotone>
            <a:extLst>
              <a:ext uri="{28A0092B-C50C-407E-A947-70E740481C1C}">
                <a14:useLocalDpi xmlns:a14="http://schemas.microsoft.com/office/drawing/2010/main" val="0"/>
              </a:ext>
            </a:extLst>
          </a:blip>
          <a:stretch>
            <a:fillRect/>
          </a:stretch>
        </p:blipFill>
        <p:spPr>
          <a:xfrm rot="10800000">
            <a:off x="9017000" y="13734"/>
            <a:ext cx="1854200" cy="736600"/>
          </a:xfrm>
          <a:prstGeom prst="rect">
            <a:avLst/>
          </a:prstGeom>
        </p:spPr>
      </p:pic>
      <p:pic>
        <p:nvPicPr>
          <p:cNvPr id="66" name="Picture 65">
            <a:extLst>
              <a:ext uri="{FF2B5EF4-FFF2-40B4-BE49-F238E27FC236}">
                <a16:creationId xmlns:a16="http://schemas.microsoft.com/office/drawing/2014/main" id="{15D13249-DD41-9270-C093-A1E4B2093108}"/>
              </a:ext>
            </a:extLst>
          </p:cNvPr>
          <p:cNvPicPr>
            <a:picLocks/>
          </p:cNvPicPr>
          <p:nvPr/>
        </p:nvPicPr>
        <p:blipFill>
          <a:blip r:embed="rId4">
            <a:duotone>
              <a:prstClr val="black"/>
              <a:schemeClr val="accent2">
                <a:tint val="45000"/>
                <a:satMod val="400000"/>
              </a:schemeClr>
            </a:duotone>
            <a:extLst>
              <a:ext uri="{28A0092B-C50C-407E-A947-70E740481C1C}">
                <a14:useLocalDpi xmlns:a14="http://schemas.microsoft.com/office/drawing/2010/main" val="0"/>
              </a:ext>
            </a:extLst>
          </a:blip>
          <a:stretch>
            <a:fillRect/>
          </a:stretch>
        </p:blipFill>
        <p:spPr>
          <a:xfrm rot="10800000">
            <a:off x="-114300" y="13734"/>
            <a:ext cx="1854200" cy="736600"/>
          </a:xfrm>
          <a:prstGeom prst="rect">
            <a:avLst/>
          </a:prstGeom>
        </p:spPr>
      </p:pic>
      <p:pic>
        <p:nvPicPr>
          <p:cNvPr id="67" name="Picture 66">
            <a:extLst>
              <a:ext uri="{FF2B5EF4-FFF2-40B4-BE49-F238E27FC236}">
                <a16:creationId xmlns:a16="http://schemas.microsoft.com/office/drawing/2014/main" id="{7E5E2A12-5D19-B5CA-3E46-65E394B1CCCC}"/>
              </a:ext>
            </a:extLst>
          </p:cNvPr>
          <p:cNvPicPr>
            <a:picLocks/>
          </p:cNvPicPr>
          <p:nvPr/>
        </p:nvPicPr>
        <p:blipFill>
          <a:blip r:embed="rId5">
            <a:duotone>
              <a:prstClr val="black"/>
              <a:schemeClr val="accent2">
                <a:tint val="45000"/>
                <a:satMod val="400000"/>
              </a:schemeClr>
            </a:duotone>
            <a:extLst>
              <a:ext uri="{28A0092B-C50C-407E-A947-70E740481C1C}">
                <a14:useLocalDpi xmlns:a14="http://schemas.microsoft.com/office/drawing/2010/main" val="0"/>
              </a:ext>
            </a:extLst>
          </a:blip>
          <a:stretch>
            <a:fillRect/>
          </a:stretch>
        </p:blipFill>
        <p:spPr>
          <a:xfrm rot="10800000">
            <a:off x="10487025" y="70884"/>
            <a:ext cx="2641600" cy="927100"/>
          </a:xfrm>
          <a:prstGeom prst="rect">
            <a:avLst/>
          </a:prstGeom>
        </p:spPr>
      </p:pic>
      <p:pic>
        <p:nvPicPr>
          <p:cNvPr id="68" name="Picture 67">
            <a:extLst>
              <a:ext uri="{FF2B5EF4-FFF2-40B4-BE49-F238E27FC236}">
                <a16:creationId xmlns:a16="http://schemas.microsoft.com/office/drawing/2014/main" id="{7DC7D7C5-8131-4900-A5BB-AE8EDDFAC8DA}"/>
              </a:ext>
            </a:extLst>
          </p:cNvPr>
          <p:cNvPicPr>
            <a:picLocks/>
          </p:cNvPicPr>
          <p:nvPr/>
        </p:nvPicPr>
        <p:blipFill>
          <a:blip r:embed="rId6">
            <a:duotone>
              <a:prstClr val="black"/>
              <a:schemeClr val="accent2">
                <a:tint val="45000"/>
                <a:satMod val="400000"/>
              </a:schemeClr>
            </a:duotone>
            <a:extLst>
              <a:ext uri="{28A0092B-C50C-407E-A947-70E740481C1C}">
                <a14:useLocalDpi xmlns:a14="http://schemas.microsoft.com/office/drawing/2010/main" val="0"/>
              </a:ext>
            </a:extLst>
          </a:blip>
          <a:stretch>
            <a:fillRect/>
          </a:stretch>
        </p:blipFill>
        <p:spPr>
          <a:xfrm rot="10800000">
            <a:off x="6950075" y="7384"/>
            <a:ext cx="3251200" cy="1054100"/>
          </a:xfrm>
          <a:prstGeom prst="rect">
            <a:avLst/>
          </a:prstGeom>
        </p:spPr>
      </p:pic>
      <p:pic>
        <p:nvPicPr>
          <p:cNvPr id="69" name="Picture 68">
            <a:extLst>
              <a:ext uri="{FF2B5EF4-FFF2-40B4-BE49-F238E27FC236}">
                <a16:creationId xmlns:a16="http://schemas.microsoft.com/office/drawing/2014/main" id="{823879D4-9ADC-F577-38DB-9946DF233FF2}"/>
              </a:ext>
            </a:extLst>
          </p:cNvPr>
          <p:cNvPicPr>
            <a:picLocks/>
          </p:cNvPicPr>
          <p:nvPr/>
        </p:nvPicPr>
        <p:blipFill>
          <a:blip r:embed="rId5">
            <a:duotone>
              <a:prstClr val="black"/>
              <a:schemeClr val="accent2">
                <a:tint val="45000"/>
                <a:satMod val="400000"/>
              </a:schemeClr>
            </a:duotone>
            <a:extLst>
              <a:ext uri="{28A0092B-C50C-407E-A947-70E740481C1C}">
                <a14:useLocalDpi xmlns:a14="http://schemas.microsoft.com/office/drawing/2010/main" val="0"/>
              </a:ext>
            </a:extLst>
          </a:blip>
          <a:stretch>
            <a:fillRect/>
          </a:stretch>
        </p:blipFill>
        <p:spPr>
          <a:xfrm rot="10800000">
            <a:off x="4391025" y="70884"/>
            <a:ext cx="2641600" cy="927100"/>
          </a:xfrm>
          <a:prstGeom prst="rect">
            <a:avLst/>
          </a:prstGeom>
        </p:spPr>
      </p:pic>
      <p:pic>
        <p:nvPicPr>
          <p:cNvPr id="70" name="Picture 69">
            <a:extLst>
              <a:ext uri="{FF2B5EF4-FFF2-40B4-BE49-F238E27FC236}">
                <a16:creationId xmlns:a16="http://schemas.microsoft.com/office/drawing/2014/main" id="{D5AF5941-831F-8BC8-A4D1-A77411D44EE9}"/>
              </a:ext>
            </a:extLst>
          </p:cNvPr>
          <p:cNvPicPr>
            <a:picLocks/>
          </p:cNvPicPr>
          <p:nvPr/>
        </p:nvPicPr>
        <p:blipFill>
          <a:blip r:embed="rId5">
            <a:duotone>
              <a:prstClr val="black"/>
              <a:schemeClr val="accent2">
                <a:tint val="45000"/>
                <a:satMod val="400000"/>
              </a:schemeClr>
            </a:duotone>
            <a:extLst>
              <a:ext uri="{28A0092B-C50C-407E-A947-70E740481C1C}">
                <a14:useLocalDpi xmlns:a14="http://schemas.microsoft.com/office/drawing/2010/main" val="0"/>
              </a:ext>
            </a:extLst>
          </a:blip>
          <a:stretch>
            <a:fillRect/>
          </a:stretch>
        </p:blipFill>
        <p:spPr>
          <a:xfrm rot="10800000">
            <a:off x="1390650" y="70884"/>
            <a:ext cx="2641600" cy="927100"/>
          </a:xfrm>
          <a:prstGeom prst="rect">
            <a:avLst/>
          </a:prstGeom>
        </p:spPr>
      </p:pic>
      <p:pic>
        <p:nvPicPr>
          <p:cNvPr id="71" name="Picture 70">
            <a:extLst>
              <a:ext uri="{FF2B5EF4-FFF2-40B4-BE49-F238E27FC236}">
                <a16:creationId xmlns:a16="http://schemas.microsoft.com/office/drawing/2014/main" id="{67C0640D-6A07-4548-AFF8-59B6438A6EA5}"/>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rot="10800000">
            <a:off x="11423650" y="-233916"/>
            <a:ext cx="768350" cy="673100"/>
          </a:xfrm>
          <a:prstGeom prst="rect">
            <a:avLst/>
          </a:prstGeom>
        </p:spPr>
      </p:pic>
      <p:pic>
        <p:nvPicPr>
          <p:cNvPr id="72" name="Picture 71">
            <a:extLst>
              <a:ext uri="{FF2B5EF4-FFF2-40B4-BE49-F238E27FC236}">
                <a16:creationId xmlns:a16="http://schemas.microsoft.com/office/drawing/2014/main" id="{2958D712-8A90-4666-D08C-5737A7BF86E3}"/>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rot="10800000">
            <a:off x="10661650" y="-233916"/>
            <a:ext cx="768350" cy="673100"/>
          </a:xfrm>
          <a:prstGeom prst="rect">
            <a:avLst/>
          </a:prstGeom>
        </p:spPr>
      </p:pic>
      <p:pic>
        <p:nvPicPr>
          <p:cNvPr id="73" name="Picture 72">
            <a:extLst>
              <a:ext uri="{FF2B5EF4-FFF2-40B4-BE49-F238E27FC236}">
                <a16:creationId xmlns:a16="http://schemas.microsoft.com/office/drawing/2014/main" id="{FADE0F66-5E72-3780-F30F-80C3F834DDE0}"/>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rot="10800000">
            <a:off x="9899650" y="-233916"/>
            <a:ext cx="768350" cy="673100"/>
          </a:xfrm>
          <a:prstGeom prst="rect">
            <a:avLst/>
          </a:prstGeom>
        </p:spPr>
      </p:pic>
      <p:pic>
        <p:nvPicPr>
          <p:cNvPr id="74" name="Picture 73">
            <a:extLst>
              <a:ext uri="{FF2B5EF4-FFF2-40B4-BE49-F238E27FC236}">
                <a16:creationId xmlns:a16="http://schemas.microsoft.com/office/drawing/2014/main" id="{9CA9BDDB-E9B8-46B5-7C6E-E8A3D17D79BD}"/>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rot="10800000">
            <a:off x="9137650" y="-233916"/>
            <a:ext cx="768350" cy="673100"/>
          </a:xfrm>
          <a:prstGeom prst="rect">
            <a:avLst/>
          </a:prstGeom>
        </p:spPr>
      </p:pic>
      <p:pic>
        <p:nvPicPr>
          <p:cNvPr id="75" name="Picture 74">
            <a:extLst>
              <a:ext uri="{FF2B5EF4-FFF2-40B4-BE49-F238E27FC236}">
                <a16:creationId xmlns:a16="http://schemas.microsoft.com/office/drawing/2014/main" id="{94623373-2E08-ED14-77D4-E1B09151D9A8}"/>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rot="10800000">
            <a:off x="8375650" y="-233916"/>
            <a:ext cx="768350" cy="673100"/>
          </a:xfrm>
          <a:prstGeom prst="rect">
            <a:avLst/>
          </a:prstGeom>
        </p:spPr>
      </p:pic>
      <p:pic>
        <p:nvPicPr>
          <p:cNvPr id="76" name="Picture 75">
            <a:extLst>
              <a:ext uri="{FF2B5EF4-FFF2-40B4-BE49-F238E27FC236}">
                <a16:creationId xmlns:a16="http://schemas.microsoft.com/office/drawing/2014/main" id="{23AC6946-2166-FEB6-B491-97812AC48BEB}"/>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rot="10800000">
            <a:off x="7613650" y="-233916"/>
            <a:ext cx="768350" cy="673100"/>
          </a:xfrm>
          <a:prstGeom prst="rect">
            <a:avLst/>
          </a:prstGeom>
        </p:spPr>
      </p:pic>
      <p:pic>
        <p:nvPicPr>
          <p:cNvPr id="77" name="Picture 76">
            <a:extLst>
              <a:ext uri="{FF2B5EF4-FFF2-40B4-BE49-F238E27FC236}">
                <a16:creationId xmlns:a16="http://schemas.microsoft.com/office/drawing/2014/main" id="{9B3A0AB0-89BD-0F68-BFCE-0AF4C7DC0AD2}"/>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rot="10800000">
            <a:off x="6851650" y="-233916"/>
            <a:ext cx="768350" cy="673100"/>
          </a:xfrm>
          <a:prstGeom prst="rect">
            <a:avLst/>
          </a:prstGeom>
        </p:spPr>
      </p:pic>
      <p:pic>
        <p:nvPicPr>
          <p:cNvPr id="78" name="Picture 77">
            <a:extLst>
              <a:ext uri="{FF2B5EF4-FFF2-40B4-BE49-F238E27FC236}">
                <a16:creationId xmlns:a16="http://schemas.microsoft.com/office/drawing/2014/main" id="{430F3973-F65D-25C9-D040-ABE06830B3C0}"/>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rot="10800000">
            <a:off x="6089650" y="-233916"/>
            <a:ext cx="768350" cy="673100"/>
          </a:xfrm>
          <a:prstGeom prst="rect">
            <a:avLst/>
          </a:prstGeom>
        </p:spPr>
      </p:pic>
      <p:pic>
        <p:nvPicPr>
          <p:cNvPr id="79" name="Picture 78">
            <a:extLst>
              <a:ext uri="{FF2B5EF4-FFF2-40B4-BE49-F238E27FC236}">
                <a16:creationId xmlns:a16="http://schemas.microsoft.com/office/drawing/2014/main" id="{7DCEC2CC-5239-9374-6C24-14507356C563}"/>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rot="10800000">
            <a:off x="5327650" y="-233916"/>
            <a:ext cx="768350" cy="673100"/>
          </a:xfrm>
          <a:prstGeom prst="rect">
            <a:avLst/>
          </a:prstGeom>
        </p:spPr>
      </p:pic>
      <p:pic>
        <p:nvPicPr>
          <p:cNvPr id="80" name="Picture 79">
            <a:extLst>
              <a:ext uri="{FF2B5EF4-FFF2-40B4-BE49-F238E27FC236}">
                <a16:creationId xmlns:a16="http://schemas.microsoft.com/office/drawing/2014/main" id="{FBAA60F4-F172-99B8-7F66-FD3EE0ADE51C}"/>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rot="10800000">
            <a:off x="4565650" y="-233916"/>
            <a:ext cx="768350" cy="673100"/>
          </a:xfrm>
          <a:prstGeom prst="rect">
            <a:avLst/>
          </a:prstGeom>
        </p:spPr>
      </p:pic>
      <p:pic>
        <p:nvPicPr>
          <p:cNvPr id="81" name="Picture 80">
            <a:extLst>
              <a:ext uri="{FF2B5EF4-FFF2-40B4-BE49-F238E27FC236}">
                <a16:creationId xmlns:a16="http://schemas.microsoft.com/office/drawing/2014/main" id="{F367876B-7AB7-DB3D-C709-65FA3046DB2B}"/>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rot="10800000">
            <a:off x="3803650" y="-233916"/>
            <a:ext cx="768350" cy="673100"/>
          </a:xfrm>
          <a:prstGeom prst="rect">
            <a:avLst/>
          </a:prstGeom>
        </p:spPr>
      </p:pic>
      <p:pic>
        <p:nvPicPr>
          <p:cNvPr id="82" name="Picture 81">
            <a:extLst>
              <a:ext uri="{FF2B5EF4-FFF2-40B4-BE49-F238E27FC236}">
                <a16:creationId xmlns:a16="http://schemas.microsoft.com/office/drawing/2014/main" id="{214DD939-BF91-CBD9-4B6A-60C4261389D0}"/>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rot="10800000">
            <a:off x="3035300" y="-233916"/>
            <a:ext cx="768350" cy="673100"/>
          </a:xfrm>
          <a:prstGeom prst="rect">
            <a:avLst/>
          </a:prstGeom>
        </p:spPr>
      </p:pic>
      <p:pic>
        <p:nvPicPr>
          <p:cNvPr id="83" name="Picture 82">
            <a:extLst>
              <a:ext uri="{FF2B5EF4-FFF2-40B4-BE49-F238E27FC236}">
                <a16:creationId xmlns:a16="http://schemas.microsoft.com/office/drawing/2014/main" id="{818C2207-F421-07D3-5E4E-798B294E4324}"/>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rot="10800000">
            <a:off x="2273300" y="-233916"/>
            <a:ext cx="768350" cy="673100"/>
          </a:xfrm>
          <a:prstGeom prst="rect">
            <a:avLst/>
          </a:prstGeom>
        </p:spPr>
      </p:pic>
      <p:pic>
        <p:nvPicPr>
          <p:cNvPr id="84" name="Picture 83">
            <a:extLst>
              <a:ext uri="{FF2B5EF4-FFF2-40B4-BE49-F238E27FC236}">
                <a16:creationId xmlns:a16="http://schemas.microsoft.com/office/drawing/2014/main" id="{CA85226A-4AC7-7592-0BD5-BA4D78CC58BD}"/>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rot="10800000">
            <a:off x="1511300" y="-233916"/>
            <a:ext cx="768350" cy="673100"/>
          </a:xfrm>
          <a:prstGeom prst="rect">
            <a:avLst/>
          </a:prstGeom>
        </p:spPr>
      </p:pic>
      <p:pic>
        <p:nvPicPr>
          <p:cNvPr id="85" name="Picture 84">
            <a:extLst>
              <a:ext uri="{FF2B5EF4-FFF2-40B4-BE49-F238E27FC236}">
                <a16:creationId xmlns:a16="http://schemas.microsoft.com/office/drawing/2014/main" id="{ACF6B3F9-C28C-1C5C-4DC4-433BBEE79141}"/>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rot="10800000">
            <a:off x="749300" y="-233916"/>
            <a:ext cx="768350" cy="673100"/>
          </a:xfrm>
          <a:prstGeom prst="rect">
            <a:avLst/>
          </a:prstGeom>
        </p:spPr>
      </p:pic>
      <p:pic>
        <p:nvPicPr>
          <p:cNvPr id="86" name="Picture 85">
            <a:extLst>
              <a:ext uri="{FF2B5EF4-FFF2-40B4-BE49-F238E27FC236}">
                <a16:creationId xmlns:a16="http://schemas.microsoft.com/office/drawing/2014/main" id="{77275E65-98DA-B96A-18A6-444C51C584D9}"/>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rot="10800000">
            <a:off x="-12700" y="-233916"/>
            <a:ext cx="768350" cy="673100"/>
          </a:xfrm>
          <a:prstGeom prst="rect">
            <a:avLst/>
          </a:prstGeom>
        </p:spPr>
      </p:pic>
    </p:spTree>
    <p:extLst>
      <p:ext uri="{BB962C8B-B14F-4D97-AF65-F5344CB8AC3E}">
        <p14:creationId xmlns:p14="http://schemas.microsoft.com/office/powerpoint/2010/main" val="2865491339"/>
      </p:ext>
    </p:extLst>
  </p:cSld>
  <p:clrMapOvr>
    <a:masterClrMapping/>
  </p:clrMapOvr>
  <mc:AlternateContent xmlns:mc="http://schemas.openxmlformats.org/markup-compatibility/2006" xmlns:p14="http://schemas.microsoft.com/office/powerpoint/2010/main">
    <mc:Choice Requires="p14">
      <p:transition spd="med" p14:dur="700">
        <p:cover/>
      </p:transition>
    </mc:Choice>
    <mc:Fallback xmlns="">
      <p:transition spd="med">
        <p:cover/>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accent4">
            <a:lumMod val="40000"/>
            <a:lumOff val="60000"/>
          </a:schemeClr>
        </a:solidFill>
        <a:effectLst/>
      </p:bgPr>
    </p:bg>
    <p:spTree>
      <p:nvGrpSpPr>
        <p:cNvPr id="1" name="">
          <a:extLst>
            <a:ext uri="{FF2B5EF4-FFF2-40B4-BE49-F238E27FC236}">
              <a16:creationId xmlns:a16="http://schemas.microsoft.com/office/drawing/2014/main" id="{46D843A4-C1B7-88C5-9A20-EA989D006AE2}"/>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B36E9A0D-359C-EE3D-1244-5CC2DFF4A50C}"/>
              </a:ext>
            </a:extLst>
          </p:cNvPr>
          <p:cNvSpPr txBox="1"/>
          <p:nvPr/>
        </p:nvSpPr>
        <p:spPr>
          <a:xfrm>
            <a:off x="838200" y="986777"/>
            <a:ext cx="10277848" cy="707886"/>
          </a:xfrm>
          <a:prstGeom prst="rect">
            <a:avLst/>
          </a:prstGeom>
          <a:noFill/>
        </p:spPr>
        <p:txBody>
          <a:bodyPr wrap="square" rtlCol="0">
            <a:spAutoFit/>
          </a:bodyPr>
          <a:lstStyle/>
          <a:p>
            <a:r>
              <a:rPr lang="en-US" sz="4000"/>
              <a:t>XXXXX</a:t>
            </a:r>
          </a:p>
        </p:txBody>
      </p:sp>
      <p:sp>
        <p:nvSpPr>
          <p:cNvPr id="7" name="Graphic 5">
            <a:extLst>
              <a:ext uri="{FF2B5EF4-FFF2-40B4-BE49-F238E27FC236}">
                <a16:creationId xmlns:a16="http://schemas.microsoft.com/office/drawing/2014/main" id="{395C751F-E24B-DDE2-E0E2-1FD2821FAFC9}"/>
              </a:ext>
            </a:extLst>
          </p:cNvPr>
          <p:cNvSpPr/>
          <p:nvPr/>
        </p:nvSpPr>
        <p:spPr>
          <a:xfrm flipH="1">
            <a:off x="-3317695" y="5145674"/>
            <a:ext cx="13136556" cy="3798995"/>
          </a:xfrm>
          <a:custGeom>
            <a:avLst/>
            <a:gdLst>
              <a:gd name="csX0" fmla="*/ 1122844 w 1308761"/>
              <a:gd name="csY0" fmla="*/ 135750 h 1355462"/>
              <a:gd name="csX1" fmla="*/ 1299057 w 1308761"/>
              <a:gd name="csY1" fmla="*/ 654863 h 1355462"/>
              <a:gd name="csX2" fmla="*/ 972349 w 1308761"/>
              <a:gd name="csY2" fmla="*/ 1093965 h 1355462"/>
              <a:gd name="csX3" fmla="*/ 523722 w 1308761"/>
              <a:gd name="csY3" fmla="*/ 1348283 h 1355462"/>
              <a:gd name="csX4" fmla="*/ 71284 w 1308761"/>
              <a:gd name="csY4" fmla="*/ 1201598 h 1355462"/>
              <a:gd name="csX5" fmla="*/ 28422 w 1308761"/>
              <a:gd name="csY5" fmla="*/ 730110 h 1355462"/>
              <a:gd name="csX6" fmla="*/ 223684 w 1308761"/>
              <a:gd name="csY6" fmla="*/ 331013 h 1355462"/>
              <a:gd name="csX7" fmla="*/ 598969 w 1308761"/>
              <a:gd name="csY7" fmla="*/ 20498 h 1355462"/>
              <a:gd name="csX8" fmla="*/ 1122844 w 1308761"/>
              <a:gd name="csY8" fmla="*/ 135750 h 1355462"/>
              <a:gd name="csX0" fmla="*/ 1122744 w 1308761"/>
              <a:gd name="csY0" fmla="*/ 135650 h 1355462"/>
              <a:gd name="csX1" fmla="*/ 1298957 w 1308761"/>
              <a:gd name="csY1" fmla="*/ 654763 h 1355462"/>
              <a:gd name="csX2" fmla="*/ 972249 w 1308761"/>
              <a:gd name="csY2" fmla="*/ 1093865 h 1355462"/>
              <a:gd name="csX3" fmla="*/ 523622 w 1308761"/>
              <a:gd name="csY3" fmla="*/ 1348183 h 1355462"/>
              <a:gd name="csX4" fmla="*/ 71184 w 1308761"/>
              <a:gd name="csY4" fmla="*/ 1201498 h 1355462"/>
              <a:gd name="csX5" fmla="*/ 28322 w 1308761"/>
              <a:gd name="csY5" fmla="*/ 730010 h 1355462"/>
              <a:gd name="csX6" fmla="*/ 196687 w 1308761"/>
              <a:gd name="csY6" fmla="*/ 301787 h 1355462"/>
              <a:gd name="csX7" fmla="*/ 598869 w 1308761"/>
              <a:gd name="csY7" fmla="*/ 20398 h 1355462"/>
              <a:gd name="csX8" fmla="*/ 1122744 w 1308761"/>
              <a:gd name="csY8" fmla="*/ 135650 h 1355462"/>
              <a:gd name="csX0" fmla="*/ 1127765 w 1313782"/>
              <a:gd name="csY0" fmla="*/ 135650 h 1354373"/>
              <a:gd name="csX1" fmla="*/ 1303978 w 1313782"/>
              <a:gd name="csY1" fmla="*/ 654763 h 1354373"/>
              <a:gd name="csX2" fmla="*/ 977270 w 1313782"/>
              <a:gd name="csY2" fmla="*/ 1093865 h 1354373"/>
              <a:gd name="csX3" fmla="*/ 528643 w 1313782"/>
              <a:gd name="csY3" fmla="*/ 1348183 h 1354373"/>
              <a:gd name="csX4" fmla="*/ 76205 w 1313782"/>
              <a:gd name="csY4" fmla="*/ 1201498 h 1354373"/>
              <a:gd name="csX5" fmla="*/ 22385 w 1313782"/>
              <a:gd name="csY5" fmla="*/ 708165 h 1354373"/>
              <a:gd name="csX6" fmla="*/ 201708 w 1313782"/>
              <a:gd name="csY6" fmla="*/ 301787 h 1354373"/>
              <a:gd name="csX7" fmla="*/ 603890 w 1313782"/>
              <a:gd name="csY7" fmla="*/ 20398 h 1354373"/>
              <a:gd name="csX8" fmla="*/ 1127765 w 1313782"/>
              <a:gd name="csY8" fmla="*/ 135650 h 1354373"/>
              <a:gd name="csX0" fmla="*/ 1127765 w 1313782"/>
              <a:gd name="csY0" fmla="*/ 105956 h 1324679"/>
              <a:gd name="csX1" fmla="*/ 1303978 w 1313782"/>
              <a:gd name="csY1" fmla="*/ 625069 h 1324679"/>
              <a:gd name="csX2" fmla="*/ 977270 w 1313782"/>
              <a:gd name="csY2" fmla="*/ 1064171 h 1324679"/>
              <a:gd name="csX3" fmla="*/ 528643 w 1313782"/>
              <a:gd name="csY3" fmla="*/ 1318489 h 1324679"/>
              <a:gd name="csX4" fmla="*/ 76205 w 1313782"/>
              <a:gd name="csY4" fmla="*/ 1171804 h 1324679"/>
              <a:gd name="csX5" fmla="*/ 22385 w 1313782"/>
              <a:gd name="csY5" fmla="*/ 678471 h 1324679"/>
              <a:gd name="csX6" fmla="*/ 201708 w 1313782"/>
              <a:gd name="csY6" fmla="*/ 272093 h 1324679"/>
              <a:gd name="csX7" fmla="*/ 607875 w 1313782"/>
              <a:gd name="csY7" fmla="*/ 30752 h 1324679"/>
              <a:gd name="csX8" fmla="*/ 1127765 w 1313782"/>
              <a:gd name="csY8" fmla="*/ 105956 h 1324679"/>
              <a:gd name="csX0" fmla="*/ 1127765 w 1313782"/>
              <a:gd name="csY0" fmla="*/ 126260 h 1344983"/>
              <a:gd name="csX1" fmla="*/ 1303978 w 1313782"/>
              <a:gd name="csY1" fmla="*/ 645373 h 1344983"/>
              <a:gd name="csX2" fmla="*/ 977270 w 1313782"/>
              <a:gd name="csY2" fmla="*/ 1084475 h 1344983"/>
              <a:gd name="csX3" fmla="*/ 528643 w 1313782"/>
              <a:gd name="csY3" fmla="*/ 1338793 h 1344983"/>
              <a:gd name="csX4" fmla="*/ 76205 w 1313782"/>
              <a:gd name="csY4" fmla="*/ 1192108 h 1344983"/>
              <a:gd name="csX5" fmla="*/ 22385 w 1313782"/>
              <a:gd name="csY5" fmla="*/ 698775 h 1344983"/>
              <a:gd name="csX6" fmla="*/ 201708 w 1313782"/>
              <a:gd name="csY6" fmla="*/ 292397 h 1344983"/>
              <a:gd name="csX7" fmla="*/ 607875 w 1313782"/>
              <a:gd name="csY7" fmla="*/ 51056 h 1344983"/>
              <a:gd name="csX8" fmla="*/ 921184 w 1313782"/>
              <a:gd name="csY8" fmla="*/ 4347 h 1344983"/>
              <a:gd name="csX9" fmla="*/ 1127765 w 1313782"/>
              <a:gd name="csY9" fmla="*/ 126260 h 1344983"/>
              <a:gd name="csX0" fmla="*/ 921184 w 1303978"/>
              <a:gd name="csY0" fmla="*/ 42121 h 1382757"/>
              <a:gd name="csX1" fmla="*/ 1303978 w 1303978"/>
              <a:gd name="csY1" fmla="*/ 683147 h 1382757"/>
              <a:gd name="csX2" fmla="*/ 977270 w 1303978"/>
              <a:gd name="csY2" fmla="*/ 1122249 h 1382757"/>
              <a:gd name="csX3" fmla="*/ 528643 w 1303978"/>
              <a:gd name="csY3" fmla="*/ 1376567 h 1382757"/>
              <a:gd name="csX4" fmla="*/ 76205 w 1303978"/>
              <a:gd name="csY4" fmla="*/ 1229882 h 1382757"/>
              <a:gd name="csX5" fmla="*/ 22385 w 1303978"/>
              <a:gd name="csY5" fmla="*/ 736549 h 1382757"/>
              <a:gd name="csX6" fmla="*/ 201708 w 1303978"/>
              <a:gd name="csY6" fmla="*/ 330171 h 1382757"/>
              <a:gd name="csX7" fmla="*/ 607875 w 1303978"/>
              <a:gd name="csY7" fmla="*/ 88830 h 1382757"/>
              <a:gd name="csX8" fmla="*/ 921184 w 1303978"/>
              <a:gd name="csY8" fmla="*/ 42121 h 1382757"/>
              <a:gd name="csX0" fmla="*/ 921184 w 1288039"/>
              <a:gd name="csY0" fmla="*/ 42121 h 1382757"/>
              <a:gd name="csX1" fmla="*/ 1288039 w 1288039"/>
              <a:gd name="csY1" fmla="*/ 559361 h 1382757"/>
              <a:gd name="csX2" fmla="*/ 977270 w 1288039"/>
              <a:gd name="csY2" fmla="*/ 1122249 h 1382757"/>
              <a:gd name="csX3" fmla="*/ 528643 w 1288039"/>
              <a:gd name="csY3" fmla="*/ 1376567 h 1382757"/>
              <a:gd name="csX4" fmla="*/ 76205 w 1288039"/>
              <a:gd name="csY4" fmla="*/ 1229882 h 1382757"/>
              <a:gd name="csX5" fmla="*/ 22385 w 1288039"/>
              <a:gd name="csY5" fmla="*/ 736549 h 1382757"/>
              <a:gd name="csX6" fmla="*/ 201708 w 1288039"/>
              <a:gd name="csY6" fmla="*/ 330171 h 1382757"/>
              <a:gd name="csX7" fmla="*/ 607875 w 1288039"/>
              <a:gd name="csY7" fmla="*/ 88830 h 1382757"/>
              <a:gd name="csX8" fmla="*/ 921184 w 1288039"/>
              <a:gd name="csY8" fmla="*/ 42121 h 1382757"/>
              <a:gd name="csX0" fmla="*/ 921184 w 1291474"/>
              <a:gd name="csY0" fmla="*/ 42121 h 1382757"/>
              <a:gd name="csX1" fmla="*/ 1288039 w 1291474"/>
              <a:gd name="csY1" fmla="*/ 559361 h 1382757"/>
              <a:gd name="csX2" fmla="*/ 977270 w 1291474"/>
              <a:gd name="csY2" fmla="*/ 1122249 h 1382757"/>
              <a:gd name="csX3" fmla="*/ 528643 w 1291474"/>
              <a:gd name="csY3" fmla="*/ 1376567 h 1382757"/>
              <a:gd name="csX4" fmla="*/ 76205 w 1291474"/>
              <a:gd name="csY4" fmla="*/ 1229882 h 1382757"/>
              <a:gd name="csX5" fmla="*/ 22385 w 1291474"/>
              <a:gd name="csY5" fmla="*/ 736549 h 1382757"/>
              <a:gd name="csX6" fmla="*/ 201708 w 1291474"/>
              <a:gd name="csY6" fmla="*/ 330171 h 1382757"/>
              <a:gd name="csX7" fmla="*/ 607875 w 1291474"/>
              <a:gd name="csY7" fmla="*/ 88830 h 1382757"/>
              <a:gd name="csX8" fmla="*/ 921184 w 1291474"/>
              <a:gd name="csY8" fmla="*/ 42121 h 1382757"/>
              <a:gd name="csX0" fmla="*/ 979959 w 1288039"/>
              <a:gd name="csY0" fmla="*/ 49836 h 1361346"/>
              <a:gd name="csX1" fmla="*/ 1288039 w 1288039"/>
              <a:gd name="csY1" fmla="*/ 537950 h 1361346"/>
              <a:gd name="csX2" fmla="*/ 977270 w 1288039"/>
              <a:gd name="csY2" fmla="*/ 1100838 h 1361346"/>
              <a:gd name="csX3" fmla="*/ 528643 w 1288039"/>
              <a:gd name="csY3" fmla="*/ 1355156 h 1361346"/>
              <a:gd name="csX4" fmla="*/ 76205 w 1288039"/>
              <a:gd name="csY4" fmla="*/ 1208471 h 1361346"/>
              <a:gd name="csX5" fmla="*/ 22385 w 1288039"/>
              <a:gd name="csY5" fmla="*/ 715138 h 1361346"/>
              <a:gd name="csX6" fmla="*/ 201708 w 1288039"/>
              <a:gd name="csY6" fmla="*/ 308760 h 1361346"/>
              <a:gd name="csX7" fmla="*/ 607875 w 1288039"/>
              <a:gd name="csY7" fmla="*/ 67419 h 1361346"/>
              <a:gd name="csX8" fmla="*/ 979959 w 1288039"/>
              <a:gd name="csY8" fmla="*/ 49836 h 13613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288039" h="1361346">
                <a:moveTo>
                  <a:pt x="979959" y="49836"/>
                </a:moveTo>
                <a:cubicBezTo>
                  <a:pt x="1095976" y="148889"/>
                  <a:pt x="1288487" y="362783"/>
                  <a:pt x="1288039" y="537950"/>
                </a:cubicBezTo>
                <a:cubicBezTo>
                  <a:pt x="1287591" y="713117"/>
                  <a:pt x="1103836" y="964637"/>
                  <a:pt x="977270" y="1100838"/>
                </a:cubicBezTo>
                <a:cubicBezTo>
                  <a:pt x="850704" y="1237039"/>
                  <a:pt x="695330" y="1328486"/>
                  <a:pt x="528643" y="1355156"/>
                </a:cubicBezTo>
                <a:cubicBezTo>
                  <a:pt x="361955" y="1382778"/>
                  <a:pt x="160581" y="1315141"/>
                  <a:pt x="76205" y="1208471"/>
                </a:cubicBezTo>
                <a:cubicBezTo>
                  <a:pt x="-8171" y="1101801"/>
                  <a:pt x="-16668" y="870396"/>
                  <a:pt x="22385" y="715138"/>
                </a:cubicBezTo>
                <a:cubicBezTo>
                  <a:pt x="60485" y="559881"/>
                  <a:pt x="110268" y="435442"/>
                  <a:pt x="201708" y="308760"/>
                </a:cubicBezTo>
                <a:cubicBezTo>
                  <a:pt x="294101" y="183030"/>
                  <a:pt x="442140" y="115996"/>
                  <a:pt x="607875" y="67419"/>
                </a:cubicBezTo>
                <a:cubicBezTo>
                  <a:pt x="727289" y="22445"/>
                  <a:pt x="863942" y="-49217"/>
                  <a:pt x="979959" y="49836"/>
                </a:cubicBezTo>
                <a:close/>
              </a:path>
            </a:pathLst>
          </a:custGeom>
          <a:solidFill>
            <a:schemeClr val="accent4">
              <a:lumMod val="60000"/>
              <a:lumOff val="40000"/>
            </a:schemeClr>
          </a:solidFill>
          <a:ln w="9525" cap="flat">
            <a:noFill/>
            <a:prstDash val="solid"/>
            <a:miter/>
          </a:ln>
        </p:spPr>
        <p:txBody>
          <a:bodyPr/>
          <a:lstStyle/>
          <a:p>
            <a:endParaRPr lang="en-US"/>
          </a:p>
        </p:txBody>
      </p:sp>
      <p:sp>
        <p:nvSpPr>
          <p:cNvPr id="13" name="Graphic 5">
            <a:extLst>
              <a:ext uri="{FF2B5EF4-FFF2-40B4-BE49-F238E27FC236}">
                <a16:creationId xmlns:a16="http://schemas.microsoft.com/office/drawing/2014/main" id="{EE7ABDAA-310C-22C7-607C-3C99715060A6}"/>
              </a:ext>
            </a:extLst>
          </p:cNvPr>
          <p:cNvSpPr/>
          <p:nvPr/>
        </p:nvSpPr>
        <p:spPr>
          <a:xfrm flipH="1">
            <a:off x="-3703775" y="5575355"/>
            <a:ext cx="13136556" cy="3798995"/>
          </a:xfrm>
          <a:custGeom>
            <a:avLst/>
            <a:gdLst>
              <a:gd name="csX0" fmla="*/ 1122844 w 1308761"/>
              <a:gd name="csY0" fmla="*/ 135750 h 1355462"/>
              <a:gd name="csX1" fmla="*/ 1299057 w 1308761"/>
              <a:gd name="csY1" fmla="*/ 654863 h 1355462"/>
              <a:gd name="csX2" fmla="*/ 972349 w 1308761"/>
              <a:gd name="csY2" fmla="*/ 1093965 h 1355462"/>
              <a:gd name="csX3" fmla="*/ 523722 w 1308761"/>
              <a:gd name="csY3" fmla="*/ 1348283 h 1355462"/>
              <a:gd name="csX4" fmla="*/ 71284 w 1308761"/>
              <a:gd name="csY4" fmla="*/ 1201598 h 1355462"/>
              <a:gd name="csX5" fmla="*/ 28422 w 1308761"/>
              <a:gd name="csY5" fmla="*/ 730110 h 1355462"/>
              <a:gd name="csX6" fmla="*/ 223684 w 1308761"/>
              <a:gd name="csY6" fmla="*/ 331013 h 1355462"/>
              <a:gd name="csX7" fmla="*/ 598969 w 1308761"/>
              <a:gd name="csY7" fmla="*/ 20498 h 1355462"/>
              <a:gd name="csX8" fmla="*/ 1122844 w 1308761"/>
              <a:gd name="csY8" fmla="*/ 135750 h 1355462"/>
              <a:gd name="csX0" fmla="*/ 1122744 w 1308761"/>
              <a:gd name="csY0" fmla="*/ 135650 h 1355462"/>
              <a:gd name="csX1" fmla="*/ 1298957 w 1308761"/>
              <a:gd name="csY1" fmla="*/ 654763 h 1355462"/>
              <a:gd name="csX2" fmla="*/ 972249 w 1308761"/>
              <a:gd name="csY2" fmla="*/ 1093865 h 1355462"/>
              <a:gd name="csX3" fmla="*/ 523622 w 1308761"/>
              <a:gd name="csY3" fmla="*/ 1348183 h 1355462"/>
              <a:gd name="csX4" fmla="*/ 71184 w 1308761"/>
              <a:gd name="csY4" fmla="*/ 1201498 h 1355462"/>
              <a:gd name="csX5" fmla="*/ 28322 w 1308761"/>
              <a:gd name="csY5" fmla="*/ 730010 h 1355462"/>
              <a:gd name="csX6" fmla="*/ 196687 w 1308761"/>
              <a:gd name="csY6" fmla="*/ 301787 h 1355462"/>
              <a:gd name="csX7" fmla="*/ 598869 w 1308761"/>
              <a:gd name="csY7" fmla="*/ 20398 h 1355462"/>
              <a:gd name="csX8" fmla="*/ 1122744 w 1308761"/>
              <a:gd name="csY8" fmla="*/ 135650 h 1355462"/>
              <a:gd name="csX0" fmla="*/ 1127765 w 1313782"/>
              <a:gd name="csY0" fmla="*/ 135650 h 1354373"/>
              <a:gd name="csX1" fmla="*/ 1303978 w 1313782"/>
              <a:gd name="csY1" fmla="*/ 654763 h 1354373"/>
              <a:gd name="csX2" fmla="*/ 977270 w 1313782"/>
              <a:gd name="csY2" fmla="*/ 1093865 h 1354373"/>
              <a:gd name="csX3" fmla="*/ 528643 w 1313782"/>
              <a:gd name="csY3" fmla="*/ 1348183 h 1354373"/>
              <a:gd name="csX4" fmla="*/ 76205 w 1313782"/>
              <a:gd name="csY4" fmla="*/ 1201498 h 1354373"/>
              <a:gd name="csX5" fmla="*/ 22385 w 1313782"/>
              <a:gd name="csY5" fmla="*/ 708165 h 1354373"/>
              <a:gd name="csX6" fmla="*/ 201708 w 1313782"/>
              <a:gd name="csY6" fmla="*/ 301787 h 1354373"/>
              <a:gd name="csX7" fmla="*/ 603890 w 1313782"/>
              <a:gd name="csY7" fmla="*/ 20398 h 1354373"/>
              <a:gd name="csX8" fmla="*/ 1127765 w 1313782"/>
              <a:gd name="csY8" fmla="*/ 135650 h 1354373"/>
              <a:gd name="csX0" fmla="*/ 1127765 w 1313782"/>
              <a:gd name="csY0" fmla="*/ 105956 h 1324679"/>
              <a:gd name="csX1" fmla="*/ 1303978 w 1313782"/>
              <a:gd name="csY1" fmla="*/ 625069 h 1324679"/>
              <a:gd name="csX2" fmla="*/ 977270 w 1313782"/>
              <a:gd name="csY2" fmla="*/ 1064171 h 1324679"/>
              <a:gd name="csX3" fmla="*/ 528643 w 1313782"/>
              <a:gd name="csY3" fmla="*/ 1318489 h 1324679"/>
              <a:gd name="csX4" fmla="*/ 76205 w 1313782"/>
              <a:gd name="csY4" fmla="*/ 1171804 h 1324679"/>
              <a:gd name="csX5" fmla="*/ 22385 w 1313782"/>
              <a:gd name="csY5" fmla="*/ 678471 h 1324679"/>
              <a:gd name="csX6" fmla="*/ 201708 w 1313782"/>
              <a:gd name="csY6" fmla="*/ 272093 h 1324679"/>
              <a:gd name="csX7" fmla="*/ 607875 w 1313782"/>
              <a:gd name="csY7" fmla="*/ 30752 h 1324679"/>
              <a:gd name="csX8" fmla="*/ 1127765 w 1313782"/>
              <a:gd name="csY8" fmla="*/ 105956 h 1324679"/>
              <a:gd name="csX0" fmla="*/ 1127765 w 1313782"/>
              <a:gd name="csY0" fmla="*/ 126260 h 1344983"/>
              <a:gd name="csX1" fmla="*/ 1303978 w 1313782"/>
              <a:gd name="csY1" fmla="*/ 645373 h 1344983"/>
              <a:gd name="csX2" fmla="*/ 977270 w 1313782"/>
              <a:gd name="csY2" fmla="*/ 1084475 h 1344983"/>
              <a:gd name="csX3" fmla="*/ 528643 w 1313782"/>
              <a:gd name="csY3" fmla="*/ 1338793 h 1344983"/>
              <a:gd name="csX4" fmla="*/ 76205 w 1313782"/>
              <a:gd name="csY4" fmla="*/ 1192108 h 1344983"/>
              <a:gd name="csX5" fmla="*/ 22385 w 1313782"/>
              <a:gd name="csY5" fmla="*/ 698775 h 1344983"/>
              <a:gd name="csX6" fmla="*/ 201708 w 1313782"/>
              <a:gd name="csY6" fmla="*/ 292397 h 1344983"/>
              <a:gd name="csX7" fmla="*/ 607875 w 1313782"/>
              <a:gd name="csY7" fmla="*/ 51056 h 1344983"/>
              <a:gd name="csX8" fmla="*/ 921184 w 1313782"/>
              <a:gd name="csY8" fmla="*/ 4347 h 1344983"/>
              <a:gd name="csX9" fmla="*/ 1127765 w 1313782"/>
              <a:gd name="csY9" fmla="*/ 126260 h 1344983"/>
              <a:gd name="csX0" fmla="*/ 921184 w 1303978"/>
              <a:gd name="csY0" fmla="*/ 42121 h 1382757"/>
              <a:gd name="csX1" fmla="*/ 1303978 w 1303978"/>
              <a:gd name="csY1" fmla="*/ 683147 h 1382757"/>
              <a:gd name="csX2" fmla="*/ 977270 w 1303978"/>
              <a:gd name="csY2" fmla="*/ 1122249 h 1382757"/>
              <a:gd name="csX3" fmla="*/ 528643 w 1303978"/>
              <a:gd name="csY3" fmla="*/ 1376567 h 1382757"/>
              <a:gd name="csX4" fmla="*/ 76205 w 1303978"/>
              <a:gd name="csY4" fmla="*/ 1229882 h 1382757"/>
              <a:gd name="csX5" fmla="*/ 22385 w 1303978"/>
              <a:gd name="csY5" fmla="*/ 736549 h 1382757"/>
              <a:gd name="csX6" fmla="*/ 201708 w 1303978"/>
              <a:gd name="csY6" fmla="*/ 330171 h 1382757"/>
              <a:gd name="csX7" fmla="*/ 607875 w 1303978"/>
              <a:gd name="csY7" fmla="*/ 88830 h 1382757"/>
              <a:gd name="csX8" fmla="*/ 921184 w 1303978"/>
              <a:gd name="csY8" fmla="*/ 42121 h 1382757"/>
              <a:gd name="csX0" fmla="*/ 921184 w 1288039"/>
              <a:gd name="csY0" fmla="*/ 42121 h 1382757"/>
              <a:gd name="csX1" fmla="*/ 1288039 w 1288039"/>
              <a:gd name="csY1" fmla="*/ 559361 h 1382757"/>
              <a:gd name="csX2" fmla="*/ 977270 w 1288039"/>
              <a:gd name="csY2" fmla="*/ 1122249 h 1382757"/>
              <a:gd name="csX3" fmla="*/ 528643 w 1288039"/>
              <a:gd name="csY3" fmla="*/ 1376567 h 1382757"/>
              <a:gd name="csX4" fmla="*/ 76205 w 1288039"/>
              <a:gd name="csY4" fmla="*/ 1229882 h 1382757"/>
              <a:gd name="csX5" fmla="*/ 22385 w 1288039"/>
              <a:gd name="csY5" fmla="*/ 736549 h 1382757"/>
              <a:gd name="csX6" fmla="*/ 201708 w 1288039"/>
              <a:gd name="csY6" fmla="*/ 330171 h 1382757"/>
              <a:gd name="csX7" fmla="*/ 607875 w 1288039"/>
              <a:gd name="csY7" fmla="*/ 88830 h 1382757"/>
              <a:gd name="csX8" fmla="*/ 921184 w 1288039"/>
              <a:gd name="csY8" fmla="*/ 42121 h 1382757"/>
              <a:gd name="csX0" fmla="*/ 921184 w 1291474"/>
              <a:gd name="csY0" fmla="*/ 42121 h 1382757"/>
              <a:gd name="csX1" fmla="*/ 1288039 w 1291474"/>
              <a:gd name="csY1" fmla="*/ 559361 h 1382757"/>
              <a:gd name="csX2" fmla="*/ 977270 w 1291474"/>
              <a:gd name="csY2" fmla="*/ 1122249 h 1382757"/>
              <a:gd name="csX3" fmla="*/ 528643 w 1291474"/>
              <a:gd name="csY3" fmla="*/ 1376567 h 1382757"/>
              <a:gd name="csX4" fmla="*/ 76205 w 1291474"/>
              <a:gd name="csY4" fmla="*/ 1229882 h 1382757"/>
              <a:gd name="csX5" fmla="*/ 22385 w 1291474"/>
              <a:gd name="csY5" fmla="*/ 736549 h 1382757"/>
              <a:gd name="csX6" fmla="*/ 201708 w 1291474"/>
              <a:gd name="csY6" fmla="*/ 330171 h 1382757"/>
              <a:gd name="csX7" fmla="*/ 607875 w 1291474"/>
              <a:gd name="csY7" fmla="*/ 88830 h 1382757"/>
              <a:gd name="csX8" fmla="*/ 921184 w 1291474"/>
              <a:gd name="csY8" fmla="*/ 42121 h 1382757"/>
              <a:gd name="csX0" fmla="*/ 979959 w 1288039"/>
              <a:gd name="csY0" fmla="*/ 49836 h 1361346"/>
              <a:gd name="csX1" fmla="*/ 1288039 w 1288039"/>
              <a:gd name="csY1" fmla="*/ 537950 h 1361346"/>
              <a:gd name="csX2" fmla="*/ 977270 w 1288039"/>
              <a:gd name="csY2" fmla="*/ 1100838 h 1361346"/>
              <a:gd name="csX3" fmla="*/ 528643 w 1288039"/>
              <a:gd name="csY3" fmla="*/ 1355156 h 1361346"/>
              <a:gd name="csX4" fmla="*/ 76205 w 1288039"/>
              <a:gd name="csY4" fmla="*/ 1208471 h 1361346"/>
              <a:gd name="csX5" fmla="*/ 22385 w 1288039"/>
              <a:gd name="csY5" fmla="*/ 715138 h 1361346"/>
              <a:gd name="csX6" fmla="*/ 201708 w 1288039"/>
              <a:gd name="csY6" fmla="*/ 308760 h 1361346"/>
              <a:gd name="csX7" fmla="*/ 607875 w 1288039"/>
              <a:gd name="csY7" fmla="*/ 67419 h 1361346"/>
              <a:gd name="csX8" fmla="*/ 979959 w 1288039"/>
              <a:gd name="csY8" fmla="*/ 49836 h 13613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288039" h="1361346">
                <a:moveTo>
                  <a:pt x="979959" y="49836"/>
                </a:moveTo>
                <a:cubicBezTo>
                  <a:pt x="1095976" y="148889"/>
                  <a:pt x="1288487" y="362783"/>
                  <a:pt x="1288039" y="537950"/>
                </a:cubicBezTo>
                <a:cubicBezTo>
                  <a:pt x="1287591" y="713117"/>
                  <a:pt x="1103836" y="964637"/>
                  <a:pt x="977270" y="1100838"/>
                </a:cubicBezTo>
                <a:cubicBezTo>
                  <a:pt x="850704" y="1237039"/>
                  <a:pt x="695330" y="1328486"/>
                  <a:pt x="528643" y="1355156"/>
                </a:cubicBezTo>
                <a:cubicBezTo>
                  <a:pt x="361955" y="1382778"/>
                  <a:pt x="160581" y="1315141"/>
                  <a:pt x="76205" y="1208471"/>
                </a:cubicBezTo>
                <a:cubicBezTo>
                  <a:pt x="-8171" y="1101801"/>
                  <a:pt x="-16668" y="870396"/>
                  <a:pt x="22385" y="715138"/>
                </a:cubicBezTo>
                <a:cubicBezTo>
                  <a:pt x="60485" y="559881"/>
                  <a:pt x="110268" y="435442"/>
                  <a:pt x="201708" y="308760"/>
                </a:cubicBezTo>
                <a:cubicBezTo>
                  <a:pt x="294101" y="183030"/>
                  <a:pt x="442140" y="115996"/>
                  <a:pt x="607875" y="67419"/>
                </a:cubicBezTo>
                <a:cubicBezTo>
                  <a:pt x="727289" y="22445"/>
                  <a:pt x="863942" y="-49217"/>
                  <a:pt x="979959" y="49836"/>
                </a:cubicBezTo>
                <a:close/>
              </a:path>
            </a:pathLst>
          </a:custGeom>
          <a:solidFill>
            <a:schemeClr val="accent4">
              <a:lumMod val="75000"/>
            </a:schemeClr>
          </a:solidFill>
          <a:ln w="9525" cap="flat">
            <a:noFill/>
            <a:prstDash val="solid"/>
            <a:miter/>
          </a:ln>
        </p:spPr>
        <p:txBody>
          <a:bodyPr/>
          <a:lstStyle/>
          <a:p>
            <a:endParaRPr lang="en-US"/>
          </a:p>
        </p:txBody>
      </p:sp>
      <p:sp>
        <p:nvSpPr>
          <p:cNvPr id="14" name="Graphic 5">
            <a:extLst>
              <a:ext uri="{FF2B5EF4-FFF2-40B4-BE49-F238E27FC236}">
                <a16:creationId xmlns:a16="http://schemas.microsoft.com/office/drawing/2014/main" id="{B883BD01-1C2B-B211-B6CA-A70915287667}"/>
              </a:ext>
            </a:extLst>
          </p:cNvPr>
          <p:cNvSpPr/>
          <p:nvPr/>
        </p:nvSpPr>
        <p:spPr>
          <a:xfrm flipH="1">
            <a:off x="-3896815" y="6005036"/>
            <a:ext cx="13136556" cy="3798995"/>
          </a:xfrm>
          <a:custGeom>
            <a:avLst/>
            <a:gdLst>
              <a:gd name="csX0" fmla="*/ 1122844 w 1308761"/>
              <a:gd name="csY0" fmla="*/ 135750 h 1355462"/>
              <a:gd name="csX1" fmla="*/ 1299057 w 1308761"/>
              <a:gd name="csY1" fmla="*/ 654863 h 1355462"/>
              <a:gd name="csX2" fmla="*/ 972349 w 1308761"/>
              <a:gd name="csY2" fmla="*/ 1093965 h 1355462"/>
              <a:gd name="csX3" fmla="*/ 523722 w 1308761"/>
              <a:gd name="csY3" fmla="*/ 1348283 h 1355462"/>
              <a:gd name="csX4" fmla="*/ 71284 w 1308761"/>
              <a:gd name="csY4" fmla="*/ 1201598 h 1355462"/>
              <a:gd name="csX5" fmla="*/ 28422 w 1308761"/>
              <a:gd name="csY5" fmla="*/ 730110 h 1355462"/>
              <a:gd name="csX6" fmla="*/ 223684 w 1308761"/>
              <a:gd name="csY6" fmla="*/ 331013 h 1355462"/>
              <a:gd name="csX7" fmla="*/ 598969 w 1308761"/>
              <a:gd name="csY7" fmla="*/ 20498 h 1355462"/>
              <a:gd name="csX8" fmla="*/ 1122844 w 1308761"/>
              <a:gd name="csY8" fmla="*/ 135750 h 1355462"/>
              <a:gd name="csX0" fmla="*/ 1122744 w 1308761"/>
              <a:gd name="csY0" fmla="*/ 135650 h 1355462"/>
              <a:gd name="csX1" fmla="*/ 1298957 w 1308761"/>
              <a:gd name="csY1" fmla="*/ 654763 h 1355462"/>
              <a:gd name="csX2" fmla="*/ 972249 w 1308761"/>
              <a:gd name="csY2" fmla="*/ 1093865 h 1355462"/>
              <a:gd name="csX3" fmla="*/ 523622 w 1308761"/>
              <a:gd name="csY3" fmla="*/ 1348183 h 1355462"/>
              <a:gd name="csX4" fmla="*/ 71184 w 1308761"/>
              <a:gd name="csY4" fmla="*/ 1201498 h 1355462"/>
              <a:gd name="csX5" fmla="*/ 28322 w 1308761"/>
              <a:gd name="csY5" fmla="*/ 730010 h 1355462"/>
              <a:gd name="csX6" fmla="*/ 196687 w 1308761"/>
              <a:gd name="csY6" fmla="*/ 301787 h 1355462"/>
              <a:gd name="csX7" fmla="*/ 598869 w 1308761"/>
              <a:gd name="csY7" fmla="*/ 20398 h 1355462"/>
              <a:gd name="csX8" fmla="*/ 1122744 w 1308761"/>
              <a:gd name="csY8" fmla="*/ 135650 h 1355462"/>
              <a:gd name="csX0" fmla="*/ 1127765 w 1313782"/>
              <a:gd name="csY0" fmla="*/ 135650 h 1354373"/>
              <a:gd name="csX1" fmla="*/ 1303978 w 1313782"/>
              <a:gd name="csY1" fmla="*/ 654763 h 1354373"/>
              <a:gd name="csX2" fmla="*/ 977270 w 1313782"/>
              <a:gd name="csY2" fmla="*/ 1093865 h 1354373"/>
              <a:gd name="csX3" fmla="*/ 528643 w 1313782"/>
              <a:gd name="csY3" fmla="*/ 1348183 h 1354373"/>
              <a:gd name="csX4" fmla="*/ 76205 w 1313782"/>
              <a:gd name="csY4" fmla="*/ 1201498 h 1354373"/>
              <a:gd name="csX5" fmla="*/ 22385 w 1313782"/>
              <a:gd name="csY5" fmla="*/ 708165 h 1354373"/>
              <a:gd name="csX6" fmla="*/ 201708 w 1313782"/>
              <a:gd name="csY6" fmla="*/ 301787 h 1354373"/>
              <a:gd name="csX7" fmla="*/ 603890 w 1313782"/>
              <a:gd name="csY7" fmla="*/ 20398 h 1354373"/>
              <a:gd name="csX8" fmla="*/ 1127765 w 1313782"/>
              <a:gd name="csY8" fmla="*/ 135650 h 1354373"/>
              <a:gd name="csX0" fmla="*/ 1127765 w 1313782"/>
              <a:gd name="csY0" fmla="*/ 105956 h 1324679"/>
              <a:gd name="csX1" fmla="*/ 1303978 w 1313782"/>
              <a:gd name="csY1" fmla="*/ 625069 h 1324679"/>
              <a:gd name="csX2" fmla="*/ 977270 w 1313782"/>
              <a:gd name="csY2" fmla="*/ 1064171 h 1324679"/>
              <a:gd name="csX3" fmla="*/ 528643 w 1313782"/>
              <a:gd name="csY3" fmla="*/ 1318489 h 1324679"/>
              <a:gd name="csX4" fmla="*/ 76205 w 1313782"/>
              <a:gd name="csY4" fmla="*/ 1171804 h 1324679"/>
              <a:gd name="csX5" fmla="*/ 22385 w 1313782"/>
              <a:gd name="csY5" fmla="*/ 678471 h 1324679"/>
              <a:gd name="csX6" fmla="*/ 201708 w 1313782"/>
              <a:gd name="csY6" fmla="*/ 272093 h 1324679"/>
              <a:gd name="csX7" fmla="*/ 607875 w 1313782"/>
              <a:gd name="csY7" fmla="*/ 30752 h 1324679"/>
              <a:gd name="csX8" fmla="*/ 1127765 w 1313782"/>
              <a:gd name="csY8" fmla="*/ 105956 h 1324679"/>
              <a:gd name="csX0" fmla="*/ 1127765 w 1313782"/>
              <a:gd name="csY0" fmla="*/ 126260 h 1344983"/>
              <a:gd name="csX1" fmla="*/ 1303978 w 1313782"/>
              <a:gd name="csY1" fmla="*/ 645373 h 1344983"/>
              <a:gd name="csX2" fmla="*/ 977270 w 1313782"/>
              <a:gd name="csY2" fmla="*/ 1084475 h 1344983"/>
              <a:gd name="csX3" fmla="*/ 528643 w 1313782"/>
              <a:gd name="csY3" fmla="*/ 1338793 h 1344983"/>
              <a:gd name="csX4" fmla="*/ 76205 w 1313782"/>
              <a:gd name="csY4" fmla="*/ 1192108 h 1344983"/>
              <a:gd name="csX5" fmla="*/ 22385 w 1313782"/>
              <a:gd name="csY5" fmla="*/ 698775 h 1344983"/>
              <a:gd name="csX6" fmla="*/ 201708 w 1313782"/>
              <a:gd name="csY6" fmla="*/ 292397 h 1344983"/>
              <a:gd name="csX7" fmla="*/ 607875 w 1313782"/>
              <a:gd name="csY7" fmla="*/ 51056 h 1344983"/>
              <a:gd name="csX8" fmla="*/ 921184 w 1313782"/>
              <a:gd name="csY8" fmla="*/ 4347 h 1344983"/>
              <a:gd name="csX9" fmla="*/ 1127765 w 1313782"/>
              <a:gd name="csY9" fmla="*/ 126260 h 1344983"/>
              <a:gd name="csX0" fmla="*/ 921184 w 1303978"/>
              <a:gd name="csY0" fmla="*/ 42121 h 1382757"/>
              <a:gd name="csX1" fmla="*/ 1303978 w 1303978"/>
              <a:gd name="csY1" fmla="*/ 683147 h 1382757"/>
              <a:gd name="csX2" fmla="*/ 977270 w 1303978"/>
              <a:gd name="csY2" fmla="*/ 1122249 h 1382757"/>
              <a:gd name="csX3" fmla="*/ 528643 w 1303978"/>
              <a:gd name="csY3" fmla="*/ 1376567 h 1382757"/>
              <a:gd name="csX4" fmla="*/ 76205 w 1303978"/>
              <a:gd name="csY4" fmla="*/ 1229882 h 1382757"/>
              <a:gd name="csX5" fmla="*/ 22385 w 1303978"/>
              <a:gd name="csY5" fmla="*/ 736549 h 1382757"/>
              <a:gd name="csX6" fmla="*/ 201708 w 1303978"/>
              <a:gd name="csY6" fmla="*/ 330171 h 1382757"/>
              <a:gd name="csX7" fmla="*/ 607875 w 1303978"/>
              <a:gd name="csY7" fmla="*/ 88830 h 1382757"/>
              <a:gd name="csX8" fmla="*/ 921184 w 1303978"/>
              <a:gd name="csY8" fmla="*/ 42121 h 1382757"/>
              <a:gd name="csX0" fmla="*/ 921184 w 1288039"/>
              <a:gd name="csY0" fmla="*/ 42121 h 1382757"/>
              <a:gd name="csX1" fmla="*/ 1288039 w 1288039"/>
              <a:gd name="csY1" fmla="*/ 559361 h 1382757"/>
              <a:gd name="csX2" fmla="*/ 977270 w 1288039"/>
              <a:gd name="csY2" fmla="*/ 1122249 h 1382757"/>
              <a:gd name="csX3" fmla="*/ 528643 w 1288039"/>
              <a:gd name="csY3" fmla="*/ 1376567 h 1382757"/>
              <a:gd name="csX4" fmla="*/ 76205 w 1288039"/>
              <a:gd name="csY4" fmla="*/ 1229882 h 1382757"/>
              <a:gd name="csX5" fmla="*/ 22385 w 1288039"/>
              <a:gd name="csY5" fmla="*/ 736549 h 1382757"/>
              <a:gd name="csX6" fmla="*/ 201708 w 1288039"/>
              <a:gd name="csY6" fmla="*/ 330171 h 1382757"/>
              <a:gd name="csX7" fmla="*/ 607875 w 1288039"/>
              <a:gd name="csY7" fmla="*/ 88830 h 1382757"/>
              <a:gd name="csX8" fmla="*/ 921184 w 1288039"/>
              <a:gd name="csY8" fmla="*/ 42121 h 1382757"/>
              <a:gd name="csX0" fmla="*/ 921184 w 1291474"/>
              <a:gd name="csY0" fmla="*/ 42121 h 1382757"/>
              <a:gd name="csX1" fmla="*/ 1288039 w 1291474"/>
              <a:gd name="csY1" fmla="*/ 559361 h 1382757"/>
              <a:gd name="csX2" fmla="*/ 977270 w 1291474"/>
              <a:gd name="csY2" fmla="*/ 1122249 h 1382757"/>
              <a:gd name="csX3" fmla="*/ 528643 w 1291474"/>
              <a:gd name="csY3" fmla="*/ 1376567 h 1382757"/>
              <a:gd name="csX4" fmla="*/ 76205 w 1291474"/>
              <a:gd name="csY4" fmla="*/ 1229882 h 1382757"/>
              <a:gd name="csX5" fmla="*/ 22385 w 1291474"/>
              <a:gd name="csY5" fmla="*/ 736549 h 1382757"/>
              <a:gd name="csX6" fmla="*/ 201708 w 1291474"/>
              <a:gd name="csY6" fmla="*/ 330171 h 1382757"/>
              <a:gd name="csX7" fmla="*/ 607875 w 1291474"/>
              <a:gd name="csY7" fmla="*/ 88830 h 1382757"/>
              <a:gd name="csX8" fmla="*/ 921184 w 1291474"/>
              <a:gd name="csY8" fmla="*/ 42121 h 1382757"/>
              <a:gd name="csX0" fmla="*/ 979959 w 1288039"/>
              <a:gd name="csY0" fmla="*/ 49836 h 1361346"/>
              <a:gd name="csX1" fmla="*/ 1288039 w 1288039"/>
              <a:gd name="csY1" fmla="*/ 537950 h 1361346"/>
              <a:gd name="csX2" fmla="*/ 977270 w 1288039"/>
              <a:gd name="csY2" fmla="*/ 1100838 h 1361346"/>
              <a:gd name="csX3" fmla="*/ 528643 w 1288039"/>
              <a:gd name="csY3" fmla="*/ 1355156 h 1361346"/>
              <a:gd name="csX4" fmla="*/ 76205 w 1288039"/>
              <a:gd name="csY4" fmla="*/ 1208471 h 1361346"/>
              <a:gd name="csX5" fmla="*/ 22385 w 1288039"/>
              <a:gd name="csY5" fmla="*/ 715138 h 1361346"/>
              <a:gd name="csX6" fmla="*/ 201708 w 1288039"/>
              <a:gd name="csY6" fmla="*/ 308760 h 1361346"/>
              <a:gd name="csX7" fmla="*/ 607875 w 1288039"/>
              <a:gd name="csY7" fmla="*/ 67419 h 1361346"/>
              <a:gd name="csX8" fmla="*/ 979959 w 1288039"/>
              <a:gd name="csY8" fmla="*/ 49836 h 13613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288039" h="1361346">
                <a:moveTo>
                  <a:pt x="979959" y="49836"/>
                </a:moveTo>
                <a:cubicBezTo>
                  <a:pt x="1095976" y="148889"/>
                  <a:pt x="1288487" y="362783"/>
                  <a:pt x="1288039" y="537950"/>
                </a:cubicBezTo>
                <a:cubicBezTo>
                  <a:pt x="1287591" y="713117"/>
                  <a:pt x="1103836" y="964637"/>
                  <a:pt x="977270" y="1100838"/>
                </a:cubicBezTo>
                <a:cubicBezTo>
                  <a:pt x="850704" y="1237039"/>
                  <a:pt x="695330" y="1328486"/>
                  <a:pt x="528643" y="1355156"/>
                </a:cubicBezTo>
                <a:cubicBezTo>
                  <a:pt x="361955" y="1382778"/>
                  <a:pt x="160581" y="1315141"/>
                  <a:pt x="76205" y="1208471"/>
                </a:cubicBezTo>
                <a:cubicBezTo>
                  <a:pt x="-8171" y="1101801"/>
                  <a:pt x="-16668" y="870396"/>
                  <a:pt x="22385" y="715138"/>
                </a:cubicBezTo>
                <a:cubicBezTo>
                  <a:pt x="60485" y="559881"/>
                  <a:pt x="110268" y="435442"/>
                  <a:pt x="201708" y="308760"/>
                </a:cubicBezTo>
                <a:cubicBezTo>
                  <a:pt x="294101" y="183030"/>
                  <a:pt x="442140" y="115996"/>
                  <a:pt x="607875" y="67419"/>
                </a:cubicBezTo>
                <a:cubicBezTo>
                  <a:pt x="727289" y="22445"/>
                  <a:pt x="863942" y="-49217"/>
                  <a:pt x="979959" y="49836"/>
                </a:cubicBezTo>
                <a:close/>
              </a:path>
            </a:pathLst>
          </a:custGeom>
          <a:solidFill>
            <a:schemeClr val="accent4">
              <a:lumMod val="50000"/>
            </a:schemeClr>
          </a:solidFill>
          <a:ln w="9525" cap="flat">
            <a:noFill/>
            <a:prstDash val="solid"/>
            <a:miter/>
          </a:ln>
        </p:spPr>
        <p:txBody>
          <a:bodyPr/>
          <a:lstStyle/>
          <a:p>
            <a:endParaRPr lang="en-US"/>
          </a:p>
        </p:txBody>
      </p:sp>
      <p:sp>
        <p:nvSpPr>
          <p:cNvPr id="12" name="Rectangle 11">
            <a:extLst>
              <a:ext uri="{FF2B5EF4-FFF2-40B4-BE49-F238E27FC236}">
                <a16:creationId xmlns:a16="http://schemas.microsoft.com/office/drawing/2014/main" id="{B0324942-CC90-DD48-FD6F-56B57B8603E5}"/>
              </a:ext>
            </a:extLst>
          </p:cNvPr>
          <p:cNvSpPr/>
          <p:nvPr/>
        </p:nvSpPr>
        <p:spPr>
          <a:xfrm rot="237858">
            <a:off x="362619" y="5069305"/>
            <a:ext cx="6665881" cy="187146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a:solidFill>
                  <a:sysClr val="windowText" lastClr="000000"/>
                </a:solidFill>
              </a:rPr>
              <a:t>XX XX XXXXXXXXXXXXXXXXXXXX XX XXXXXXXXXXXXXXXXXXXX XX XXXXXXXXXXXXX</a:t>
            </a:r>
          </a:p>
        </p:txBody>
      </p:sp>
      <p:sp>
        <p:nvSpPr>
          <p:cNvPr id="4" name="Graphic 5">
            <a:extLst>
              <a:ext uri="{FF2B5EF4-FFF2-40B4-BE49-F238E27FC236}">
                <a16:creationId xmlns:a16="http://schemas.microsoft.com/office/drawing/2014/main" id="{93476214-DF87-0381-09F0-EFC52A4EF803}"/>
              </a:ext>
            </a:extLst>
          </p:cNvPr>
          <p:cNvSpPr/>
          <p:nvPr/>
        </p:nvSpPr>
        <p:spPr>
          <a:xfrm rot="11142410" flipH="1">
            <a:off x="7426469" y="-1710645"/>
            <a:ext cx="13136556" cy="3798995"/>
          </a:xfrm>
          <a:custGeom>
            <a:avLst/>
            <a:gdLst>
              <a:gd name="csX0" fmla="*/ 1122844 w 1308761"/>
              <a:gd name="csY0" fmla="*/ 135750 h 1355462"/>
              <a:gd name="csX1" fmla="*/ 1299057 w 1308761"/>
              <a:gd name="csY1" fmla="*/ 654863 h 1355462"/>
              <a:gd name="csX2" fmla="*/ 972349 w 1308761"/>
              <a:gd name="csY2" fmla="*/ 1093965 h 1355462"/>
              <a:gd name="csX3" fmla="*/ 523722 w 1308761"/>
              <a:gd name="csY3" fmla="*/ 1348283 h 1355462"/>
              <a:gd name="csX4" fmla="*/ 71284 w 1308761"/>
              <a:gd name="csY4" fmla="*/ 1201598 h 1355462"/>
              <a:gd name="csX5" fmla="*/ 28422 w 1308761"/>
              <a:gd name="csY5" fmla="*/ 730110 h 1355462"/>
              <a:gd name="csX6" fmla="*/ 223684 w 1308761"/>
              <a:gd name="csY6" fmla="*/ 331013 h 1355462"/>
              <a:gd name="csX7" fmla="*/ 598969 w 1308761"/>
              <a:gd name="csY7" fmla="*/ 20498 h 1355462"/>
              <a:gd name="csX8" fmla="*/ 1122844 w 1308761"/>
              <a:gd name="csY8" fmla="*/ 135750 h 1355462"/>
              <a:gd name="csX0" fmla="*/ 1122744 w 1308761"/>
              <a:gd name="csY0" fmla="*/ 135650 h 1355462"/>
              <a:gd name="csX1" fmla="*/ 1298957 w 1308761"/>
              <a:gd name="csY1" fmla="*/ 654763 h 1355462"/>
              <a:gd name="csX2" fmla="*/ 972249 w 1308761"/>
              <a:gd name="csY2" fmla="*/ 1093865 h 1355462"/>
              <a:gd name="csX3" fmla="*/ 523622 w 1308761"/>
              <a:gd name="csY3" fmla="*/ 1348183 h 1355462"/>
              <a:gd name="csX4" fmla="*/ 71184 w 1308761"/>
              <a:gd name="csY4" fmla="*/ 1201498 h 1355462"/>
              <a:gd name="csX5" fmla="*/ 28322 w 1308761"/>
              <a:gd name="csY5" fmla="*/ 730010 h 1355462"/>
              <a:gd name="csX6" fmla="*/ 196687 w 1308761"/>
              <a:gd name="csY6" fmla="*/ 301787 h 1355462"/>
              <a:gd name="csX7" fmla="*/ 598869 w 1308761"/>
              <a:gd name="csY7" fmla="*/ 20398 h 1355462"/>
              <a:gd name="csX8" fmla="*/ 1122744 w 1308761"/>
              <a:gd name="csY8" fmla="*/ 135650 h 1355462"/>
              <a:gd name="csX0" fmla="*/ 1127765 w 1313782"/>
              <a:gd name="csY0" fmla="*/ 135650 h 1354373"/>
              <a:gd name="csX1" fmla="*/ 1303978 w 1313782"/>
              <a:gd name="csY1" fmla="*/ 654763 h 1354373"/>
              <a:gd name="csX2" fmla="*/ 977270 w 1313782"/>
              <a:gd name="csY2" fmla="*/ 1093865 h 1354373"/>
              <a:gd name="csX3" fmla="*/ 528643 w 1313782"/>
              <a:gd name="csY3" fmla="*/ 1348183 h 1354373"/>
              <a:gd name="csX4" fmla="*/ 76205 w 1313782"/>
              <a:gd name="csY4" fmla="*/ 1201498 h 1354373"/>
              <a:gd name="csX5" fmla="*/ 22385 w 1313782"/>
              <a:gd name="csY5" fmla="*/ 708165 h 1354373"/>
              <a:gd name="csX6" fmla="*/ 201708 w 1313782"/>
              <a:gd name="csY6" fmla="*/ 301787 h 1354373"/>
              <a:gd name="csX7" fmla="*/ 603890 w 1313782"/>
              <a:gd name="csY7" fmla="*/ 20398 h 1354373"/>
              <a:gd name="csX8" fmla="*/ 1127765 w 1313782"/>
              <a:gd name="csY8" fmla="*/ 135650 h 1354373"/>
              <a:gd name="csX0" fmla="*/ 1127765 w 1313782"/>
              <a:gd name="csY0" fmla="*/ 105956 h 1324679"/>
              <a:gd name="csX1" fmla="*/ 1303978 w 1313782"/>
              <a:gd name="csY1" fmla="*/ 625069 h 1324679"/>
              <a:gd name="csX2" fmla="*/ 977270 w 1313782"/>
              <a:gd name="csY2" fmla="*/ 1064171 h 1324679"/>
              <a:gd name="csX3" fmla="*/ 528643 w 1313782"/>
              <a:gd name="csY3" fmla="*/ 1318489 h 1324679"/>
              <a:gd name="csX4" fmla="*/ 76205 w 1313782"/>
              <a:gd name="csY4" fmla="*/ 1171804 h 1324679"/>
              <a:gd name="csX5" fmla="*/ 22385 w 1313782"/>
              <a:gd name="csY5" fmla="*/ 678471 h 1324679"/>
              <a:gd name="csX6" fmla="*/ 201708 w 1313782"/>
              <a:gd name="csY6" fmla="*/ 272093 h 1324679"/>
              <a:gd name="csX7" fmla="*/ 607875 w 1313782"/>
              <a:gd name="csY7" fmla="*/ 30752 h 1324679"/>
              <a:gd name="csX8" fmla="*/ 1127765 w 1313782"/>
              <a:gd name="csY8" fmla="*/ 105956 h 1324679"/>
              <a:gd name="csX0" fmla="*/ 1127765 w 1313782"/>
              <a:gd name="csY0" fmla="*/ 126260 h 1344983"/>
              <a:gd name="csX1" fmla="*/ 1303978 w 1313782"/>
              <a:gd name="csY1" fmla="*/ 645373 h 1344983"/>
              <a:gd name="csX2" fmla="*/ 977270 w 1313782"/>
              <a:gd name="csY2" fmla="*/ 1084475 h 1344983"/>
              <a:gd name="csX3" fmla="*/ 528643 w 1313782"/>
              <a:gd name="csY3" fmla="*/ 1338793 h 1344983"/>
              <a:gd name="csX4" fmla="*/ 76205 w 1313782"/>
              <a:gd name="csY4" fmla="*/ 1192108 h 1344983"/>
              <a:gd name="csX5" fmla="*/ 22385 w 1313782"/>
              <a:gd name="csY5" fmla="*/ 698775 h 1344983"/>
              <a:gd name="csX6" fmla="*/ 201708 w 1313782"/>
              <a:gd name="csY6" fmla="*/ 292397 h 1344983"/>
              <a:gd name="csX7" fmla="*/ 607875 w 1313782"/>
              <a:gd name="csY7" fmla="*/ 51056 h 1344983"/>
              <a:gd name="csX8" fmla="*/ 921184 w 1313782"/>
              <a:gd name="csY8" fmla="*/ 4347 h 1344983"/>
              <a:gd name="csX9" fmla="*/ 1127765 w 1313782"/>
              <a:gd name="csY9" fmla="*/ 126260 h 1344983"/>
              <a:gd name="csX0" fmla="*/ 921184 w 1303978"/>
              <a:gd name="csY0" fmla="*/ 42121 h 1382757"/>
              <a:gd name="csX1" fmla="*/ 1303978 w 1303978"/>
              <a:gd name="csY1" fmla="*/ 683147 h 1382757"/>
              <a:gd name="csX2" fmla="*/ 977270 w 1303978"/>
              <a:gd name="csY2" fmla="*/ 1122249 h 1382757"/>
              <a:gd name="csX3" fmla="*/ 528643 w 1303978"/>
              <a:gd name="csY3" fmla="*/ 1376567 h 1382757"/>
              <a:gd name="csX4" fmla="*/ 76205 w 1303978"/>
              <a:gd name="csY4" fmla="*/ 1229882 h 1382757"/>
              <a:gd name="csX5" fmla="*/ 22385 w 1303978"/>
              <a:gd name="csY5" fmla="*/ 736549 h 1382757"/>
              <a:gd name="csX6" fmla="*/ 201708 w 1303978"/>
              <a:gd name="csY6" fmla="*/ 330171 h 1382757"/>
              <a:gd name="csX7" fmla="*/ 607875 w 1303978"/>
              <a:gd name="csY7" fmla="*/ 88830 h 1382757"/>
              <a:gd name="csX8" fmla="*/ 921184 w 1303978"/>
              <a:gd name="csY8" fmla="*/ 42121 h 1382757"/>
              <a:gd name="csX0" fmla="*/ 921184 w 1288039"/>
              <a:gd name="csY0" fmla="*/ 42121 h 1382757"/>
              <a:gd name="csX1" fmla="*/ 1288039 w 1288039"/>
              <a:gd name="csY1" fmla="*/ 559361 h 1382757"/>
              <a:gd name="csX2" fmla="*/ 977270 w 1288039"/>
              <a:gd name="csY2" fmla="*/ 1122249 h 1382757"/>
              <a:gd name="csX3" fmla="*/ 528643 w 1288039"/>
              <a:gd name="csY3" fmla="*/ 1376567 h 1382757"/>
              <a:gd name="csX4" fmla="*/ 76205 w 1288039"/>
              <a:gd name="csY4" fmla="*/ 1229882 h 1382757"/>
              <a:gd name="csX5" fmla="*/ 22385 w 1288039"/>
              <a:gd name="csY5" fmla="*/ 736549 h 1382757"/>
              <a:gd name="csX6" fmla="*/ 201708 w 1288039"/>
              <a:gd name="csY6" fmla="*/ 330171 h 1382757"/>
              <a:gd name="csX7" fmla="*/ 607875 w 1288039"/>
              <a:gd name="csY7" fmla="*/ 88830 h 1382757"/>
              <a:gd name="csX8" fmla="*/ 921184 w 1288039"/>
              <a:gd name="csY8" fmla="*/ 42121 h 1382757"/>
              <a:gd name="csX0" fmla="*/ 921184 w 1291474"/>
              <a:gd name="csY0" fmla="*/ 42121 h 1382757"/>
              <a:gd name="csX1" fmla="*/ 1288039 w 1291474"/>
              <a:gd name="csY1" fmla="*/ 559361 h 1382757"/>
              <a:gd name="csX2" fmla="*/ 977270 w 1291474"/>
              <a:gd name="csY2" fmla="*/ 1122249 h 1382757"/>
              <a:gd name="csX3" fmla="*/ 528643 w 1291474"/>
              <a:gd name="csY3" fmla="*/ 1376567 h 1382757"/>
              <a:gd name="csX4" fmla="*/ 76205 w 1291474"/>
              <a:gd name="csY4" fmla="*/ 1229882 h 1382757"/>
              <a:gd name="csX5" fmla="*/ 22385 w 1291474"/>
              <a:gd name="csY5" fmla="*/ 736549 h 1382757"/>
              <a:gd name="csX6" fmla="*/ 201708 w 1291474"/>
              <a:gd name="csY6" fmla="*/ 330171 h 1382757"/>
              <a:gd name="csX7" fmla="*/ 607875 w 1291474"/>
              <a:gd name="csY7" fmla="*/ 88830 h 1382757"/>
              <a:gd name="csX8" fmla="*/ 921184 w 1291474"/>
              <a:gd name="csY8" fmla="*/ 42121 h 1382757"/>
              <a:gd name="csX0" fmla="*/ 979959 w 1288039"/>
              <a:gd name="csY0" fmla="*/ 49836 h 1361346"/>
              <a:gd name="csX1" fmla="*/ 1288039 w 1288039"/>
              <a:gd name="csY1" fmla="*/ 537950 h 1361346"/>
              <a:gd name="csX2" fmla="*/ 977270 w 1288039"/>
              <a:gd name="csY2" fmla="*/ 1100838 h 1361346"/>
              <a:gd name="csX3" fmla="*/ 528643 w 1288039"/>
              <a:gd name="csY3" fmla="*/ 1355156 h 1361346"/>
              <a:gd name="csX4" fmla="*/ 76205 w 1288039"/>
              <a:gd name="csY4" fmla="*/ 1208471 h 1361346"/>
              <a:gd name="csX5" fmla="*/ 22385 w 1288039"/>
              <a:gd name="csY5" fmla="*/ 715138 h 1361346"/>
              <a:gd name="csX6" fmla="*/ 201708 w 1288039"/>
              <a:gd name="csY6" fmla="*/ 308760 h 1361346"/>
              <a:gd name="csX7" fmla="*/ 607875 w 1288039"/>
              <a:gd name="csY7" fmla="*/ 67419 h 1361346"/>
              <a:gd name="csX8" fmla="*/ 979959 w 1288039"/>
              <a:gd name="csY8" fmla="*/ 49836 h 13613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288039" h="1361346">
                <a:moveTo>
                  <a:pt x="979959" y="49836"/>
                </a:moveTo>
                <a:cubicBezTo>
                  <a:pt x="1095976" y="148889"/>
                  <a:pt x="1288487" y="362783"/>
                  <a:pt x="1288039" y="537950"/>
                </a:cubicBezTo>
                <a:cubicBezTo>
                  <a:pt x="1287591" y="713117"/>
                  <a:pt x="1103836" y="964637"/>
                  <a:pt x="977270" y="1100838"/>
                </a:cubicBezTo>
                <a:cubicBezTo>
                  <a:pt x="850704" y="1237039"/>
                  <a:pt x="695330" y="1328486"/>
                  <a:pt x="528643" y="1355156"/>
                </a:cubicBezTo>
                <a:cubicBezTo>
                  <a:pt x="361955" y="1382778"/>
                  <a:pt x="160581" y="1315141"/>
                  <a:pt x="76205" y="1208471"/>
                </a:cubicBezTo>
                <a:cubicBezTo>
                  <a:pt x="-8171" y="1101801"/>
                  <a:pt x="-16668" y="870396"/>
                  <a:pt x="22385" y="715138"/>
                </a:cubicBezTo>
                <a:cubicBezTo>
                  <a:pt x="60485" y="559881"/>
                  <a:pt x="110268" y="435442"/>
                  <a:pt x="201708" y="308760"/>
                </a:cubicBezTo>
                <a:cubicBezTo>
                  <a:pt x="294101" y="183030"/>
                  <a:pt x="442140" y="115996"/>
                  <a:pt x="607875" y="67419"/>
                </a:cubicBezTo>
                <a:cubicBezTo>
                  <a:pt x="727289" y="22445"/>
                  <a:pt x="863942" y="-49217"/>
                  <a:pt x="979959" y="49836"/>
                </a:cubicBezTo>
                <a:close/>
              </a:path>
            </a:pathLst>
          </a:custGeom>
          <a:solidFill>
            <a:schemeClr val="accent4">
              <a:lumMod val="60000"/>
              <a:lumOff val="40000"/>
            </a:schemeClr>
          </a:solidFill>
          <a:ln w="9525" cap="flat">
            <a:noFill/>
            <a:prstDash val="solid"/>
            <a:miter/>
          </a:ln>
        </p:spPr>
        <p:txBody>
          <a:bodyPr/>
          <a:lstStyle/>
          <a:p>
            <a:endParaRPr lang="en-US"/>
          </a:p>
        </p:txBody>
      </p:sp>
      <p:sp>
        <p:nvSpPr>
          <p:cNvPr id="5" name="Graphic 5">
            <a:extLst>
              <a:ext uri="{FF2B5EF4-FFF2-40B4-BE49-F238E27FC236}">
                <a16:creationId xmlns:a16="http://schemas.microsoft.com/office/drawing/2014/main" id="{236CD540-11AB-A781-3663-41684C3D98A0}"/>
              </a:ext>
            </a:extLst>
          </p:cNvPr>
          <p:cNvSpPr/>
          <p:nvPr/>
        </p:nvSpPr>
        <p:spPr>
          <a:xfrm rot="11142410" flipH="1">
            <a:off x="7853363" y="-2099805"/>
            <a:ext cx="13136556" cy="3798995"/>
          </a:xfrm>
          <a:custGeom>
            <a:avLst/>
            <a:gdLst>
              <a:gd name="csX0" fmla="*/ 1122844 w 1308761"/>
              <a:gd name="csY0" fmla="*/ 135750 h 1355462"/>
              <a:gd name="csX1" fmla="*/ 1299057 w 1308761"/>
              <a:gd name="csY1" fmla="*/ 654863 h 1355462"/>
              <a:gd name="csX2" fmla="*/ 972349 w 1308761"/>
              <a:gd name="csY2" fmla="*/ 1093965 h 1355462"/>
              <a:gd name="csX3" fmla="*/ 523722 w 1308761"/>
              <a:gd name="csY3" fmla="*/ 1348283 h 1355462"/>
              <a:gd name="csX4" fmla="*/ 71284 w 1308761"/>
              <a:gd name="csY4" fmla="*/ 1201598 h 1355462"/>
              <a:gd name="csX5" fmla="*/ 28422 w 1308761"/>
              <a:gd name="csY5" fmla="*/ 730110 h 1355462"/>
              <a:gd name="csX6" fmla="*/ 223684 w 1308761"/>
              <a:gd name="csY6" fmla="*/ 331013 h 1355462"/>
              <a:gd name="csX7" fmla="*/ 598969 w 1308761"/>
              <a:gd name="csY7" fmla="*/ 20498 h 1355462"/>
              <a:gd name="csX8" fmla="*/ 1122844 w 1308761"/>
              <a:gd name="csY8" fmla="*/ 135750 h 1355462"/>
              <a:gd name="csX0" fmla="*/ 1122744 w 1308761"/>
              <a:gd name="csY0" fmla="*/ 135650 h 1355462"/>
              <a:gd name="csX1" fmla="*/ 1298957 w 1308761"/>
              <a:gd name="csY1" fmla="*/ 654763 h 1355462"/>
              <a:gd name="csX2" fmla="*/ 972249 w 1308761"/>
              <a:gd name="csY2" fmla="*/ 1093865 h 1355462"/>
              <a:gd name="csX3" fmla="*/ 523622 w 1308761"/>
              <a:gd name="csY3" fmla="*/ 1348183 h 1355462"/>
              <a:gd name="csX4" fmla="*/ 71184 w 1308761"/>
              <a:gd name="csY4" fmla="*/ 1201498 h 1355462"/>
              <a:gd name="csX5" fmla="*/ 28322 w 1308761"/>
              <a:gd name="csY5" fmla="*/ 730010 h 1355462"/>
              <a:gd name="csX6" fmla="*/ 196687 w 1308761"/>
              <a:gd name="csY6" fmla="*/ 301787 h 1355462"/>
              <a:gd name="csX7" fmla="*/ 598869 w 1308761"/>
              <a:gd name="csY7" fmla="*/ 20398 h 1355462"/>
              <a:gd name="csX8" fmla="*/ 1122744 w 1308761"/>
              <a:gd name="csY8" fmla="*/ 135650 h 1355462"/>
              <a:gd name="csX0" fmla="*/ 1127765 w 1313782"/>
              <a:gd name="csY0" fmla="*/ 135650 h 1354373"/>
              <a:gd name="csX1" fmla="*/ 1303978 w 1313782"/>
              <a:gd name="csY1" fmla="*/ 654763 h 1354373"/>
              <a:gd name="csX2" fmla="*/ 977270 w 1313782"/>
              <a:gd name="csY2" fmla="*/ 1093865 h 1354373"/>
              <a:gd name="csX3" fmla="*/ 528643 w 1313782"/>
              <a:gd name="csY3" fmla="*/ 1348183 h 1354373"/>
              <a:gd name="csX4" fmla="*/ 76205 w 1313782"/>
              <a:gd name="csY4" fmla="*/ 1201498 h 1354373"/>
              <a:gd name="csX5" fmla="*/ 22385 w 1313782"/>
              <a:gd name="csY5" fmla="*/ 708165 h 1354373"/>
              <a:gd name="csX6" fmla="*/ 201708 w 1313782"/>
              <a:gd name="csY6" fmla="*/ 301787 h 1354373"/>
              <a:gd name="csX7" fmla="*/ 603890 w 1313782"/>
              <a:gd name="csY7" fmla="*/ 20398 h 1354373"/>
              <a:gd name="csX8" fmla="*/ 1127765 w 1313782"/>
              <a:gd name="csY8" fmla="*/ 135650 h 1354373"/>
              <a:gd name="csX0" fmla="*/ 1127765 w 1313782"/>
              <a:gd name="csY0" fmla="*/ 105956 h 1324679"/>
              <a:gd name="csX1" fmla="*/ 1303978 w 1313782"/>
              <a:gd name="csY1" fmla="*/ 625069 h 1324679"/>
              <a:gd name="csX2" fmla="*/ 977270 w 1313782"/>
              <a:gd name="csY2" fmla="*/ 1064171 h 1324679"/>
              <a:gd name="csX3" fmla="*/ 528643 w 1313782"/>
              <a:gd name="csY3" fmla="*/ 1318489 h 1324679"/>
              <a:gd name="csX4" fmla="*/ 76205 w 1313782"/>
              <a:gd name="csY4" fmla="*/ 1171804 h 1324679"/>
              <a:gd name="csX5" fmla="*/ 22385 w 1313782"/>
              <a:gd name="csY5" fmla="*/ 678471 h 1324679"/>
              <a:gd name="csX6" fmla="*/ 201708 w 1313782"/>
              <a:gd name="csY6" fmla="*/ 272093 h 1324679"/>
              <a:gd name="csX7" fmla="*/ 607875 w 1313782"/>
              <a:gd name="csY7" fmla="*/ 30752 h 1324679"/>
              <a:gd name="csX8" fmla="*/ 1127765 w 1313782"/>
              <a:gd name="csY8" fmla="*/ 105956 h 1324679"/>
              <a:gd name="csX0" fmla="*/ 1127765 w 1313782"/>
              <a:gd name="csY0" fmla="*/ 126260 h 1344983"/>
              <a:gd name="csX1" fmla="*/ 1303978 w 1313782"/>
              <a:gd name="csY1" fmla="*/ 645373 h 1344983"/>
              <a:gd name="csX2" fmla="*/ 977270 w 1313782"/>
              <a:gd name="csY2" fmla="*/ 1084475 h 1344983"/>
              <a:gd name="csX3" fmla="*/ 528643 w 1313782"/>
              <a:gd name="csY3" fmla="*/ 1338793 h 1344983"/>
              <a:gd name="csX4" fmla="*/ 76205 w 1313782"/>
              <a:gd name="csY4" fmla="*/ 1192108 h 1344983"/>
              <a:gd name="csX5" fmla="*/ 22385 w 1313782"/>
              <a:gd name="csY5" fmla="*/ 698775 h 1344983"/>
              <a:gd name="csX6" fmla="*/ 201708 w 1313782"/>
              <a:gd name="csY6" fmla="*/ 292397 h 1344983"/>
              <a:gd name="csX7" fmla="*/ 607875 w 1313782"/>
              <a:gd name="csY7" fmla="*/ 51056 h 1344983"/>
              <a:gd name="csX8" fmla="*/ 921184 w 1313782"/>
              <a:gd name="csY8" fmla="*/ 4347 h 1344983"/>
              <a:gd name="csX9" fmla="*/ 1127765 w 1313782"/>
              <a:gd name="csY9" fmla="*/ 126260 h 1344983"/>
              <a:gd name="csX0" fmla="*/ 921184 w 1303978"/>
              <a:gd name="csY0" fmla="*/ 42121 h 1382757"/>
              <a:gd name="csX1" fmla="*/ 1303978 w 1303978"/>
              <a:gd name="csY1" fmla="*/ 683147 h 1382757"/>
              <a:gd name="csX2" fmla="*/ 977270 w 1303978"/>
              <a:gd name="csY2" fmla="*/ 1122249 h 1382757"/>
              <a:gd name="csX3" fmla="*/ 528643 w 1303978"/>
              <a:gd name="csY3" fmla="*/ 1376567 h 1382757"/>
              <a:gd name="csX4" fmla="*/ 76205 w 1303978"/>
              <a:gd name="csY4" fmla="*/ 1229882 h 1382757"/>
              <a:gd name="csX5" fmla="*/ 22385 w 1303978"/>
              <a:gd name="csY5" fmla="*/ 736549 h 1382757"/>
              <a:gd name="csX6" fmla="*/ 201708 w 1303978"/>
              <a:gd name="csY6" fmla="*/ 330171 h 1382757"/>
              <a:gd name="csX7" fmla="*/ 607875 w 1303978"/>
              <a:gd name="csY7" fmla="*/ 88830 h 1382757"/>
              <a:gd name="csX8" fmla="*/ 921184 w 1303978"/>
              <a:gd name="csY8" fmla="*/ 42121 h 1382757"/>
              <a:gd name="csX0" fmla="*/ 921184 w 1288039"/>
              <a:gd name="csY0" fmla="*/ 42121 h 1382757"/>
              <a:gd name="csX1" fmla="*/ 1288039 w 1288039"/>
              <a:gd name="csY1" fmla="*/ 559361 h 1382757"/>
              <a:gd name="csX2" fmla="*/ 977270 w 1288039"/>
              <a:gd name="csY2" fmla="*/ 1122249 h 1382757"/>
              <a:gd name="csX3" fmla="*/ 528643 w 1288039"/>
              <a:gd name="csY3" fmla="*/ 1376567 h 1382757"/>
              <a:gd name="csX4" fmla="*/ 76205 w 1288039"/>
              <a:gd name="csY4" fmla="*/ 1229882 h 1382757"/>
              <a:gd name="csX5" fmla="*/ 22385 w 1288039"/>
              <a:gd name="csY5" fmla="*/ 736549 h 1382757"/>
              <a:gd name="csX6" fmla="*/ 201708 w 1288039"/>
              <a:gd name="csY6" fmla="*/ 330171 h 1382757"/>
              <a:gd name="csX7" fmla="*/ 607875 w 1288039"/>
              <a:gd name="csY7" fmla="*/ 88830 h 1382757"/>
              <a:gd name="csX8" fmla="*/ 921184 w 1288039"/>
              <a:gd name="csY8" fmla="*/ 42121 h 1382757"/>
              <a:gd name="csX0" fmla="*/ 921184 w 1291474"/>
              <a:gd name="csY0" fmla="*/ 42121 h 1382757"/>
              <a:gd name="csX1" fmla="*/ 1288039 w 1291474"/>
              <a:gd name="csY1" fmla="*/ 559361 h 1382757"/>
              <a:gd name="csX2" fmla="*/ 977270 w 1291474"/>
              <a:gd name="csY2" fmla="*/ 1122249 h 1382757"/>
              <a:gd name="csX3" fmla="*/ 528643 w 1291474"/>
              <a:gd name="csY3" fmla="*/ 1376567 h 1382757"/>
              <a:gd name="csX4" fmla="*/ 76205 w 1291474"/>
              <a:gd name="csY4" fmla="*/ 1229882 h 1382757"/>
              <a:gd name="csX5" fmla="*/ 22385 w 1291474"/>
              <a:gd name="csY5" fmla="*/ 736549 h 1382757"/>
              <a:gd name="csX6" fmla="*/ 201708 w 1291474"/>
              <a:gd name="csY6" fmla="*/ 330171 h 1382757"/>
              <a:gd name="csX7" fmla="*/ 607875 w 1291474"/>
              <a:gd name="csY7" fmla="*/ 88830 h 1382757"/>
              <a:gd name="csX8" fmla="*/ 921184 w 1291474"/>
              <a:gd name="csY8" fmla="*/ 42121 h 1382757"/>
              <a:gd name="csX0" fmla="*/ 979959 w 1288039"/>
              <a:gd name="csY0" fmla="*/ 49836 h 1361346"/>
              <a:gd name="csX1" fmla="*/ 1288039 w 1288039"/>
              <a:gd name="csY1" fmla="*/ 537950 h 1361346"/>
              <a:gd name="csX2" fmla="*/ 977270 w 1288039"/>
              <a:gd name="csY2" fmla="*/ 1100838 h 1361346"/>
              <a:gd name="csX3" fmla="*/ 528643 w 1288039"/>
              <a:gd name="csY3" fmla="*/ 1355156 h 1361346"/>
              <a:gd name="csX4" fmla="*/ 76205 w 1288039"/>
              <a:gd name="csY4" fmla="*/ 1208471 h 1361346"/>
              <a:gd name="csX5" fmla="*/ 22385 w 1288039"/>
              <a:gd name="csY5" fmla="*/ 715138 h 1361346"/>
              <a:gd name="csX6" fmla="*/ 201708 w 1288039"/>
              <a:gd name="csY6" fmla="*/ 308760 h 1361346"/>
              <a:gd name="csX7" fmla="*/ 607875 w 1288039"/>
              <a:gd name="csY7" fmla="*/ 67419 h 1361346"/>
              <a:gd name="csX8" fmla="*/ 979959 w 1288039"/>
              <a:gd name="csY8" fmla="*/ 49836 h 13613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288039" h="1361346">
                <a:moveTo>
                  <a:pt x="979959" y="49836"/>
                </a:moveTo>
                <a:cubicBezTo>
                  <a:pt x="1095976" y="148889"/>
                  <a:pt x="1288487" y="362783"/>
                  <a:pt x="1288039" y="537950"/>
                </a:cubicBezTo>
                <a:cubicBezTo>
                  <a:pt x="1287591" y="713117"/>
                  <a:pt x="1103836" y="964637"/>
                  <a:pt x="977270" y="1100838"/>
                </a:cubicBezTo>
                <a:cubicBezTo>
                  <a:pt x="850704" y="1237039"/>
                  <a:pt x="695330" y="1328486"/>
                  <a:pt x="528643" y="1355156"/>
                </a:cubicBezTo>
                <a:cubicBezTo>
                  <a:pt x="361955" y="1382778"/>
                  <a:pt x="160581" y="1315141"/>
                  <a:pt x="76205" y="1208471"/>
                </a:cubicBezTo>
                <a:cubicBezTo>
                  <a:pt x="-8171" y="1101801"/>
                  <a:pt x="-16668" y="870396"/>
                  <a:pt x="22385" y="715138"/>
                </a:cubicBezTo>
                <a:cubicBezTo>
                  <a:pt x="60485" y="559881"/>
                  <a:pt x="110268" y="435442"/>
                  <a:pt x="201708" y="308760"/>
                </a:cubicBezTo>
                <a:cubicBezTo>
                  <a:pt x="294101" y="183030"/>
                  <a:pt x="442140" y="115996"/>
                  <a:pt x="607875" y="67419"/>
                </a:cubicBezTo>
                <a:cubicBezTo>
                  <a:pt x="727289" y="22445"/>
                  <a:pt x="863942" y="-49217"/>
                  <a:pt x="979959" y="49836"/>
                </a:cubicBezTo>
                <a:close/>
              </a:path>
            </a:pathLst>
          </a:custGeom>
          <a:solidFill>
            <a:schemeClr val="accent4">
              <a:lumMod val="75000"/>
            </a:schemeClr>
          </a:solidFill>
          <a:ln w="9525" cap="flat">
            <a:noFill/>
            <a:prstDash val="solid"/>
            <a:miter/>
          </a:ln>
        </p:spPr>
        <p:txBody>
          <a:bodyPr/>
          <a:lstStyle/>
          <a:p>
            <a:endParaRPr lang="en-US"/>
          </a:p>
        </p:txBody>
      </p:sp>
      <p:sp>
        <p:nvSpPr>
          <p:cNvPr id="11" name="Content Placeholder 2">
            <a:extLst>
              <a:ext uri="{FF2B5EF4-FFF2-40B4-BE49-F238E27FC236}">
                <a16:creationId xmlns:a16="http://schemas.microsoft.com/office/drawing/2014/main" id="{F25DCCCB-42E2-6304-BA28-102734D702F3}"/>
              </a:ext>
            </a:extLst>
          </p:cNvPr>
          <p:cNvSpPr txBox="1">
            <a:spLocks/>
          </p:cNvSpPr>
          <p:nvPr/>
        </p:nvSpPr>
        <p:spPr>
          <a:xfrm>
            <a:off x="838200" y="2073794"/>
            <a:ext cx="10515600" cy="255656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t>XXXXX XX X XXXX XXXX XXXX XX XXXX XXXXXXXX XXX XXX XXXXXXX XX XXXX XXXXXX XXX XXXXXXXXX XX XXXXXXXXXX XXXXXX XXXXXXXXXX XXXXXX XXXX XXXX XXXXXX XXXX XXXXXXXXXX</a:t>
            </a:r>
          </a:p>
          <a:p>
            <a:pPr marL="0" indent="0">
              <a:buNone/>
            </a:pPr>
            <a:r>
              <a:rPr lang="en-US"/>
              <a:t>XXXXXXX XXXX XXXXXXXXXXX X XXXXXX XXXX XXXX XXXXXXXXX XXXX XXXX XXXXXXXXX XXX XXXXXXXX XXX XXX XX XXXXXXX XXX </a:t>
            </a:r>
            <a:r>
              <a:rPr lang="en-US" u="sng"/>
              <a:t>XXXXXXX</a:t>
            </a:r>
            <a:r>
              <a:rPr lang="en-US"/>
              <a:t>X</a:t>
            </a:r>
          </a:p>
        </p:txBody>
      </p:sp>
      <p:pic>
        <p:nvPicPr>
          <p:cNvPr id="6" name="Picture 6" descr="Raspbot V2 AI Vision Car With Mecanum Wheel ROS2 Humble for RPi 5">
            <a:extLst>
              <a:ext uri="{FF2B5EF4-FFF2-40B4-BE49-F238E27FC236}">
                <a16:creationId xmlns:a16="http://schemas.microsoft.com/office/drawing/2014/main" id="{C574A9AE-FA46-828B-23D4-A5D6A86912E8}"/>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8833" r="90750">
                        <a14:foregroundMark x1="91083" y1="50500" x2="90833" y2="58583"/>
                        <a14:foregroundMark x1="90833" y1="58583" x2="89417" y2="63500"/>
                        <a14:foregroundMark x1="34167" y1="52500" x2="23250" y2="49750"/>
                        <a14:foregroundMark x1="35333" y1="53167" x2="23167" y2="51083"/>
                        <a14:foregroundMark x1="23167" y1="51083" x2="33500" y2="53333"/>
                        <a14:foregroundMark x1="27083" y1="50333" x2="25917" y2="51500"/>
                        <a14:foregroundMark x1="26083" y1="52667" x2="25917" y2="49750"/>
                        <a14:foregroundMark x1="25750" y1="48917" x2="25083" y2="48083"/>
                        <a14:foregroundMark x1="40250" y1="34417" x2="40083" y2="36083"/>
                        <a14:foregroundMark x1="48000" y1="32417" x2="59500" y2="29667"/>
                        <a14:foregroundMark x1="59500" y1="29667" x2="69167" y2="34083"/>
                        <a14:foregroundMark x1="69167" y1="34083" x2="70167" y2="34083"/>
                        <a14:foregroundMark x1="32500" y1="24667" x2="37417" y2="25500"/>
                        <a14:foregroundMark x1="9083" y1="54667" x2="8833" y2="62083"/>
                        <a14:foregroundMark x1="8833" y1="62083" x2="9417" y2="62917"/>
                        <a14:foregroundMark x1="31667" y1="25000" x2="26750" y2="23833"/>
                        <a14:foregroundMark x1="38083" y1="69333" x2="36750" y2="69333"/>
                        <a14:foregroundMark x1="24083" y1="70083" x2="26583" y2="70083"/>
                        <a14:foregroundMark x1="16167" y1="68167" x2="16333" y2="67167"/>
                      </a14:backgroundRemoval>
                    </a14:imgEffect>
                  </a14:imgLayer>
                </a14:imgProps>
              </a:ext>
              <a:ext uri="{28A0092B-C50C-407E-A947-70E740481C1C}">
                <a14:useLocalDpi xmlns:a14="http://schemas.microsoft.com/office/drawing/2010/main" val="0"/>
              </a:ext>
            </a:extLst>
          </a:blip>
          <a:srcRect/>
          <a:stretch>
            <a:fillRect/>
          </a:stretch>
        </p:blipFill>
        <p:spPr bwMode="auto">
          <a:xfrm>
            <a:off x="5426131" y="3068460"/>
            <a:ext cx="4925028" cy="49250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3364313"/>
      </p:ext>
    </p:extLst>
  </p:cSld>
  <p:clrMapOvr>
    <a:masterClrMapping/>
  </p:clrMapOvr>
  <mc:AlternateContent xmlns:mc="http://schemas.openxmlformats.org/markup-compatibility/2006" xmlns:p14="http://schemas.microsoft.com/office/powerpoint/2010/main">
    <mc:Choice Requires="p14">
      <p:transition spd="med" p14:dur="700">
        <p:cover/>
      </p:transition>
    </mc:Choice>
    <mc:Fallback xmlns="">
      <p:transition spd="med">
        <p:cover/>
      </p:transition>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14:presetBounceEnd="62000">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14:bounceEnd="62000">
                                          <p:cBhvr additive="base">
                                            <p:cTn id="7" dur="500" fill="hold"/>
                                            <p:tgtEl>
                                              <p:spTgt spid="9"/>
                                            </p:tgtEl>
                                            <p:attrNameLst>
                                              <p:attrName>ppt_x</p:attrName>
                                            </p:attrNameLst>
                                          </p:cBhvr>
                                          <p:tavLst>
                                            <p:tav tm="0">
                                              <p:val>
                                                <p:strVal val="#ppt_x"/>
                                              </p:val>
                                            </p:tav>
                                            <p:tav tm="100000">
                                              <p:val>
                                                <p:strVal val="#ppt_x"/>
                                              </p:val>
                                            </p:tav>
                                          </p:tavLst>
                                        </p:anim>
                                        <p:anim calcmode="lin" valueType="num" p14:bounceEnd="62000">
                                          <p:cBhvr additive="base">
                                            <p:cTn id="8" dur="500" fill="hold"/>
                                            <p:tgtEl>
                                              <p:spTgt spid="9"/>
                                            </p:tgtEl>
                                            <p:attrNameLst>
                                              <p:attrName>ppt_y</p:attrName>
                                            </p:attrNameLst>
                                          </p:cBhvr>
                                          <p:tavLst>
                                            <p:tav tm="0">
                                              <p:val>
                                                <p:strVal val="0-#ppt_h/2"/>
                                              </p:val>
                                            </p:tav>
                                            <p:tav tm="100000">
                                              <p:val>
                                                <p:strVal val="#ppt_y"/>
                                              </p:val>
                                            </p:tav>
                                          </p:tavLst>
                                        </p:anim>
                                      </p:childTnLst>
                                    </p:cTn>
                                  </p:par>
                                  <p:par>
                                    <p:cTn id="9" presetID="22" presetClass="entr" presetSubtype="1" fill="hold" grpId="1" nodeType="withEffect">
                                      <p:stCondLst>
                                        <p:cond delay="100"/>
                                      </p:stCondLst>
                                      <p:childTnLst>
                                        <p:set>
                                          <p:cBhvr>
                                            <p:cTn id="10" dur="1" fill="hold">
                                              <p:stCondLst>
                                                <p:cond delay="0"/>
                                              </p:stCondLst>
                                            </p:cTn>
                                            <p:tgtEl>
                                              <p:spTgt spid="11">
                                                <p:txEl>
                                                  <p:pRg st="0" end="0"/>
                                                </p:txEl>
                                              </p:spTgt>
                                            </p:tgtEl>
                                            <p:attrNameLst>
                                              <p:attrName>style.visibility</p:attrName>
                                            </p:attrNameLst>
                                          </p:cBhvr>
                                          <p:to>
                                            <p:strVal val="visible"/>
                                          </p:to>
                                        </p:set>
                                        <p:animEffect transition="in" filter="wipe(up)">
                                          <p:cBhvr>
                                            <p:cTn id="11" dur="500"/>
                                            <p:tgtEl>
                                              <p:spTgt spid="11">
                                                <p:txEl>
                                                  <p:pRg st="0" end="0"/>
                                                </p:txEl>
                                              </p:spTgt>
                                            </p:tgtEl>
                                          </p:cBhvr>
                                        </p:animEffect>
                                      </p:childTnLst>
                                    </p:cTn>
                                  </p:par>
                                  <p:par>
                                    <p:cTn id="12" presetID="22" presetClass="entr" presetSubtype="1" fill="hold" grpId="1" nodeType="withEffect">
                                      <p:stCondLst>
                                        <p:cond delay="100"/>
                                      </p:stCondLst>
                                      <p:childTnLst>
                                        <p:set>
                                          <p:cBhvr>
                                            <p:cTn id="13" dur="1" fill="hold">
                                              <p:stCondLst>
                                                <p:cond delay="0"/>
                                              </p:stCondLst>
                                            </p:cTn>
                                            <p:tgtEl>
                                              <p:spTgt spid="11">
                                                <p:txEl>
                                                  <p:pRg st="1" end="1"/>
                                                </p:txEl>
                                              </p:spTgt>
                                            </p:tgtEl>
                                            <p:attrNameLst>
                                              <p:attrName>style.visibility</p:attrName>
                                            </p:attrNameLst>
                                          </p:cBhvr>
                                          <p:to>
                                            <p:strVal val="visible"/>
                                          </p:to>
                                        </p:set>
                                        <p:animEffect transition="in" filter="wipe(up)">
                                          <p:cBhvr>
                                            <p:cTn id="14" dur="500"/>
                                            <p:tgtEl>
                                              <p:spTgt spid="11">
                                                <p:txEl>
                                                  <p:pRg st="1" end="1"/>
                                                </p:txEl>
                                              </p:spTgt>
                                            </p:tgtEl>
                                          </p:cBhvr>
                                        </p:animEffect>
                                      </p:childTnLst>
                                    </p:cTn>
                                  </p:par>
                                  <p:par>
                                    <p:cTn id="15" presetID="2" presetClass="entr" presetSubtype="3" decel="100000" fill="hold" grpId="0" nodeType="withEffect">
                                      <p:stCondLst>
                                        <p:cond delay="10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1+#ppt_w/2"/>
                                              </p:val>
                                            </p:tav>
                                            <p:tav tm="100000">
                                              <p:val>
                                                <p:strVal val="#ppt_x"/>
                                              </p:val>
                                            </p:tav>
                                          </p:tavLst>
                                        </p:anim>
                                        <p:anim calcmode="lin" valueType="num">
                                          <p:cBhvr additive="base">
                                            <p:cTn id="18" dur="500" fill="hold"/>
                                            <p:tgtEl>
                                              <p:spTgt spid="4"/>
                                            </p:tgtEl>
                                            <p:attrNameLst>
                                              <p:attrName>ppt_y</p:attrName>
                                            </p:attrNameLst>
                                          </p:cBhvr>
                                          <p:tavLst>
                                            <p:tav tm="0">
                                              <p:val>
                                                <p:strVal val="0-#ppt_h/2"/>
                                              </p:val>
                                            </p:tav>
                                            <p:tav tm="100000">
                                              <p:val>
                                                <p:strVal val="#ppt_y"/>
                                              </p:val>
                                            </p:tav>
                                          </p:tavLst>
                                        </p:anim>
                                      </p:childTnLst>
                                    </p:cTn>
                                  </p:par>
                                  <p:par>
                                    <p:cTn id="19" presetID="2" presetClass="entr" presetSubtype="12" decel="100000" fill="hold" grpId="0" nodeType="withEffect">
                                      <p:stCondLst>
                                        <p:cond delay="10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0-#ppt_w/2"/>
                                              </p:val>
                                            </p:tav>
                                            <p:tav tm="100000">
                                              <p:val>
                                                <p:strVal val="#ppt_x"/>
                                              </p:val>
                                            </p:tav>
                                          </p:tavLst>
                                        </p:anim>
                                        <p:anim calcmode="lin" valueType="num">
                                          <p:cBhvr additive="base">
                                            <p:cTn id="22" dur="500" fill="hold"/>
                                            <p:tgtEl>
                                              <p:spTgt spid="7"/>
                                            </p:tgtEl>
                                            <p:attrNameLst>
                                              <p:attrName>ppt_y</p:attrName>
                                            </p:attrNameLst>
                                          </p:cBhvr>
                                          <p:tavLst>
                                            <p:tav tm="0">
                                              <p:val>
                                                <p:strVal val="1+#ppt_h/2"/>
                                              </p:val>
                                            </p:tav>
                                            <p:tav tm="100000">
                                              <p:val>
                                                <p:strVal val="#ppt_y"/>
                                              </p:val>
                                            </p:tav>
                                          </p:tavLst>
                                        </p:anim>
                                      </p:childTnLst>
                                    </p:cTn>
                                  </p:par>
                                  <p:par>
                                    <p:cTn id="23" presetID="2" presetClass="entr" presetSubtype="12" decel="100000" fill="hold" grpId="0" nodeType="withEffect">
                                      <p:stCondLst>
                                        <p:cond delay="200"/>
                                      </p:stCondLst>
                                      <p:childTnLst>
                                        <p:set>
                                          <p:cBhvr>
                                            <p:cTn id="24" dur="1" fill="hold">
                                              <p:stCondLst>
                                                <p:cond delay="0"/>
                                              </p:stCondLst>
                                            </p:cTn>
                                            <p:tgtEl>
                                              <p:spTgt spid="13"/>
                                            </p:tgtEl>
                                            <p:attrNameLst>
                                              <p:attrName>style.visibility</p:attrName>
                                            </p:attrNameLst>
                                          </p:cBhvr>
                                          <p:to>
                                            <p:strVal val="visible"/>
                                          </p:to>
                                        </p:set>
                                        <p:anim calcmode="lin" valueType="num">
                                          <p:cBhvr additive="base">
                                            <p:cTn id="25" dur="500" fill="hold"/>
                                            <p:tgtEl>
                                              <p:spTgt spid="13"/>
                                            </p:tgtEl>
                                            <p:attrNameLst>
                                              <p:attrName>ppt_x</p:attrName>
                                            </p:attrNameLst>
                                          </p:cBhvr>
                                          <p:tavLst>
                                            <p:tav tm="0">
                                              <p:val>
                                                <p:strVal val="0-#ppt_w/2"/>
                                              </p:val>
                                            </p:tav>
                                            <p:tav tm="100000">
                                              <p:val>
                                                <p:strVal val="#ppt_x"/>
                                              </p:val>
                                            </p:tav>
                                          </p:tavLst>
                                        </p:anim>
                                        <p:anim calcmode="lin" valueType="num">
                                          <p:cBhvr additive="base">
                                            <p:cTn id="26" dur="500" fill="hold"/>
                                            <p:tgtEl>
                                              <p:spTgt spid="13"/>
                                            </p:tgtEl>
                                            <p:attrNameLst>
                                              <p:attrName>ppt_y</p:attrName>
                                            </p:attrNameLst>
                                          </p:cBhvr>
                                          <p:tavLst>
                                            <p:tav tm="0">
                                              <p:val>
                                                <p:strVal val="1+#ppt_h/2"/>
                                              </p:val>
                                            </p:tav>
                                            <p:tav tm="100000">
                                              <p:val>
                                                <p:strVal val="#ppt_y"/>
                                              </p:val>
                                            </p:tav>
                                          </p:tavLst>
                                        </p:anim>
                                      </p:childTnLst>
                                    </p:cTn>
                                  </p:par>
                                  <p:par>
                                    <p:cTn id="27" presetID="2" presetClass="entr" presetSubtype="3" decel="100000" fill="hold" grpId="0" nodeType="withEffect">
                                      <p:stCondLst>
                                        <p:cond delay="300"/>
                                      </p:stCondLst>
                                      <p:childTnLst>
                                        <p:set>
                                          <p:cBhvr>
                                            <p:cTn id="28" dur="1" fill="hold">
                                              <p:stCondLst>
                                                <p:cond delay="0"/>
                                              </p:stCondLst>
                                            </p:cTn>
                                            <p:tgtEl>
                                              <p:spTgt spid="5"/>
                                            </p:tgtEl>
                                            <p:attrNameLst>
                                              <p:attrName>style.visibility</p:attrName>
                                            </p:attrNameLst>
                                          </p:cBhvr>
                                          <p:to>
                                            <p:strVal val="visible"/>
                                          </p:to>
                                        </p:set>
                                        <p:anim calcmode="lin" valueType="num">
                                          <p:cBhvr additive="base">
                                            <p:cTn id="29" dur="500" fill="hold"/>
                                            <p:tgtEl>
                                              <p:spTgt spid="5"/>
                                            </p:tgtEl>
                                            <p:attrNameLst>
                                              <p:attrName>ppt_x</p:attrName>
                                            </p:attrNameLst>
                                          </p:cBhvr>
                                          <p:tavLst>
                                            <p:tav tm="0">
                                              <p:val>
                                                <p:strVal val="1+#ppt_w/2"/>
                                              </p:val>
                                            </p:tav>
                                            <p:tav tm="100000">
                                              <p:val>
                                                <p:strVal val="#ppt_x"/>
                                              </p:val>
                                            </p:tav>
                                          </p:tavLst>
                                        </p:anim>
                                        <p:anim calcmode="lin" valueType="num">
                                          <p:cBhvr additive="base">
                                            <p:cTn id="30" dur="500" fill="hold"/>
                                            <p:tgtEl>
                                              <p:spTgt spid="5"/>
                                            </p:tgtEl>
                                            <p:attrNameLst>
                                              <p:attrName>ppt_y</p:attrName>
                                            </p:attrNameLst>
                                          </p:cBhvr>
                                          <p:tavLst>
                                            <p:tav tm="0">
                                              <p:val>
                                                <p:strVal val="0-#ppt_h/2"/>
                                              </p:val>
                                            </p:tav>
                                            <p:tav tm="100000">
                                              <p:val>
                                                <p:strVal val="#ppt_y"/>
                                              </p:val>
                                            </p:tav>
                                          </p:tavLst>
                                        </p:anim>
                                      </p:childTnLst>
                                    </p:cTn>
                                  </p:par>
                                  <p:par>
                                    <p:cTn id="31" presetID="2" presetClass="entr" presetSubtype="12" decel="100000" fill="hold" grpId="0" nodeType="withEffect">
                                      <p:stCondLst>
                                        <p:cond delay="300"/>
                                      </p:stCondLst>
                                      <p:childTnLst>
                                        <p:set>
                                          <p:cBhvr>
                                            <p:cTn id="32" dur="1" fill="hold">
                                              <p:stCondLst>
                                                <p:cond delay="0"/>
                                              </p:stCondLst>
                                            </p:cTn>
                                            <p:tgtEl>
                                              <p:spTgt spid="14"/>
                                            </p:tgtEl>
                                            <p:attrNameLst>
                                              <p:attrName>style.visibility</p:attrName>
                                            </p:attrNameLst>
                                          </p:cBhvr>
                                          <p:to>
                                            <p:strVal val="visible"/>
                                          </p:to>
                                        </p:set>
                                        <p:anim calcmode="lin" valueType="num">
                                          <p:cBhvr additive="base">
                                            <p:cTn id="33" dur="500" fill="hold"/>
                                            <p:tgtEl>
                                              <p:spTgt spid="14"/>
                                            </p:tgtEl>
                                            <p:attrNameLst>
                                              <p:attrName>ppt_x</p:attrName>
                                            </p:attrNameLst>
                                          </p:cBhvr>
                                          <p:tavLst>
                                            <p:tav tm="0">
                                              <p:val>
                                                <p:strVal val="0-#ppt_w/2"/>
                                              </p:val>
                                            </p:tav>
                                            <p:tav tm="100000">
                                              <p:val>
                                                <p:strVal val="#ppt_x"/>
                                              </p:val>
                                            </p:tav>
                                          </p:tavLst>
                                        </p:anim>
                                        <p:anim calcmode="lin" valueType="num">
                                          <p:cBhvr additive="base">
                                            <p:cTn id="34" dur="500" fill="hold"/>
                                            <p:tgtEl>
                                              <p:spTgt spid="14"/>
                                            </p:tgtEl>
                                            <p:attrNameLst>
                                              <p:attrName>ppt_y</p:attrName>
                                            </p:attrNameLst>
                                          </p:cBhvr>
                                          <p:tavLst>
                                            <p:tav tm="0">
                                              <p:val>
                                                <p:strVal val="1+#ppt_h/2"/>
                                              </p:val>
                                            </p:tav>
                                            <p:tav tm="100000">
                                              <p:val>
                                                <p:strVal val="#ppt_y"/>
                                              </p:val>
                                            </p:tav>
                                          </p:tavLst>
                                        </p:anim>
                                      </p:childTnLst>
                                    </p:cTn>
                                  </p:par>
                                </p:childTnLst>
                              </p:cTn>
                            </p:par>
                            <p:par>
                              <p:cTn id="35" fill="hold">
                                <p:stCondLst>
                                  <p:cond delay="800"/>
                                </p:stCondLst>
                                <p:childTnLst>
                                  <p:par>
                                    <p:cTn id="36" presetID="42" presetClass="entr" presetSubtype="0" fill="hold" grpId="0" nodeType="afterEffect">
                                      <p:stCondLst>
                                        <p:cond delay="0"/>
                                      </p:stCondLst>
                                      <p:childTnLst>
                                        <p:set>
                                          <p:cBhvr>
                                            <p:cTn id="37" dur="1" fill="hold">
                                              <p:stCondLst>
                                                <p:cond delay="0"/>
                                              </p:stCondLst>
                                            </p:cTn>
                                            <p:tgtEl>
                                              <p:spTgt spid="12">
                                                <p:txEl>
                                                  <p:pRg st="0" end="0"/>
                                                </p:txEl>
                                              </p:spTgt>
                                            </p:tgtEl>
                                            <p:attrNameLst>
                                              <p:attrName>style.visibility</p:attrName>
                                            </p:attrNameLst>
                                          </p:cBhvr>
                                          <p:to>
                                            <p:strVal val="visible"/>
                                          </p:to>
                                        </p:set>
                                        <p:animEffect transition="in" filter="fade">
                                          <p:cBhvr>
                                            <p:cTn id="38" dur="400"/>
                                            <p:tgtEl>
                                              <p:spTgt spid="12">
                                                <p:txEl>
                                                  <p:pRg st="0" end="0"/>
                                                </p:txEl>
                                              </p:spTgt>
                                            </p:tgtEl>
                                          </p:cBhvr>
                                        </p:animEffect>
                                        <p:anim calcmode="lin" valueType="num">
                                          <p:cBhvr>
                                            <p:cTn id="39" dur="400" fill="hold"/>
                                            <p:tgtEl>
                                              <p:spTgt spid="12">
                                                <p:txEl>
                                                  <p:pRg st="0" end="0"/>
                                                </p:txEl>
                                              </p:spTgt>
                                            </p:tgtEl>
                                            <p:attrNameLst>
                                              <p:attrName>ppt_x</p:attrName>
                                            </p:attrNameLst>
                                          </p:cBhvr>
                                          <p:tavLst>
                                            <p:tav tm="0">
                                              <p:val>
                                                <p:strVal val="#ppt_x"/>
                                              </p:val>
                                            </p:tav>
                                            <p:tav tm="100000">
                                              <p:val>
                                                <p:strVal val="#ppt_x"/>
                                              </p:val>
                                            </p:tav>
                                          </p:tavLst>
                                        </p:anim>
                                        <p:anim calcmode="lin" valueType="num">
                                          <p:cBhvr>
                                            <p:cTn id="40" dur="400" fill="hold"/>
                                            <p:tgtEl>
                                              <p:spTgt spid="12">
                                                <p:txEl>
                                                  <p:pRg st="0" end="0"/>
                                                </p:txEl>
                                              </p:spTgt>
                                            </p:tgtEl>
                                            <p:attrNameLst>
                                              <p:attrName>ppt_y</p:attrName>
                                            </p:attrNameLst>
                                          </p:cBhvr>
                                          <p:tavLst>
                                            <p:tav tm="0">
                                              <p:val>
                                                <p:strVal val="#ppt_y+.1"/>
                                              </p:val>
                                            </p:tav>
                                            <p:tav tm="100000">
                                              <p:val>
                                                <p:strVal val="#ppt_y"/>
                                              </p:val>
                                            </p:tav>
                                          </p:tavLst>
                                        </p:anim>
                                      </p:childTnLst>
                                    </p:cTn>
                                  </p:par>
                                </p:childTnLst>
                              </p:cTn>
                            </p:par>
                            <p:par>
                              <p:cTn id="41" fill="hold">
                                <p:stCondLst>
                                  <p:cond delay="1200"/>
                                </p:stCondLst>
                                <p:childTnLst>
                                  <p:par>
                                    <p:cTn id="42" presetID="2" presetClass="entr" presetSubtype="4" decel="100000" fill="hold" nodeType="afterEffect">
                                      <p:stCondLst>
                                        <p:cond delay="0"/>
                                      </p:stCondLst>
                                      <p:childTnLst>
                                        <p:set>
                                          <p:cBhvr>
                                            <p:cTn id="43" dur="1" fill="hold">
                                              <p:stCondLst>
                                                <p:cond delay="0"/>
                                              </p:stCondLst>
                                            </p:cTn>
                                            <p:tgtEl>
                                              <p:spTgt spid="6"/>
                                            </p:tgtEl>
                                            <p:attrNameLst>
                                              <p:attrName>style.visibility</p:attrName>
                                            </p:attrNameLst>
                                          </p:cBhvr>
                                          <p:to>
                                            <p:strVal val="visible"/>
                                          </p:to>
                                        </p:set>
                                        <p:anim calcmode="lin" valueType="num">
                                          <p:cBhvr additive="base">
                                            <p:cTn id="44" dur="500" fill="hold"/>
                                            <p:tgtEl>
                                              <p:spTgt spid="6"/>
                                            </p:tgtEl>
                                            <p:attrNameLst>
                                              <p:attrName>ppt_x</p:attrName>
                                            </p:attrNameLst>
                                          </p:cBhvr>
                                          <p:tavLst>
                                            <p:tav tm="0">
                                              <p:val>
                                                <p:strVal val="#ppt_x"/>
                                              </p:val>
                                            </p:tav>
                                            <p:tav tm="100000">
                                              <p:val>
                                                <p:strVal val="#ppt_x"/>
                                              </p:val>
                                            </p:tav>
                                          </p:tavLst>
                                        </p:anim>
                                        <p:anim calcmode="lin" valueType="num">
                                          <p:cBhvr additive="base">
                                            <p:cTn id="45"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xit" presetSubtype="1" accel="100000" fill="hold" grpId="1" nodeType="clickEffect">
                                      <p:stCondLst>
                                        <p:cond delay="0"/>
                                      </p:stCondLst>
                                      <p:childTnLst>
                                        <p:anim calcmode="lin" valueType="num">
                                          <p:cBhvr additive="base">
                                            <p:cTn id="49" dur="500"/>
                                            <p:tgtEl>
                                              <p:spTgt spid="9"/>
                                            </p:tgtEl>
                                            <p:attrNameLst>
                                              <p:attrName>ppt_x</p:attrName>
                                            </p:attrNameLst>
                                          </p:cBhvr>
                                          <p:tavLst>
                                            <p:tav tm="0">
                                              <p:val>
                                                <p:strVal val="ppt_x"/>
                                              </p:val>
                                            </p:tav>
                                            <p:tav tm="100000">
                                              <p:val>
                                                <p:strVal val="ppt_x"/>
                                              </p:val>
                                            </p:tav>
                                          </p:tavLst>
                                        </p:anim>
                                        <p:anim calcmode="lin" valueType="num">
                                          <p:cBhvr additive="base">
                                            <p:cTn id="50" dur="500"/>
                                            <p:tgtEl>
                                              <p:spTgt spid="9"/>
                                            </p:tgtEl>
                                            <p:attrNameLst>
                                              <p:attrName>ppt_y</p:attrName>
                                            </p:attrNameLst>
                                          </p:cBhvr>
                                          <p:tavLst>
                                            <p:tav tm="0">
                                              <p:val>
                                                <p:strVal val="ppt_y"/>
                                              </p:val>
                                            </p:tav>
                                            <p:tav tm="100000">
                                              <p:val>
                                                <p:strVal val="0-ppt_h/2"/>
                                              </p:val>
                                            </p:tav>
                                          </p:tavLst>
                                        </p:anim>
                                        <p:set>
                                          <p:cBhvr>
                                            <p:cTn id="51" dur="1" fill="hold">
                                              <p:stCondLst>
                                                <p:cond delay="499"/>
                                              </p:stCondLst>
                                            </p:cTn>
                                            <p:tgtEl>
                                              <p:spTgt spid="9"/>
                                            </p:tgtEl>
                                            <p:attrNameLst>
                                              <p:attrName>style.visibility</p:attrName>
                                            </p:attrNameLst>
                                          </p:cBhvr>
                                          <p:to>
                                            <p:strVal val="hidden"/>
                                          </p:to>
                                        </p:set>
                                      </p:childTnLst>
                                    </p:cTn>
                                  </p:par>
                                  <p:par>
                                    <p:cTn id="52" presetID="32" presetClass="emph" presetSubtype="0" fill="hold" nodeType="withEffect">
                                      <p:stCondLst>
                                        <p:cond delay="0"/>
                                      </p:stCondLst>
                                      <p:childTnLst>
                                        <p:animRot by="120000">
                                          <p:cBhvr>
                                            <p:cTn id="53" dur="100" fill="hold">
                                              <p:stCondLst>
                                                <p:cond delay="0"/>
                                              </p:stCondLst>
                                            </p:cTn>
                                            <p:tgtEl>
                                              <p:spTgt spid="6"/>
                                            </p:tgtEl>
                                            <p:attrNameLst>
                                              <p:attrName>r</p:attrName>
                                            </p:attrNameLst>
                                          </p:cBhvr>
                                        </p:animRot>
                                        <p:animRot by="-240000">
                                          <p:cBhvr>
                                            <p:cTn id="54" dur="200" fill="hold">
                                              <p:stCondLst>
                                                <p:cond delay="200"/>
                                              </p:stCondLst>
                                            </p:cTn>
                                            <p:tgtEl>
                                              <p:spTgt spid="6"/>
                                            </p:tgtEl>
                                            <p:attrNameLst>
                                              <p:attrName>r</p:attrName>
                                            </p:attrNameLst>
                                          </p:cBhvr>
                                        </p:animRot>
                                        <p:animRot by="240000">
                                          <p:cBhvr>
                                            <p:cTn id="55" dur="200" fill="hold">
                                              <p:stCondLst>
                                                <p:cond delay="400"/>
                                              </p:stCondLst>
                                            </p:cTn>
                                            <p:tgtEl>
                                              <p:spTgt spid="6"/>
                                            </p:tgtEl>
                                            <p:attrNameLst>
                                              <p:attrName>r</p:attrName>
                                            </p:attrNameLst>
                                          </p:cBhvr>
                                        </p:animRot>
                                        <p:animRot by="-240000">
                                          <p:cBhvr>
                                            <p:cTn id="56" dur="200" fill="hold">
                                              <p:stCondLst>
                                                <p:cond delay="600"/>
                                              </p:stCondLst>
                                            </p:cTn>
                                            <p:tgtEl>
                                              <p:spTgt spid="6"/>
                                            </p:tgtEl>
                                            <p:attrNameLst>
                                              <p:attrName>r</p:attrName>
                                            </p:attrNameLst>
                                          </p:cBhvr>
                                        </p:animRot>
                                        <p:animRot by="120000">
                                          <p:cBhvr>
                                            <p:cTn id="57" dur="200" fill="hold">
                                              <p:stCondLst>
                                                <p:cond delay="800"/>
                                              </p:stCondLst>
                                            </p:cTn>
                                            <p:tgtEl>
                                              <p:spTgt spid="6"/>
                                            </p:tgtEl>
                                            <p:attrNameLst>
                                              <p:attrName>r</p:attrName>
                                            </p:attrNameLst>
                                          </p:cBhvr>
                                        </p:animRot>
                                      </p:childTnLst>
                                    </p:cTn>
                                  </p:par>
                                  <p:par>
                                    <p:cTn id="58" presetID="2" presetClass="exit" presetSubtype="8" accel="100000" fill="hold" grpId="0" nodeType="withEffect">
                                      <p:stCondLst>
                                        <p:cond delay="0"/>
                                      </p:stCondLst>
                                      <p:childTnLst>
                                        <p:anim calcmode="lin" valueType="num">
                                          <p:cBhvr additive="base">
                                            <p:cTn id="59" dur="500"/>
                                            <p:tgtEl>
                                              <p:spTgt spid="11">
                                                <p:txEl>
                                                  <p:pRg st="0" end="0"/>
                                                </p:txEl>
                                              </p:spTgt>
                                            </p:tgtEl>
                                            <p:attrNameLst>
                                              <p:attrName>ppt_x</p:attrName>
                                            </p:attrNameLst>
                                          </p:cBhvr>
                                          <p:tavLst>
                                            <p:tav tm="0">
                                              <p:val>
                                                <p:strVal val="ppt_x"/>
                                              </p:val>
                                            </p:tav>
                                            <p:tav tm="100000">
                                              <p:val>
                                                <p:strVal val="0-ppt_w/2"/>
                                              </p:val>
                                            </p:tav>
                                          </p:tavLst>
                                        </p:anim>
                                        <p:anim calcmode="lin" valueType="num">
                                          <p:cBhvr additive="base">
                                            <p:cTn id="60" dur="500"/>
                                            <p:tgtEl>
                                              <p:spTgt spid="11">
                                                <p:txEl>
                                                  <p:pRg st="0" end="0"/>
                                                </p:txEl>
                                              </p:spTgt>
                                            </p:tgtEl>
                                            <p:attrNameLst>
                                              <p:attrName>ppt_y</p:attrName>
                                            </p:attrNameLst>
                                          </p:cBhvr>
                                          <p:tavLst>
                                            <p:tav tm="0">
                                              <p:val>
                                                <p:strVal val="ppt_y"/>
                                              </p:val>
                                            </p:tav>
                                            <p:tav tm="100000">
                                              <p:val>
                                                <p:strVal val="ppt_y"/>
                                              </p:val>
                                            </p:tav>
                                          </p:tavLst>
                                        </p:anim>
                                        <p:set>
                                          <p:cBhvr>
                                            <p:cTn id="61" dur="1" fill="hold">
                                              <p:stCondLst>
                                                <p:cond delay="499"/>
                                              </p:stCondLst>
                                            </p:cTn>
                                            <p:tgtEl>
                                              <p:spTgt spid="11">
                                                <p:txEl>
                                                  <p:pRg st="0" end="0"/>
                                                </p:txEl>
                                              </p:spTgt>
                                            </p:tgtEl>
                                            <p:attrNameLst>
                                              <p:attrName>style.visibility</p:attrName>
                                            </p:attrNameLst>
                                          </p:cBhvr>
                                          <p:to>
                                            <p:strVal val="hidden"/>
                                          </p:to>
                                        </p:set>
                                      </p:childTnLst>
                                    </p:cTn>
                                  </p:par>
                                  <p:par>
                                    <p:cTn id="62" presetID="2" presetClass="exit" presetSubtype="8" accel="100000" fill="hold" grpId="0" nodeType="withEffect">
                                      <p:stCondLst>
                                        <p:cond delay="0"/>
                                      </p:stCondLst>
                                      <p:childTnLst>
                                        <p:anim calcmode="lin" valueType="num">
                                          <p:cBhvr additive="base">
                                            <p:cTn id="63" dur="500"/>
                                            <p:tgtEl>
                                              <p:spTgt spid="11">
                                                <p:txEl>
                                                  <p:pRg st="1" end="1"/>
                                                </p:txEl>
                                              </p:spTgt>
                                            </p:tgtEl>
                                            <p:attrNameLst>
                                              <p:attrName>ppt_x</p:attrName>
                                            </p:attrNameLst>
                                          </p:cBhvr>
                                          <p:tavLst>
                                            <p:tav tm="0">
                                              <p:val>
                                                <p:strVal val="ppt_x"/>
                                              </p:val>
                                            </p:tav>
                                            <p:tav tm="100000">
                                              <p:val>
                                                <p:strVal val="0-ppt_w/2"/>
                                              </p:val>
                                            </p:tav>
                                          </p:tavLst>
                                        </p:anim>
                                        <p:anim calcmode="lin" valueType="num">
                                          <p:cBhvr additive="base">
                                            <p:cTn id="64" dur="500"/>
                                            <p:tgtEl>
                                              <p:spTgt spid="11">
                                                <p:txEl>
                                                  <p:pRg st="1" end="1"/>
                                                </p:txEl>
                                              </p:spTgt>
                                            </p:tgtEl>
                                            <p:attrNameLst>
                                              <p:attrName>ppt_y</p:attrName>
                                            </p:attrNameLst>
                                          </p:cBhvr>
                                          <p:tavLst>
                                            <p:tav tm="0">
                                              <p:val>
                                                <p:strVal val="ppt_y"/>
                                              </p:val>
                                            </p:tav>
                                            <p:tav tm="100000">
                                              <p:val>
                                                <p:strVal val="ppt_y"/>
                                              </p:val>
                                            </p:tav>
                                          </p:tavLst>
                                        </p:anim>
                                        <p:set>
                                          <p:cBhvr>
                                            <p:cTn id="65" dur="1" fill="hold">
                                              <p:stCondLst>
                                                <p:cond delay="499"/>
                                              </p:stCondLst>
                                            </p:cTn>
                                            <p:tgtEl>
                                              <p:spTgt spid="11">
                                                <p:txEl>
                                                  <p:pRg st="1" end="1"/>
                                                </p:txEl>
                                              </p:spTgt>
                                            </p:tgtEl>
                                            <p:attrNameLst>
                                              <p:attrName>style.visibility</p:attrName>
                                            </p:attrNameLst>
                                          </p:cBhvr>
                                          <p:to>
                                            <p:strVal val="hidden"/>
                                          </p:to>
                                        </p:set>
                                      </p:childTnLst>
                                    </p:cTn>
                                  </p:par>
                                  <p:par>
                                    <p:cTn id="66" presetID="2" presetClass="exit" presetSubtype="12" accel="100000" fill="hold" grpId="1" nodeType="withEffect">
                                      <p:stCondLst>
                                        <p:cond delay="0"/>
                                      </p:stCondLst>
                                      <p:childTnLst>
                                        <p:anim calcmode="lin" valueType="num">
                                          <p:cBhvr additive="base">
                                            <p:cTn id="67" dur="500"/>
                                            <p:tgtEl>
                                              <p:spTgt spid="12">
                                                <p:txEl>
                                                  <p:pRg st="0" end="0"/>
                                                </p:txEl>
                                              </p:spTgt>
                                            </p:tgtEl>
                                            <p:attrNameLst>
                                              <p:attrName>ppt_x</p:attrName>
                                            </p:attrNameLst>
                                          </p:cBhvr>
                                          <p:tavLst>
                                            <p:tav tm="0">
                                              <p:val>
                                                <p:strVal val="ppt_x"/>
                                              </p:val>
                                            </p:tav>
                                            <p:tav tm="100000">
                                              <p:val>
                                                <p:strVal val="0-ppt_w/2"/>
                                              </p:val>
                                            </p:tav>
                                          </p:tavLst>
                                        </p:anim>
                                        <p:anim calcmode="lin" valueType="num">
                                          <p:cBhvr additive="base">
                                            <p:cTn id="68" dur="500"/>
                                            <p:tgtEl>
                                              <p:spTgt spid="12">
                                                <p:txEl>
                                                  <p:pRg st="0" end="0"/>
                                                </p:txEl>
                                              </p:spTgt>
                                            </p:tgtEl>
                                            <p:attrNameLst>
                                              <p:attrName>ppt_y</p:attrName>
                                            </p:attrNameLst>
                                          </p:cBhvr>
                                          <p:tavLst>
                                            <p:tav tm="0">
                                              <p:val>
                                                <p:strVal val="ppt_y"/>
                                              </p:val>
                                            </p:tav>
                                            <p:tav tm="100000">
                                              <p:val>
                                                <p:strVal val="1+ppt_h/2"/>
                                              </p:val>
                                            </p:tav>
                                          </p:tavLst>
                                        </p:anim>
                                        <p:set>
                                          <p:cBhvr>
                                            <p:cTn id="69" dur="1" fill="hold">
                                              <p:stCondLst>
                                                <p:cond delay="499"/>
                                              </p:stCondLst>
                                            </p:cTn>
                                            <p:tgtEl>
                                              <p:spTgt spid="12">
                                                <p:txEl>
                                                  <p:pRg st="0" end="0"/>
                                                </p:txEl>
                                              </p:spTgt>
                                            </p:tgtEl>
                                            <p:attrNameLst>
                                              <p:attrName>style.visibility</p:attrName>
                                            </p:attrNameLst>
                                          </p:cBhvr>
                                          <p:to>
                                            <p:strVal val="hidden"/>
                                          </p:to>
                                        </p:set>
                                      </p:childTnLst>
                                    </p:cTn>
                                  </p:par>
                                  <p:par>
                                    <p:cTn id="70" presetID="2" presetClass="exit" presetSubtype="12" fill="hold" grpId="1" nodeType="withEffect">
                                      <p:stCondLst>
                                        <p:cond delay="0"/>
                                      </p:stCondLst>
                                      <p:childTnLst>
                                        <p:anim calcmode="lin" valueType="num">
                                          <p:cBhvr additive="base">
                                            <p:cTn id="71" dur="500"/>
                                            <p:tgtEl>
                                              <p:spTgt spid="14"/>
                                            </p:tgtEl>
                                            <p:attrNameLst>
                                              <p:attrName>ppt_x</p:attrName>
                                            </p:attrNameLst>
                                          </p:cBhvr>
                                          <p:tavLst>
                                            <p:tav tm="0">
                                              <p:val>
                                                <p:strVal val="ppt_x"/>
                                              </p:val>
                                            </p:tav>
                                            <p:tav tm="100000">
                                              <p:val>
                                                <p:strVal val="0-ppt_w/2"/>
                                              </p:val>
                                            </p:tav>
                                          </p:tavLst>
                                        </p:anim>
                                        <p:anim calcmode="lin" valueType="num">
                                          <p:cBhvr additive="base">
                                            <p:cTn id="72" dur="500"/>
                                            <p:tgtEl>
                                              <p:spTgt spid="14"/>
                                            </p:tgtEl>
                                            <p:attrNameLst>
                                              <p:attrName>ppt_y</p:attrName>
                                            </p:attrNameLst>
                                          </p:cBhvr>
                                          <p:tavLst>
                                            <p:tav tm="0">
                                              <p:val>
                                                <p:strVal val="ppt_y"/>
                                              </p:val>
                                            </p:tav>
                                            <p:tav tm="100000">
                                              <p:val>
                                                <p:strVal val="1+ppt_h/2"/>
                                              </p:val>
                                            </p:tav>
                                          </p:tavLst>
                                        </p:anim>
                                        <p:set>
                                          <p:cBhvr>
                                            <p:cTn id="73" dur="1" fill="hold">
                                              <p:stCondLst>
                                                <p:cond delay="499"/>
                                              </p:stCondLst>
                                            </p:cTn>
                                            <p:tgtEl>
                                              <p:spTgt spid="14"/>
                                            </p:tgtEl>
                                            <p:attrNameLst>
                                              <p:attrName>style.visibility</p:attrName>
                                            </p:attrNameLst>
                                          </p:cBhvr>
                                          <p:to>
                                            <p:strVal val="hidden"/>
                                          </p:to>
                                        </p:set>
                                      </p:childTnLst>
                                    </p:cTn>
                                  </p:par>
                                  <p:par>
                                    <p:cTn id="74" presetID="2" presetClass="exit" presetSubtype="3" accel="100000" fill="hold" grpId="1" nodeType="withEffect">
                                      <p:stCondLst>
                                        <p:cond delay="0"/>
                                      </p:stCondLst>
                                      <p:childTnLst>
                                        <p:anim calcmode="lin" valueType="num">
                                          <p:cBhvr additive="base">
                                            <p:cTn id="75" dur="500"/>
                                            <p:tgtEl>
                                              <p:spTgt spid="5"/>
                                            </p:tgtEl>
                                            <p:attrNameLst>
                                              <p:attrName>ppt_x</p:attrName>
                                            </p:attrNameLst>
                                          </p:cBhvr>
                                          <p:tavLst>
                                            <p:tav tm="0">
                                              <p:val>
                                                <p:strVal val="ppt_x"/>
                                              </p:val>
                                            </p:tav>
                                            <p:tav tm="100000">
                                              <p:val>
                                                <p:strVal val="1+ppt_w/2"/>
                                              </p:val>
                                            </p:tav>
                                          </p:tavLst>
                                        </p:anim>
                                        <p:anim calcmode="lin" valueType="num">
                                          <p:cBhvr additive="base">
                                            <p:cTn id="76" dur="500"/>
                                            <p:tgtEl>
                                              <p:spTgt spid="5"/>
                                            </p:tgtEl>
                                            <p:attrNameLst>
                                              <p:attrName>ppt_y</p:attrName>
                                            </p:attrNameLst>
                                          </p:cBhvr>
                                          <p:tavLst>
                                            <p:tav tm="0">
                                              <p:val>
                                                <p:strVal val="ppt_y"/>
                                              </p:val>
                                            </p:tav>
                                            <p:tav tm="100000">
                                              <p:val>
                                                <p:strVal val="0-ppt_h/2"/>
                                              </p:val>
                                            </p:tav>
                                          </p:tavLst>
                                        </p:anim>
                                        <p:set>
                                          <p:cBhvr>
                                            <p:cTn id="77" dur="1" fill="hold">
                                              <p:stCondLst>
                                                <p:cond delay="499"/>
                                              </p:stCondLst>
                                            </p:cTn>
                                            <p:tgtEl>
                                              <p:spTgt spid="5"/>
                                            </p:tgtEl>
                                            <p:attrNameLst>
                                              <p:attrName>style.visibility</p:attrName>
                                            </p:attrNameLst>
                                          </p:cBhvr>
                                          <p:to>
                                            <p:strVal val="hidden"/>
                                          </p:to>
                                        </p:set>
                                      </p:childTnLst>
                                    </p:cTn>
                                  </p:par>
                                  <p:par>
                                    <p:cTn id="78" presetID="2" presetClass="exit" presetSubtype="12" fill="hold" grpId="1" nodeType="withEffect">
                                      <p:stCondLst>
                                        <p:cond delay="100"/>
                                      </p:stCondLst>
                                      <p:childTnLst>
                                        <p:anim calcmode="lin" valueType="num">
                                          <p:cBhvr additive="base">
                                            <p:cTn id="79" dur="500"/>
                                            <p:tgtEl>
                                              <p:spTgt spid="13"/>
                                            </p:tgtEl>
                                            <p:attrNameLst>
                                              <p:attrName>ppt_x</p:attrName>
                                            </p:attrNameLst>
                                          </p:cBhvr>
                                          <p:tavLst>
                                            <p:tav tm="0">
                                              <p:val>
                                                <p:strVal val="ppt_x"/>
                                              </p:val>
                                            </p:tav>
                                            <p:tav tm="100000">
                                              <p:val>
                                                <p:strVal val="0-ppt_w/2"/>
                                              </p:val>
                                            </p:tav>
                                          </p:tavLst>
                                        </p:anim>
                                        <p:anim calcmode="lin" valueType="num">
                                          <p:cBhvr additive="base">
                                            <p:cTn id="80" dur="500"/>
                                            <p:tgtEl>
                                              <p:spTgt spid="13"/>
                                            </p:tgtEl>
                                            <p:attrNameLst>
                                              <p:attrName>ppt_y</p:attrName>
                                            </p:attrNameLst>
                                          </p:cBhvr>
                                          <p:tavLst>
                                            <p:tav tm="0">
                                              <p:val>
                                                <p:strVal val="ppt_y"/>
                                              </p:val>
                                            </p:tav>
                                            <p:tav tm="100000">
                                              <p:val>
                                                <p:strVal val="1+ppt_h/2"/>
                                              </p:val>
                                            </p:tav>
                                          </p:tavLst>
                                        </p:anim>
                                        <p:set>
                                          <p:cBhvr>
                                            <p:cTn id="81" dur="1" fill="hold">
                                              <p:stCondLst>
                                                <p:cond delay="499"/>
                                              </p:stCondLst>
                                            </p:cTn>
                                            <p:tgtEl>
                                              <p:spTgt spid="13"/>
                                            </p:tgtEl>
                                            <p:attrNameLst>
                                              <p:attrName>style.visibility</p:attrName>
                                            </p:attrNameLst>
                                          </p:cBhvr>
                                          <p:to>
                                            <p:strVal val="hidden"/>
                                          </p:to>
                                        </p:set>
                                      </p:childTnLst>
                                    </p:cTn>
                                  </p:par>
                                  <p:par>
                                    <p:cTn id="82" presetID="2" presetClass="exit" presetSubtype="3" accel="100000" fill="hold" grpId="1" nodeType="withEffect">
                                      <p:stCondLst>
                                        <p:cond delay="100"/>
                                      </p:stCondLst>
                                      <p:childTnLst>
                                        <p:anim calcmode="lin" valueType="num">
                                          <p:cBhvr additive="base">
                                            <p:cTn id="83" dur="500"/>
                                            <p:tgtEl>
                                              <p:spTgt spid="4"/>
                                            </p:tgtEl>
                                            <p:attrNameLst>
                                              <p:attrName>ppt_x</p:attrName>
                                            </p:attrNameLst>
                                          </p:cBhvr>
                                          <p:tavLst>
                                            <p:tav tm="0">
                                              <p:val>
                                                <p:strVal val="ppt_x"/>
                                              </p:val>
                                            </p:tav>
                                            <p:tav tm="100000">
                                              <p:val>
                                                <p:strVal val="1+ppt_w/2"/>
                                              </p:val>
                                            </p:tav>
                                          </p:tavLst>
                                        </p:anim>
                                        <p:anim calcmode="lin" valueType="num">
                                          <p:cBhvr additive="base">
                                            <p:cTn id="84" dur="500"/>
                                            <p:tgtEl>
                                              <p:spTgt spid="4"/>
                                            </p:tgtEl>
                                            <p:attrNameLst>
                                              <p:attrName>ppt_y</p:attrName>
                                            </p:attrNameLst>
                                          </p:cBhvr>
                                          <p:tavLst>
                                            <p:tav tm="0">
                                              <p:val>
                                                <p:strVal val="ppt_y"/>
                                              </p:val>
                                            </p:tav>
                                            <p:tav tm="100000">
                                              <p:val>
                                                <p:strVal val="0-ppt_h/2"/>
                                              </p:val>
                                            </p:tav>
                                          </p:tavLst>
                                        </p:anim>
                                        <p:set>
                                          <p:cBhvr>
                                            <p:cTn id="85" dur="1" fill="hold">
                                              <p:stCondLst>
                                                <p:cond delay="499"/>
                                              </p:stCondLst>
                                            </p:cTn>
                                            <p:tgtEl>
                                              <p:spTgt spid="4"/>
                                            </p:tgtEl>
                                            <p:attrNameLst>
                                              <p:attrName>style.visibility</p:attrName>
                                            </p:attrNameLst>
                                          </p:cBhvr>
                                          <p:to>
                                            <p:strVal val="hidden"/>
                                          </p:to>
                                        </p:set>
                                      </p:childTnLst>
                                    </p:cTn>
                                  </p:par>
                                  <p:par>
                                    <p:cTn id="86" presetID="2" presetClass="exit" presetSubtype="12" fill="hold" grpId="1" nodeType="withEffect">
                                      <p:stCondLst>
                                        <p:cond delay="200"/>
                                      </p:stCondLst>
                                      <p:childTnLst>
                                        <p:anim calcmode="lin" valueType="num">
                                          <p:cBhvr additive="base">
                                            <p:cTn id="87" dur="500"/>
                                            <p:tgtEl>
                                              <p:spTgt spid="7"/>
                                            </p:tgtEl>
                                            <p:attrNameLst>
                                              <p:attrName>ppt_x</p:attrName>
                                            </p:attrNameLst>
                                          </p:cBhvr>
                                          <p:tavLst>
                                            <p:tav tm="0">
                                              <p:val>
                                                <p:strVal val="ppt_x"/>
                                              </p:val>
                                            </p:tav>
                                            <p:tav tm="100000">
                                              <p:val>
                                                <p:strVal val="0-ppt_w/2"/>
                                              </p:val>
                                            </p:tav>
                                          </p:tavLst>
                                        </p:anim>
                                        <p:anim calcmode="lin" valueType="num">
                                          <p:cBhvr additive="base">
                                            <p:cTn id="88" dur="500"/>
                                            <p:tgtEl>
                                              <p:spTgt spid="7"/>
                                            </p:tgtEl>
                                            <p:attrNameLst>
                                              <p:attrName>ppt_y</p:attrName>
                                            </p:attrNameLst>
                                          </p:cBhvr>
                                          <p:tavLst>
                                            <p:tav tm="0">
                                              <p:val>
                                                <p:strVal val="ppt_y"/>
                                              </p:val>
                                            </p:tav>
                                            <p:tav tm="100000">
                                              <p:val>
                                                <p:strVal val="1+ppt_h/2"/>
                                              </p:val>
                                            </p:tav>
                                          </p:tavLst>
                                        </p:anim>
                                        <p:set>
                                          <p:cBhvr>
                                            <p:cTn id="89" dur="1" fill="hold">
                                              <p:stCondLst>
                                                <p:cond delay="499"/>
                                              </p:stCondLst>
                                            </p:cTn>
                                            <p:tgtEl>
                                              <p:spTgt spid="7"/>
                                            </p:tgtEl>
                                            <p:attrNameLst>
                                              <p:attrName>style.visibility</p:attrName>
                                            </p:attrNameLst>
                                          </p:cBhvr>
                                          <p:to>
                                            <p:strVal val="hidden"/>
                                          </p:to>
                                        </p:set>
                                      </p:childTnLst>
                                    </p:cTn>
                                  </p:par>
                                </p:childTnLst>
                              </p:cTn>
                            </p:par>
                            <p:par>
                              <p:cTn id="90" fill="hold">
                                <p:stCondLst>
                                  <p:cond delay="1000"/>
                                </p:stCondLst>
                                <p:childTnLst>
                                  <p:par>
                                    <p:cTn id="91" presetID="42" presetClass="path" presetSubtype="0" accel="50000" decel="50000" fill="hold" nodeType="afterEffect">
                                      <p:stCondLst>
                                        <p:cond delay="0"/>
                                      </p:stCondLst>
                                      <p:childTnLst>
                                        <p:animMotion origin="layout" path="M 0 0 L 0 -1.389068E-02" pathEditMode="relative" ptsTypes="">
                                          <p:cBhvr>
                                            <p:cTn id="92" dur="17" fill="hold"/>
                                            <p:tgtEl>
                                              <p:spTgt spid="6"/>
                                            </p:tgtEl>
                                            <p:attrNameLst>
                                              <p:attrName>ppt_x</p:attrName>
                                              <p:attrName>ppt_y</p:attrName>
                                            </p:attrNameLst>
                                          </p:cBhvr>
                                        </p:animMotion>
                                      </p:childTnLst>
                                    </p:cTn>
                                  </p:par>
                                  <p:par>
                                    <p:cTn id="93" presetID="42" presetClass="path" presetSubtype="0" accel="50000" decel="50000" fill="hold" nodeType="withEffect">
                                      <p:stCondLst>
                                        <p:cond delay="17"/>
                                      </p:stCondLst>
                                      <p:childTnLst>
                                        <p:animMotion origin="layout" path="M 0 -1.389068E-02 L 0 -2.705888E-02" pathEditMode="relative" ptsTypes="">
                                          <p:cBhvr>
                                            <p:cTn id="94" dur="17" fill="hold"/>
                                            <p:tgtEl>
                                              <p:spTgt spid="6"/>
                                            </p:tgtEl>
                                            <p:attrNameLst>
                                              <p:attrName>ppt_x</p:attrName>
                                              <p:attrName>ppt_y</p:attrName>
                                            </p:attrNameLst>
                                          </p:cBhvr>
                                        </p:animMotion>
                                      </p:childTnLst>
                                    </p:cTn>
                                  </p:par>
                                  <p:par>
                                    <p:cTn id="95" presetID="42" presetClass="path" presetSubtype="0" accel="50000" decel="50000" fill="hold" nodeType="withEffect">
                                      <p:stCondLst>
                                        <p:cond delay="33"/>
                                      </p:stCondLst>
                                      <p:childTnLst>
                                        <p:animMotion origin="layout" path="M 0 -2.705888E-02 L 0 -3.950457E-02" pathEditMode="relative" ptsTypes="">
                                          <p:cBhvr>
                                            <p:cTn id="96" dur="17" fill="hold"/>
                                            <p:tgtEl>
                                              <p:spTgt spid="6"/>
                                            </p:tgtEl>
                                            <p:attrNameLst>
                                              <p:attrName>ppt_x</p:attrName>
                                              <p:attrName>ppt_y</p:attrName>
                                            </p:attrNameLst>
                                          </p:cBhvr>
                                        </p:animMotion>
                                      </p:childTnLst>
                                    </p:cTn>
                                  </p:par>
                                  <p:par>
                                    <p:cTn id="97" presetID="42" presetClass="path" presetSubtype="0" accel="50000" decel="50000" fill="hold" nodeType="withEffect">
                                      <p:stCondLst>
                                        <p:cond delay="50"/>
                                      </p:stCondLst>
                                      <p:childTnLst>
                                        <p:animMotion origin="layout" path="M 0 -3.950457E-02 L 0 -5.122777E-02" pathEditMode="relative" ptsTypes="">
                                          <p:cBhvr>
                                            <p:cTn id="98" dur="17" fill="hold"/>
                                            <p:tgtEl>
                                              <p:spTgt spid="6"/>
                                            </p:tgtEl>
                                            <p:attrNameLst>
                                              <p:attrName>ppt_x</p:attrName>
                                              <p:attrName>ppt_y</p:attrName>
                                            </p:attrNameLst>
                                          </p:cBhvr>
                                        </p:animMotion>
                                      </p:childTnLst>
                                    </p:cTn>
                                  </p:par>
                                  <p:par>
                                    <p:cTn id="99" presetID="42" presetClass="path" presetSubtype="0" accel="50000" decel="50000" fill="hold" nodeType="withEffect">
                                      <p:stCondLst>
                                        <p:cond delay="67"/>
                                      </p:stCondLst>
                                      <p:childTnLst>
                                        <p:animMotion origin="layout" path="M 0 -5.122777E-02 L 0 -6.222849E-02" pathEditMode="relative" ptsTypes="">
                                          <p:cBhvr>
                                            <p:cTn id="100" dur="17" fill="hold"/>
                                            <p:tgtEl>
                                              <p:spTgt spid="6"/>
                                            </p:tgtEl>
                                            <p:attrNameLst>
                                              <p:attrName>ppt_x</p:attrName>
                                              <p:attrName>ppt_y</p:attrName>
                                            </p:attrNameLst>
                                          </p:cBhvr>
                                        </p:animMotion>
                                      </p:childTnLst>
                                    </p:cTn>
                                  </p:par>
                                  <p:par>
                                    <p:cTn id="101" presetID="42" presetClass="path" presetSubtype="0" accel="50000" decel="50000" fill="hold" nodeType="withEffect">
                                      <p:stCondLst>
                                        <p:cond delay="83"/>
                                      </p:stCondLst>
                                      <p:childTnLst>
                                        <p:animMotion origin="layout" path="M 0 -6.222849E-02 L 0 -0.0725067" pathEditMode="relative" ptsTypes="">
                                          <p:cBhvr>
                                            <p:cTn id="102" dur="17" fill="hold"/>
                                            <p:tgtEl>
                                              <p:spTgt spid="6"/>
                                            </p:tgtEl>
                                            <p:attrNameLst>
                                              <p:attrName>ppt_x</p:attrName>
                                              <p:attrName>ppt_y</p:attrName>
                                            </p:attrNameLst>
                                          </p:cBhvr>
                                        </p:animMotion>
                                      </p:childTnLst>
                                    </p:cTn>
                                  </p:par>
                                  <p:par>
                                    <p:cTn id="103" presetID="42" presetClass="path" presetSubtype="0" accel="50000" decel="50000" fill="hold" nodeType="withEffect">
                                      <p:stCondLst>
                                        <p:cond delay="100"/>
                                      </p:stCondLst>
                                      <p:childTnLst>
                                        <p:animMotion origin="layout" path="M 0 -0.0725067 L 0 -8.206242E-02" pathEditMode="relative" ptsTypes="">
                                          <p:cBhvr>
                                            <p:cTn id="104" dur="17" fill="hold"/>
                                            <p:tgtEl>
                                              <p:spTgt spid="6"/>
                                            </p:tgtEl>
                                            <p:attrNameLst>
                                              <p:attrName>ppt_x</p:attrName>
                                              <p:attrName>ppt_y</p:attrName>
                                            </p:attrNameLst>
                                          </p:cBhvr>
                                        </p:animMotion>
                                      </p:childTnLst>
                                    </p:cTn>
                                  </p:par>
                                  <p:par>
                                    <p:cTn id="105" presetID="42" presetClass="path" presetSubtype="0" accel="50000" decel="50000" fill="hold" nodeType="withEffect">
                                      <p:stCondLst>
                                        <p:cond delay="117"/>
                                      </p:stCondLst>
                                      <p:childTnLst>
                                        <p:animMotion origin="layout" path="M 0 -8.206242E-02 L 0 -9.089565E-02" pathEditMode="relative" ptsTypes="">
                                          <p:cBhvr>
                                            <p:cTn id="106" dur="17" fill="hold"/>
                                            <p:tgtEl>
                                              <p:spTgt spid="6"/>
                                            </p:tgtEl>
                                            <p:attrNameLst>
                                              <p:attrName>ppt_x</p:attrName>
                                              <p:attrName>ppt_y</p:attrName>
                                            </p:attrNameLst>
                                          </p:cBhvr>
                                        </p:animMotion>
                                      </p:childTnLst>
                                    </p:cTn>
                                  </p:par>
                                  <p:par>
                                    <p:cTn id="107" presetID="42" presetClass="path" presetSubtype="0" accel="50000" decel="50000" fill="hold" nodeType="withEffect">
                                      <p:stCondLst>
                                        <p:cond delay="133"/>
                                      </p:stCondLst>
                                      <p:childTnLst>
                                        <p:animMotion origin="layout" path="M 0 -9.089565E-02 L 0 -9.900638E-02" pathEditMode="relative" ptsTypes="">
                                          <p:cBhvr>
                                            <p:cTn id="108" dur="17" fill="hold"/>
                                            <p:tgtEl>
                                              <p:spTgt spid="6"/>
                                            </p:tgtEl>
                                            <p:attrNameLst>
                                              <p:attrName>ppt_x</p:attrName>
                                              <p:attrName>ppt_y</p:attrName>
                                            </p:attrNameLst>
                                          </p:cBhvr>
                                        </p:animMotion>
                                      </p:childTnLst>
                                    </p:cTn>
                                  </p:par>
                                  <p:par>
                                    <p:cTn id="109" presetID="42" presetClass="path" presetSubtype="0" accel="50000" decel="50000" fill="hold" nodeType="withEffect">
                                      <p:stCondLst>
                                        <p:cond delay="150"/>
                                      </p:stCondLst>
                                      <p:childTnLst>
                                        <p:animMotion origin="layout" path="M 0 -9.900638E-02 L 0 -0.1063946" pathEditMode="relative" ptsTypes="">
                                          <p:cBhvr>
                                            <p:cTn id="110" dur="17" fill="hold"/>
                                            <p:tgtEl>
                                              <p:spTgt spid="6"/>
                                            </p:tgtEl>
                                            <p:attrNameLst>
                                              <p:attrName>ppt_x</p:attrName>
                                              <p:attrName>ppt_y</p:attrName>
                                            </p:attrNameLst>
                                          </p:cBhvr>
                                        </p:animMotion>
                                      </p:childTnLst>
                                    </p:cTn>
                                  </p:par>
                                  <p:par>
                                    <p:cTn id="111" presetID="42" presetClass="path" presetSubtype="0" accel="50000" decel="50000" fill="hold" nodeType="withEffect">
                                      <p:stCondLst>
                                        <p:cond delay="167"/>
                                      </p:stCondLst>
                                      <p:childTnLst>
                                        <p:animMotion origin="layout" path="M 0 -0.1063946 L 0 -0.1130604" pathEditMode="relative" ptsTypes="">
                                          <p:cBhvr>
                                            <p:cTn id="112" dur="17" fill="hold"/>
                                            <p:tgtEl>
                                              <p:spTgt spid="6"/>
                                            </p:tgtEl>
                                            <p:attrNameLst>
                                              <p:attrName>ppt_x</p:attrName>
                                              <p:attrName>ppt_y</p:attrName>
                                            </p:attrNameLst>
                                          </p:cBhvr>
                                        </p:animMotion>
                                      </p:childTnLst>
                                    </p:cTn>
                                  </p:par>
                                  <p:par>
                                    <p:cTn id="113" presetID="42" presetClass="path" presetSubtype="0" accel="50000" decel="50000" fill="hold" nodeType="withEffect">
                                      <p:stCondLst>
                                        <p:cond delay="183"/>
                                      </p:stCondLst>
                                      <p:childTnLst>
                                        <p:animMotion origin="layout" path="M 0 -0.1130604 L 0 -0.1190036" pathEditMode="relative" ptsTypes="">
                                          <p:cBhvr>
                                            <p:cTn id="114" dur="17" fill="hold"/>
                                            <p:tgtEl>
                                              <p:spTgt spid="6"/>
                                            </p:tgtEl>
                                            <p:attrNameLst>
                                              <p:attrName>ppt_x</p:attrName>
                                              <p:attrName>ppt_y</p:attrName>
                                            </p:attrNameLst>
                                          </p:cBhvr>
                                        </p:animMotion>
                                      </p:childTnLst>
                                    </p:cTn>
                                  </p:par>
                                  <p:par>
                                    <p:cTn id="115" presetID="42" presetClass="path" presetSubtype="0" accel="50000" decel="50000" fill="hold" nodeType="withEffect">
                                      <p:stCondLst>
                                        <p:cond delay="200"/>
                                      </p:stCondLst>
                                      <p:childTnLst>
                                        <p:animMotion origin="layout" path="M 0 -0.1190036 L 0 -0.1242244" pathEditMode="relative" ptsTypes="">
                                          <p:cBhvr>
                                            <p:cTn id="116" dur="17" fill="hold"/>
                                            <p:tgtEl>
                                              <p:spTgt spid="6"/>
                                            </p:tgtEl>
                                            <p:attrNameLst>
                                              <p:attrName>ppt_x</p:attrName>
                                              <p:attrName>ppt_y</p:attrName>
                                            </p:attrNameLst>
                                          </p:cBhvr>
                                        </p:animMotion>
                                      </p:childTnLst>
                                    </p:cTn>
                                  </p:par>
                                  <p:par>
                                    <p:cTn id="117" presetID="42" presetClass="path" presetSubtype="0" accel="50000" decel="50000" fill="hold" nodeType="withEffect">
                                      <p:stCondLst>
                                        <p:cond delay="217"/>
                                      </p:stCondLst>
                                      <p:childTnLst>
                                        <p:animMotion origin="layout" path="M 0 -0.1242244 L 0 -0.1287227" pathEditMode="relative" ptsTypes="">
                                          <p:cBhvr>
                                            <p:cTn id="118" dur="17" fill="hold"/>
                                            <p:tgtEl>
                                              <p:spTgt spid="6"/>
                                            </p:tgtEl>
                                            <p:attrNameLst>
                                              <p:attrName>ppt_x</p:attrName>
                                              <p:attrName>ppt_y</p:attrName>
                                            </p:attrNameLst>
                                          </p:cBhvr>
                                        </p:animMotion>
                                      </p:childTnLst>
                                    </p:cTn>
                                  </p:par>
                                  <p:par>
                                    <p:cTn id="119" presetID="42" presetClass="path" presetSubtype="0" accel="50000" decel="50000" fill="hold" nodeType="withEffect">
                                      <p:stCondLst>
                                        <p:cond delay="233"/>
                                      </p:stCondLst>
                                      <p:childTnLst>
                                        <p:animMotion origin="layout" path="M 0 -0.1287227 L 0 -0.1324984" pathEditMode="relative" ptsTypes="">
                                          <p:cBhvr>
                                            <p:cTn id="120" dur="17" fill="hold"/>
                                            <p:tgtEl>
                                              <p:spTgt spid="6"/>
                                            </p:tgtEl>
                                            <p:attrNameLst>
                                              <p:attrName>ppt_x</p:attrName>
                                              <p:attrName>ppt_y</p:attrName>
                                            </p:attrNameLst>
                                          </p:cBhvr>
                                        </p:animMotion>
                                      </p:childTnLst>
                                    </p:cTn>
                                  </p:par>
                                  <p:par>
                                    <p:cTn id="121" presetID="42" presetClass="path" presetSubtype="0" accel="50000" decel="50000" fill="hold" nodeType="withEffect">
                                      <p:stCondLst>
                                        <p:cond delay="250"/>
                                      </p:stCondLst>
                                      <p:childTnLst>
                                        <p:animMotion origin="layout" path="M 0 -0.1324984 L 0 -0.1355517" pathEditMode="relative" ptsTypes="">
                                          <p:cBhvr>
                                            <p:cTn id="122" dur="17" fill="hold"/>
                                            <p:tgtEl>
                                              <p:spTgt spid="6"/>
                                            </p:tgtEl>
                                            <p:attrNameLst>
                                              <p:attrName>ppt_x</p:attrName>
                                              <p:attrName>ppt_y</p:attrName>
                                            </p:attrNameLst>
                                          </p:cBhvr>
                                        </p:animMotion>
                                      </p:childTnLst>
                                    </p:cTn>
                                  </p:par>
                                  <p:par>
                                    <p:cTn id="123" presetID="42" presetClass="path" presetSubtype="0" accel="50000" decel="50000" fill="hold" nodeType="withEffect">
                                      <p:stCondLst>
                                        <p:cond delay="267"/>
                                      </p:stCondLst>
                                      <p:childTnLst>
                                        <p:animMotion origin="layout" path="M 0 -0.1355517 L 0 -0.1378825" pathEditMode="relative" ptsTypes="">
                                          <p:cBhvr>
                                            <p:cTn id="124" dur="17" fill="hold"/>
                                            <p:tgtEl>
                                              <p:spTgt spid="6"/>
                                            </p:tgtEl>
                                            <p:attrNameLst>
                                              <p:attrName>ppt_x</p:attrName>
                                              <p:attrName>ppt_y</p:attrName>
                                            </p:attrNameLst>
                                          </p:cBhvr>
                                        </p:animMotion>
                                      </p:childTnLst>
                                    </p:cTn>
                                  </p:par>
                                  <p:par>
                                    <p:cTn id="125" presetID="42" presetClass="path" presetSubtype="0" accel="50000" decel="50000" fill="hold" nodeType="withEffect">
                                      <p:stCondLst>
                                        <p:cond delay="283"/>
                                      </p:stCondLst>
                                      <p:childTnLst>
                                        <p:animMotion origin="layout" path="M 0 -0.1378825 L 0 -0.1394908" pathEditMode="relative" ptsTypes="">
                                          <p:cBhvr>
                                            <p:cTn id="126" dur="17" fill="hold"/>
                                            <p:tgtEl>
                                              <p:spTgt spid="6"/>
                                            </p:tgtEl>
                                            <p:attrNameLst>
                                              <p:attrName>ppt_x</p:attrName>
                                              <p:attrName>ppt_y</p:attrName>
                                            </p:attrNameLst>
                                          </p:cBhvr>
                                        </p:animMotion>
                                      </p:childTnLst>
                                    </p:cTn>
                                  </p:par>
                                  <p:par>
                                    <p:cTn id="127" presetID="42" presetClass="path" presetSubtype="0" accel="50000" decel="50000" fill="hold" nodeType="withEffect">
                                      <p:stCondLst>
                                        <p:cond delay="300"/>
                                      </p:stCondLst>
                                      <p:childTnLst>
                                        <p:animMotion origin="layout" path="M 0 -0.1394908 L 0 -0.1403766" pathEditMode="relative" ptsTypes="">
                                          <p:cBhvr>
                                            <p:cTn id="128" dur="17" fill="hold"/>
                                            <p:tgtEl>
                                              <p:spTgt spid="6"/>
                                            </p:tgtEl>
                                            <p:attrNameLst>
                                              <p:attrName>ppt_x</p:attrName>
                                              <p:attrName>ppt_y</p:attrName>
                                            </p:attrNameLst>
                                          </p:cBhvr>
                                        </p:animMotion>
                                      </p:childTnLst>
                                    </p:cTn>
                                  </p:par>
                                  <p:par>
                                    <p:cTn id="129" presetID="42" presetClass="path" presetSubtype="0" accel="50000" decel="50000" fill="hold" nodeType="withEffect">
                                      <p:stCondLst>
                                        <p:cond delay="317"/>
                                      </p:stCondLst>
                                      <p:childTnLst>
                                        <p:animMotion origin="layout" path="M 0 -0.1403766 L 0 -0.1405399" pathEditMode="relative" ptsTypes="">
                                          <p:cBhvr>
                                            <p:cTn id="130" dur="17" fill="hold"/>
                                            <p:tgtEl>
                                              <p:spTgt spid="6"/>
                                            </p:tgtEl>
                                            <p:attrNameLst>
                                              <p:attrName>ppt_x</p:attrName>
                                              <p:attrName>ppt_y</p:attrName>
                                            </p:attrNameLst>
                                          </p:cBhvr>
                                        </p:animMotion>
                                      </p:childTnLst>
                                    </p:cTn>
                                  </p:par>
                                  <p:par>
                                    <p:cTn id="131" presetID="42" presetClass="path" presetSubtype="0" accel="50000" decel="50000" fill="hold" nodeType="withEffect">
                                      <p:stCondLst>
                                        <p:cond delay="333"/>
                                      </p:stCondLst>
                                      <p:childTnLst>
                                        <p:animMotion origin="layout" path="M 0 -0.1405399 L 0 -0.1399807" pathEditMode="relative" ptsTypes="">
                                          <p:cBhvr>
                                            <p:cTn id="132" dur="17" fill="hold"/>
                                            <p:tgtEl>
                                              <p:spTgt spid="6"/>
                                            </p:tgtEl>
                                            <p:attrNameLst>
                                              <p:attrName>ppt_x</p:attrName>
                                              <p:attrName>ppt_y</p:attrName>
                                            </p:attrNameLst>
                                          </p:cBhvr>
                                        </p:animMotion>
                                      </p:childTnLst>
                                    </p:cTn>
                                  </p:par>
                                  <p:par>
                                    <p:cTn id="133" presetID="42" presetClass="path" presetSubtype="0" accel="50000" decel="50000" fill="hold" nodeType="withEffect">
                                      <p:stCondLst>
                                        <p:cond delay="350"/>
                                      </p:stCondLst>
                                      <p:childTnLst>
                                        <p:animMotion origin="layout" path="M 0 -0.1399807 L 0 -0.138699" pathEditMode="relative" ptsTypes="">
                                          <p:cBhvr>
                                            <p:cTn id="134" dur="17" fill="hold"/>
                                            <p:tgtEl>
                                              <p:spTgt spid="6"/>
                                            </p:tgtEl>
                                            <p:attrNameLst>
                                              <p:attrName>ppt_x</p:attrName>
                                              <p:attrName>ppt_y</p:attrName>
                                            </p:attrNameLst>
                                          </p:cBhvr>
                                        </p:animMotion>
                                      </p:childTnLst>
                                    </p:cTn>
                                  </p:par>
                                  <p:par>
                                    <p:cTn id="135" presetID="42" presetClass="path" presetSubtype="0" accel="50000" decel="50000" fill="hold" nodeType="withEffect">
                                      <p:stCondLst>
                                        <p:cond delay="367"/>
                                      </p:stCondLst>
                                      <p:childTnLst>
                                        <p:animMotion origin="layout" path="M 0 -0.138699 L 0 -0.1366948" pathEditMode="relative" ptsTypes="">
                                          <p:cBhvr>
                                            <p:cTn id="136" dur="17" fill="hold"/>
                                            <p:tgtEl>
                                              <p:spTgt spid="6"/>
                                            </p:tgtEl>
                                            <p:attrNameLst>
                                              <p:attrName>ppt_x</p:attrName>
                                              <p:attrName>ppt_y</p:attrName>
                                            </p:attrNameLst>
                                          </p:cBhvr>
                                        </p:animMotion>
                                      </p:childTnLst>
                                    </p:cTn>
                                  </p:par>
                                  <p:par>
                                    <p:cTn id="137" presetID="42" presetClass="path" presetSubtype="0" accel="50000" decel="50000" fill="hold" nodeType="withEffect">
                                      <p:stCondLst>
                                        <p:cond delay="383"/>
                                      </p:stCondLst>
                                      <p:childTnLst>
                                        <p:animMotion origin="layout" path="M 0 -0.1366948 L 0 -0.1339682" pathEditMode="relative" ptsTypes="">
                                          <p:cBhvr>
                                            <p:cTn id="138" dur="17" fill="hold"/>
                                            <p:tgtEl>
                                              <p:spTgt spid="6"/>
                                            </p:tgtEl>
                                            <p:attrNameLst>
                                              <p:attrName>ppt_x</p:attrName>
                                              <p:attrName>ppt_y</p:attrName>
                                            </p:attrNameLst>
                                          </p:cBhvr>
                                        </p:animMotion>
                                      </p:childTnLst>
                                    </p:cTn>
                                  </p:par>
                                  <p:par>
                                    <p:cTn id="139" presetID="42" presetClass="path" presetSubtype="0" accel="50000" decel="50000" fill="hold" nodeType="withEffect">
                                      <p:stCondLst>
                                        <p:cond delay="400"/>
                                      </p:stCondLst>
                                      <p:childTnLst>
                                        <p:animMotion origin="layout" path="M 0 -0.1339682 L 0 -0.130519" pathEditMode="relative" ptsTypes="">
                                          <p:cBhvr>
                                            <p:cTn id="140" dur="17" fill="hold"/>
                                            <p:tgtEl>
                                              <p:spTgt spid="6"/>
                                            </p:tgtEl>
                                            <p:attrNameLst>
                                              <p:attrName>ppt_x</p:attrName>
                                              <p:attrName>ppt_y</p:attrName>
                                            </p:attrNameLst>
                                          </p:cBhvr>
                                        </p:animMotion>
                                      </p:childTnLst>
                                    </p:cTn>
                                  </p:par>
                                  <p:par>
                                    <p:cTn id="141" presetID="42" presetClass="path" presetSubtype="0" accel="50000" decel="50000" fill="hold" nodeType="withEffect">
                                      <p:stCondLst>
                                        <p:cond delay="417"/>
                                      </p:stCondLst>
                                      <p:childTnLst>
                                        <p:animMotion origin="layout" path="M 0 -0.130519 L 0 -0.1263473" pathEditMode="relative" ptsTypes="">
                                          <p:cBhvr>
                                            <p:cTn id="142" dur="17" fill="hold"/>
                                            <p:tgtEl>
                                              <p:spTgt spid="6"/>
                                            </p:tgtEl>
                                            <p:attrNameLst>
                                              <p:attrName>ppt_x</p:attrName>
                                              <p:attrName>ppt_y</p:attrName>
                                            </p:attrNameLst>
                                          </p:cBhvr>
                                        </p:animMotion>
                                      </p:childTnLst>
                                    </p:cTn>
                                  </p:par>
                                  <p:par>
                                    <p:cTn id="143" presetID="42" presetClass="path" presetSubtype="0" accel="50000" decel="50000" fill="hold" nodeType="withEffect">
                                      <p:stCondLst>
                                        <p:cond delay="433"/>
                                      </p:stCondLst>
                                      <p:childTnLst>
                                        <p:animMotion origin="layout" path="M 0 -0.1263473 L 0 -0.1214532" pathEditMode="relative" ptsTypes="">
                                          <p:cBhvr>
                                            <p:cTn id="144" dur="17" fill="hold"/>
                                            <p:tgtEl>
                                              <p:spTgt spid="6"/>
                                            </p:tgtEl>
                                            <p:attrNameLst>
                                              <p:attrName>ppt_x</p:attrName>
                                              <p:attrName>ppt_y</p:attrName>
                                            </p:attrNameLst>
                                          </p:cBhvr>
                                        </p:animMotion>
                                      </p:childTnLst>
                                    </p:cTn>
                                  </p:par>
                                  <p:par>
                                    <p:cTn id="145" presetID="42" presetClass="path" presetSubtype="0" accel="50000" decel="50000" fill="hold" nodeType="withEffect">
                                      <p:stCondLst>
                                        <p:cond delay="450"/>
                                      </p:stCondLst>
                                      <p:childTnLst>
                                        <p:animMotion origin="layout" path="M 0 -0.1214532 L 0 -0.1158365" pathEditMode="relative" ptsTypes="">
                                          <p:cBhvr>
                                            <p:cTn id="146" dur="17" fill="hold"/>
                                            <p:tgtEl>
                                              <p:spTgt spid="6"/>
                                            </p:tgtEl>
                                            <p:attrNameLst>
                                              <p:attrName>ppt_x</p:attrName>
                                              <p:attrName>ppt_y</p:attrName>
                                            </p:attrNameLst>
                                          </p:cBhvr>
                                        </p:animMotion>
                                      </p:childTnLst>
                                    </p:cTn>
                                  </p:par>
                                  <p:par>
                                    <p:cTn id="147" presetID="42" presetClass="path" presetSubtype="0" accel="50000" decel="50000" fill="hold" nodeType="withEffect">
                                      <p:stCondLst>
                                        <p:cond delay="467"/>
                                      </p:stCondLst>
                                      <p:childTnLst>
                                        <p:animMotion origin="layout" path="M 0 -0.1158365 L 0 -0.1094974" pathEditMode="relative" ptsTypes="">
                                          <p:cBhvr>
                                            <p:cTn id="148" dur="17" fill="hold"/>
                                            <p:tgtEl>
                                              <p:spTgt spid="6"/>
                                            </p:tgtEl>
                                            <p:attrNameLst>
                                              <p:attrName>ppt_x</p:attrName>
                                              <p:attrName>ppt_y</p:attrName>
                                            </p:attrNameLst>
                                          </p:cBhvr>
                                        </p:animMotion>
                                      </p:childTnLst>
                                    </p:cTn>
                                  </p:par>
                                  <p:par>
                                    <p:cTn id="149" presetID="42" presetClass="path" presetSubtype="0" accel="50000" decel="50000" fill="hold" nodeType="withEffect">
                                      <p:stCondLst>
                                        <p:cond delay="483"/>
                                      </p:stCondLst>
                                      <p:childTnLst>
                                        <p:animMotion origin="layout" path="M 0 -0.1094974 L 0 -0.1024358" pathEditMode="relative" ptsTypes="">
                                          <p:cBhvr>
                                            <p:cTn id="150" dur="17" fill="hold"/>
                                            <p:tgtEl>
                                              <p:spTgt spid="6"/>
                                            </p:tgtEl>
                                            <p:attrNameLst>
                                              <p:attrName>ppt_x</p:attrName>
                                              <p:attrName>ppt_y</p:attrName>
                                            </p:attrNameLst>
                                          </p:cBhvr>
                                        </p:animMotion>
                                      </p:childTnLst>
                                    </p:cTn>
                                  </p:par>
                                  <p:par>
                                    <p:cTn id="151" presetID="42" presetClass="path" presetSubtype="0" accel="50000" decel="50000" fill="hold" nodeType="withEffect">
                                      <p:stCondLst>
                                        <p:cond delay="500"/>
                                      </p:stCondLst>
                                      <p:childTnLst>
                                        <p:animMotion origin="layout" path="M 0 -0.1024358 L 0 -9.465163E-02" pathEditMode="relative" ptsTypes="">
                                          <p:cBhvr>
                                            <p:cTn id="152" dur="17" fill="hold"/>
                                            <p:tgtEl>
                                              <p:spTgt spid="6"/>
                                            </p:tgtEl>
                                            <p:attrNameLst>
                                              <p:attrName>ppt_x</p:attrName>
                                              <p:attrName>ppt_y</p:attrName>
                                            </p:attrNameLst>
                                          </p:cBhvr>
                                        </p:animMotion>
                                      </p:childTnLst>
                                    </p:cTn>
                                  </p:par>
                                  <p:par>
                                    <p:cTn id="153" presetID="42" presetClass="path" presetSubtype="0" accel="50000" decel="50000" fill="hold" nodeType="withEffect">
                                      <p:stCondLst>
                                        <p:cond delay="517"/>
                                      </p:stCondLst>
                                      <p:childTnLst>
                                        <p:animMotion origin="layout" path="M 0 -9.465163E-02 L 0 -8.614501E-02" pathEditMode="relative" ptsTypes="">
                                          <p:cBhvr>
                                            <p:cTn id="154" dur="17" fill="hold"/>
                                            <p:tgtEl>
                                              <p:spTgt spid="6"/>
                                            </p:tgtEl>
                                            <p:attrNameLst>
                                              <p:attrName>ppt_x</p:attrName>
                                              <p:attrName>ppt_y</p:attrName>
                                            </p:attrNameLst>
                                          </p:cBhvr>
                                        </p:animMotion>
                                      </p:childTnLst>
                                    </p:cTn>
                                  </p:par>
                                  <p:par>
                                    <p:cTn id="155" presetID="42" presetClass="path" presetSubtype="0" accel="50000" decel="50000" fill="hold" nodeType="withEffect">
                                      <p:stCondLst>
                                        <p:cond delay="533"/>
                                      </p:stCondLst>
                                      <p:childTnLst>
                                        <p:animMotion origin="layout" path="M 0 -8.614501E-02 L 0 -7.691589E-02" pathEditMode="relative" ptsTypes="">
                                          <p:cBhvr>
                                            <p:cTn id="156" dur="17" fill="hold"/>
                                            <p:tgtEl>
                                              <p:spTgt spid="6"/>
                                            </p:tgtEl>
                                            <p:attrNameLst>
                                              <p:attrName>ppt_x</p:attrName>
                                              <p:attrName>ppt_y</p:attrName>
                                            </p:attrNameLst>
                                          </p:cBhvr>
                                        </p:animMotion>
                                      </p:childTnLst>
                                    </p:cTn>
                                  </p:par>
                                  <p:par>
                                    <p:cTn id="157" presetID="42" presetClass="path" presetSubtype="0" accel="50000" decel="50000" fill="hold" nodeType="withEffect">
                                      <p:stCondLst>
                                        <p:cond delay="550"/>
                                      </p:stCondLst>
                                      <p:childTnLst>
                                        <p:animMotion origin="layout" path="M 0 -7.691589E-02 L 0 -6.696428E-02" pathEditMode="relative" ptsTypes="">
                                          <p:cBhvr>
                                            <p:cTn id="158" dur="17" fill="hold"/>
                                            <p:tgtEl>
                                              <p:spTgt spid="6"/>
                                            </p:tgtEl>
                                            <p:attrNameLst>
                                              <p:attrName>ppt_x</p:attrName>
                                              <p:attrName>ppt_y</p:attrName>
                                            </p:attrNameLst>
                                          </p:cBhvr>
                                        </p:animMotion>
                                      </p:childTnLst>
                                    </p:cTn>
                                  </p:par>
                                  <p:par>
                                    <p:cTn id="159" presetID="42" presetClass="path" presetSubtype="0" accel="50000" decel="50000" fill="hold" nodeType="withEffect">
                                      <p:stCondLst>
                                        <p:cond delay="567"/>
                                      </p:stCondLst>
                                      <p:childTnLst>
                                        <p:animMotion origin="layout" path="M 0 -6.696428E-02 L 0 -5.629018E-02" pathEditMode="relative" ptsTypes="">
                                          <p:cBhvr>
                                            <p:cTn id="160" dur="17" fill="hold"/>
                                            <p:tgtEl>
                                              <p:spTgt spid="6"/>
                                            </p:tgtEl>
                                            <p:attrNameLst>
                                              <p:attrName>ppt_x</p:attrName>
                                              <p:attrName>ppt_y</p:attrName>
                                            </p:attrNameLst>
                                          </p:cBhvr>
                                        </p:animMotion>
                                      </p:childTnLst>
                                    </p:cTn>
                                  </p:par>
                                  <p:par>
                                    <p:cTn id="161" presetID="42" presetClass="path" presetSubtype="0" accel="50000" decel="50000" fill="hold" nodeType="withEffect">
                                      <p:stCondLst>
                                        <p:cond delay="583"/>
                                      </p:stCondLst>
                                      <p:childTnLst>
                                        <p:animMotion origin="layout" path="M 0 -5.629018E-02 L 0 -4.489358E-02" pathEditMode="relative" ptsTypes="">
                                          <p:cBhvr>
                                            <p:cTn id="162" dur="17" fill="hold"/>
                                            <p:tgtEl>
                                              <p:spTgt spid="6"/>
                                            </p:tgtEl>
                                            <p:attrNameLst>
                                              <p:attrName>ppt_x</p:attrName>
                                              <p:attrName>ppt_y</p:attrName>
                                            </p:attrNameLst>
                                          </p:cBhvr>
                                        </p:animMotion>
                                      </p:childTnLst>
                                    </p:cTn>
                                  </p:par>
                                  <p:par>
                                    <p:cTn id="163" presetID="42" presetClass="path" presetSubtype="0" accel="50000" decel="50000" fill="hold" nodeType="withEffect">
                                      <p:stCondLst>
                                        <p:cond delay="600"/>
                                      </p:stCondLst>
                                      <p:childTnLst>
                                        <p:animMotion origin="layout" path="M 0 -4.489358E-02 L 0 -3.277449E-02" pathEditMode="relative" ptsTypes="">
                                          <p:cBhvr>
                                            <p:cTn id="164" dur="17" fill="hold"/>
                                            <p:tgtEl>
                                              <p:spTgt spid="6"/>
                                            </p:tgtEl>
                                            <p:attrNameLst>
                                              <p:attrName>ppt_x</p:attrName>
                                              <p:attrName>ppt_y</p:attrName>
                                            </p:attrNameLst>
                                          </p:cBhvr>
                                        </p:animMotion>
                                      </p:childTnLst>
                                    </p:cTn>
                                  </p:par>
                                  <p:par>
                                    <p:cTn id="165" presetID="42" presetClass="path" presetSubtype="0" accel="50000" decel="50000" fill="hold" nodeType="withEffect">
                                      <p:stCondLst>
                                        <p:cond delay="617"/>
                                      </p:stCondLst>
                                      <p:childTnLst>
                                        <p:animMotion origin="layout" path="M 0 -3.277449E-02 L 0 -1.993291E-02" pathEditMode="relative" ptsTypes="">
                                          <p:cBhvr>
                                            <p:cTn id="166" dur="17" fill="hold"/>
                                            <p:tgtEl>
                                              <p:spTgt spid="6"/>
                                            </p:tgtEl>
                                            <p:attrNameLst>
                                              <p:attrName>ppt_x</p:attrName>
                                              <p:attrName>ppt_y</p:attrName>
                                            </p:attrNameLst>
                                          </p:cBhvr>
                                        </p:animMotion>
                                      </p:childTnLst>
                                    </p:cTn>
                                  </p:par>
                                  <p:par>
                                    <p:cTn id="167" presetID="42" presetClass="path" presetSubtype="0" accel="50000" decel="50000" fill="hold" nodeType="withEffect">
                                      <p:stCondLst>
                                        <p:cond delay="633"/>
                                      </p:stCondLst>
                                      <p:childTnLst>
                                        <p:animMotion origin="layout" path="M 0 -1.993291E-02 L 0 -6.368832E-03" pathEditMode="relative" ptsTypes="">
                                          <p:cBhvr>
                                            <p:cTn id="168" dur="17" fill="hold"/>
                                            <p:tgtEl>
                                              <p:spTgt spid="6"/>
                                            </p:tgtEl>
                                            <p:attrNameLst>
                                              <p:attrName>ppt_x</p:attrName>
                                              <p:attrName>ppt_y</p:attrName>
                                            </p:attrNameLst>
                                          </p:cBhvr>
                                        </p:animMotion>
                                      </p:childTnLst>
                                    </p:cTn>
                                  </p:par>
                                  <p:par>
                                    <p:cTn id="169" presetID="42" presetClass="path" presetSubtype="0" accel="50000" decel="50000" fill="hold" nodeType="withEffect">
                                      <p:stCondLst>
                                        <p:cond delay="650"/>
                                      </p:stCondLst>
                                      <p:childTnLst>
                                        <p:animMotion origin="layout" path="M 0 -6.368832E-03 L 0 7.917739E-03" pathEditMode="relative" ptsTypes="">
                                          <p:cBhvr>
                                            <p:cTn id="170" dur="17" fill="hold"/>
                                            <p:tgtEl>
                                              <p:spTgt spid="6"/>
                                            </p:tgtEl>
                                            <p:attrNameLst>
                                              <p:attrName>ppt_x</p:attrName>
                                              <p:attrName>ppt_y</p:attrName>
                                            </p:attrNameLst>
                                          </p:cBhvr>
                                        </p:animMotion>
                                      </p:childTnLst>
                                    </p:cTn>
                                  </p:par>
                                  <p:par>
                                    <p:cTn id="171" presetID="42" presetClass="path" presetSubtype="0" accel="50000" decel="50000" fill="hold" nodeType="withEffect">
                                      <p:stCondLst>
                                        <p:cond delay="667"/>
                                      </p:stCondLst>
                                      <p:childTnLst>
                                        <p:animMotion origin="layout" path="M 0 7.917739E-03 L 0 2.292681E-02" pathEditMode="relative" ptsTypes="">
                                          <p:cBhvr>
                                            <p:cTn id="172" dur="17" fill="hold"/>
                                            <p:tgtEl>
                                              <p:spTgt spid="6"/>
                                            </p:tgtEl>
                                            <p:attrNameLst>
                                              <p:attrName>ppt_x</p:attrName>
                                              <p:attrName>ppt_y</p:attrName>
                                            </p:attrNameLst>
                                          </p:cBhvr>
                                        </p:animMotion>
                                      </p:childTnLst>
                                    </p:cTn>
                                  </p:par>
                                  <p:par>
                                    <p:cTn id="173" presetID="42" presetClass="path" presetSubtype="0" accel="50000" decel="50000" fill="hold" nodeType="withEffect">
                                      <p:stCondLst>
                                        <p:cond delay="683"/>
                                      </p:stCondLst>
                                      <p:childTnLst>
                                        <p:animMotion origin="layout" path="M 0 2.292681E-02 L 0 3.865837E-02" pathEditMode="relative" ptsTypes="">
                                          <p:cBhvr>
                                            <p:cTn id="174" dur="17" fill="hold"/>
                                            <p:tgtEl>
                                              <p:spTgt spid="6"/>
                                            </p:tgtEl>
                                            <p:attrNameLst>
                                              <p:attrName>ppt_x</p:attrName>
                                              <p:attrName>ppt_y</p:attrName>
                                            </p:attrNameLst>
                                          </p:cBhvr>
                                        </p:animMotion>
                                      </p:childTnLst>
                                    </p:cTn>
                                  </p:par>
                                  <p:par>
                                    <p:cTn id="175" presetID="42" presetClass="path" presetSubtype="0" accel="50000" decel="50000" fill="hold" nodeType="withEffect">
                                      <p:stCondLst>
                                        <p:cond delay="700"/>
                                      </p:stCondLst>
                                      <p:childTnLst>
                                        <p:animMotion origin="layout" path="M 0 3.865837E-02 L 0 5.511242E-02" pathEditMode="relative" ptsTypes="">
                                          <p:cBhvr>
                                            <p:cTn id="176" dur="17" fill="hold"/>
                                            <p:tgtEl>
                                              <p:spTgt spid="6"/>
                                            </p:tgtEl>
                                            <p:attrNameLst>
                                              <p:attrName>ppt_x</p:attrName>
                                              <p:attrName>ppt_y</p:attrName>
                                            </p:attrNameLst>
                                          </p:cBhvr>
                                        </p:animMotion>
                                      </p:childTnLst>
                                    </p:cTn>
                                  </p:par>
                                  <p:par>
                                    <p:cTn id="177" presetID="42" presetClass="path" presetSubtype="0" accel="50000" decel="50000" fill="hold" nodeType="withEffect">
                                      <p:stCondLst>
                                        <p:cond delay="717"/>
                                      </p:stCondLst>
                                      <p:childTnLst>
                                        <p:animMotion origin="layout" path="M 0 5.511242E-02 L 0 7.228897E-02" pathEditMode="relative" ptsTypes="">
                                          <p:cBhvr>
                                            <p:cTn id="178" dur="17" fill="hold"/>
                                            <p:tgtEl>
                                              <p:spTgt spid="6"/>
                                            </p:tgtEl>
                                            <p:attrNameLst>
                                              <p:attrName>ppt_x</p:attrName>
                                              <p:attrName>ppt_y</p:attrName>
                                            </p:attrNameLst>
                                          </p:cBhvr>
                                        </p:animMotion>
                                      </p:childTnLst>
                                    </p:cTn>
                                  </p:par>
                                  <p:par>
                                    <p:cTn id="179" presetID="42" presetClass="path" presetSubtype="0" accel="50000" decel="50000" fill="hold" nodeType="withEffect">
                                      <p:stCondLst>
                                        <p:cond delay="733"/>
                                      </p:stCondLst>
                                      <p:childTnLst>
                                        <p:animMotion origin="layout" path="M 0 7.228897E-02 L 0 0.090188" pathEditMode="relative" ptsTypes="">
                                          <p:cBhvr>
                                            <p:cTn id="180" dur="17" fill="hold"/>
                                            <p:tgtEl>
                                              <p:spTgt spid="6"/>
                                            </p:tgtEl>
                                            <p:attrNameLst>
                                              <p:attrName>ppt_x</p:attrName>
                                              <p:attrName>ppt_y</p:attrName>
                                            </p:attrNameLst>
                                          </p:cBhvr>
                                        </p:animMotion>
                                      </p:childTnLst>
                                    </p:cTn>
                                  </p:par>
                                  <p:par>
                                    <p:cTn id="181" presetID="42" presetClass="path" presetSubtype="0" accel="50000" decel="50000" fill="hold" nodeType="withEffect">
                                      <p:stCondLst>
                                        <p:cond delay="750"/>
                                      </p:stCondLst>
                                      <p:childTnLst>
                                        <p:animMotion origin="layout" path="M 0 0.090188 L 0 0.1088095" pathEditMode="relative" ptsTypes="">
                                          <p:cBhvr>
                                            <p:cTn id="182" dur="17" fill="hold"/>
                                            <p:tgtEl>
                                              <p:spTgt spid="6"/>
                                            </p:tgtEl>
                                            <p:attrNameLst>
                                              <p:attrName>ppt_x</p:attrName>
                                              <p:attrName>ppt_y</p:attrName>
                                            </p:attrNameLst>
                                          </p:cBhvr>
                                        </p:animMotion>
                                      </p:childTnLst>
                                    </p:cTn>
                                  </p:par>
                                  <p:par>
                                    <p:cTn id="183" presetID="42" presetClass="path" presetSubtype="0" accel="50000" decel="50000" fill="hold" nodeType="withEffect">
                                      <p:stCondLst>
                                        <p:cond delay="767"/>
                                      </p:stCondLst>
                                      <p:childTnLst>
                                        <p:animMotion origin="layout" path="M 0 0.1088095 L 0 0.1281536" pathEditMode="relative" ptsTypes="">
                                          <p:cBhvr>
                                            <p:cTn id="184" dur="17" fill="hold"/>
                                            <p:tgtEl>
                                              <p:spTgt spid="6"/>
                                            </p:tgtEl>
                                            <p:attrNameLst>
                                              <p:attrName>ppt_x</p:attrName>
                                              <p:attrName>ppt_y</p:attrName>
                                            </p:attrNameLst>
                                          </p:cBhvr>
                                        </p:animMotion>
                                      </p:childTnLst>
                                    </p:cTn>
                                  </p:par>
                                  <p:par>
                                    <p:cTn id="185" presetID="42" presetClass="path" presetSubtype="0" accel="50000" decel="50000" fill="hold" nodeType="withEffect">
                                      <p:stCondLst>
                                        <p:cond delay="783"/>
                                      </p:stCondLst>
                                      <p:childTnLst>
                                        <p:animMotion origin="layout" path="M 0 0.1281536 L 0 0.1482201" pathEditMode="relative" ptsTypes="">
                                          <p:cBhvr>
                                            <p:cTn id="186" dur="17" fill="hold"/>
                                            <p:tgtEl>
                                              <p:spTgt spid="6"/>
                                            </p:tgtEl>
                                            <p:attrNameLst>
                                              <p:attrName>ppt_x</p:attrName>
                                              <p:attrName>ppt_y</p:attrName>
                                            </p:attrNameLst>
                                          </p:cBhvr>
                                        </p:animMotion>
                                      </p:childTnLst>
                                    </p:cTn>
                                  </p:par>
                                  <p:par>
                                    <p:cTn id="187" presetID="42" presetClass="path" presetSubtype="0" accel="50000" decel="50000" fill="hold" nodeType="withEffect">
                                      <p:stCondLst>
                                        <p:cond delay="800"/>
                                      </p:stCondLst>
                                      <p:childTnLst>
                                        <p:animMotion origin="layout" path="M 0 0.1482201 L 0 0.1690091" pathEditMode="relative" ptsTypes="">
                                          <p:cBhvr>
                                            <p:cTn id="188" dur="17" fill="hold"/>
                                            <p:tgtEl>
                                              <p:spTgt spid="6"/>
                                            </p:tgtEl>
                                            <p:attrNameLst>
                                              <p:attrName>ppt_x</p:attrName>
                                              <p:attrName>ppt_y</p:attrName>
                                            </p:attrNameLst>
                                          </p:cBhvr>
                                        </p:animMotion>
                                      </p:childTnLst>
                                    </p:cTn>
                                  </p:par>
                                  <p:par>
                                    <p:cTn id="189" presetID="42" presetClass="path" presetSubtype="0" accel="50000" decel="50000" fill="hold" nodeType="withEffect">
                                      <p:stCondLst>
                                        <p:cond delay="817"/>
                                      </p:stCondLst>
                                      <p:childTnLst>
                                        <p:animMotion origin="layout" path="M 0 0.1690091 L 0 0.1905206" pathEditMode="relative" ptsTypes="">
                                          <p:cBhvr>
                                            <p:cTn id="190" dur="17" fill="hold"/>
                                            <p:tgtEl>
                                              <p:spTgt spid="6"/>
                                            </p:tgtEl>
                                            <p:attrNameLst>
                                              <p:attrName>ppt_x</p:attrName>
                                              <p:attrName>ppt_y</p:attrName>
                                            </p:attrNameLst>
                                          </p:cBhvr>
                                        </p:animMotion>
                                      </p:childTnLst>
                                    </p:cTn>
                                  </p:par>
                                  <p:par>
                                    <p:cTn id="191" presetID="42" presetClass="path" presetSubtype="0" accel="50000" decel="50000" fill="hold" nodeType="withEffect">
                                      <p:stCondLst>
                                        <p:cond delay="833"/>
                                      </p:stCondLst>
                                      <p:childTnLst>
                                        <p:animMotion origin="layout" path="M 0 0.1905206 L 0 0.2127546" pathEditMode="relative" ptsTypes="">
                                          <p:cBhvr>
                                            <p:cTn id="192" dur="17" fill="hold"/>
                                            <p:tgtEl>
                                              <p:spTgt spid="6"/>
                                            </p:tgtEl>
                                            <p:attrNameLst>
                                              <p:attrName>ppt_x</p:attrName>
                                              <p:attrName>ppt_y</p:attrName>
                                            </p:attrNameLst>
                                          </p:cBhvr>
                                        </p:animMotion>
                                      </p:childTnLst>
                                    </p:cTn>
                                  </p:par>
                                  <p:par>
                                    <p:cTn id="193" presetID="42" presetClass="path" presetSubtype="0" accel="50000" decel="50000" fill="hold" nodeType="withEffect">
                                      <p:stCondLst>
                                        <p:cond delay="850"/>
                                      </p:stCondLst>
                                      <p:childTnLst>
                                        <p:animMotion origin="layout" path="M 0 0.2127546 L 0 0.2357111" pathEditMode="relative" ptsTypes="">
                                          <p:cBhvr>
                                            <p:cTn id="194" dur="17" fill="hold"/>
                                            <p:tgtEl>
                                              <p:spTgt spid="6"/>
                                            </p:tgtEl>
                                            <p:attrNameLst>
                                              <p:attrName>ppt_x</p:attrName>
                                              <p:attrName>ppt_y</p:attrName>
                                            </p:attrNameLst>
                                          </p:cBhvr>
                                        </p:animMotion>
                                      </p:childTnLst>
                                    </p:cTn>
                                  </p:par>
                                  <p:par>
                                    <p:cTn id="195" presetID="42" presetClass="path" presetSubtype="0" accel="50000" decel="50000" fill="hold" nodeType="withEffect">
                                      <p:stCondLst>
                                        <p:cond delay="867"/>
                                      </p:stCondLst>
                                      <p:childTnLst>
                                        <p:animMotion origin="layout" path="M 0 0.2357111 L 0 0.2593901" pathEditMode="relative" ptsTypes="">
                                          <p:cBhvr>
                                            <p:cTn id="196" dur="17" fill="hold"/>
                                            <p:tgtEl>
                                              <p:spTgt spid="6"/>
                                            </p:tgtEl>
                                            <p:attrNameLst>
                                              <p:attrName>ppt_x</p:attrName>
                                              <p:attrName>ppt_y</p:attrName>
                                            </p:attrNameLst>
                                          </p:cBhvr>
                                        </p:animMotion>
                                      </p:childTnLst>
                                    </p:cTn>
                                  </p:par>
                                  <p:par>
                                    <p:cTn id="197" presetID="42" presetClass="path" presetSubtype="0" accel="50000" decel="50000" fill="hold" nodeType="withEffect">
                                      <p:stCondLst>
                                        <p:cond delay="883"/>
                                      </p:stCondLst>
                                      <p:childTnLst>
                                        <p:animMotion origin="layout" path="M 0 0.2593901 L 0 0.2837916" pathEditMode="relative" ptsTypes="">
                                          <p:cBhvr>
                                            <p:cTn id="198" dur="17" fill="hold"/>
                                            <p:tgtEl>
                                              <p:spTgt spid="6"/>
                                            </p:tgtEl>
                                            <p:attrNameLst>
                                              <p:attrName>ppt_x</p:attrName>
                                              <p:attrName>ppt_y</p:attrName>
                                            </p:attrNameLst>
                                          </p:cBhvr>
                                        </p:animMotion>
                                      </p:childTnLst>
                                    </p:cTn>
                                  </p:par>
                                  <p:par>
                                    <p:cTn id="199" presetID="42" presetClass="path" presetSubtype="0" accel="50000" decel="50000" fill="hold" nodeType="withEffect">
                                      <p:stCondLst>
                                        <p:cond delay="900"/>
                                      </p:stCondLst>
                                      <p:childTnLst>
                                        <p:animMotion origin="layout" path="M 0 0.2837916 L 0 0.3089156" pathEditMode="relative" ptsTypes="">
                                          <p:cBhvr>
                                            <p:cTn id="200" dur="17" fill="hold"/>
                                            <p:tgtEl>
                                              <p:spTgt spid="6"/>
                                            </p:tgtEl>
                                            <p:attrNameLst>
                                              <p:attrName>ppt_x</p:attrName>
                                              <p:attrName>ppt_y</p:attrName>
                                            </p:attrNameLst>
                                          </p:cBhvr>
                                        </p:animMotion>
                                      </p:childTnLst>
                                    </p:cTn>
                                  </p:par>
                                  <p:par>
                                    <p:cTn id="201" presetID="42" presetClass="path" presetSubtype="0" accel="50000" decel="50000" fill="hold" nodeType="withEffect">
                                      <p:stCondLst>
                                        <p:cond delay="917"/>
                                      </p:stCondLst>
                                      <p:childTnLst>
                                        <p:animMotion origin="layout" path="M 0 0.3089156 L 0 0.334762" pathEditMode="relative" ptsTypes="">
                                          <p:cBhvr>
                                            <p:cTn id="202" dur="17" fill="hold"/>
                                            <p:tgtEl>
                                              <p:spTgt spid="6"/>
                                            </p:tgtEl>
                                            <p:attrNameLst>
                                              <p:attrName>ppt_x</p:attrName>
                                              <p:attrName>ppt_y</p:attrName>
                                            </p:attrNameLst>
                                          </p:cBhvr>
                                        </p:animMotion>
                                      </p:childTnLst>
                                    </p:cTn>
                                  </p:par>
                                  <p:par>
                                    <p:cTn id="203" presetID="42" presetClass="path" presetSubtype="0" accel="50000" decel="50000" fill="hold" nodeType="withEffect">
                                      <p:stCondLst>
                                        <p:cond delay="933"/>
                                      </p:stCondLst>
                                      <p:childTnLst>
                                        <p:animMotion origin="layout" path="M 0 0.334762 L 0 0.361331" pathEditMode="relative" ptsTypes="">
                                          <p:cBhvr>
                                            <p:cTn id="204" dur="17" fill="hold"/>
                                            <p:tgtEl>
                                              <p:spTgt spid="6"/>
                                            </p:tgtEl>
                                            <p:attrNameLst>
                                              <p:attrName>ppt_x</p:attrName>
                                              <p:attrName>ppt_y</p:attrName>
                                            </p:attrNameLst>
                                          </p:cBhvr>
                                        </p:animMotion>
                                      </p:childTnLst>
                                    </p:cTn>
                                  </p:par>
                                  <p:par>
                                    <p:cTn id="205" presetID="42" presetClass="path" presetSubtype="0" accel="50000" decel="50000" fill="hold" nodeType="withEffect">
                                      <p:stCondLst>
                                        <p:cond delay="950"/>
                                      </p:stCondLst>
                                      <p:childTnLst>
                                        <p:animMotion origin="layout" path="M 0 0.361331 L 0 0.3886225" pathEditMode="relative" ptsTypes="">
                                          <p:cBhvr>
                                            <p:cTn id="206" dur="17" fill="hold"/>
                                            <p:tgtEl>
                                              <p:spTgt spid="6"/>
                                            </p:tgtEl>
                                            <p:attrNameLst>
                                              <p:attrName>ppt_x</p:attrName>
                                              <p:attrName>ppt_y</p:attrName>
                                            </p:attrNameLst>
                                          </p:cBhvr>
                                        </p:animMotion>
                                      </p:childTnLst>
                                    </p:cTn>
                                  </p:par>
                                  <p:par>
                                    <p:cTn id="207" presetID="42" presetClass="path" presetSubtype="0" accel="50000" decel="50000" fill="hold" nodeType="withEffect">
                                      <p:stCondLst>
                                        <p:cond delay="967"/>
                                      </p:stCondLst>
                                      <p:childTnLst>
                                        <p:animMotion origin="layout" path="M 0 0.3886225 L 0 0.4166364" pathEditMode="relative" ptsTypes="">
                                          <p:cBhvr>
                                            <p:cTn id="208" dur="17" fill="hold"/>
                                            <p:tgtEl>
                                              <p:spTgt spid="6"/>
                                            </p:tgtEl>
                                            <p:attrNameLst>
                                              <p:attrName>ppt_x</p:attrName>
                                              <p:attrName>ppt_y</p:attrName>
                                            </p:attrNameLst>
                                          </p:cBhvr>
                                        </p:animMotion>
                                      </p:childTnLst>
                                    </p:cTn>
                                  </p:par>
                                  <p:par>
                                    <p:cTn id="209" presetID="42" presetClass="path" presetSubtype="0" accel="50000" decel="50000" fill="hold" nodeType="withEffect">
                                      <p:stCondLst>
                                        <p:cond delay="983"/>
                                      </p:stCondLst>
                                      <p:childTnLst>
                                        <p:animMotion origin="layout" path="M 0 0.4166364 L 0 0.4453728" pathEditMode="relative" ptsTypes="">
                                          <p:cBhvr>
                                            <p:cTn id="210" dur="17" fill="hold"/>
                                            <p:tgtEl>
                                              <p:spTgt spid="6"/>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P spid="7" grpId="0" animBg="1"/>
          <p:bldP spid="7" grpId="1" animBg="1"/>
          <p:bldP spid="13" grpId="0" animBg="1"/>
          <p:bldP spid="13" grpId="1" animBg="1"/>
          <p:bldP spid="14" grpId="0" animBg="1"/>
          <p:bldP spid="14" grpId="1" animBg="1"/>
          <p:bldP spid="12" grpId="0" build="allAtOnce"/>
          <p:bldP spid="12" grpId="1" build="allAtOnce"/>
          <p:bldP spid="4" grpId="0" animBg="1"/>
          <p:bldP spid="4" grpId="1" animBg="1"/>
          <p:bldP spid="5" grpId="0" animBg="1"/>
          <p:bldP spid="5" grpId="1" animBg="1"/>
          <p:bldP spid="11" grpId="0" build="p"/>
          <p:bldP spid="11" grpId="1" build="p"/>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0-#ppt_h/2"/>
                                              </p:val>
                                            </p:tav>
                                            <p:tav tm="100000">
                                              <p:val>
                                                <p:strVal val="#ppt_y"/>
                                              </p:val>
                                            </p:tav>
                                          </p:tavLst>
                                        </p:anim>
                                      </p:childTnLst>
                                    </p:cTn>
                                  </p:par>
                                  <p:par>
                                    <p:cTn id="9" presetID="22" presetClass="entr" presetSubtype="1" fill="hold" grpId="1" nodeType="withEffect">
                                      <p:stCondLst>
                                        <p:cond delay="100"/>
                                      </p:stCondLst>
                                      <p:childTnLst>
                                        <p:set>
                                          <p:cBhvr>
                                            <p:cTn id="10" dur="1" fill="hold">
                                              <p:stCondLst>
                                                <p:cond delay="0"/>
                                              </p:stCondLst>
                                            </p:cTn>
                                            <p:tgtEl>
                                              <p:spTgt spid="11">
                                                <p:txEl>
                                                  <p:pRg st="0" end="0"/>
                                                </p:txEl>
                                              </p:spTgt>
                                            </p:tgtEl>
                                            <p:attrNameLst>
                                              <p:attrName>style.visibility</p:attrName>
                                            </p:attrNameLst>
                                          </p:cBhvr>
                                          <p:to>
                                            <p:strVal val="visible"/>
                                          </p:to>
                                        </p:set>
                                        <p:animEffect transition="in" filter="wipe(up)">
                                          <p:cBhvr>
                                            <p:cTn id="11" dur="500"/>
                                            <p:tgtEl>
                                              <p:spTgt spid="11">
                                                <p:txEl>
                                                  <p:pRg st="0" end="0"/>
                                                </p:txEl>
                                              </p:spTgt>
                                            </p:tgtEl>
                                          </p:cBhvr>
                                        </p:animEffect>
                                      </p:childTnLst>
                                    </p:cTn>
                                  </p:par>
                                  <p:par>
                                    <p:cTn id="12" presetID="22" presetClass="entr" presetSubtype="1" fill="hold" grpId="1" nodeType="withEffect">
                                      <p:stCondLst>
                                        <p:cond delay="100"/>
                                      </p:stCondLst>
                                      <p:childTnLst>
                                        <p:set>
                                          <p:cBhvr>
                                            <p:cTn id="13" dur="1" fill="hold">
                                              <p:stCondLst>
                                                <p:cond delay="0"/>
                                              </p:stCondLst>
                                            </p:cTn>
                                            <p:tgtEl>
                                              <p:spTgt spid="11">
                                                <p:txEl>
                                                  <p:pRg st="1" end="1"/>
                                                </p:txEl>
                                              </p:spTgt>
                                            </p:tgtEl>
                                            <p:attrNameLst>
                                              <p:attrName>style.visibility</p:attrName>
                                            </p:attrNameLst>
                                          </p:cBhvr>
                                          <p:to>
                                            <p:strVal val="visible"/>
                                          </p:to>
                                        </p:set>
                                        <p:animEffect transition="in" filter="wipe(up)">
                                          <p:cBhvr>
                                            <p:cTn id="14" dur="500"/>
                                            <p:tgtEl>
                                              <p:spTgt spid="11">
                                                <p:txEl>
                                                  <p:pRg st="1" end="1"/>
                                                </p:txEl>
                                              </p:spTgt>
                                            </p:tgtEl>
                                          </p:cBhvr>
                                        </p:animEffect>
                                      </p:childTnLst>
                                    </p:cTn>
                                  </p:par>
                                  <p:par>
                                    <p:cTn id="15" presetID="2" presetClass="entr" presetSubtype="3" decel="100000" fill="hold" grpId="0" nodeType="withEffect">
                                      <p:stCondLst>
                                        <p:cond delay="10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1+#ppt_w/2"/>
                                              </p:val>
                                            </p:tav>
                                            <p:tav tm="100000">
                                              <p:val>
                                                <p:strVal val="#ppt_x"/>
                                              </p:val>
                                            </p:tav>
                                          </p:tavLst>
                                        </p:anim>
                                        <p:anim calcmode="lin" valueType="num">
                                          <p:cBhvr additive="base">
                                            <p:cTn id="18" dur="500" fill="hold"/>
                                            <p:tgtEl>
                                              <p:spTgt spid="4"/>
                                            </p:tgtEl>
                                            <p:attrNameLst>
                                              <p:attrName>ppt_y</p:attrName>
                                            </p:attrNameLst>
                                          </p:cBhvr>
                                          <p:tavLst>
                                            <p:tav tm="0">
                                              <p:val>
                                                <p:strVal val="0-#ppt_h/2"/>
                                              </p:val>
                                            </p:tav>
                                            <p:tav tm="100000">
                                              <p:val>
                                                <p:strVal val="#ppt_y"/>
                                              </p:val>
                                            </p:tav>
                                          </p:tavLst>
                                        </p:anim>
                                      </p:childTnLst>
                                    </p:cTn>
                                  </p:par>
                                  <p:par>
                                    <p:cTn id="19" presetID="2" presetClass="entr" presetSubtype="12" decel="100000" fill="hold" grpId="0" nodeType="withEffect">
                                      <p:stCondLst>
                                        <p:cond delay="10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0-#ppt_w/2"/>
                                              </p:val>
                                            </p:tav>
                                            <p:tav tm="100000">
                                              <p:val>
                                                <p:strVal val="#ppt_x"/>
                                              </p:val>
                                            </p:tav>
                                          </p:tavLst>
                                        </p:anim>
                                        <p:anim calcmode="lin" valueType="num">
                                          <p:cBhvr additive="base">
                                            <p:cTn id="22" dur="500" fill="hold"/>
                                            <p:tgtEl>
                                              <p:spTgt spid="7"/>
                                            </p:tgtEl>
                                            <p:attrNameLst>
                                              <p:attrName>ppt_y</p:attrName>
                                            </p:attrNameLst>
                                          </p:cBhvr>
                                          <p:tavLst>
                                            <p:tav tm="0">
                                              <p:val>
                                                <p:strVal val="1+#ppt_h/2"/>
                                              </p:val>
                                            </p:tav>
                                            <p:tav tm="100000">
                                              <p:val>
                                                <p:strVal val="#ppt_y"/>
                                              </p:val>
                                            </p:tav>
                                          </p:tavLst>
                                        </p:anim>
                                      </p:childTnLst>
                                    </p:cTn>
                                  </p:par>
                                  <p:par>
                                    <p:cTn id="23" presetID="2" presetClass="entr" presetSubtype="12" decel="100000" fill="hold" grpId="0" nodeType="withEffect">
                                      <p:stCondLst>
                                        <p:cond delay="200"/>
                                      </p:stCondLst>
                                      <p:childTnLst>
                                        <p:set>
                                          <p:cBhvr>
                                            <p:cTn id="24" dur="1" fill="hold">
                                              <p:stCondLst>
                                                <p:cond delay="0"/>
                                              </p:stCondLst>
                                            </p:cTn>
                                            <p:tgtEl>
                                              <p:spTgt spid="13"/>
                                            </p:tgtEl>
                                            <p:attrNameLst>
                                              <p:attrName>style.visibility</p:attrName>
                                            </p:attrNameLst>
                                          </p:cBhvr>
                                          <p:to>
                                            <p:strVal val="visible"/>
                                          </p:to>
                                        </p:set>
                                        <p:anim calcmode="lin" valueType="num">
                                          <p:cBhvr additive="base">
                                            <p:cTn id="25" dur="500" fill="hold"/>
                                            <p:tgtEl>
                                              <p:spTgt spid="13"/>
                                            </p:tgtEl>
                                            <p:attrNameLst>
                                              <p:attrName>ppt_x</p:attrName>
                                            </p:attrNameLst>
                                          </p:cBhvr>
                                          <p:tavLst>
                                            <p:tav tm="0">
                                              <p:val>
                                                <p:strVal val="0-#ppt_w/2"/>
                                              </p:val>
                                            </p:tav>
                                            <p:tav tm="100000">
                                              <p:val>
                                                <p:strVal val="#ppt_x"/>
                                              </p:val>
                                            </p:tav>
                                          </p:tavLst>
                                        </p:anim>
                                        <p:anim calcmode="lin" valueType="num">
                                          <p:cBhvr additive="base">
                                            <p:cTn id="26" dur="500" fill="hold"/>
                                            <p:tgtEl>
                                              <p:spTgt spid="13"/>
                                            </p:tgtEl>
                                            <p:attrNameLst>
                                              <p:attrName>ppt_y</p:attrName>
                                            </p:attrNameLst>
                                          </p:cBhvr>
                                          <p:tavLst>
                                            <p:tav tm="0">
                                              <p:val>
                                                <p:strVal val="1+#ppt_h/2"/>
                                              </p:val>
                                            </p:tav>
                                            <p:tav tm="100000">
                                              <p:val>
                                                <p:strVal val="#ppt_y"/>
                                              </p:val>
                                            </p:tav>
                                          </p:tavLst>
                                        </p:anim>
                                      </p:childTnLst>
                                    </p:cTn>
                                  </p:par>
                                  <p:par>
                                    <p:cTn id="27" presetID="2" presetClass="entr" presetSubtype="3" decel="100000" fill="hold" grpId="0" nodeType="withEffect">
                                      <p:stCondLst>
                                        <p:cond delay="300"/>
                                      </p:stCondLst>
                                      <p:childTnLst>
                                        <p:set>
                                          <p:cBhvr>
                                            <p:cTn id="28" dur="1" fill="hold">
                                              <p:stCondLst>
                                                <p:cond delay="0"/>
                                              </p:stCondLst>
                                            </p:cTn>
                                            <p:tgtEl>
                                              <p:spTgt spid="5"/>
                                            </p:tgtEl>
                                            <p:attrNameLst>
                                              <p:attrName>style.visibility</p:attrName>
                                            </p:attrNameLst>
                                          </p:cBhvr>
                                          <p:to>
                                            <p:strVal val="visible"/>
                                          </p:to>
                                        </p:set>
                                        <p:anim calcmode="lin" valueType="num">
                                          <p:cBhvr additive="base">
                                            <p:cTn id="29" dur="500" fill="hold"/>
                                            <p:tgtEl>
                                              <p:spTgt spid="5"/>
                                            </p:tgtEl>
                                            <p:attrNameLst>
                                              <p:attrName>ppt_x</p:attrName>
                                            </p:attrNameLst>
                                          </p:cBhvr>
                                          <p:tavLst>
                                            <p:tav tm="0">
                                              <p:val>
                                                <p:strVal val="1+#ppt_w/2"/>
                                              </p:val>
                                            </p:tav>
                                            <p:tav tm="100000">
                                              <p:val>
                                                <p:strVal val="#ppt_x"/>
                                              </p:val>
                                            </p:tav>
                                          </p:tavLst>
                                        </p:anim>
                                        <p:anim calcmode="lin" valueType="num">
                                          <p:cBhvr additive="base">
                                            <p:cTn id="30" dur="500" fill="hold"/>
                                            <p:tgtEl>
                                              <p:spTgt spid="5"/>
                                            </p:tgtEl>
                                            <p:attrNameLst>
                                              <p:attrName>ppt_y</p:attrName>
                                            </p:attrNameLst>
                                          </p:cBhvr>
                                          <p:tavLst>
                                            <p:tav tm="0">
                                              <p:val>
                                                <p:strVal val="0-#ppt_h/2"/>
                                              </p:val>
                                            </p:tav>
                                            <p:tav tm="100000">
                                              <p:val>
                                                <p:strVal val="#ppt_y"/>
                                              </p:val>
                                            </p:tav>
                                          </p:tavLst>
                                        </p:anim>
                                      </p:childTnLst>
                                    </p:cTn>
                                  </p:par>
                                  <p:par>
                                    <p:cTn id="31" presetID="2" presetClass="entr" presetSubtype="12" decel="100000" fill="hold" grpId="0" nodeType="withEffect">
                                      <p:stCondLst>
                                        <p:cond delay="300"/>
                                      </p:stCondLst>
                                      <p:childTnLst>
                                        <p:set>
                                          <p:cBhvr>
                                            <p:cTn id="32" dur="1" fill="hold">
                                              <p:stCondLst>
                                                <p:cond delay="0"/>
                                              </p:stCondLst>
                                            </p:cTn>
                                            <p:tgtEl>
                                              <p:spTgt spid="14"/>
                                            </p:tgtEl>
                                            <p:attrNameLst>
                                              <p:attrName>style.visibility</p:attrName>
                                            </p:attrNameLst>
                                          </p:cBhvr>
                                          <p:to>
                                            <p:strVal val="visible"/>
                                          </p:to>
                                        </p:set>
                                        <p:anim calcmode="lin" valueType="num">
                                          <p:cBhvr additive="base">
                                            <p:cTn id="33" dur="500" fill="hold"/>
                                            <p:tgtEl>
                                              <p:spTgt spid="14"/>
                                            </p:tgtEl>
                                            <p:attrNameLst>
                                              <p:attrName>ppt_x</p:attrName>
                                            </p:attrNameLst>
                                          </p:cBhvr>
                                          <p:tavLst>
                                            <p:tav tm="0">
                                              <p:val>
                                                <p:strVal val="0-#ppt_w/2"/>
                                              </p:val>
                                            </p:tav>
                                            <p:tav tm="100000">
                                              <p:val>
                                                <p:strVal val="#ppt_x"/>
                                              </p:val>
                                            </p:tav>
                                          </p:tavLst>
                                        </p:anim>
                                        <p:anim calcmode="lin" valueType="num">
                                          <p:cBhvr additive="base">
                                            <p:cTn id="34" dur="500" fill="hold"/>
                                            <p:tgtEl>
                                              <p:spTgt spid="14"/>
                                            </p:tgtEl>
                                            <p:attrNameLst>
                                              <p:attrName>ppt_y</p:attrName>
                                            </p:attrNameLst>
                                          </p:cBhvr>
                                          <p:tavLst>
                                            <p:tav tm="0">
                                              <p:val>
                                                <p:strVal val="1+#ppt_h/2"/>
                                              </p:val>
                                            </p:tav>
                                            <p:tav tm="100000">
                                              <p:val>
                                                <p:strVal val="#ppt_y"/>
                                              </p:val>
                                            </p:tav>
                                          </p:tavLst>
                                        </p:anim>
                                      </p:childTnLst>
                                    </p:cTn>
                                  </p:par>
                                </p:childTnLst>
                              </p:cTn>
                            </p:par>
                            <p:par>
                              <p:cTn id="35" fill="hold">
                                <p:stCondLst>
                                  <p:cond delay="800"/>
                                </p:stCondLst>
                                <p:childTnLst>
                                  <p:par>
                                    <p:cTn id="36" presetID="42" presetClass="entr" presetSubtype="0" fill="hold" grpId="0" nodeType="afterEffect">
                                      <p:stCondLst>
                                        <p:cond delay="0"/>
                                      </p:stCondLst>
                                      <p:childTnLst>
                                        <p:set>
                                          <p:cBhvr>
                                            <p:cTn id="37" dur="1" fill="hold">
                                              <p:stCondLst>
                                                <p:cond delay="0"/>
                                              </p:stCondLst>
                                            </p:cTn>
                                            <p:tgtEl>
                                              <p:spTgt spid="12">
                                                <p:txEl>
                                                  <p:pRg st="0" end="0"/>
                                                </p:txEl>
                                              </p:spTgt>
                                            </p:tgtEl>
                                            <p:attrNameLst>
                                              <p:attrName>style.visibility</p:attrName>
                                            </p:attrNameLst>
                                          </p:cBhvr>
                                          <p:to>
                                            <p:strVal val="visible"/>
                                          </p:to>
                                        </p:set>
                                        <p:animEffect transition="in" filter="fade">
                                          <p:cBhvr>
                                            <p:cTn id="38" dur="400"/>
                                            <p:tgtEl>
                                              <p:spTgt spid="12">
                                                <p:txEl>
                                                  <p:pRg st="0" end="0"/>
                                                </p:txEl>
                                              </p:spTgt>
                                            </p:tgtEl>
                                          </p:cBhvr>
                                        </p:animEffect>
                                        <p:anim calcmode="lin" valueType="num">
                                          <p:cBhvr>
                                            <p:cTn id="39" dur="400" fill="hold"/>
                                            <p:tgtEl>
                                              <p:spTgt spid="12">
                                                <p:txEl>
                                                  <p:pRg st="0" end="0"/>
                                                </p:txEl>
                                              </p:spTgt>
                                            </p:tgtEl>
                                            <p:attrNameLst>
                                              <p:attrName>ppt_x</p:attrName>
                                            </p:attrNameLst>
                                          </p:cBhvr>
                                          <p:tavLst>
                                            <p:tav tm="0">
                                              <p:val>
                                                <p:strVal val="#ppt_x"/>
                                              </p:val>
                                            </p:tav>
                                            <p:tav tm="100000">
                                              <p:val>
                                                <p:strVal val="#ppt_x"/>
                                              </p:val>
                                            </p:tav>
                                          </p:tavLst>
                                        </p:anim>
                                        <p:anim calcmode="lin" valueType="num">
                                          <p:cBhvr>
                                            <p:cTn id="40" dur="400" fill="hold"/>
                                            <p:tgtEl>
                                              <p:spTgt spid="12">
                                                <p:txEl>
                                                  <p:pRg st="0" end="0"/>
                                                </p:txEl>
                                              </p:spTgt>
                                            </p:tgtEl>
                                            <p:attrNameLst>
                                              <p:attrName>ppt_y</p:attrName>
                                            </p:attrNameLst>
                                          </p:cBhvr>
                                          <p:tavLst>
                                            <p:tav tm="0">
                                              <p:val>
                                                <p:strVal val="#ppt_y+.1"/>
                                              </p:val>
                                            </p:tav>
                                            <p:tav tm="100000">
                                              <p:val>
                                                <p:strVal val="#ppt_y"/>
                                              </p:val>
                                            </p:tav>
                                          </p:tavLst>
                                        </p:anim>
                                      </p:childTnLst>
                                    </p:cTn>
                                  </p:par>
                                </p:childTnLst>
                              </p:cTn>
                            </p:par>
                            <p:par>
                              <p:cTn id="41" fill="hold">
                                <p:stCondLst>
                                  <p:cond delay="1200"/>
                                </p:stCondLst>
                                <p:childTnLst>
                                  <p:par>
                                    <p:cTn id="42" presetID="2" presetClass="entr" presetSubtype="4" decel="100000" fill="hold" nodeType="afterEffect">
                                      <p:stCondLst>
                                        <p:cond delay="0"/>
                                      </p:stCondLst>
                                      <p:childTnLst>
                                        <p:set>
                                          <p:cBhvr>
                                            <p:cTn id="43" dur="1" fill="hold">
                                              <p:stCondLst>
                                                <p:cond delay="0"/>
                                              </p:stCondLst>
                                            </p:cTn>
                                            <p:tgtEl>
                                              <p:spTgt spid="6"/>
                                            </p:tgtEl>
                                            <p:attrNameLst>
                                              <p:attrName>style.visibility</p:attrName>
                                            </p:attrNameLst>
                                          </p:cBhvr>
                                          <p:to>
                                            <p:strVal val="visible"/>
                                          </p:to>
                                        </p:set>
                                        <p:anim calcmode="lin" valueType="num">
                                          <p:cBhvr additive="base">
                                            <p:cTn id="44" dur="500" fill="hold"/>
                                            <p:tgtEl>
                                              <p:spTgt spid="6"/>
                                            </p:tgtEl>
                                            <p:attrNameLst>
                                              <p:attrName>ppt_x</p:attrName>
                                            </p:attrNameLst>
                                          </p:cBhvr>
                                          <p:tavLst>
                                            <p:tav tm="0">
                                              <p:val>
                                                <p:strVal val="#ppt_x"/>
                                              </p:val>
                                            </p:tav>
                                            <p:tav tm="100000">
                                              <p:val>
                                                <p:strVal val="#ppt_x"/>
                                              </p:val>
                                            </p:tav>
                                          </p:tavLst>
                                        </p:anim>
                                        <p:anim calcmode="lin" valueType="num">
                                          <p:cBhvr additive="base">
                                            <p:cTn id="45"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xit" presetSubtype="1" accel="100000" fill="hold" grpId="1" nodeType="clickEffect">
                                      <p:stCondLst>
                                        <p:cond delay="0"/>
                                      </p:stCondLst>
                                      <p:childTnLst>
                                        <p:anim calcmode="lin" valueType="num">
                                          <p:cBhvr additive="base">
                                            <p:cTn id="49" dur="500"/>
                                            <p:tgtEl>
                                              <p:spTgt spid="9"/>
                                            </p:tgtEl>
                                            <p:attrNameLst>
                                              <p:attrName>ppt_x</p:attrName>
                                            </p:attrNameLst>
                                          </p:cBhvr>
                                          <p:tavLst>
                                            <p:tav tm="0">
                                              <p:val>
                                                <p:strVal val="ppt_x"/>
                                              </p:val>
                                            </p:tav>
                                            <p:tav tm="100000">
                                              <p:val>
                                                <p:strVal val="ppt_x"/>
                                              </p:val>
                                            </p:tav>
                                          </p:tavLst>
                                        </p:anim>
                                        <p:anim calcmode="lin" valueType="num">
                                          <p:cBhvr additive="base">
                                            <p:cTn id="50" dur="500"/>
                                            <p:tgtEl>
                                              <p:spTgt spid="9"/>
                                            </p:tgtEl>
                                            <p:attrNameLst>
                                              <p:attrName>ppt_y</p:attrName>
                                            </p:attrNameLst>
                                          </p:cBhvr>
                                          <p:tavLst>
                                            <p:tav tm="0">
                                              <p:val>
                                                <p:strVal val="ppt_y"/>
                                              </p:val>
                                            </p:tav>
                                            <p:tav tm="100000">
                                              <p:val>
                                                <p:strVal val="0-ppt_h/2"/>
                                              </p:val>
                                            </p:tav>
                                          </p:tavLst>
                                        </p:anim>
                                        <p:set>
                                          <p:cBhvr>
                                            <p:cTn id="51" dur="1" fill="hold">
                                              <p:stCondLst>
                                                <p:cond delay="499"/>
                                              </p:stCondLst>
                                            </p:cTn>
                                            <p:tgtEl>
                                              <p:spTgt spid="9"/>
                                            </p:tgtEl>
                                            <p:attrNameLst>
                                              <p:attrName>style.visibility</p:attrName>
                                            </p:attrNameLst>
                                          </p:cBhvr>
                                          <p:to>
                                            <p:strVal val="hidden"/>
                                          </p:to>
                                        </p:set>
                                      </p:childTnLst>
                                    </p:cTn>
                                  </p:par>
                                  <p:par>
                                    <p:cTn id="52" presetID="32" presetClass="emph" presetSubtype="0" fill="hold" nodeType="withEffect">
                                      <p:stCondLst>
                                        <p:cond delay="0"/>
                                      </p:stCondLst>
                                      <p:childTnLst>
                                        <p:animRot by="120000">
                                          <p:cBhvr>
                                            <p:cTn id="53" dur="100" fill="hold">
                                              <p:stCondLst>
                                                <p:cond delay="0"/>
                                              </p:stCondLst>
                                            </p:cTn>
                                            <p:tgtEl>
                                              <p:spTgt spid="6"/>
                                            </p:tgtEl>
                                            <p:attrNameLst>
                                              <p:attrName>r</p:attrName>
                                            </p:attrNameLst>
                                          </p:cBhvr>
                                        </p:animRot>
                                        <p:animRot by="-240000">
                                          <p:cBhvr>
                                            <p:cTn id="54" dur="200" fill="hold">
                                              <p:stCondLst>
                                                <p:cond delay="200"/>
                                              </p:stCondLst>
                                            </p:cTn>
                                            <p:tgtEl>
                                              <p:spTgt spid="6"/>
                                            </p:tgtEl>
                                            <p:attrNameLst>
                                              <p:attrName>r</p:attrName>
                                            </p:attrNameLst>
                                          </p:cBhvr>
                                        </p:animRot>
                                        <p:animRot by="240000">
                                          <p:cBhvr>
                                            <p:cTn id="55" dur="200" fill="hold">
                                              <p:stCondLst>
                                                <p:cond delay="400"/>
                                              </p:stCondLst>
                                            </p:cTn>
                                            <p:tgtEl>
                                              <p:spTgt spid="6"/>
                                            </p:tgtEl>
                                            <p:attrNameLst>
                                              <p:attrName>r</p:attrName>
                                            </p:attrNameLst>
                                          </p:cBhvr>
                                        </p:animRot>
                                        <p:animRot by="-240000">
                                          <p:cBhvr>
                                            <p:cTn id="56" dur="200" fill="hold">
                                              <p:stCondLst>
                                                <p:cond delay="600"/>
                                              </p:stCondLst>
                                            </p:cTn>
                                            <p:tgtEl>
                                              <p:spTgt spid="6"/>
                                            </p:tgtEl>
                                            <p:attrNameLst>
                                              <p:attrName>r</p:attrName>
                                            </p:attrNameLst>
                                          </p:cBhvr>
                                        </p:animRot>
                                        <p:animRot by="120000">
                                          <p:cBhvr>
                                            <p:cTn id="57" dur="200" fill="hold">
                                              <p:stCondLst>
                                                <p:cond delay="800"/>
                                              </p:stCondLst>
                                            </p:cTn>
                                            <p:tgtEl>
                                              <p:spTgt spid="6"/>
                                            </p:tgtEl>
                                            <p:attrNameLst>
                                              <p:attrName>r</p:attrName>
                                            </p:attrNameLst>
                                          </p:cBhvr>
                                        </p:animRot>
                                      </p:childTnLst>
                                    </p:cTn>
                                  </p:par>
                                  <p:par>
                                    <p:cTn id="58" presetID="2" presetClass="exit" presetSubtype="8" accel="100000" fill="hold" grpId="0" nodeType="withEffect">
                                      <p:stCondLst>
                                        <p:cond delay="0"/>
                                      </p:stCondLst>
                                      <p:childTnLst>
                                        <p:anim calcmode="lin" valueType="num">
                                          <p:cBhvr additive="base">
                                            <p:cTn id="59" dur="500"/>
                                            <p:tgtEl>
                                              <p:spTgt spid="11">
                                                <p:txEl>
                                                  <p:pRg st="0" end="0"/>
                                                </p:txEl>
                                              </p:spTgt>
                                            </p:tgtEl>
                                            <p:attrNameLst>
                                              <p:attrName>ppt_x</p:attrName>
                                            </p:attrNameLst>
                                          </p:cBhvr>
                                          <p:tavLst>
                                            <p:tav tm="0">
                                              <p:val>
                                                <p:strVal val="ppt_x"/>
                                              </p:val>
                                            </p:tav>
                                            <p:tav tm="100000">
                                              <p:val>
                                                <p:strVal val="0-ppt_w/2"/>
                                              </p:val>
                                            </p:tav>
                                          </p:tavLst>
                                        </p:anim>
                                        <p:anim calcmode="lin" valueType="num">
                                          <p:cBhvr additive="base">
                                            <p:cTn id="60" dur="500"/>
                                            <p:tgtEl>
                                              <p:spTgt spid="11">
                                                <p:txEl>
                                                  <p:pRg st="0" end="0"/>
                                                </p:txEl>
                                              </p:spTgt>
                                            </p:tgtEl>
                                            <p:attrNameLst>
                                              <p:attrName>ppt_y</p:attrName>
                                            </p:attrNameLst>
                                          </p:cBhvr>
                                          <p:tavLst>
                                            <p:tav tm="0">
                                              <p:val>
                                                <p:strVal val="ppt_y"/>
                                              </p:val>
                                            </p:tav>
                                            <p:tav tm="100000">
                                              <p:val>
                                                <p:strVal val="ppt_y"/>
                                              </p:val>
                                            </p:tav>
                                          </p:tavLst>
                                        </p:anim>
                                        <p:set>
                                          <p:cBhvr>
                                            <p:cTn id="61" dur="1" fill="hold">
                                              <p:stCondLst>
                                                <p:cond delay="499"/>
                                              </p:stCondLst>
                                            </p:cTn>
                                            <p:tgtEl>
                                              <p:spTgt spid="11">
                                                <p:txEl>
                                                  <p:pRg st="0" end="0"/>
                                                </p:txEl>
                                              </p:spTgt>
                                            </p:tgtEl>
                                            <p:attrNameLst>
                                              <p:attrName>style.visibility</p:attrName>
                                            </p:attrNameLst>
                                          </p:cBhvr>
                                          <p:to>
                                            <p:strVal val="hidden"/>
                                          </p:to>
                                        </p:set>
                                      </p:childTnLst>
                                    </p:cTn>
                                  </p:par>
                                  <p:par>
                                    <p:cTn id="62" presetID="2" presetClass="exit" presetSubtype="8" accel="100000" fill="hold" grpId="0" nodeType="withEffect">
                                      <p:stCondLst>
                                        <p:cond delay="0"/>
                                      </p:stCondLst>
                                      <p:childTnLst>
                                        <p:anim calcmode="lin" valueType="num">
                                          <p:cBhvr additive="base">
                                            <p:cTn id="63" dur="500"/>
                                            <p:tgtEl>
                                              <p:spTgt spid="11">
                                                <p:txEl>
                                                  <p:pRg st="1" end="1"/>
                                                </p:txEl>
                                              </p:spTgt>
                                            </p:tgtEl>
                                            <p:attrNameLst>
                                              <p:attrName>ppt_x</p:attrName>
                                            </p:attrNameLst>
                                          </p:cBhvr>
                                          <p:tavLst>
                                            <p:tav tm="0">
                                              <p:val>
                                                <p:strVal val="ppt_x"/>
                                              </p:val>
                                            </p:tav>
                                            <p:tav tm="100000">
                                              <p:val>
                                                <p:strVal val="0-ppt_w/2"/>
                                              </p:val>
                                            </p:tav>
                                          </p:tavLst>
                                        </p:anim>
                                        <p:anim calcmode="lin" valueType="num">
                                          <p:cBhvr additive="base">
                                            <p:cTn id="64" dur="500"/>
                                            <p:tgtEl>
                                              <p:spTgt spid="11">
                                                <p:txEl>
                                                  <p:pRg st="1" end="1"/>
                                                </p:txEl>
                                              </p:spTgt>
                                            </p:tgtEl>
                                            <p:attrNameLst>
                                              <p:attrName>ppt_y</p:attrName>
                                            </p:attrNameLst>
                                          </p:cBhvr>
                                          <p:tavLst>
                                            <p:tav tm="0">
                                              <p:val>
                                                <p:strVal val="ppt_y"/>
                                              </p:val>
                                            </p:tav>
                                            <p:tav tm="100000">
                                              <p:val>
                                                <p:strVal val="ppt_y"/>
                                              </p:val>
                                            </p:tav>
                                          </p:tavLst>
                                        </p:anim>
                                        <p:set>
                                          <p:cBhvr>
                                            <p:cTn id="65" dur="1" fill="hold">
                                              <p:stCondLst>
                                                <p:cond delay="499"/>
                                              </p:stCondLst>
                                            </p:cTn>
                                            <p:tgtEl>
                                              <p:spTgt spid="11">
                                                <p:txEl>
                                                  <p:pRg st="1" end="1"/>
                                                </p:txEl>
                                              </p:spTgt>
                                            </p:tgtEl>
                                            <p:attrNameLst>
                                              <p:attrName>style.visibility</p:attrName>
                                            </p:attrNameLst>
                                          </p:cBhvr>
                                          <p:to>
                                            <p:strVal val="hidden"/>
                                          </p:to>
                                        </p:set>
                                      </p:childTnLst>
                                    </p:cTn>
                                  </p:par>
                                  <p:par>
                                    <p:cTn id="66" presetID="2" presetClass="exit" presetSubtype="12" accel="100000" fill="hold" grpId="1" nodeType="withEffect">
                                      <p:stCondLst>
                                        <p:cond delay="0"/>
                                      </p:stCondLst>
                                      <p:childTnLst>
                                        <p:anim calcmode="lin" valueType="num">
                                          <p:cBhvr additive="base">
                                            <p:cTn id="67" dur="500"/>
                                            <p:tgtEl>
                                              <p:spTgt spid="12">
                                                <p:txEl>
                                                  <p:pRg st="0" end="0"/>
                                                </p:txEl>
                                              </p:spTgt>
                                            </p:tgtEl>
                                            <p:attrNameLst>
                                              <p:attrName>ppt_x</p:attrName>
                                            </p:attrNameLst>
                                          </p:cBhvr>
                                          <p:tavLst>
                                            <p:tav tm="0">
                                              <p:val>
                                                <p:strVal val="ppt_x"/>
                                              </p:val>
                                            </p:tav>
                                            <p:tav tm="100000">
                                              <p:val>
                                                <p:strVal val="0-ppt_w/2"/>
                                              </p:val>
                                            </p:tav>
                                          </p:tavLst>
                                        </p:anim>
                                        <p:anim calcmode="lin" valueType="num">
                                          <p:cBhvr additive="base">
                                            <p:cTn id="68" dur="500"/>
                                            <p:tgtEl>
                                              <p:spTgt spid="12">
                                                <p:txEl>
                                                  <p:pRg st="0" end="0"/>
                                                </p:txEl>
                                              </p:spTgt>
                                            </p:tgtEl>
                                            <p:attrNameLst>
                                              <p:attrName>ppt_y</p:attrName>
                                            </p:attrNameLst>
                                          </p:cBhvr>
                                          <p:tavLst>
                                            <p:tav tm="0">
                                              <p:val>
                                                <p:strVal val="ppt_y"/>
                                              </p:val>
                                            </p:tav>
                                            <p:tav tm="100000">
                                              <p:val>
                                                <p:strVal val="1+ppt_h/2"/>
                                              </p:val>
                                            </p:tav>
                                          </p:tavLst>
                                        </p:anim>
                                        <p:set>
                                          <p:cBhvr>
                                            <p:cTn id="69" dur="1" fill="hold">
                                              <p:stCondLst>
                                                <p:cond delay="499"/>
                                              </p:stCondLst>
                                            </p:cTn>
                                            <p:tgtEl>
                                              <p:spTgt spid="12">
                                                <p:txEl>
                                                  <p:pRg st="0" end="0"/>
                                                </p:txEl>
                                              </p:spTgt>
                                            </p:tgtEl>
                                            <p:attrNameLst>
                                              <p:attrName>style.visibility</p:attrName>
                                            </p:attrNameLst>
                                          </p:cBhvr>
                                          <p:to>
                                            <p:strVal val="hidden"/>
                                          </p:to>
                                        </p:set>
                                      </p:childTnLst>
                                    </p:cTn>
                                  </p:par>
                                  <p:par>
                                    <p:cTn id="70" presetID="2" presetClass="exit" presetSubtype="12" fill="hold" grpId="1" nodeType="withEffect">
                                      <p:stCondLst>
                                        <p:cond delay="0"/>
                                      </p:stCondLst>
                                      <p:childTnLst>
                                        <p:anim calcmode="lin" valueType="num">
                                          <p:cBhvr additive="base">
                                            <p:cTn id="71" dur="500"/>
                                            <p:tgtEl>
                                              <p:spTgt spid="14"/>
                                            </p:tgtEl>
                                            <p:attrNameLst>
                                              <p:attrName>ppt_x</p:attrName>
                                            </p:attrNameLst>
                                          </p:cBhvr>
                                          <p:tavLst>
                                            <p:tav tm="0">
                                              <p:val>
                                                <p:strVal val="ppt_x"/>
                                              </p:val>
                                            </p:tav>
                                            <p:tav tm="100000">
                                              <p:val>
                                                <p:strVal val="0-ppt_w/2"/>
                                              </p:val>
                                            </p:tav>
                                          </p:tavLst>
                                        </p:anim>
                                        <p:anim calcmode="lin" valueType="num">
                                          <p:cBhvr additive="base">
                                            <p:cTn id="72" dur="500"/>
                                            <p:tgtEl>
                                              <p:spTgt spid="14"/>
                                            </p:tgtEl>
                                            <p:attrNameLst>
                                              <p:attrName>ppt_y</p:attrName>
                                            </p:attrNameLst>
                                          </p:cBhvr>
                                          <p:tavLst>
                                            <p:tav tm="0">
                                              <p:val>
                                                <p:strVal val="ppt_y"/>
                                              </p:val>
                                            </p:tav>
                                            <p:tav tm="100000">
                                              <p:val>
                                                <p:strVal val="1+ppt_h/2"/>
                                              </p:val>
                                            </p:tav>
                                          </p:tavLst>
                                        </p:anim>
                                        <p:set>
                                          <p:cBhvr>
                                            <p:cTn id="73" dur="1" fill="hold">
                                              <p:stCondLst>
                                                <p:cond delay="499"/>
                                              </p:stCondLst>
                                            </p:cTn>
                                            <p:tgtEl>
                                              <p:spTgt spid="14"/>
                                            </p:tgtEl>
                                            <p:attrNameLst>
                                              <p:attrName>style.visibility</p:attrName>
                                            </p:attrNameLst>
                                          </p:cBhvr>
                                          <p:to>
                                            <p:strVal val="hidden"/>
                                          </p:to>
                                        </p:set>
                                      </p:childTnLst>
                                    </p:cTn>
                                  </p:par>
                                  <p:par>
                                    <p:cTn id="74" presetID="2" presetClass="exit" presetSubtype="3" accel="100000" fill="hold" grpId="1" nodeType="withEffect">
                                      <p:stCondLst>
                                        <p:cond delay="0"/>
                                      </p:stCondLst>
                                      <p:childTnLst>
                                        <p:anim calcmode="lin" valueType="num">
                                          <p:cBhvr additive="base">
                                            <p:cTn id="75" dur="500"/>
                                            <p:tgtEl>
                                              <p:spTgt spid="5"/>
                                            </p:tgtEl>
                                            <p:attrNameLst>
                                              <p:attrName>ppt_x</p:attrName>
                                            </p:attrNameLst>
                                          </p:cBhvr>
                                          <p:tavLst>
                                            <p:tav tm="0">
                                              <p:val>
                                                <p:strVal val="ppt_x"/>
                                              </p:val>
                                            </p:tav>
                                            <p:tav tm="100000">
                                              <p:val>
                                                <p:strVal val="1+ppt_w/2"/>
                                              </p:val>
                                            </p:tav>
                                          </p:tavLst>
                                        </p:anim>
                                        <p:anim calcmode="lin" valueType="num">
                                          <p:cBhvr additive="base">
                                            <p:cTn id="76" dur="500"/>
                                            <p:tgtEl>
                                              <p:spTgt spid="5"/>
                                            </p:tgtEl>
                                            <p:attrNameLst>
                                              <p:attrName>ppt_y</p:attrName>
                                            </p:attrNameLst>
                                          </p:cBhvr>
                                          <p:tavLst>
                                            <p:tav tm="0">
                                              <p:val>
                                                <p:strVal val="ppt_y"/>
                                              </p:val>
                                            </p:tav>
                                            <p:tav tm="100000">
                                              <p:val>
                                                <p:strVal val="0-ppt_h/2"/>
                                              </p:val>
                                            </p:tav>
                                          </p:tavLst>
                                        </p:anim>
                                        <p:set>
                                          <p:cBhvr>
                                            <p:cTn id="77" dur="1" fill="hold">
                                              <p:stCondLst>
                                                <p:cond delay="499"/>
                                              </p:stCondLst>
                                            </p:cTn>
                                            <p:tgtEl>
                                              <p:spTgt spid="5"/>
                                            </p:tgtEl>
                                            <p:attrNameLst>
                                              <p:attrName>style.visibility</p:attrName>
                                            </p:attrNameLst>
                                          </p:cBhvr>
                                          <p:to>
                                            <p:strVal val="hidden"/>
                                          </p:to>
                                        </p:set>
                                      </p:childTnLst>
                                    </p:cTn>
                                  </p:par>
                                  <p:par>
                                    <p:cTn id="78" presetID="2" presetClass="exit" presetSubtype="12" fill="hold" grpId="1" nodeType="withEffect">
                                      <p:stCondLst>
                                        <p:cond delay="100"/>
                                      </p:stCondLst>
                                      <p:childTnLst>
                                        <p:anim calcmode="lin" valueType="num">
                                          <p:cBhvr additive="base">
                                            <p:cTn id="79" dur="500"/>
                                            <p:tgtEl>
                                              <p:spTgt spid="13"/>
                                            </p:tgtEl>
                                            <p:attrNameLst>
                                              <p:attrName>ppt_x</p:attrName>
                                            </p:attrNameLst>
                                          </p:cBhvr>
                                          <p:tavLst>
                                            <p:tav tm="0">
                                              <p:val>
                                                <p:strVal val="ppt_x"/>
                                              </p:val>
                                            </p:tav>
                                            <p:tav tm="100000">
                                              <p:val>
                                                <p:strVal val="0-ppt_w/2"/>
                                              </p:val>
                                            </p:tav>
                                          </p:tavLst>
                                        </p:anim>
                                        <p:anim calcmode="lin" valueType="num">
                                          <p:cBhvr additive="base">
                                            <p:cTn id="80" dur="500"/>
                                            <p:tgtEl>
                                              <p:spTgt spid="13"/>
                                            </p:tgtEl>
                                            <p:attrNameLst>
                                              <p:attrName>ppt_y</p:attrName>
                                            </p:attrNameLst>
                                          </p:cBhvr>
                                          <p:tavLst>
                                            <p:tav tm="0">
                                              <p:val>
                                                <p:strVal val="ppt_y"/>
                                              </p:val>
                                            </p:tav>
                                            <p:tav tm="100000">
                                              <p:val>
                                                <p:strVal val="1+ppt_h/2"/>
                                              </p:val>
                                            </p:tav>
                                          </p:tavLst>
                                        </p:anim>
                                        <p:set>
                                          <p:cBhvr>
                                            <p:cTn id="81" dur="1" fill="hold">
                                              <p:stCondLst>
                                                <p:cond delay="499"/>
                                              </p:stCondLst>
                                            </p:cTn>
                                            <p:tgtEl>
                                              <p:spTgt spid="13"/>
                                            </p:tgtEl>
                                            <p:attrNameLst>
                                              <p:attrName>style.visibility</p:attrName>
                                            </p:attrNameLst>
                                          </p:cBhvr>
                                          <p:to>
                                            <p:strVal val="hidden"/>
                                          </p:to>
                                        </p:set>
                                      </p:childTnLst>
                                    </p:cTn>
                                  </p:par>
                                  <p:par>
                                    <p:cTn id="82" presetID="2" presetClass="exit" presetSubtype="3" accel="100000" fill="hold" grpId="1" nodeType="withEffect">
                                      <p:stCondLst>
                                        <p:cond delay="100"/>
                                      </p:stCondLst>
                                      <p:childTnLst>
                                        <p:anim calcmode="lin" valueType="num">
                                          <p:cBhvr additive="base">
                                            <p:cTn id="83" dur="500"/>
                                            <p:tgtEl>
                                              <p:spTgt spid="4"/>
                                            </p:tgtEl>
                                            <p:attrNameLst>
                                              <p:attrName>ppt_x</p:attrName>
                                            </p:attrNameLst>
                                          </p:cBhvr>
                                          <p:tavLst>
                                            <p:tav tm="0">
                                              <p:val>
                                                <p:strVal val="ppt_x"/>
                                              </p:val>
                                            </p:tav>
                                            <p:tav tm="100000">
                                              <p:val>
                                                <p:strVal val="1+ppt_w/2"/>
                                              </p:val>
                                            </p:tav>
                                          </p:tavLst>
                                        </p:anim>
                                        <p:anim calcmode="lin" valueType="num">
                                          <p:cBhvr additive="base">
                                            <p:cTn id="84" dur="500"/>
                                            <p:tgtEl>
                                              <p:spTgt spid="4"/>
                                            </p:tgtEl>
                                            <p:attrNameLst>
                                              <p:attrName>ppt_y</p:attrName>
                                            </p:attrNameLst>
                                          </p:cBhvr>
                                          <p:tavLst>
                                            <p:tav tm="0">
                                              <p:val>
                                                <p:strVal val="ppt_y"/>
                                              </p:val>
                                            </p:tav>
                                            <p:tav tm="100000">
                                              <p:val>
                                                <p:strVal val="0-ppt_h/2"/>
                                              </p:val>
                                            </p:tav>
                                          </p:tavLst>
                                        </p:anim>
                                        <p:set>
                                          <p:cBhvr>
                                            <p:cTn id="85" dur="1" fill="hold">
                                              <p:stCondLst>
                                                <p:cond delay="499"/>
                                              </p:stCondLst>
                                            </p:cTn>
                                            <p:tgtEl>
                                              <p:spTgt spid="4"/>
                                            </p:tgtEl>
                                            <p:attrNameLst>
                                              <p:attrName>style.visibility</p:attrName>
                                            </p:attrNameLst>
                                          </p:cBhvr>
                                          <p:to>
                                            <p:strVal val="hidden"/>
                                          </p:to>
                                        </p:set>
                                      </p:childTnLst>
                                    </p:cTn>
                                  </p:par>
                                  <p:par>
                                    <p:cTn id="86" presetID="2" presetClass="exit" presetSubtype="12" fill="hold" grpId="1" nodeType="withEffect">
                                      <p:stCondLst>
                                        <p:cond delay="200"/>
                                      </p:stCondLst>
                                      <p:childTnLst>
                                        <p:anim calcmode="lin" valueType="num">
                                          <p:cBhvr additive="base">
                                            <p:cTn id="87" dur="500"/>
                                            <p:tgtEl>
                                              <p:spTgt spid="7"/>
                                            </p:tgtEl>
                                            <p:attrNameLst>
                                              <p:attrName>ppt_x</p:attrName>
                                            </p:attrNameLst>
                                          </p:cBhvr>
                                          <p:tavLst>
                                            <p:tav tm="0">
                                              <p:val>
                                                <p:strVal val="ppt_x"/>
                                              </p:val>
                                            </p:tav>
                                            <p:tav tm="100000">
                                              <p:val>
                                                <p:strVal val="0-ppt_w/2"/>
                                              </p:val>
                                            </p:tav>
                                          </p:tavLst>
                                        </p:anim>
                                        <p:anim calcmode="lin" valueType="num">
                                          <p:cBhvr additive="base">
                                            <p:cTn id="88" dur="500"/>
                                            <p:tgtEl>
                                              <p:spTgt spid="7"/>
                                            </p:tgtEl>
                                            <p:attrNameLst>
                                              <p:attrName>ppt_y</p:attrName>
                                            </p:attrNameLst>
                                          </p:cBhvr>
                                          <p:tavLst>
                                            <p:tav tm="0">
                                              <p:val>
                                                <p:strVal val="ppt_y"/>
                                              </p:val>
                                            </p:tav>
                                            <p:tav tm="100000">
                                              <p:val>
                                                <p:strVal val="1+ppt_h/2"/>
                                              </p:val>
                                            </p:tav>
                                          </p:tavLst>
                                        </p:anim>
                                        <p:set>
                                          <p:cBhvr>
                                            <p:cTn id="89" dur="1" fill="hold">
                                              <p:stCondLst>
                                                <p:cond delay="499"/>
                                              </p:stCondLst>
                                            </p:cTn>
                                            <p:tgtEl>
                                              <p:spTgt spid="7"/>
                                            </p:tgtEl>
                                            <p:attrNameLst>
                                              <p:attrName>style.visibility</p:attrName>
                                            </p:attrNameLst>
                                          </p:cBhvr>
                                          <p:to>
                                            <p:strVal val="hidden"/>
                                          </p:to>
                                        </p:set>
                                      </p:childTnLst>
                                    </p:cTn>
                                  </p:par>
                                </p:childTnLst>
                              </p:cTn>
                            </p:par>
                            <p:par>
                              <p:cTn id="90" fill="hold">
                                <p:stCondLst>
                                  <p:cond delay="1000"/>
                                </p:stCondLst>
                                <p:childTnLst>
                                  <p:par>
                                    <p:cTn id="91" presetID="42" presetClass="path" presetSubtype="0" accel="50000" decel="50000" fill="hold" nodeType="afterEffect">
                                      <p:stCondLst>
                                        <p:cond delay="0"/>
                                      </p:stCondLst>
                                      <p:childTnLst>
                                        <p:animMotion origin="layout" path="M 0 0 L 0 -1.389068E-02" pathEditMode="relative" ptsTypes="">
                                          <p:cBhvr>
                                            <p:cTn id="92" dur="17" fill="hold"/>
                                            <p:tgtEl>
                                              <p:spTgt spid="6"/>
                                            </p:tgtEl>
                                            <p:attrNameLst>
                                              <p:attrName>ppt_x</p:attrName>
                                              <p:attrName>ppt_y</p:attrName>
                                            </p:attrNameLst>
                                          </p:cBhvr>
                                        </p:animMotion>
                                      </p:childTnLst>
                                    </p:cTn>
                                  </p:par>
                                  <p:par>
                                    <p:cTn id="93" presetID="42" presetClass="path" presetSubtype="0" accel="50000" decel="50000" fill="hold" nodeType="withEffect">
                                      <p:stCondLst>
                                        <p:cond delay="17"/>
                                      </p:stCondLst>
                                      <p:childTnLst>
                                        <p:animMotion origin="layout" path="M 0 -1.389068E-02 L 0 -2.705888E-02" pathEditMode="relative" ptsTypes="">
                                          <p:cBhvr>
                                            <p:cTn id="94" dur="17" fill="hold"/>
                                            <p:tgtEl>
                                              <p:spTgt spid="6"/>
                                            </p:tgtEl>
                                            <p:attrNameLst>
                                              <p:attrName>ppt_x</p:attrName>
                                              <p:attrName>ppt_y</p:attrName>
                                            </p:attrNameLst>
                                          </p:cBhvr>
                                        </p:animMotion>
                                      </p:childTnLst>
                                    </p:cTn>
                                  </p:par>
                                  <p:par>
                                    <p:cTn id="95" presetID="42" presetClass="path" presetSubtype="0" accel="50000" decel="50000" fill="hold" nodeType="withEffect">
                                      <p:stCondLst>
                                        <p:cond delay="33"/>
                                      </p:stCondLst>
                                      <p:childTnLst>
                                        <p:animMotion origin="layout" path="M 0 -2.705888E-02 L 0 -3.950457E-02" pathEditMode="relative" ptsTypes="">
                                          <p:cBhvr>
                                            <p:cTn id="96" dur="17" fill="hold"/>
                                            <p:tgtEl>
                                              <p:spTgt spid="6"/>
                                            </p:tgtEl>
                                            <p:attrNameLst>
                                              <p:attrName>ppt_x</p:attrName>
                                              <p:attrName>ppt_y</p:attrName>
                                            </p:attrNameLst>
                                          </p:cBhvr>
                                        </p:animMotion>
                                      </p:childTnLst>
                                    </p:cTn>
                                  </p:par>
                                  <p:par>
                                    <p:cTn id="97" presetID="42" presetClass="path" presetSubtype="0" accel="50000" decel="50000" fill="hold" nodeType="withEffect">
                                      <p:stCondLst>
                                        <p:cond delay="50"/>
                                      </p:stCondLst>
                                      <p:childTnLst>
                                        <p:animMotion origin="layout" path="M 0 -3.950457E-02 L 0 -5.122777E-02" pathEditMode="relative" ptsTypes="">
                                          <p:cBhvr>
                                            <p:cTn id="98" dur="17" fill="hold"/>
                                            <p:tgtEl>
                                              <p:spTgt spid="6"/>
                                            </p:tgtEl>
                                            <p:attrNameLst>
                                              <p:attrName>ppt_x</p:attrName>
                                              <p:attrName>ppt_y</p:attrName>
                                            </p:attrNameLst>
                                          </p:cBhvr>
                                        </p:animMotion>
                                      </p:childTnLst>
                                    </p:cTn>
                                  </p:par>
                                  <p:par>
                                    <p:cTn id="99" presetID="42" presetClass="path" presetSubtype="0" accel="50000" decel="50000" fill="hold" nodeType="withEffect">
                                      <p:stCondLst>
                                        <p:cond delay="67"/>
                                      </p:stCondLst>
                                      <p:childTnLst>
                                        <p:animMotion origin="layout" path="M 0 -5.122777E-02 L 0 -6.222849E-02" pathEditMode="relative" ptsTypes="">
                                          <p:cBhvr>
                                            <p:cTn id="100" dur="17" fill="hold"/>
                                            <p:tgtEl>
                                              <p:spTgt spid="6"/>
                                            </p:tgtEl>
                                            <p:attrNameLst>
                                              <p:attrName>ppt_x</p:attrName>
                                              <p:attrName>ppt_y</p:attrName>
                                            </p:attrNameLst>
                                          </p:cBhvr>
                                        </p:animMotion>
                                      </p:childTnLst>
                                    </p:cTn>
                                  </p:par>
                                  <p:par>
                                    <p:cTn id="101" presetID="42" presetClass="path" presetSubtype="0" accel="50000" decel="50000" fill="hold" nodeType="withEffect">
                                      <p:stCondLst>
                                        <p:cond delay="83"/>
                                      </p:stCondLst>
                                      <p:childTnLst>
                                        <p:animMotion origin="layout" path="M 0 -6.222849E-02 L 0 -0.0725067" pathEditMode="relative" ptsTypes="">
                                          <p:cBhvr>
                                            <p:cTn id="102" dur="17" fill="hold"/>
                                            <p:tgtEl>
                                              <p:spTgt spid="6"/>
                                            </p:tgtEl>
                                            <p:attrNameLst>
                                              <p:attrName>ppt_x</p:attrName>
                                              <p:attrName>ppt_y</p:attrName>
                                            </p:attrNameLst>
                                          </p:cBhvr>
                                        </p:animMotion>
                                      </p:childTnLst>
                                    </p:cTn>
                                  </p:par>
                                  <p:par>
                                    <p:cTn id="103" presetID="42" presetClass="path" presetSubtype="0" accel="50000" decel="50000" fill="hold" nodeType="withEffect">
                                      <p:stCondLst>
                                        <p:cond delay="100"/>
                                      </p:stCondLst>
                                      <p:childTnLst>
                                        <p:animMotion origin="layout" path="M 0 -0.0725067 L 0 -8.206242E-02" pathEditMode="relative" ptsTypes="">
                                          <p:cBhvr>
                                            <p:cTn id="104" dur="17" fill="hold"/>
                                            <p:tgtEl>
                                              <p:spTgt spid="6"/>
                                            </p:tgtEl>
                                            <p:attrNameLst>
                                              <p:attrName>ppt_x</p:attrName>
                                              <p:attrName>ppt_y</p:attrName>
                                            </p:attrNameLst>
                                          </p:cBhvr>
                                        </p:animMotion>
                                      </p:childTnLst>
                                    </p:cTn>
                                  </p:par>
                                  <p:par>
                                    <p:cTn id="105" presetID="42" presetClass="path" presetSubtype="0" accel="50000" decel="50000" fill="hold" nodeType="withEffect">
                                      <p:stCondLst>
                                        <p:cond delay="117"/>
                                      </p:stCondLst>
                                      <p:childTnLst>
                                        <p:animMotion origin="layout" path="M 0 -8.206242E-02 L 0 -9.089565E-02" pathEditMode="relative" ptsTypes="">
                                          <p:cBhvr>
                                            <p:cTn id="106" dur="17" fill="hold"/>
                                            <p:tgtEl>
                                              <p:spTgt spid="6"/>
                                            </p:tgtEl>
                                            <p:attrNameLst>
                                              <p:attrName>ppt_x</p:attrName>
                                              <p:attrName>ppt_y</p:attrName>
                                            </p:attrNameLst>
                                          </p:cBhvr>
                                        </p:animMotion>
                                      </p:childTnLst>
                                    </p:cTn>
                                  </p:par>
                                  <p:par>
                                    <p:cTn id="107" presetID="42" presetClass="path" presetSubtype="0" accel="50000" decel="50000" fill="hold" nodeType="withEffect">
                                      <p:stCondLst>
                                        <p:cond delay="133"/>
                                      </p:stCondLst>
                                      <p:childTnLst>
                                        <p:animMotion origin="layout" path="M 0 -9.089565E-02 L 0 -9.900638E-02" pathEditMode="relative" ptsTypes="">
                                          <p:cBhvr>
                                            <p:cTn id="108" dur="17" fill="hold"/>
                                            <p:tgtEl>
                                              <p:spTgt spid="6"/>
                                            </p:tgtEl>
                                            <p:attrNameLst>
                                              <p:attrName>ppt_x</p:attrName>
                                              <p:attrName>ppt_y</p:attrName>
                                            </p:attrNameLst>
                                          </p:cBhvr>
                                        </p:animMotion>
                                      </p:childTnLst>
                                    </p:cTn>
                                  </p:par>
                                  <p:par>
                                    <p:cTn id="109" presetID="42" presetClass="path" presetSubtype="0" accel="50000" decel="50000" fill="hold" nodeType="withEffect">
                                      <p:stCondLst>
                                        <p:cond delay="150"/>
                                      </p:stCondLst>
                                      <p:childTnLst>
                                        <p:animMotion origin="layout" path="M 0 -9.900638E-02 L 0 -0.1063946" pathEditMode="relative" ptsTypes="">
                                          <p:cBhvr>
                                            <p:cTn id="110" dur="17" fill="hold"/>
                                            <p:tgtEl>
                                              <p:spTgt spid="6"/>
                                            </p:tgtEl>
                                            <p:attrNameLst>
                                              <p:attrName>ppt_x</p:attrName>
                                              <p:attrName>ppt_y</p:attrName>
                                            </p:attrNameLst>
                                          </p:cBhvr>
                                        </p:animMotion>
                                      </p:childTnLst>
                                    </p:cTn>
                                  </p:par>
                                  <p:par>
                                    <p:cTn id="111" presetID="42" presetClass="path" presetSubtype="0" accel="50000" decel="50000" fill="hold" nodeType="withEffect">
                                      <p:stCondLst>
                                        <p:cond delay="167"/>
                                      </p:stCondLst>
                                      <p:childTnLst>
                                        <p:animMotion origin="layout" path="M 0 -0.1063946 L 0 -0.1130604" pathEditMode="relative" ptsTypes="">
                                          <p:cBhvr>
                                            <p:cTn id="112" dur="17" fill="hold"/>
                                            <p:tgtEl>
                                              <p:spTgt spid="6"/>
                                            </p:tgtEl>
                                            <p:attrNameLst>
                                              <p:attrName>ppt_x</p:attrName>
                                              <p:attrName>ppt_y</p:attrName>
                                            </p:attrNameLst>
                                          </p:cBhvr>
                                        </p:animMotion>
                                      </p:childTnLst>
                                    </p:cTn>
                                  </p:par>
                                  <p:par>
                                    <p:cTn id="113" presetID="42" presetClass="path" presetSubtype="0" accel="50000" decel="50000" fill="hold" nodeType="withEffect">
                                      <p:stCondLst>
                                        <p:cond delay="183"/>
                                      </p:stCondLst>
                                      <p:childTnLst>
                                        <p:animMotion origin="layout" path="M 0 -0.1130604 L 0 -0.1190036" pathEditMode="relative" ptsTypes="">
                                          <p:cBhvr>
                                            <p:cTn id="114" dur="17" fill="hold"/>
                                            <p:tgtEl>
                                              <p:spTgt spid="6"/>
                                            </p:tgtEl>
                                            <p:attrNameLst>
                                              <p:attrName>ppt_x</p:attrName>
                                              <p:attrName>ppt_y</p:attrName>
                                            </p:attrNameLst>
                                          </p:cBhvr>
                                        </p:animMotion>
                                      </p:childTnLst>
                                    </p:cTn>
                                  </p:par>
                                  <p:par>
                                    <p:cTn id="115" presetID="42" presetClass="path" presetSubtype="0" accel="50000" decel="50000" fill="hold" nodeType="withEffect">
                                      <p:stCondLst>
                                        <p:cond delay="200"/>
                                      </p:stCondLst>
                                      <p:childTnLst>
                                        <p:animMotion origin="layout" path="M 0 -0.1190036 L 0 -0.1242244" pathEditMode="relative" ptsTypes="">
                                          <p:cBhvr>
                                            <p:cTn id="116" dur="17" fill="hold"/>
                                            <p:tgtEl>
                                              <p:spTgt spid="6"/>
                                            </p:tgtEl>
                                            <p:attrNameLst>
                                              <p:attrName>ppt_x</p:attrName>
                                              <p:attrName>ppt_y</p:attrName>
                                            </p:attrNameLst>
                                          </p:cBhvr>
                                        </p:animMotion>
                                      </p:childTnLst>
                                    </p:cTn>
                                  </p:par>
                                  <p:par>
                                    <p:cTn id="117" presetID="42" presetClass="path" presetSubtype="0" accel="50000" decel="50000" fill="hold" nodeType="withEffect">
                                      <p:stCondLst>
                                        <p:cond delay="217"/>
                                      </p:stCondLst>
                                      <p:childTnLst>
                                        <p:animMotion origin="layout" path="M 0 -0.1242244 L 0 -0.1287227" pathEditMode="relative" ptsTypes="">
                                          <p:cBhvr>
                                            <p:cTn id="118" dur="17" fill="hold"/>
                                            <p:tgtEl>
                                              <p:spTgt spid="6"/>
                                            </p:tgtEl>
                                            <p:attrNameLst>
                                              <p:attrName>ppt_x</p:attrName>
                                              <p:attrName>ppt_y</p:attrName>
                                            </p:attrNameLst>
                                          </p:cBhvr>
                                        </p:animMotion>
                                      </p:childTnLst>
                                    </p:cTn>
                                  </p:par>
                                  <p:par>
                                    <p:cTn id="119" presetID="42" presetClass="path" presetSubtype="0" accel="50000" decel="50000" fill="hold" nodeType="withEffect">
                                      <p:stCondLst>
                                        <p:cond delay="233"/>
                                      </p:stCondLst>
                                      <p:childTnLst>
                                        <p:animMotion origin="layout" path="M 0 -0.1287227 L 0 -0.1324984" pathEditMode="relative" ptsTypes="">
                                          <p:cBhvr>
                                            <p:cTn id="120" dur="17" fill="hold"/>
                                            <p:tgtEl>
                                              <p:spTgt spid="6"/>
                                            </p:tgtEl>
                                            <p:attrNameLst>
                                              <p:attrName>ppt_x</p:attrName>
                                              <p:attrName>ppt_y</p:attrName>
                                            </p:attrNameLst>
                                          </p:cBhvr>
                                        </p:animMotion>
                                      </p:childTnLst>
                                    </p:cTn>
                                  </p:par>
                                  <p:par>
                                    <p:cTn id="121" presetID="42" presetClass="path" presetSubtype="0" accel="50000" decel="50000" fill="hold" nodeType="withEffect">
                                      <p:stCondLst>
                                        <p:cond delay="250"/>
                                      </p:stCondLst>
                                      <p:childTnLst>
                                        <p:animMotion origin="layout" path="M 0 -0.1324984 L 0 -0.1355517" pathEditMode="relative" ptsTypes="">
                                          <p:cBhvr>
                                            <p:cTn id="122" dur="17" fill="hold"/>
                                            <p:tgtEl>
                                              <p:spTgt spid="6"/>
                                            </p:tgtEl>
                                            <p:attrNameLst>
                                              <p:attrName>ppt_x</p:attrName>
                                              <p:attrName>ppt_y</p:attrName>
                                            </p:attrNameLst>
                                          </p:cBhvr>
                                        </p:animMotion>
                                      </p:childTnLst>
                                    </p:cTn>
                                  </p:par>
                                  <p:par>
                                    <p:cTn id="123" presetID="42" presetClass="path" presetSubtype="0" accel="50000" decel="50000" fill="hold" nodeType="withEffect">
                                      <p:stCondLst>
                                        <p:cond delay="267"/>
                                      </p:stCondLst>
                                      <p:childTnLst>
                                        <p:animMotion origin="layout" path="M 0 -0.1355517 L 0 -0.1378825" pathEditMode="relative" ptsTypes="">
                                          <p:cBhvr>
                                            <p:cTn id="124" dur="17" fill="hold"/>
                                            <p:tgtEl>
                                              <p:spTgt spid="6"/>
                                            </p:tgtEl>
                                            <p:attrNameLst>
                                              <p:attrName>ppt_x</p:attrName>
                                              <p:attrName>ppt_y</p:attrName>
                                            </p:attrNameLst>
                                          </p:cBhvr>
                                        </p:animMotion>
                                      </p:childTnLst>
                                    </p:cTn>
                                  </p:par>
                                  <p:par>
                                    <p:cTn id="125" presetID="42" presetClass="path" presetSubtype="0" accel="50000" decel="50000" fill="hold" nodeType="withEffect">
                                      <p:stCondLst>
                                        <p:cond delay="283"/>
                                      </p:stCondLst>
                                      <p:childTnLst>
                                        <p:animMotion origin="layout" path="M 0 -0.1378825 L 0 -0.1394908" pathEditMode="relative" ptsTypes="">
                                          <p:cBhvr>
                                            <p:cTn id="126" dur="17" fill="hold"/>
                                            <p:tgtEl>
                                              <p:spTgt spid="6"/>
                                            </p:tgtEl>
                                            <p:attrNameLst>
                                              <p:attrName>ppt_x</p:attrName>
                                              <p:attrName>ppt_y</p:attrName>
                                            </p:attrNameLst>
                                          </p:cBhvr>
                                        </p:animMotion>
                                      </p:childTnLst>
                                    </p:cTn>
                                  </p:par>
                                  <p:par>
                                    <p:cTn id="127" presetID="42" presetClass="path" presetSubtype="0" accel="50000" decel="50000" fill="hold" nodeType="withEffect">
                                      <p:stCondLst>
                                        <p:cond delay="300"/>
                                      </p:stCondLst>
                                      <p:childTnLst>
                                        <p:animMotion origin="layout" path="M 0 -0.1394908 L 0 -0.1403766" pathEditMode="relative" ptsTypes="">
                                          <p:cBhvr>
                                            <p:cTn id="128" dur="17" fill="hold"/>
                                            <p:tgtEl>
                                              <p:spTgt spid="6"/>
                                            </p:tgtEl>
                                            <p:attrNameLst>
                                              <p:attrName>ppt_x</p:attrName>
                                              <p:attrName>ppt_y</p:attrName>
                                            </p:attrNameLst>
                                          </p:cBhvr>
                                        </p:animMotion>
                                      </p:childTnLst>
                                    </p:cTn>
                                  </p:par>
                                  <p:par>
                                    <p:cTn id="129" presetID="42" presetClass="path" presetSubtype="0" accel="50000" decel="50000" fill="hold" nodeType="withEffect">
                                      <p:stCondLst>
                                        <p:cond delay="317"/>
                                      </p:stCondLst>
                                      <p:childTnLst>
                                        <p:animMotion origin="layout" path="M 0 -0.1403766 L 0 -0.1405399" pathEditMode="relative" ptsTypes="">
                                          <p:cBhvr>
                                            <p:cTn id="130" dur="17" fill="hold"/>
                                            <p:tgtEl>
                                              <p:spTgt spid="6"/>
                                            </p:tgtEl>
                                            <p:attrNameLst>
                                              <p:attrName>ppt_x</p:attrName>
                                              <p:attrName>ppt_y</p:attrName>
                                            </p:attrNameLst>
                                          </p:cBhvr>
                                        </p:animMotion>
                                      </p:childTnLst>
                                    </p:cTn>
                                  </p:par>
                                  <p:par>
                                    <p:cTn id="131" presetID="42" presetClass="path" presetSubtype="0" accel="50000" decel="50000" fill="hold" nodeType="withEffect">
                                      <p:stCondLst>
                                        <p:cond delay="333"/>
                                      </p:stCondLst>
                                      <p:childTnLst>
                                        <p:animMotion origin="layout" path="M 0 -0.1405399 L 0 -0.1399807" pathEditMode="relative" ptsTypes="">
                                          <p:cBhvr>
                                            <p:cTn id="132" dur="17" fill="hold"/>
                                            <p:tgtEl>
                                              <p:spTgt spid="6"/>
                                            </p:tgtEl>
                                            <p:attrNameLst>
                                              <p:attrName>ppt_x</p:attrName>
                                              <p:attrName>ppt_y</p:attrName>
                                            </p:attrNameLst>
                                          </p:cBhvr>
                                        </p:animMotion>
                                      </p:childTnLst>
                                    </p:cTn>
                                  </p:par>
                                  <p:par>
                                    <p:cTn id="133" presetID="42" presetClass="path" presetSubtype="0" accel="50000" decel="50000" fill="hold" nodeType="withEffect">
                                      <p:stCondLst>
                                        <p:cond delay="350"/>
                                      </p:stCondLst>
                                      <p:childTnLst>
                                        <p:animMotion origin="layout" path="M 0 -0.1399807 L 0 -0.138699" pathEditMode="relative" ptsTypes="">
                                          <p:cBhvr>
                                            <p:cTn id="134" dur="17" fill="hold"/>
                                            <p:tgtEl>
                                              <p:spTgt spid="6"/>
                                            </p:tgtEl>
                                            <p:attrNameLst>
                                              <p:attrName>ppt_x</p:attrName>
                                              <p:attrName>ppt_y</p:attrName>
                                            </p:attrNameLst>
                                          </p:cBhvr>
                                        </p:animMotion>
                                      </p:childTnLst>
                                    </p:cTn>
                                  </p:par>
                                  <p:par>
                                    <p:cTn id="135" presetID="42" presetClass="path" presetSubtype="0" accel="50000" decel="50000" fill="hold" nodeType="withEffect">
                                      <p:stCondLst>
                                        <p:cond delay="367"/>
                                      </p:stCondLst>
                                      <p:childTnLst>
                                        <p:animMotion origin="layout" path="M 0 -0.138699 L 0 -0.1366948" pathEditMode="relative" ptsTypes="">
                                          <p:cBhvr>
                                            <p:cTn id="136" dur="17" fill="hold"/>
                                            <p:tgtEl>
                                              <p:spTgt spid="6"/>
                                            </p:tgtEl>
                                            <p:attrNameLst>
                                              <p:attrName>ppt_x</p:attrName>
                                              <p:attrName>ppt_y</p:attrName>
                                            </p:attrNameLst>
                                          </p:cBhvr>
                                        </p:animMotion>
                                      </p:childTnLst>
                                    </p:cTn>
                                  </p:par>
                                  <p:par>
                                    <p:cTn id="137" presetID="42" presetClass="path" presetSubtype="0" accel="50000" decel="50000" fill="hold" nodeType="withEffect">
                                      <p:stCondLst>
                                        <p:cond delay="383"/>
                                      </p:stCondLst>
                                      <p:childTnLst>
                                        <p:animMotion origin="layout" path="M 0 -0.1366948 L 0 -0.1339682" pathEditMode="relative" ptsTypes="">
                                          <p:cBhvr>
                                            <p:cTn id="138" dur="17" fill="hold"/>
                                            <p:tgtEl>
                                              <p:spTgt spid="6"/>
                                            </p:tgtEl>
                                            <p:attrNameLst>
                                              <p:attrName>ppt_x</p:attrName>
                                              <p:attrName>ppt_y</p:attrName>
                                            </p:attrNameLst>
                                          </p:cBhvr>
                                        </p:animMotion>
                                      </p:childTnLst>
                                    </p:cTn>
                                  </p:par>
                                  <p:par>
                                    <p:cTn id="139" presetID="42" presetClass="path" presetSubtype="0" accel="50000" decel="50000" fill="hold" nodeType="withEffect">
                                      <p:stCondLst>
                                        <p:cond delay="400"/>
                                      </p:stCondLst>
                                      <p:childTnLst>
                                        <p:animMotion origin="layout" path="M 0 -0.1339682 L 0 -0.130519" pathEditMode="relative" ptsTypes="">
                                          <p:cBhvr>
                                            <p:cTn id="140" dur="17" fill="hold"/>
                                            <p:tgtEl>
                                              <p:spTgt spid="6"/>
                                            </p:tgtEl>
                                            <p:attrNameLst>
                                              <p:attrName>ppt_x</p:attrName>
                                              <p:attrName>ppt_y</p:attrName>
                                            </p:attrNameLst>
                                          </p:cBhvr>
                                        </p:animMotion>
                                      </p:childTnLst>
                                    </p:cTn>
                                  </p:par>
                                  <p:par>
                                    <p:cTn id="141" presetID="42" presetClass="path" presetSubtype="0" accel="50000" decel="50000" fill="hold" nodeType="withEffect">
                                      <p:stCondLst>
                                        <p:cond delay="417"/>
                                      </p:stCondLst>
                                      <p:childTnLst>
                                        <p:animMotion origin="layout" path="M 0 -0.130519 L 0 -0.1263473" pathEditMode="relative" ptsTypes="">
                                          <p:cBhvr>
                                            <p:cTn id="142" dur="17" fill="hold"/>
                                            <p:tgtEl>
                                              <p:spTgt spid="6"/>
                                            </p:tgtEl>
                                            <p:attrNameLst>
                                              <p:attrName>ppt_x</p:attrName>
                                              <p:attrName>ppt_y</p:attrName>
                                            </p:attrNameLst>
                                          </p:cBhvr>
                                        </p:animMotion>
                                      </p:childTnLst>
                                    </p:cTn>
                                  </p:par>
                                  <p:par>
                                    <p:cTn id="143" presetID="42" presetClass="path" presetSubtype="0" accel="50000" decel="50000" fill="hold" nodeType="withEffect">
                                      <p:stCondLst>
                                        <p:cond delay="433"/>
                                      </p:stCondLst>
                                      <p:childTnLst>
                                        <p:animMotion origin="layout" path="M 0 -0.1263473 L 0 -0.1214532" pathEditMode="relative" ptsTypes="">
                                          <p:cBhvr>
                                            <p:cTn id="144" dur="17" fill="hold"/>
                                            <p:tgtEl>
                                              <p:spTgt spid="6"/>
                                            </p:tgtEl>
                                            <p:attrNameLst>
                                              <p:attrName>ppt_x</p:attrName>
                                              <p:attrName>ppt_y</p:attrName>
                                            </p:attrNameLst>
                                          </p:cBhvr>
                                        </p:animMotion>
                                      </p:childTnLst>
                                    </p:cTn>
                                  </p:par>
                                  <p:par>
                                    <p:cTn id="145" presetID="42" presetClass="path" presetSubtype="0" accel="50000" decel="50000" fill="hold" nodeType="withEffect">
                                      <p:stCondLst>
                                        <p:cond delay="450"/>
                                      </p:stCondLst>
                                      <p:childTnLst>
                                        <p:animMotion origin="layout" path="M 0 -0.1214532 L 0 -0.1158365" pathEditMode="relative" ptsTypes="">
                                          <p:cBhvr>
                                            <p:cTn id="146" dur="17" fill="hold"/>
                                            <p:tgtEl>
                                              <p:spTgt spid="6"/>
                                            </p:tgtEl>
                                            <p:attrNameLst>
                                              <p:attrName>ppt_x</p:attrName>
                                              <p:attrName>ppt_y</p:attrName>
                                            </p:attrNameLst>
                                          </p:cBhvr>
                                        </p:animMotion>
                                      </p:childTnLst>
                                    </p:cTn>
                                  </p:par>
                                  <p:par>
                                    <p:cTn id="147" presetID="42" presetClass="path" presetSubtype="0" accel="50000" decel="50000" fill="hold" nodeType="withEffect">
                                      <p:stCondLst>
                                        <p:cond delay="467"/>
                                      </p:stCondLst>
                                      <p:childTnLst>
                                        <p:animMotion origin="layout" path="M 0 -0.1158365 L 0 -0.1094974" pathEditMode="relative" ptsTypes="">
                                          <p:cBhvr>
                                            <p:cTn id="148" dur="17" fill="hold"/>
                                            <p:tgtEl>
                                              <p:spTgt spid="6"/>
                                            </p:tgtEl>
                                            <p:attrNameLst>
                                              <p:attrName>ppt_x</p:attrName>
                                              <p:attrName>ppt_y</p:attrName>
                                            </p:attrNameLst>
                                          </p:cBhvr>
                                        </p:animMotion>
                                      </p:childTnLst>
                                    </p:cTn>
                                  </p:par>
                                  <p:par>
                                    <p:cTn id="149" presetID="42" presetClass="path" presetSubtype="0" accel="50000" decel="50000" fill="hold" nodeType="withEffect">
                                      <p:stCondLst>
                                        <p:cond delay="483"/>
                                      </p:stCondLst>
                                      <p:childTnLst>
                                        <p:animMotion origin="layout" path="M 0 -0.1094974 L 0 -0.1024358" pathEditMode="relative" ptsTypes="">
                                          <p:cBhvr>
                                            <p:cTn id="150" dur="17" fill="hold"/>
                                            <p:tgtEl>
                                              <p:spTgt spid="6"/>
                                            </p:tgtEl>
                                            <p:attrNameLst>
                                              <p:attrName>ppt_x</p:attrName>
                                              <p:attrName>ppt_y</p:attrName>
                                            </p:attrNameLst>
                                          </p:cBhvr>
                                        </p:animMotion>
                                      </p:childTnLst>
                                    </p:cTn>
                                  </p:par>
                                  <p:par>
                                    <p:cTn id="151" presetID="42" presetClass="path" presetSubtype="0" accel="50000" decel="50000" fill="hold" nodeType="withEffect">
                                      <p:stCondLst>
                                        <p:cond delay="500"/>
                                      </p:stCondLst>
                                      <p:childTnLst>
                                        <p:animMotion origin="layout" path="M 0 -0.1024358 L 0 -9.465163E-02" pathEditMode="relative" ptsTypes="">
                                          <p:cBhvr>
                                            <p:cTn id="152" dur="17" fill="hold"/>
                                            <p:tgtEl>
                                              <p:spTgt spid="6"/>
                                            </p:tgtEl>
                                            <p:attrNameLst>
                                              <p:attrName>ppt_x</p:attrName>
                                              <p:attrName>ppt_y</p:attrName>
                                            </p:attrNameLst>
                                          </p:cBhvr>
                                        </p:animMotion>
                                      </p:childTnLst>
                                    </p:cTn>
                                  </p:par>
                                  <p:par>
                                    <p:cTn id="153" presetID="42" presetClass="path" presetSubtype="0" accel="50000" decel="50000" fill="hold" nodeType="withEffect">
                                      <p:stCondLst>
                                        <p:cond delay="517"/>
                                      </p:stCondLst>
                                      <p:childTnLst>
                                        <p:animMotion origin="layout" path="M 0 -9.465163E-02 L 0 -8.614501E-02" pathEditMode="relative" ptsTypes="">
                                          <p:cBhvr>
                                            <p:cTn id="154" dur="17" fill="hold"/>
                                            <p:tgtEl>
                                              <p:spTgt spid="6"/>
                                            </p:tgtEl>
                                            <p:attrNameLst>
                                              <p:attrName>ppt_x</p:attrName>
                                              <p:attrName>ppt_y</p:attrName>
                                            </p:attrNameLst>
                                          </p:cBhvr>
                                        </p:animMotion>
                                      </p:childTnLst>
                                    </p:cTn>
                                  </p:par>
                                  <p:par>
                                    <p:cTn id="155" presetID="42" presetClass="path" presetSubtype="0" accel="50000" decel="50000" fill="hold" nodeType="withEffect">
                                      <p:stCondLst>
                                        <p:cond delay="533"/>
                                      </p:stCondLst>
                                      <p:childTnLst>
                                        <p:animMotion origin="layout" path="M 0 -8.614501E-02 L 0 -7.691589E-02" pathEditMode="relative" ptsTypes="">
                                          <p:cBhvr>
                                            <p:cTn id="156" dur="17" fill="hold"/>
                                            <p:tgtEl>
                                              <p:spTgt spid="6"/>
                                            </p:tgtEl>
                                            <p:attrNameLst>
                                              <p:attrName>ppt_x</p:attrName>
                                              <p:attrName>ppt_y</p:attrName>
                                            </p:attrNameLst>
                                          </p:cBhvr>
                                        </p:animMotion>
                                      </p:childTnLst>
                                    </p:cTn>
                                  </p:par>
                                  <p:par>
                                    <p:cTn id="157" presetID="42" presetClass="path" presetSubtype="0" accel="50000" decel="50000" fill="hold" nodeType="withEffect">
                                      <p:stCondLst>
                                        <p:cond delay="550"/>
                                      </p:stCondLst>
                                      <p:childTnLst>
                                        <p:animMotion origin="layout" path="M 0 -7.691589E-02 L 0 -6.696428E-02" pathEditMode="relative" ptsTypes="">
                                          <p:cBhvr>
                                            <p:cTn id="158" dur="17" fill="hold"/>
                                            <p:tgtEl>
                                              <p:spTgt spid="6"/>
                                            </p:tgtEl>
                                            <p:attrNameLst>
                                              <p:attrName>ppt_x</p:attrName>
                                              <p:attrName>ppt_y</p:attrName>
                                            </p:attrNameLst>
                                          </p:cBhvr>
                                        </p:animMotion>
                                      </p:childTnLst>
                                    </p:cTn>
                                  </p:par>
                                  <p:par>
                                    <p:cTn id="159" presetID="42" presetClass="path" presetSubtype="0" accel="50000" decel="50000" fill="hold" nodeType="withEffect">
                                      <p:stCondLst>
                                        <p:cond delay="567"/>
                                      </p:stCondLst>
                                      <p:childTnLst>
                                        <p:animMotion origin="layout" path="M 0 -6.696428E-02 L 0 -5.629018E-02" pathEditMode="relative" ptsTypes="">
                                          <p:cBhvr>
                                            <p:cTn id="160" dur="17" fill="hold"/>
                                            <p:tgtEl>
                                              <p:spTgt spid="6"/>
                                            </p:tgtEl>
                                            <p:attrNameLst>
                                              <p:attrName>ppt_x</p:attrName>
                                              <p:attrName>ppt_y</p:attrName>
                                            </p:attrNameLst>
                                          </p:cBhvr>
                                        </p:animMotion>
                                      </p:childTnLst>
                                    </p:cTn>
                                  </p:par>
                                  <p:par>
                                    <p:cTn id="161" presetID="42" presetClass="path" presetSubtype="0" accel="50000" decel="50000" fill="hold" nodeType="withEffect">
                                      <p:stCondLst>
                                        <p:cond delay="583"/>
                                      </p:stCondLst>
                                      <p:childTnLst>
                                        <p:animMotion origin="layout" path="M 0 -5.629018E-02 L 0 -4.489358E-02" pathEditMode="relative" ptsTypes="">
                                          <p:cBhvr>
                                            <p:cTn id="162" dur="17" fill="hold"/>
                                            <p:tgtEl>
                                              <p:spTgt spid="6"/>
                                            </p:tgtEl>
                                            <p:attrNameLst>
                                              <p:attrName>ppt_x</p:attrName>
                                              <p:attrName>ppt_y</p:attrName>
                                            </p:attrNameLst>
                                          </p:cBhvr>
                                        </p:animMotion>
                                      </p:childTnLst>
                                    </p:cTn>
                                  </p:par>
                                  <p:par>
                                    <p:cTn id="163" presetID="42" presetClass="path" presetSubtype="0" accel="50000" decel="50000" fill="hold" nodeType="withEffect">
                                      <p:stCondLst>
                                        <p:cond delay="600"/>
                                      </p:stCondLst>
                                      <p:childTnLst>
                                        <p:animMotion origin="layout" path="M 0 -4.489358E-02 L 0 -3.277449E-02" pathEditMode="relative" ptsTypes="">
                                          <p:cBhvr>
                                            <p:cTn id="164" dur="17" fill="hold"/>
                                            <p:tgtEl>
                                              <p:spTgt spid="6"/>
                                            </p:tgtEl>
                                            <p:attrNameLst>
                                              <p:attrName>ppt_x</p:attrName>
                                              <p:attrName>ppt_y</p:attrName>
                                            </p:attrNameLst>
                                          </p:cBhvr>
                                        </p:animMotion>
                                      </p:childTnLst>
                                    </p:cTn>
                                  </p:par>
                                  <p:par>
                                    <p:cTn id="165" presetID="42" presetClass="path" presetSubtype="0" accel="50000" decel="50000" fill="hold" nodeType="withEffect">
                                      <p:stCondLst>
                                        <p:cond delay="617"/>
                                      </p:stCondLst>
                                      <p:childTnLst>
                                        <p:animMotion origin="layout" path="M 0 -3.277449E-02 L 0 -1.993291E-02" pathEditMode="relative" ptsTypes="">
                                          <p:cBhvr>
                                            <p:cTn id="166" dur="17" fill="hold"/>
                                            <p:tgtEl>
                                              <p:spTgt spid="6"/>
                                            </p:tgtEl>
                                            <p:attrNameLst>
                                              <p:attrName>ppt_x</p:attrName>
                                              <p:attrName>ppt_y</p:attrName>
                                            </p:attrNameLst>
                                          </p:cBhvr>
                                        </p:animMotion>
                                      </p:childTnLst>
                                    </p:cTn>
                                  </p:par>
                                  <p:par>
                                    <p:cTn id="167" presetID="42" presetClass="path" presetSubtype="0" accel="50000" decel="50000" fill="hold" nodeType="withEffect">
                                      <p:stCondLst>
                                        <p:cond delay="633"/>
                                      </p:stCondLst>
                                      <p:childTnLst>
                                        <p:animMotion origin="layout" path="M 0 -1.993291E-02 L 0 -6.368832E-03" pathEditMode="relative" ptsTypes="">
                                          <p:cBhvr>
                                            <p:cTn id="168" dur="17" fill="hold"/>
                                            <p:tgtEl>
                                              <p:spTgt spid="6"/>
                                            </p:tgtEl>
                                            <p:attrNameLst>
                                              <p:attrName>ppt_x</p:attrName>
                                              <p:attrName>ppt_y</p:attrName>
                                            </p:attrNameLst>
                                          </p:cBhvr>
                                        </p:animMotion>
                                      </p:childTnLst>
                                    </p:cTn>
                                  </p:par>
                                  <p:par>
                                    <p:cTn id="169" presetID="42" presetClass="path" presetSubtype="0" accel="50000" decel="50000" fill="hold" nodeType="withEffect">
                                      <p:stCondLst>
                                        <p:cond delay="650"/>
                                      </p:stCondLst>
                                      <p:childTnLst>
                                        <p:animMotion origin="layout" path="M 0 -6.368832E-03 L 0 7.917739E-03" pathEditMode="relative" ptsTypes="">
                                          <p:cBhvr>
                                            <p:cTn id="170" dur="17" fill="hold"/>
                                            <p:tgtEl>
                                              <p:spTgt spid="6"/>
                                            </p:tgtEl>
                                            <p:attrNameLst>
                                              <p:attrName>ppt_x</p:attrName>
                                              <p:attrName>ppt_y</p:attrName>
                                            </p:attrNameLst>
                                          </p:cBhvr>
                                        </p:animMotion>
                                      </p:childTnLst>
                                    </p:cTn>
                                  </p:par>
                                  <p:par>
                                    <p:cTn id="171" presetID="42" presetClass="path" presetSubtype="0" accel="50000" decel="50000" fill="hold" nodeType="withEffect">
                                      <p:stCondLst>
                                        <p:cond delay="667"/>
                                      </p:stCondLst>
                                      <p:childTnLst>
                                        <p:animMotion origin="layout" path="M 0 7.917739E-03 L 0 2.292681E-02" pathEditMode="relative" ptsTypes="">
                                          <p:cBhvr>
                                            <p:cTn id="172" dur="17" fill="hold"/>
                                            <p:tgtEl>
                                              <p:spTgt spid="6"/>
                                            </p:tgtEl>
                                            <p:attrNameLst>
                                              <p:attrName>ppt_x</p:attrName>
                                              <p:attrName>ppt_y</p:attrName>
                                            </p:attrNameLst>
                                          </p:cBhvr>
                                        </p:animMotion>
                                      </p:childTnLst>
                                    </p:cTn>
                                  </p:par>
                                  <p:par>
                                    <p:cTn id="173" presetID="42" presetClass="path" presetSubtype="0" accel="50000" decel="50000" fill="hold" nodeType="withEffect">
                                      <p:stCondLst>
                                        <p:cond delay="683"/>
                                      </p:stCondLst>
                                      <p:childTnLst>
                                        <p:animMotion origin="layout" path="M 0 2.292681E-02 L 0 3.865837E-02" pathEditMode="relative" ptsTypes="">
                                          <p:cBhvr>
                                            <p:cTn id="174" dur="17" fill="hold"/>
                                            <p:tgtEl>
                                              <p:spTgt spid="6"/>
                                            </p:tgtEl>
                                            <p:attrNameLst>
                                              <p:attrName>ppt_x</p:attrName>
                                              <p:attrName>ppt_y</p:attrName>
                                            </p:attrNameLst>
                                          </p:cBhvr>
                                        </p:animMotion>
                                      </p:childTnLst>
                                    </p:cTn>
                                  </p:par>
                                  <p:par>
                                    <p:cTn id="175" presetID="42" presetClass="path" presetSubtype="0" accel="50000" decel="50000" fill="hold" nodeType="withEffect">
                                      <p:stCondLst>
                                        <p:cond delay="700"/>
                                      </p:stCondLst>
                                      <p:childTnLst>
                                        <p:animMotion origin="layout" path="M 0 3.865837E-02 L 0 5.511242E-02" pathEditMode="relative" ptsTypes="">
                                          <p:cBhvr>
                                            <p:cTn id="176" dur="17" fill="hold"/>
                                            <p:tgtEl>
                                              <p:spTgt spid="6"/>
                                            </p:tgtEl>
                                            <p:attrNameLst>
                                              <p:attrName>ppt_x</p:attrName>
                                              <p:attrName>ppt_y</p:attrName>
                                            </p:attrNameLst>
                                          </p:cBhvr>
                                        </p:animMotion>
                                      </p:childTnLst>
                                    </p:cTn>
                                  </p:par>
                                  <p:par>
                                    <p:cTn id="177" presetID="42" presetClass="path" presetSubtype="0" accel="50000" decel="50000" fill="hold" nodeType="withEffect">
                                      <p:stCondLst>
                                        <p:cond delay="717"/>
                                      </p:stCondLst>
                                      <p:childTnLst>
                                        <p:animMotion origin="layout" path="M 0 5.511242E-02 L 0 7.228897E-02" pathEditMode="relative" ptsTypes="">
                                          <p:cBhvr>
                                            <p:cTn id="178" dur="17" fill="hold"/>
                                            <p:tgtEl>
                                              <p:spTgt spid="6"/>
                                            </p:tgtEl>
                                            <p:attrNameLst>
                                              <p:attrName>ppt_x</p:attrName>
                                              <p:attrName>ppt_y</p:attrName>
                                            </p:attrNameLst>
                                          </p:cBhvr>
                                        </p:animMotion>
                                      </p:childTnLst>
                                    </p:cTn>
                                  </p:par>
                                  <p:par>
                                    <p:cTn id="179" presetID="42" presetClass="path" presetSubtype="0" accel="50000" decel="50000" fill="hold" nodeType="withEffect">
                                      <p:stCondLst>
                                        <p:cond delay="733"/>
                                      </p:stCondLst>
                                      <p:childTnLst>
                                        <p:animMotion origin="layout" path="M 0 7.228897E-02 L 0 0.090188" pathEditMode="relative" ptsTypes="">
                                          <p:cBhvr>
                                            <p:cTn id="180" dur="17" fill="hold"/>
                                            <p:tgtEl>
                                              <p:spTgt spid="6"/>
                                            </p:tgtEl>
                                            <p:attrNameLst>
                                              <p:attrName>ppt_x</p:attrName>
                                              <p:attrName>ppt_y</p:attrName>
                                            </p:attrNameLst>
                                          </p:cBhvr>
                                        </p:animMotion>
                                      </p:childTnLst>
                                    </p:cTn>
                                  </p:par>
                                  <p:par>
                                    <p:cTn id="181" presetID="42" presetClass="path" presetSubtype="0" accel="50000" decel="50000" fill="hold" nodeType="withEffect">
                                      <p:stCondLst>
                                        <p:cond delay="750"/>
                                      </p:stCondLst>
                                      <p:childTnLst>
                                        <p:animMotion origin="layout" path="M 0 0.090188 L 0 0.1088095" pathEditMode="relative" ptsTypes="">
                                          <p:cBhvr>
                                            <p:cTn id="182" dur="17" fill="hold"/>
                                            <p:tgtEl>
                                              <p:spTgt spid="6"/>
                                            </p:tgtEl>
                                            <p:attrNameLst>
                                              <p:attrName>ppt_x</p:attrName>
                                              <p:attrName>ppt_y</p:attrName>
                                            </p:attrNameLst>
                                          </p:cBhvr>
                                        </p:animMotion>
                                      </p:childTnLst>
                                    </p:cTn>
                                  </p:par>
                                  <p:par>
                                    <p:cTn id="183" presetID="42" presetClass="path" presetSubtype="0" accel="50000" decel="50000" fill="hold" nodeType="withEffect">
                                      <p:stCondLst>
                                        <p:cond delay="767"/>
                                      </p:stCondLst>
                                      <p:childTnLst>
                                        <p:animMotion origin="layout" path="M 0 0.1088095 L 0 0.1281536" pathEditMode="relative" ptsTypes="">
                                          <p:cBhvr>
                                            <p:cTn id="184" dur="17" fill="hold"/>
                                            <p:tgtEl>
                                              <p:spTgt spid="6"/>
                                            </p:tgtEl>
                                            <p:attrNameLst>
                                              <p:attrName>ppt_x</p:attrName>
                                              <p:attrName>ppt_y</p:attrName>
                                            </p:attrNameLst>
                                          </p:cBhvr>
                                        </p:animMotion>
                                      </p:childTnLst>
                                    </p:cTn>
                                  </p:par>
                                  <p:par>
                                    <p:cTn id="185" presetID="42" presetClass="path" presetSubtype="0" accel="50000" decel="50000" fill="hold" nodeType="withEffect">
                                      <p:stCondLst>
                                        <p:cond delay="783"/>
                                      </p:stCondLst>
                                      <p:childTnLst>
                                        <p:animMotion origin="layout" path="M 0 0.1281536 L 0 0.1482201" pathEditMode="relative" ptsTypes="">
                                          <p:cBhvr>
                                            <p:cTn id="186" dur="17" fill="hold"/>
                                            <p:tgtEl>
                                              <p:spTgt spid="6"/>
                                            </p:tgtEl>
                                            <p:attrNameLst>
                                              <p:attrName>ppt_x</p:attrName>
                                              <p:attrName>ppt_y</p:attrName>
                                            </p:attrNameLst>
                                          </p:cBhvr>
                                        </p:animMotion>
                                      </p:childTnLst>
                                    </p:cTn>
                                  </p:par>
                                  <p:par>
                                    <p:cTn id="187" presetID="42" presetClass="path" presetSubtype="0" accel="50000" decel="50000" fill="hold" nodeType="withEffect">
                                      <p:stCondLst>
                                        <p:cond delay="800"/>
                                      </p:stCondLst>
                                      <p:childTnLst>
                                        <p:animMotion origin="layout" path="M 0 0.1482201 L 0 0.1690091" pathEditMode="relative" ptsTypes="">
                                          <p:cBhvr>
                                            <p:cTn id="188" dur="17" fill="hold"/>
                                            <p:tgtEl>
                                              <p:spTgt spid="6"/>
                                            </p:tgtEl>
                                            <p:attrNameLst>
                                              <p:attrName>ppt_x</p:attrName>
                                              <p:attrName>ppt_y</p:attrName>
                                            </p:attrNameLst>
                                          </p:cBhvr>
                                        </p:animMotion>
                                      </p:childTnLst>
                                    </p:cTn>
                                  </p:par>
                                  <p:par>
                                    <p:cTn id="189" presetID="42" presetClass="path" presetSubtype="0" accel="50000" decel="50000" fill="hold" nodeType="withEffect">
                                      <p:stCondLst>
                                        <p:cond delay="817"/>
                                      </p:stCondLst>
                                      <p:childTnLst>
                                        <p:animMotion origin="layout" path="M 0 0.1690091 L 0 0.1905206" pathEditMode="relative" ptsTypes="">
                                          <p:cBhvr>
                                            <p:cTn id="190" dur="17" fill="hold"/>
                                            <p:tgtEl>
                                              <p:spTgt spid="6"/>
                                            </p:tgtEl>
                                            <p:attrNameLst>
                                              <p:attrName>ppt_x</p:attrName>
                                              <p:attrName>ppt_y</p:attrName>
                                            </p:attrNameLst>
                                          </p:cBhvr>
                                        </p:animMotion>
                                      </p:childTnLst>
                                    </p:cTn>
                                  </p:par>
                                  <p:par>
                                    <p:cTn id="191" presetID="42" presetClass="path" presetSubtype="0" accel="50000" decel="50000" fill="hold" nodeType="withEffect">
                                      <p:stCondLst>
                                        <p:cond delay="833"/>
                                      </p:stCondLst>
                                      <p:childTnLst>
                                        <p:animMotion origin="layout" path="M 0 0.1905206 L 0 0.2127546" pathEditMode="relative" ptsTypes="">
                                          <p:cBhvr>
                                            <p:cTn id="192" dur="17" fill="hold"/>
                                            <p:tgtEl>
                                              <p:spTgt spid="6"/>
                                            </p:tgtEl>
                                            <p:attrNameLst>
                                              <p:attrName>ppt_x</p:attrName>
                                              <p:attrName>ppt_y</p:attrName>
                                            </p:attrNameLst>
                                          </p:cBhvr>
                                        </p:animMotion>
                                      </p:childTnLst>
                                    </p:cTn>
                                  </p:par>
                                  <p:par>
                                    <p:cTn id="193" presetID="42" presetClass="path" presetSubtype="0" accel="50000" decel="50000" fill="hold" nodeType="withEffect">
                                      <p:stCondLst>
                                        <p:cond delay="850"/>
                                      </p:stCondLst>
                                      <p:childTnLst>
                                        <p:animMotion origin="layout" path="M 0 0.2127546 L 0 0.2357111" pathEditMode="relative" ptsTypes="">
                                          <p:cBhvr>
                                            <p:cTn id="194" dur="17" fill="hold"/>
                                            <p:tgtEl>
                                              <p:spTgt spid="6"/>
                                            </p:tgtEl>
                                            <p:attrNameLst>
                                              <p:attrName>ppt_x</p:attrName>
                                              <p:attrName>ppt_y</p:attrName>
                                            </p:attrNameLst>
                                          </p:cBhvr>
                                        </p:animMotion>
                                      </p:childTnLst>
                                    </p:cTn>
                                  </p:par>
                                  <p:par>
                                    <p:cTn id="195" presetID="42" presetClass="path" presetSubtype="0" accel="50000" decel="50000" fill="hold" nodeType="withEffect">
                                      <p:stCondLst>
                                        <p:cond delay="867"/>
                                      </p:stCondLst>
                                      <p:childTnLst>
                                        <p:animMotion origin="layout" path="M 0 0.2357111 L 0 0.2593901" pathEditMode="relative" ptsTypes="">
                                          <p:cBhvr>
                                            <p:cTn id="196" dur="17" fill="hold"/>
                                            <p:tgtEl>
                                              <p:spTgt spid="6"/>
                                            </p:tgtEl>
                                            <p:attrNameLst>
                                              <p:attrName>ppt_x</p:attrName>
                                              <p:attrName>ppt_y</p:attrName>
                                            </p:attrNameLst>
                                          </p:cBhvr>
                                        </p:animMotion>
                                      </p:childTnLst>
                                    </p:cTn>
                                  </p:par>
                                  <p:par>
                                    <p:cTn id="197" presetID="42" presetClass="path" presetSubtype="0" accel="50000" decel="50000" fill="hold" nodeType="withEffect">
                                      <p:stCondLst>
                                        <p:cond delay="883"/>
                                      </p:stCondLst>
                                      <p:childTnLst>
                                        <p:animMotion origin="layout" path="M 0 0.2593901 L 0 0.2837916" pathEditMode="relative" ptsTypes="">
                                          <p:cBhvr>
                                            <p:cTn id="198" dur="17" fill="hold"/>
                                            <p:tgtEl>
                                              <p:spTgt spid="6"/>
                                            </p:tgtEl>
                                            <p:attrNameLst>
                                              <p:attrName>ppt_x</p:attrName>
                                              <p:attrName>ppt_y</p:attrName>
                                            </p:attrNameLst>
                                          </p:cBhvr>
                                        </p:animMotion>
                                      </p:childTnLst>
                                    </p:cTn>
                                  </p:par>
                                  <p:par>
                                    <p:cTn id="199" presetID="42" presetClass="path" presetSubtype="0" accel="50000" decel="50000" fill="hold" nodeType="withEffect">
                                      <p:stCondLst>
                                        <p:cond delay="900"/>
                                      </p:stCondLst>
                                      <p:childTnLst>
                                        <p:animMotion origin="layout" path="M 0 0.2837916 L 0 0.3089156" pathEditMode="relative" ptsTypes="">
                                          <p:cBhvr>
                                            <p:cTn id="200" dur="17" fill="hold"/>
                                            <p:tgtEl>
                                              <p:spTgt spid="6"/>
                                            </p:tgtEl>
                                            <p:attrNameLst>
                                              <p:attrName>ppt_x</p:attrName>
                                              <p:attrName>ppt_y</p:attrName>
                                            </p:attrNameLst>
                                          </p:cBhvr>
                                        </p:animMotion>
                                      </p:childTnLst>
                                    </p:cTn>
                                  </p:par>
                                  <p:par>
                                    <p:cTn id="201" presetID="42" presetClass="path" presetSubtype="0" accel="50000" decel="50000" fill="hold" nodeType="withEffect">
                                      <p:stCondLst>
                                        <p:cond delay="917"/>
                                      </p:stCondLst>
                                      <p:childTnLst>
                                        <p:animMotion origin="layout" path="M 0 0.3089156 L 0 0.334762" pathEditMode="relative" ptsTypes="">
                                          <p:cBhvr>
                                            <p:cTn id="202" dur="17" fill="hold"/>
                                            <p:tgtEl>
                                              <p:spTgt spid="6"/>
                                            </p:tgtEl>
                                            <p:attrNameLst>
                                              <p:attrName>ppt_x</p:attrName>
                                              <p:attrName>ppt_y</p:attrName>
                                            </p:attrNameLst>
                                          </p:cBhvr>
                                        </p:animMotion>
                                      </p:childTnLst>
                                    </p:cTn>
                                  </p:par>
                                  <p:par>
                                    <p:cTn id="203" presetID="42" presetClass="path" presetSubtype="0" accel="50000" decel="50000" fill="hold" nodeType="withEffect">
                                      <p:stCondLst>
                                        <p:cond delay="933"/>
                                      </p:stCondLst>
                                      <p:childTnLst>
                                        <p:animMotion origin="layout" path="M 0 0.334762 L 0 0.361331" pathEditMode="relative" ptsTypes="">
                                          <p:cBhvr>
                                            <p:cTn id="204" dur="17" fill="hold"/>
                                            <p:tgtEl>
                                              <p:spTgt spid="6"/>
                                            </p:tgtEl>
                                            <p:attrNameLst>
                                              <p:attrName>ppt_x</p:attrName>
                                              <p:attrName>ppt_y</p:attrName>
                                            </p:attrNameLst>
                                          </p:cBhvr>
                                        </p:animMotion>
                                      </p:childTnLst>
                                    </p:cTn>
                                  </p:par>
                                  <p:par>
                                    <p:cTn id="205" presetID="42" presetClass="path" presetSubtype="0" accel="50000" decel="50000" fill="hold" nodeType="withEffect">
                                      <p:stCondLst>
                                        <p:cond delay="950"/>
                                      </p:stCondLst>
                                      <p:childTnLst>
                                        <p:animMotion origin="layout" path="M 0 0.361331 L 0 0.3886225" pathEditMode="relative" ptsTypes="">
                                          <p:cBhvr>
                                            <p:cTn id="206" dur="17" fill="hold"/>
                                            <p:tgtEl>
                                              <p:spTgt spid="6"/>
                                            </p:tgtEl>
                                            <p:attrNameLst>
                                              <p:attrName>ppt_x</p:attrName>
                                              <p:attrName>ppt_y</p:attrName>
                                            </p:attrNameLst>
                                          </p:cBhvr>
                                        </p:animMotion>
                                      </p:childTnLst>
                                    </p:cTn>
                                  </p:par>
                                  <p:par>
                                    <p:cTn id="207" presetID="42" presetClass="path" presetSubtype="0" accel="50000" decel="50000" fill="hold" nodeType="withEffect">
                                      <p:stCondLst>
                                        <p:cond delay="967"/>
                                      </p:stCondLst>
                                      <p:childTnLst>
                                        <p:animMotion origin="layout" path="M 0 0.3886225 L 0 0.4166364" pathEditMode="relative" ptsTypes="">
                                          <p:cBhvr>
                                            <p:cTn id="208" dur="17" fill="hold"/>
                                            <p:tgtEl>
                                              <p:spTgt spid="6"/>
                                            </p:tgtEl>
                                            <p:attrNameLst>
                                              <p:attrName>ppt_x</p:attrName>
                                              <p:attrName>ppt_y</p:attrName>
                                            </p:attrNameLst>
                                          </p:cBhvr>
                                        </p:animMotion>
                                      </p:childTnLst>
                                    </p:cTn>
                                  </p:par>
                                  <p:par>
                                    <p:cTn id="209" presetID="42" presetClass="path" presetSubtype="0" accel="50000" decel="50000" fill="hold" nodeType="withEffect">
                                      <p:stCondLst>
                                        <p:cond delay="983"/>
                                      </p:stCondLst>
                                      <p:childTnLst>
                                        <p:animMotion origin="layout" path="M 0 0.4166364 L 0 0.4453728" pathEditMode="relative" ptsTypes="">
                                          <p:cBhvr>
                                            <p:cTn id="210" dur="17" fill="hold"/>
                                            <p:tgtEl>
                                              <p:spTgt spid="6"/>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P spid="7" grpId="0" animBg="1"/>
          <p:bldP spid="7" grpId="1" animBg="1"/>
          <p:bldP spid="13" grpId="0" animBg="1"/>
          <p:bldP spid="13" grpId="1" animBg="1"/>
          <p:bldP spid="14" grpId="0" animBg="1"/>
          <p:bldP spid="14" grpId="1" animBg="1"/>
          <p:bldP spid="12" grpId="0" build="allAtOnce"/>
          <p:bldP spid="12" grpId="1" build="allAtOnce"/>
          <p:bldP spid="4" grpId="0" animBg="1"/>
          <p:bldP spid="4" grpId="1" animBg="1"/>
          <p:bldP spid="5" grpId="0" animBg="1"/>
          <p:bldP spid="5" grpId="1" animBg="1"/>
          <p:bldP spid="11" grpId="0" build="p"/>
          <p:bldP spid="11" grpId="1" build="p"/>
        </p:bldLst>
      </p:timing>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accent4">
            <a:lumMod val="40000"/>
            <a:lumOff val="60000"/>
          </a:schemeClr>
        </a:solidFill>
        <a:effectLst/>
      </p:bgPr>
    </p:bg>
    <p:spTree>
      <p:nvGrpSpPr>
        <p:cNvPr id="1" name="">
          <a:extLst>
            <a:ext uri="{FF2B5EF4-FFF2-40B4-BE49-F238E27FC236}">
              <a16:creationId xmlns:a16="http://schemas.microsoft.com/office/drawing/2014/main" id="{AB500B81-497A-691E-66D5-2DD5699BCB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CFC545-43D2-DF52-024F-9AE63F204775}"/>
              </a:ext>
            </a:extLst>
          </p:cNvPr>
          <p:cNvSpPr>
            <a:spLocks noGrp="1"/>
          </p:cNvSpPr>
          <p:nvPr>
            <p:ph type="title"/>
          </p:nvPr>
        </p:nvSpPr>
        <p:spPr>
          <a:xfrm>
            <a:off x="7265207" y="342599"/>
            <a:ext cx="8903951" cy="1325563"/>
          </a:xfrm>
        </p:spPr>
        <p:txBody>
          <a:bodyPr/>
          <a:lstStyle/>
          <a:p>
            <a:r>
              <a:rPr lang="en-US"/>
              <a:t>XXXXX XX</a:t>
            </a:r>
          </a:p>
        </p:txBody>
      </p:sp>
      <p:sp>
        <p:nvSpPr>
          <p:cNvPr id="4" name="Graphic 127">
            <a:extLst>
              <a:ext uri="{FF2B5EF4-FFF2-40B4-BE49-F238E27FC236}">
                <a16:creationId xmlns:a16="http://schemas.microsoft.com/office/drawing/2014/main" id="{BD739067-5570-069F-99B4-7B4DD1F7201A}"/>
              </a:ext>
            </a:extLst>
          </p:cNvPr>
          <p:cNvSpPr/>
          <p:nvPr/>
        </p:nvSpPr>
        <p:spPr>
          <a:xfrm rot="5400000" flipH="1" flipV="1">
            <a:off x="1282630" y="228174"/>
            <a:ext cx="10728513" cy="19963253"/>
          </a:xfrm>
          <a:custGeom>
            <a:avLst/>
            <a:gdLst>
              <a:gd name="csX0" fmla="*/ 3086062 w 3829558"/>
              <a:gd name="csY0" fmla="*/ 3905196 h 15209314"/>
              <a:gd name="csX1" fmla="*/ 3809673 w 3829558"/>
              <a:gd name="csY1" fmla="*/ 9695864 h 15209314"/>
              <a:gd name="csX2" fmla="*/ 2440601 w 3829558"/>
              <a:gd name="csY2" fmla="*/ 13914361 h 15209314"/>
              <a:gd name="csX3" fmla="*/ 741562 w 3829558"/>
              <a:gd name="csY3" fmla="*/ 14802979 h 15209314"/>
              <a:gd name="csX4" fmla="*/ 290029 w 3829558"/>
              <a:gd name="csY4" fmla="*/ 9051372 h 15209314"/>
              <a:gd name="csX5" fmla="*/ 64262 w 3829558"/>
              <a:gd name="csY5" fmla="*/ 2928692 h 15209314"/>
              <a:gd name="csX6" fmla="*/ 1517273 w 3829558"/>
              <a:gd name="csY6" fmla="*/ 18711 h 15209314"/>
              <a:gd name="csX7" fmla="*/ 3086062 w 3829558"/>
              <a:gd name="csY7" fmla="*/ 3905196 h 15209314"/>
              <a:gd name="csX0" fmla="*/ 3085962 w 3829559"/>
              <a:gd name="csY0" fmla="*/ 6215146 h 17519365"/>
              <a:gd name="csX1" fmla="*/ 3809573 w 3829559"/>
              <a:gd name="csY1" fmla="*/ 12005814 h 17519365"/>
              <a:gd name="csX2" fmla="*/ 2440501 w 3829559"/>
              <a:gd name="csY2" fmla="*/ 16224311 h 17519365"/>
              <a:gd name="csX3" fmla="*/ 741462 w 3829559"/>
              <a:gd name="csY3" fmla="*/ 17112929 h 17519365"/>
              <a:gd name="csX4" fmla="*/ 289929 w 3829559"/>
              <a:gd name="csY4" fmla="*/ 11361322 h 17519365"/>
              <a:gd name="csX5" fmla="*/ 64162 w 3829559"/>
              <a:gd name="csY5" fmla="*/ 5238642 h 17519365"/>
              <a:gd name="csX6" fmla="*/ 1445174 w 3829559"/>
              <a:gd name="csY6" fmla="*/ 84873 h 17519365"/>
              <a:gd name="csX7" fmla="*/ 1517173 w 3829559"/>
              <a:gd name="csY7" fmla="*/ 2328661 h 17519365"/>
              <a:gd name="csX8" fmla="*/ 3085962 w 3829559"/>
              <a:gd name="csY8" fmla="*/ 6215146 h 17519365"/>
              <a:gd name="csX0" fmla="*/ 3085962 w 3829559"/>
              <a:gd name="csY0" fmla="*/ 6215146 h 17519365"/>
              <a:gd name="csX1" fmla="*/ 3809573 w 3829559"/>
              <a:gd name="csY1" fmla="*/ 12005814 h 17519365"/>
              <a:gd name="csX2" fmla="*/ 2440501 w 3829559"/>
              <a:gd name="csY2" fmla="*/ 16224311 h 17519365"/>
              <a:gd name="csX3" fmla="*/ 741462 w 3829559"/>
              <a:gd name="csY3" fmla="*/ 17112929 h 17519365"/>
              <a:gd name="csX4" fmla="*/ 289929 w 3829559"/>
              <a:gd name="csY4" fmla="*/ 11361322 h 17519365"/>
              <a:gd name="csX5" fmla="*/ 64162 w 3829559"/>
              <a:gd name="csY5" fmla="*/ 5238642 h 17519365"/>
              <a:gd name="csX6" fmla="*/ 1445174 w 3829559"/>
              <a:gd name="csY6" fmla="*/ 84873 h 17519365"/>
              <a:gd name="csX7" fmla="*/ 1517173 w 3829559"/>
              <a:gd name="csY7" fmla="*/ 2328661 h 17519365"/>
              <a:gd name="csX8" fmla="*/ 3085962 w 3829559"/>
              <a:gd name="csY8" fmla="*/ 6215146 h 17519365"/>
              <a:gd name="csX0" fmla="*/ 3085962 w 3829559"/>
              <a:gd name="csY0" fmla="*/ 6215146 h 17519365"/>
              <a:gd name="csX1" fmla="*/ 3809573 w 3829559"/>
              <a:gd name="csY1" fmla="*/ 12005814 h 17519365"/>
              <a:gd name="csX2" fmla="*/ 2440501 w 3829559"/>
              <a:gd name="csY2" fmla="*/ 16224311 h 17519365"/>
              <a:gd name="csX3" fmla="*/ 741462 w 3829559"/>
              <a:gd name="csY3" fmla="*/ 17112929 h 17519365"/>
              <a:gd name="csX4" fmla="*/ 289929 w 3829559"/>
              <a:gd name="csY4" fmla="*/ 11361322 h 17519365"/>
              <a:gd name="csX5" fmla="*/ 64162 w 3829559"/>
              <a:gd name="csY5" fmla="*/ 5238642 h 17519365"/>
              <a:gd name="csX6" fmla="*/ 1445174 w 3829559"/>
              <a:gd name="csY6" fmla="*/ 84873 h 17519365"/>
              <a:gd name="csX7" fmla="*/ 1517173 w 3829559"/>
              <a:gd name="csY7" fmla="*/ 2328661 h 17519365"/>
              <a:gd name="csX8" fmla="*/ 3085962 w 3829559"/>
              <a:gd name="csY8" fmla="*/ 6215146 h 17519365"/>
              <a:gd name="csX0" fmla="*/ 3085962 w 3829559"/>
              <a:gd name="csY0" fmla="*/ 6166200 h 17470419"/>
              <a:gd name="csX1" fmla="*/ 3809573 w 3829559"/>
              <a:gd name="csY1" fmla="*/ 11956868 h 17470419"/>
              <a:gd name="csX2" fmla="*/ 2440501 w 3829559"/>
              <a:gd name="csY2" fmla="*/ 16175365 h 17470419"/>
              <a:gd name="csX3" fmla="*/ 741462 w 3829559"/>
              <a:gd name="csY3" fmla="*/ 17063983 h 17470419"/>
              <a:gd name="csX4" fmla="*/ 289929 w 3829559"/>
              <a:gd name="csY4" fmla="*/ 11312376 h 17470419"/>
              <a:gd name="csX5" fmla="*/ 64162 w 3829559"/>
              <a:gd name="csY5" fmla="*/ 5189696 h 17470419"/>
              <a:gd name="csX6" fmla="*/ 1445174 w 3829559"/>
              <a:gd name="csY6" fmla="*/ 35927 h 17470419"/>
              <a:gd name="csX7" fmla="*/ 1517173 w 3829559"/>
              <a:gd name="csY7" fmla="*/ 2279715 h 17470419"/>
              <a:gd name="csX8" fmla="*/ 3085962 w 3829559"/>
              <a:gd name="csY8" fmla="*/ 6166200 h 17470419"/>
              <a:gd name="csX0" fmla="*/ 3518558 w 4262155"/>
              <a:gd name="csY0" fmla="*/ 8914932 h 20219151"/>
              <a:gd name="csX1" fmla="*/ 4242169 w 4262155"/>
              <a:gd name="csY1" fmla="*/ 14705600 h 20219151"/>
              <a:gd name="csX2" fmla="*/ 2873097 w 4262155"/>
              <a:gd name="csY2" fmla="*/ 18924097 h 20219151"/>
              <a:gd name="csX3" fmla="*/ 1174058 w 4262155"/>
              <a:gd name="csY3" fmla="*/ 19812715 h 20219151"/>
              <a:gd name="csX4" fmla="*/ 722525 w 4262155"/>
              <a:gd name="csY4" fmla="*/ 14061108 h 20219151"/>
              <a:gd name="csX5" fmla="*/ 496758 w 4262155"/>
              <a:gd name="csY5" fmla="*/ 7938428 h 20219151"/>
              <a:gd name="csX6" fmla="*/ 163270 w 4262155"/>
              <a:gd name="csY6" fmla="*/ 22409 h 20219151"/>
              <a:gd name="csX7" fmla="*/ 1949769 w 4262155"/>
              <a:gd name="csY7" fmla="*/ 5028447 h 20219151"/>
              <a:gd name="csX8" fmla="*/ 3518558 w 4262155"/>
              <a:gd name="csY8" fmla="*/ 8914932 h 20219151"/>
              <a:gd name="csX0" fmla="*/ 4597752 w 5341349"/>
              <a:gd name="csY0" fmla="*/ 8898040 h 20202259"/>
              <a:gd name="csX1" fmla="*/ 5321363 w 5341349"/>
              <a:gd name="csY1" fmla="*/ 14688708 h 20202259"/>
              <a:gd name="csX2" fmla="*/ 3952291 w 5341349"/>
              <a:gd name="csY2" fmla="*/ 18907205 h 20202259"/>
              <a:gd name="csX3" fmla="*/ 2253252 w 5341349"/>
              <a:gd name="csY3" fmla="*/ 19795823 h 20202259"/>
              <a:gd name="csX4" fmla="*/ 1801719 w 5341349"/>
              <a:gd name="csY4" fmla="*/ 14044216 h 20202259"/>
              <a:gd name="csX5" fmla="*/ 13852 w 5341349"/>
              <a:gd name="csY5" fmla="*/ 6016536 h 20202259"/>
              <a:gd name="csX6" fmla="*/ 1242464 w 5341349"/>
              <a:gd name="csY6" fmla="*/ 5517 h 20202259"/>
              <a:gd name="csX7" fmla="*/ 3028963 w 5341349"/>
              <a:gd name="csY7" fmla="*/ 5011555 h 20202259"/>
              <a:gd name="csX8" fmla="*/ 4597752 w 5341349"/>
              <a:gd name="csY8" fmla="*/ 8898040 h 20202259"/>
              <a:gd name="csX0" fmla="*/ 4716465 w 5460062"/>
              <a:gd name="csY0" fmla="*/ 8898040 h 20202259"/>
              <a:gd name="csX1" fmla="*/ 5440076 w 5460062"/>
              <a:gd name="csY1" fmla="*/ 14688708 h 20202259"/>
              <a:gd name="csX2" fmla="*/ 4071004 w 5460062"/>
              <a:gd name="csY2" fmla="*/ 18907205 h 20202259"/>
              <a:gd name="csX3" fmla="*/ 2371965 w 5460062"/>
              <a:gd name="csY3" fmla="*/ 19795823 h 20202259"/>
              <a:gd name="csX4" fmla="*/ 110682 w 5460062"/>
              <a:gd name="csY4" fmla="*/ 15968266 h 20202259"/>
              <a:gd name="csX5" fmla="*/ 132565 w 5460062"/>
              <a:gd name="csY5" fmla="*/ 6016536 h 20202259"/>
              <a:gd name="csX6" fmla="*/ 1361177 w 5460062"/>
              <a:gd name="csY6" fmla="*/ 5517 h 20202259"/>
              <a:gd name="csX7" fmla="*/ 3147676 w 5460062"/>
              <a:gd name="csY7" fmla="*/ 5011555 h 20202259"/>
              <a:gd name="csX8" fmla="*/ 4716465 w 5460062"/>
              <a:gd name="csY8" fmla="*/ 8898040 h 20202259"/>
              <a:gd name="csX0" fmla="*/ 4716465 w 5460062"/>
              <a:gd name="csY0" fmla="*/ 8898040 h 20420006"/>
              <a:gd name="csX1" fmla="*/ 5440076 w 5460062"/>
              <a:gd name="csY1" fmla="*/ 14688708 h 20420006"/>
              <a:gd name="csX2" fmla="*/ 4071004 w 5460062"/>
              <a:gd name="csY2" fmla="*/ 18907205 h 20420006"/>
              <a:gd name="csX3" fmla="*/ 1571865 w 5460062"/>
              <a:gd name="csY3" fmla="*/ 20100627 h 20420006"/>
              <a:gd name="csX4" fmla="*/ 110682 w 5460062"/>
              <a:gd name="csY4" fmla="*/ 15968266 h 20420006"/>
              <a:gd name="csX5" fmla="*/ 132565 w 5460062"/>
              <a:gd name="csY5" fmla="*/ 6016536 h 20420006"/>
              <a:gd name="csX6" fmla="*/ 1361177 w 5460062"/>
              <a:gd name="csY6" fmla="*/ 5517 h 20420006"/>
              <a:gd name="csX7" fmla="*/ 3147676 w 5460062"/>
              <a:gd name="csY7" fmla="*/ 5011555 h 20420006"/>
              <a:gd name="csX8" fmla="*/ 4716465 w 5460062"/>
              <a:gd name="csY8" fmla="*/ 8898040 h 20420006"/>
              <a:gd name="csX0" fmla="*/ 8609562 w 9353159"/>
              <a:gd name="csY0" fmla="*/ 8898040 h 20420006"/>
              <a:gd name="csX1" fmla="*/ 9333173 w 9353159"/>
              <a:gd name="csY1" fmla="*/ 14688708 h 20420006"/>
              <a:gd name="csX2" fmla="*/ 7964101 w 9353159"/>
              <a:gd name="csY2" fmla="*/ 18907205 h 20420006"/>
              <a:gd name="csX3" fmla="*/ 5464962 w 9353159"/>
              <a:gd name="csY3" fmla="*/ 20100627 h 20420006"/>
              <a:gd name="csX4" fmla="*/ 3279 w 9353159"/>
              <a:gd name="csY4" fmla="*/ 16958866 h 20420006"/>
              <a:gd name="csX5" fmla="*/ 4025662 w 9353159"/>
              <a:gd name="csY5" fmla="*/ 6016536 h 20420006"/>
              <a:gd name="csX6" fmla="*/ 5254274 w 9353159"/>
              <a:gd name="csY6" fmla="*/ 5517 h 20420006"/>
              <a:gd name="csX7" fmla="*/ 7040773 w 9353159"/>
              <a:gd name="csY7" fmla="*/ 5011555 h 20420006"/>
              <a:gd name="csX8" fmla="*/ 8609562 w 9353159"/>
              <a:gd name="csY8" fmla="*/ 8898040 h 20420006"/>
              <a:gd name="csX0" fmla="*/ 8716965 w 9460562"/>
              <a:gd name="csY0" fmla="*/ 8894840 h 20416806"/>
              <a:gd name="csX1" fmla="*/ 9440576 w 9460562"/>
              <a:gd name="csY1" fmla="*/ 14685508 h 20416806"/>
              <a:gd name="csX2" fmla="*/ 8071504 w 9460562"/>
              <a:gd name="csY2" fmla="*/ 18904005 h 20416806"/>
              <a:gd name="csX3" fmla="*/ 5572365 w 9460562"/>
              <a:gd name="csY3" fmla="*/ 20097427 h 20416806"/>
              <a:gd name="csX4" fmla="*/ 110682 w 9460562"/>
              <a:gd name="csY4" fmla="*/ 16955666 h 20416806"/>
              <a:gd name="csX5" fmla="*/ 132565 w 9460562"/>
              <a:gd name="csY5" fmla="*/ 4413139 h 20416806"/>
              <a:gd name="csX6" fmla="*/ 5361677 w 9460562"/>
              <a:gd name="csY6" fmla="*/ 2317 h 20416806"/>
              <a:gd name="csX7" fmla="*/ 7148176 w 9460562"/>
              <a:gd name="csY7" fmla="*/ 5008355 h 20416806"/>
              <a:gd name="csX8" fmla="*/ 8716965 w 9460562"/>
              <a:gd name="csY8" fmla="*/ 8894840 h 20416806"/>
              <a:gd name="csX0" fmla="*/ 8716965 w 9460562"/>
              <a:gd name="csY0" fmla="*/ 8894840 h 20420932"/>
              <a:gd name="csX1" fmla="*/ 9440576 w 9460562"/>
              <a:gd name="csY1" fmla="*/ 14685508 h 20420932"/>
              <a:gd name="csX2" fmla="*/ 8071504 w 9460562"/>
              <a:gd name="csY2" fmla="*/ 18904005 h 20420932"/>
              <a:gd name="csX3" fmla="*/ 5572365 w 9460562"/>
              <a:gd name="csY3" fmla="*/ 20097427 h 20420932"/>
              <a:gd name="csX4" fmla="*/ 110682 w 9460562"/>
              <a:gd name="csY4" fmla="*/ 16955666 h 20420932"/>
              <a:gd name="csX5" fmla="*/ 132565 w 9460562"/>
              <a:gd name="csY5" fmla="*/ 4413139 h 20420932"/>
              <a:gd name="csX6" fmla="*/ 5361677 w 9460562"/>
              <a:gd name="csY6" fmla="*/ 2317 h 20420932"/>
              <a:gd name="csX7" fmla="*/ 7148176 w 9460562"/>
              <a:gd name="csY7" fmla="*/ 5008355 h 20420932"/>
              <a:gd name="csX8" fmla="*/ 8716965 w 9460562"/>
              <a:gd name="csY8" fmla="*/ 8894840 h 20420932"/>
              <a:gd name="csX0" fmla="*/ 8716965 w 9460562"/>
              <a:gd name="csY0" fmla="*/ 8894840 h 20294154"/>
              <a:gd name="csX1" fmla="*/ 9440576 w 9460562"/>
              <a:gd name="csY1" fmla="*/ 14685508 h 20294154"/>
              <a:gd name="csX2" fmla="*/ 8071504 w 9460562"/>
              <a:gd name="csY2" fmla="*/ 18904005 h 20294154"/>
              <a:gd name="csX3" fmla="*/ 5572365 w 9460562"/>
              <a:gd name="csY3" fmla="*/ 20097427 h 20294154"/>
              <a:gd name="csX4" fmla="*/ 110682 w 9460562"/>
              <a:gd name="csY4" fmla="*/ 16955666 h 20294154"/>
              <a:gd name="csX5" fmla="*/ 132565 w 9460562"/>
              <a:gd name="csY5" fmla="*/ 4413139 h 20294154"/>
              <a:gd name="csX6" fmla="*/ 5361677 w 9460562"/>
              <a:gd name="csY6" fmla="*/ 2317 h 20294154"/>
              <a:gd name="csX7" fmla="*/ 7148176 w 9460562"/>
              <a:gd name="csY7" fmla="*/ 5008355 h 20294154"/>
              <a:gd name="csX8" fmla="*/ 8716965 w 9460562"/>
              <a:gd name="csY8" fmla="*/ 8894840 h 20294154"/>
              <a:gd name="csX0" fmla="*/ 8716965 w 9460562"/>
              <a:gd name="csY0" fmla="*/ 8894840 h 20094429"/>
              <a:gd name="csX1" fmla="*/ 9440576 w 9460562"/>
              <a:gd name="csY1" fmla="*/ 14685508 h 20094429"/>
              <a:gd name="csX2" fmla="*/ 8071504 w 9460562"/>
              <a:gd name="csY2" fmla="*/ 18904005 h 20094429"/>
              <a:gd name="csX3" fmla="*/ 3743565 w 9460562"/>
              <a:gd name="csY3" fmla="*/ 19868828 h 20094429"/>
              <a:gd name="csX4" fmla="*/ 110682 w 9460562"/>
              <a:gd name="csY4" fmla="*/ 16955666 h 20094429"/>
              <a:gd name="csX5" fmla="*/ 132565 w 9460562"/>
              <a:gd name="csY5" fmla="*/ 4413139 h 20094429"/>
              <a:gd name="csX6" fmla="*/ 5361677 w 9460562"/>
              <a:gd name="csY6" fmla="*/ 2317 h 20094429"/>
              <a:gd name="csX7" fmla="*/ 7148176 w 9460562"/>
              <a:gd name="csY7" fmla="*/ 5008355 h 20094429"/>
              <a:gd name="csX8" fmla="*/ 8716965 w 9460562"/>
              <a:gd name="csY8" fmla="*/ 8894840 h 20094429"/>
              <a:gd name="csX0" fmla="*/ 9936140 w 10679737"/>
              <a:gd name="csY0" fmla="*/ 8903491 h 20103080"/>
              <a:gd name="csX1" fmla="*/ 10659751 w 10679737"/>
              <a:gd name="csY1" fmla="*/ 14694159 h 20103080"/>
              <a:gd name="csX2" fmla="*/ 9290679 w 10679737"/>
              <a:gd name="csY2" fmla="*/ 18912656 h 20103080"/>
              <a:gd name="csX3" fmla="*/ 4962740 w 10679737"/>
              <a:gd name="csY3" fmla="*/ 19877479 h 20103080"/>
              <a:gd name="csX4" fmla="*/ 1329857 w 10679737"/>
              <a:gd name="csY4" fmla="*/ 16964317 h 20103080"/>
              <a:gd name="csX5" fmla="*/ 18239 w 10679737"/>
              <a:gd name="csY5" fmla="*/ 3812193 h 20103080"/>
              <a:gd name="csX6" fmla="*/ 6580852 w 10679737"/>
              <a:gd name="csY6" fmla="*/ 10968 h 20103080"/>
              <a:gd name="csX7" fmla="*/ 8367351 w 10679737"/>
              <a:gd name="csY7" fmla="*/ 5017006 h 20103080"/>
              <a:gd name="csX8" fmla="*/ 9936140 w 10679737"/>
              <a:gd name="csY8" fmla="*/ 8903491 h 20103080"/>
              <a:gd name="csX0" fmla="*/ 9984916 w 10728513"/>
              <a:gd name="csY0" fmla="*/ 8903491 h 19963253"/>
              <a:gd name="csX1" fmla="*/ 10708527 w 10728513"/>
              <a:gd name="csY1" fmla="*/ 14694159 h 19963253"/>
              <a:gd name="csX2" fmla="*/ 9339455 w 10728513"/>
              <a:gd name="csY2" fmla="*/ 18912656 h 19963253"/>
              <a:gd name="csX3" fmla="*/ 5011516 w 10728513"/>
              <a:gd name="csY3" fmla="*/ 19877479 h 19963253"/>
              <a:gd name="csX4" fmla="*/ 273736 w 10728513"/>
              <a:gd name="csY4" fmla="*/ 17307219 h 19963253"/>
              <a:gd name="csX5" fmla="*/ 67015 w 10728513"/>
              <a:gd name="csY5" fmla="*/ 3812193 h 19963253"/>
              <a:gd name="csX6" fmla="*/ 6629628 w 10728513"/>
              <a:gd name="csY6" fmla="*/ 10968 h 19963253"/>
              <a:gd name="csX7" fmla="*/ 8416127 w 10728513"/>
              <a:gd name="csY7" fmla="*/ 5017006 h 19963253"/>
              <a:gd name="csX8" fmla="*/ 9984916 w 10728513"/>
              <a:gd name="csY8" fmla="*/ 8903491 h 199632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0728513" h="19963253">
                <a:moveTo>
                  <a:pt x="9984916" y="8903491"/>
                </a:moveTo>
                <a:cubicBezTo>
                  <a:pt x="10439343" y="10836969"/>
                  <a:pt x="10821410" y="12936452"/>
                  <a:pt x="10708527" y="14694159"/>
                </a:cubicBezTo>
                <a:cubicBezTo>
                  <a:pt x="10598538" y="16442101"/>
                  <a:pt x="10288957" y="18048769"/>
                  <a:pt x="9339455" y="18912656"/>
                </a:cubicBezTo>
                <a:cubicBezTo>
                  <a:pt x="8389953" y="19776543"/>
                  <a:pt x="6522469" y="20145052"/>
                  <a:pt x="5011516" y="19877479"/>
                </a:cubicBezTo>
                <a:cubicBezTo>
                  <a:pt x="3500563" y="19609906"/>
                  <a:pt x="403986" y="19621533"/>
                  <a:pt x="273736" y="17307219"/>
                </a:cubicBezTo>
                <a:cubicBezTo>
                  <a:pt x="140591" y="15002670"/>
                  <a:pt x="-124018" y="5540605"/>
                  <a:pt x="67015" y="3812193"/>
                </a:cubicBezTo>
                <a:cubicBezTo>
                  <a:pt x="132556" y="2415385"/>
                  <a:pt x="5238109" y="-189834"/>
                  <a:pt x="6629628" y="10968"/>
                </a:cubicBezTo>
                <a:cubicBezTo>
                  <a:pt x="8021147" y="211770"/>
                  <a:pt x="7856912" y="3534919"/>
                  <a:pt x="8416127" y="5017006"/>
                </a:cubicBezTo>
                <a:cubicBezTo>
                  <a:pt x="8975342" y="6499093"/>
                  <a:pt x="9533382" y="6970014"/>
                  <a:pt x="9984916" y="8903491"/>
                </a:cubicBezTo>
                <a:close/>
              </a:path>
            </a:pathLst>
          </a:custGeom>
          <a:solidFill>
            <a:schemeClr val="accent4">
              <a:lumMod val="60000"/>
              <a:lumOff val="40000"/>
            </a:schemeClr>
          </a:solidFill>
          <a:ln w="28908" cap="flat">
            <a:noFill/>
            <a:prstDash val="solid"/>
            <a:miter/>
          </a:ln>
        </p:spPr>
        <p:txBody>
          <a:bodyPr/>
          <a:lstStyle/>
          <a:p>
            <a:endParaRPr lang="en-US">
              <a:noFill/>
            </a:endParaRPr>
          </a:p>
        </p:txBody>
      </p:sp>
      <p:sp>
        <p:nvSpPr>
          <p:cNvPr id="5" name="Graphic 129">
            <a:extLst>
              <a:ext uri="{FF2B5EF4-FFF2-40B4-BE49-F238E27FC236}">
                <a16:creationId xmlns:a16="http://schemas.microsoft.com/office/drawing/2014/main" id="{DD0D3987-D974-6980-ECB9-43BE37B8FFE6}"/>
              </a:ext>
            </a:extLst>
          </p:cNvPr>
          <p:cNvSpPr/>
          <p:nvPr/>
        </p:nvSpPr>
        <p:spPr>
          <a:xfrm rot="16200000">
            <a:off x="1944444" y="902919"/>
            <a:ext cx="9709043" cy="18740383"/>
          </a:xfrm>
          <a:custGeom>
            <a:avLst/>
            <a:gdLst>
              <a:gd name="csX0" fmla="*/ 714496 w 977405"/>
              <a:gd name="csY0" fmla="*/ 349032 h 1125362"/>
              <a:gd name="csX1" fmla="*/ 977386 w 977405"/>
              <a:gd name="csY1" fmla="*/ 710982 h 1125362"/>
              <a:gd name="csX2" fmla="*/ 679254 w 977405"/>
              <a:gd name="csY2" fmla="*/ 1034832 h 1125362"/>
              <a:gd name="csX3" fmla="*/ 229674 w 977405"/>
              <a:gd name="csY3" fmla="*/ 1087220 h 1125362"/>
              <a:gd name="csX4" fmla="*/ 84894 w 977405"/>
              <a:gd name="csY4" fmla="*/ 635735 h 1125362"/>
              <a:gd name="csX5" fmla="*/ 19171 w 977405"/>
              <a:gd name="csY5" fmla="*/ 154722 h 1125362"/>
              <a:gd name="csX6" fmla="*/ 395409 w 977405"/>
              <a:gd name="csY6" fmla="*/ 14705 h 1125362"/>
              <a:gd name="csX7" fmla="*/ 714496 w 977405"/>
              <a:gd name="csY7" fmla="*/ 349032 h 1125362"/>
              <a:gd name="csX0" fmla="*/ 714397 w 977405"/>
              <a:gd name="csY0" fmla="*/ 348932 h 1125363"/>
              <a:gd name="csX1" fmla="*/ 977287 w 977405"/>
              <a:gd name="csY1" fmla="*/ 710882 h 1125363"/>
              <a:gd name="csX2" fmla="*/ 679155 w 977405"/>
              <a:gd name="csY2" fmla="*/ 1034732 h 1125363"/>
              <a:gd name="csX3" fmla="*/ 229575 w 977405"/>
              <a:gd name="csY3" fmla="*/ 1087120 h 1125363"/>
              <a:gd name="csX4" fmla="*/ 84795 w 977405"/>
              <a:gd name="csY4" fmla="*/ 635635 h 1125363"/>
              <a:gd name="csX5" fmla="*/ 19072 w 977405"/>
              <a:gd name="csY5" fmla="*/ 154622 h 1125363"/>
              <a:gd name="csX6" fmla="*/ 395310 w 977405"/>
              <a:gd name="csY6" fmla="*/ 14605 h 1125363"/>
              <a:gd name="csX7" fmla="*/ 714397 w 977405"/>
              <a:gd name="csY7" fmla="*/ 348932 h 1125363"/>
              <a:gd name="csX0" fmla="*/ 1954611 w 2217619"/>
              <a:gd name="csY0" fmla="*/ 953674 h 1730105"/>
              <a:gd name="csX1" fmla="*/ 2217501 w 2217619"/>
              <a:gd name="csY1" fmla="*/ 1315624 h 1730105"/>
              <a:gd name="csX2" fmla="*/ 1919369 w 2217619"/>
              <a:gd name="csY2" fmla="*/ 1639474 h 1730105"/>
              <a:gd name="csX3" fmla="*/ 1469789 w 2217619"/>
              <a:gd name="csY3" fmla="*/ 1691862 h 1730105"/>
              <a:gd name="csX4" fmla="*/ 1325009 w 2217619"/>
              <a:gd name="csY4" fmla="*/ 1240377 h 1730105"/>
              <a:gd name="csX5" fmla="*/ 1667 w 2217619"/>
              <a:gd name="csY5" fmla="*/ 14189 h 1730105"/>
              <a:gd name="csX6" fmla="*/ 1635524 w 2217619"/>
              <a:gd name="csY6" fmla="*/ 619347 h 1730105"/>
              <a:gd name="csX7" fmla="*/ 1954611 w 2217619"/>
              <a:gd name="csY7" fmla="*/ 953674 h 1730105"/>
              <a:gd name="csX0" fmla="*/ 1955732 w 2218740"/>
              <a:gd name="csY0" fmla="*/ 970158 h 1746589"/>
              <a:gd name="csX1" fmla="*/ 2218622 w 2218740"/>
              <a:gd name="csY1" fmla="*/ 1332108 h 1746589"/>
              <a:gd name="csX2" fmla="*/ 1920490 w 2218740"/>
              <a:gd name="csY2" fmla="*/ 1655958 h 1746589"/>
              <a:gd name="csX3" fmla="*/ 1470910 w 2218740"/>
              <a:gd name="csY3" fmla="*/ 1708346 h 1746589"/>
              <a:gd name="csX4" fmla="*/ 1326130 w 2218740"/>
              <a:gd name="csY4" fmla="*/ 1256861 h 1746589"/>
              <a:gd name="csX5" fmla="*/ 2788 w 2218740"/>
              <a:gd name="csY5" fmla="*/ 30673 h 1746589"/>
              <a:gd name="csX6" fmla="*/ 819250 w 2218740"/>
              <a:gd name="csY6" fmla="*/ 396116 h 1746589"/>
              <a:gd name="csX7" fmla="*/ 1636645 w 2218740"/>
              <a:gd name="csY7" fmla="*/ 635831 h 1746589"/>
              <a:gd name="csX8" fmla="*/ 1955732 w 2218740"/>
              <a:gd name="csY8" fmla="*/ 970158 h 1746589"/>
              <a:gd name="csX0" fmla="*/ 1955732 w 2218740"/>
              <a:gd name="csY0" fmla="*/ 970158 h 1746589"/>
              <a:gd name="csX1" fmla="*/ 2218622 w 2218740"/>
              <a:gd name="csY1" fmla="*/ 1332108 h 1746589"/>
              <a:gd name="csX2" fmla="*/ 1920490 w 2218740"/>
              <a:gd name="csY2" fmla="*/ 1655958 h 1746589"/>
              <a:gd name="csX3" fmla="*/ 1470910 w 2218740"/>
              <a:gd name="csY3" fmla="*/ 1708346 h 1746589"/>
              <a:gd name="csX4" fmla="*/ 1326130 w 2218740"/>
              <a:gd name="csY4" fmla="*/ 1256861 h 1746589"/>
              <a:gd name="csX5" fmla="*/ 2788 w 2218740"/>
              <a:gd name="csY5" fmla="*/ 30673 h 1746589"/>
              <a:gd name="csX6" fmla="*/ 819250 w 2218740"/>
              <a:gd name="csY6" fmla="*/ 396116 h 1746589"/>
              <a:gd name="csX7" fmla="*/ 1636645 w 2218740"/>
              <a:gd name="csY7" fmla="*/ 635831 h 1746589"/>
              <a:gd name="csX8" fmla="*/ 1955732 w 2218740"/>
              <a:gd name="csY8" fmla="*/ 970158 h 1746589"/>
              <a:gd name="csX0" fmla="*/ 1956297 w 2219305"/>
              <a:gd name="csY0" fmla="*/ 975663 h 1752094"/>
              <a:gd name="csX1" fmla="*/ 2219187 w 2219305"/>
              <a:gd name="csY1" fmla="*/ 1337613 h 1752094"/>
              <a:gd name="csX2" fmla="*/ 1921055 w 2219305"/>
              <a:gd name="csY2" fmla="*/ 1661463 h 1752094"/>
              <a:gd name="csX3" fmla="*/ 1471475 w 2219305"/>
              <a:gd name="csY3" fmla="*/ 1713851 h 1752094"/>
              <a:gd name="csX4" fmla="*/ 1326695 w 2219305"/>
              <a:gd name="csY4" fmla="*/ 1262366 h 1752094"/>
              <a:gd name="csX5" fmla="*/ 3353 w 2219305"/>
              <a:gd name="csY5" fmla="*/ 36178 h 1752094"/>
              <a:gd name="csX6" fmla="*/ 819815 w 2219305"/>
              <a:gd name="csY6" fmla="*/ 401621 h 1752094"/>
              <a:gd name="csX7" fmla="*/ 1637210 w 2219305"/>
              <a:gd name="csY7" fmla="*/ 641336 h 1752094"/>
              <a:gd name="csX8" fmla="*/ 1956297 w 2219305"/>
              <a:gd name="csY8" fmla="*/ 975663 h 1752094"/>
              <a:gd name="csX0" fmla="*/ 1525771 w 1788779"/>
              <a:gd name="csY0" fmla="*/ 1078795 h 1855226"/>
              <a:gd name="csX1" fmla="*/ 1788661 w 1788779"/>
              <a:gd name="csY1" fmla="*/ 1440745 h 1855226"/>
              <a:gd name="csX2" fmla="*/ 1490529 w 1788779"/>
              <a:gd name="csY2" fmla="*/ 1764595 h 1855226"/>
              <a:gd name="csX3" fmla="*/ 1040949 w 1788779"/>
              <a:gd name="csY3" fmla="*/ 1816983 h 1855226"/>
              <a:gd name="csX4" fmla="*/ 896169 w 1788779"/>
              <a:gd name="csY4" fmla="*/ 1365498 h 1855226"/>
              <a:gd name="csX5" fmla="*/ 6489 w 1788779"/>
              <a:gd name="csY5" fmla="*/ 25914 h 1855226"/>
              <a:gd name="csX6" fmla="*/ 389289 w 1788779"/>
              <a:gd name="csY6" fmla="*/ 504753 h 1855226"/>
              <a:gd name="csX7" fmla="*/ 1206684 w 1788779"/>
              <a:gd name="csY7" fmla="*/ 744468 h 1855226"/>
              <a:gd name="csX8" fmla="*/ 1525771 w 1788779"/>
              <a:gd name="csY8" fmla="*/ 1078795 h 1855226"/>
              <a:gd name="csX0" fmla="*/ 1525771 w 1788779"/>
              <a:gd name="csY0" fmla="*/ 1078795 h 1855226"/>
              <a:gd name="csX1" fmla="*/ 1788661 w 1788779"/>
              <a:gd name="csY1" fmla="*/ 1440745 h 1855226"/>
              <a:gd name="csX2" fmla="*/ 1490529 w 1788779"/>
              <a:gd name="csY2" fmla="*/ 1764595 h 1855226"/>
              <a:gd name="csX3" fmla="*/ 1040949 w 1788779"/>
              <a:gd name="csY3" fmla="*/ 1816983 h 1855226"/>
              <a:gd name="csX4" fmla="*/ 896169 w 1788779"/>
              <a:gd name="csY4" fmla="*/ 1365498 h 1855226"/>
              <a:gd name="csX5" fmla="*/ 6489 w 1788779"/>
              <a:gd name="csY5" fmla="*/ 25914 h 1855226"/>
              <a:gd name="csX6" fmla="*/ 389289 w 1788779"/>
              <a:gd name="csY6" fmla="*/ 504753 h 1855226"/>
              <a:gd name="csX7" fmla="*/ 1206684 w 1788779"/>
              <a:gd name="csY7" fmla="*/ 744468 h 1855226"/>
              <a:gd name="csX8" fmla="*/ 1525771 w 1788779"/>
              <a:gd name="csY8" fmla="*/ 1078795 h 1855226"/>
              <a:gd name="csX0" fmla="*/ 1681014 w 1944022"/>
              <a:gd name="csY0" fmla="*/ 1076515 h 1852946"/>
              <a:gd name="csX1" fmla="*/ 1943904 w 1944022"/>
              <a:gd name="csY1" fmla="*/ 1438465 h 1852946"/>
              <a:gd name="csX2" fmla="*/ 1645772 w 1944022"/>
              <a:gd name="csY2" fmla="*/ 1762315 h 1852946"/>
              <a:gd name="csX3" fmla="*/ 1196192 w 1944022"/>
              <a:gd name="csY3" fmla="*/ 1814703 h 1852946"/>
              <a:gd name="csX4" fmla="*/ 1051412 w 1944022"/>
              <a:gd name="csY4" fmla="*/ 1363218 h 1852946"/>
              <a:gd name="csX5" fmla="*/ 161732 w 1944022"/>
              <a:gd name="csY5" fmla="*/ 23634 h 1852946"/>
              <a:gd name="csX6" fmla="*/ 544532 w 1944022"/>
              <a:gd name="csY6" fmla="*/ 502473 h 1852946"/>
              <a:gd name="csX7" fmla="*/ 1361927 w 1944022"/>
              <a:gd name="csY7" fmla="*/ 742188 h 1852946"/>
              <a:gd name="csX8" fmla="*/ 1681014 w 1944022"/>
              <a:gd name="csY8" fmla="*/ 1076515 h 1852946"/>
              <a:gd name="csX0" fmla="*/ 4763267 w 5026275"/>
              <a:gd name="csY0" fmla="*/ 1053765 h 1830196"/>
              <a:gd name="csX1" fmla="*/ 5026157 w 5026275"/>
              <a:gd name="csY1" fmla="*/ 1415715 h 1830196"/>
              <a:gd name="csX2" fmla="*/ 4728025 w 5026275"/>
              <a:gd name="csY2" fmla="*/ 1739565 h 1830196"/>
              <a:gd name="csX3" fmla="*/ 4278445 w 5026275"/>
              <a:gd name="csY3" fmla="*/ 1791953 h 1830196"/>
              <a:gd name="csX4" fmla="*/ 4133665 w 5026275"/>
              <a:gd name="csY4" fmla="*/ 1340468 h 1830196"/>
              <a:gd name="csX5" fmla="*/ 5711 w 5026275"/>
              <a:gd name="csY5" fmla="*/ 609319 h 1830196"/>
              <a:gd name="csX6" fmla="*/ 3243985 w 5026275"/>
              <a:gd name="csY6" fmla="*/ 884 h 1830196"/>
              <a:gd name="csX7" fmla="*/ 3626785 w 5026275"/>
              <a:gd name="csY7" fmla="*/ 479723 h 1830196"/>
              <a:gd name="csX8" fmla="*/ 4444180 w 5026275"/>
              <a:gd name="csY8" fmla="*/ 719438 h 1830196"/>
              <a:gd name="csX9" fmla="*/ 4763267 w 5026275"/>
              <a:gd name="csY9" fmla="*/ 1053765 h 1830196"/>
              <a:gd name="csX0" fmla="*/ 4764215 w 5027223"/>
              <a:gd name="csY0" fmla="*/ 1037597 h 1814028"/>
              <a:gd name="csX1" fmla="*/ 5027105 w 5027223"/>
              <a:gd name="csY1" fmla="*/ 1399547 h 1814028"/>
              <a:gd name="csX2" fmla="*/ 4728973 w 5027223"/>
              <a:gd name="csY2" fmla="*/ 1723397 h 1814028"/>
              <a:gd name="csX3" fmla="*/ 4279393 w 5027223"/>
              <a:gd name="csY3" fmla="*/ 1775785 h 1814028"/>
              <a:gd name="csX4" fmla="*/ 4134613 w 5027223"/>
              <a:gd name="csY4" fmla="*/ 1324300 h 1814028"/>
              <a:gd name="csX5" fmla="*/ 6659 w 5027223"/>
              <a:gd name="csY5" fmla="*/ 593151 h 1814028"/>
              <a:gd name="csX6" fmla="*/ 2832954 w 5027223"/>
              <a:gd name="csY6" fmla="*/ 915 h 1814028"/>
              <a:gd name="csX7" fmla="*/ 3627733 w 5027223"/>
              <a:gd name="csY7" fmla="*/ 463555 h 1814028"/>
              <a:gd name="csX8" fmla="*/ 4445128 w 5027223"/>
              <a:gd name="csY8" fmla="*/ 703270 h 1814028"/>
              <a:gd name="csX9" fmla="*/ 4764215 w 5027223"/>
              <a:gd name="csY9" fmla="*/ 1037597 h 1814028"/>
              <a:gd name="csX0" fmla="*/ 4764046 w 5027054"/>
              <a:gd name="csY0" fmla="*/ 1045680 h 1822111"/>
              <a:gd name="csX1" fmla="*/ 5026936 w 5027054"/>
              <a:gd name="csY1" fmla="*/ 1407630 h 1822111"/>
              <a:gd name="csX2" fmla="*/ 4728804 w 5027054"/>
              <a:gd name="csY2" fmla="*/ 1731480 h 1822111"/>
              <a:gd name="csX3" fmla="*/ 4279224 w 5027054"/>
              <a:gd name="csY3" fmla="*/ 1783868 h 1822111"/>
              <a:gd name="csX4" fmla="*/ 4134444 w 5027054"/>
              <a:gd name="csY4" fmla="*/ 1332383 h 1822111"/>
              <a:gd name="csX5" fmla="*/ 6490 w 5027054"/>
              <a:gd name="csY5" fmla="*/ 601234 h 1822111"/>
              <a:gd name="csX6" fmla="*/ 2897834 w 5027054"/>
              <a:gd name="csY6" fmla="*/ 898 h 1822111"/>
              <a:gd name="csX7" fmla="*/ 3627564 w 5027054"/>
              <a:gd name="csY7" fmla="*/ 471638 h 1822111"/>
              <a:gd name="csX8" fmla="*/ 4444959 w 5027054"/>
              <a:gd name="csY8" fmla="*/ 711353 h 1822111"/>
              <a:gd name="csX9" fmla="*/ 4764046 w 5027054"/>
              <a:gd name="csY9" fmla="*/ 1045680 h 1822111"/>
              <a:gd name="csX0" fmla="*/ 5023732 w 5286740"/>
              <a:gd name="csY0" fmla="*/ 1044819 h 1821250"/>
              <a:gd name="csX1" fmla="*/ 5286622 w 5286740"/>
              <a:gd name="csY1" fmla="*/ 1406769 h 1821250"/>
              <a:gd name="csX2" fmla="*/ 4988490 w 5286740"/>
              <a:gd name="csY2" fmla="*/ 1730619 h 1821250"/>
              <a:gd name="csX3" fmla="*/ 4538910 w 5286740"/>
              <a:gd name="csY3" fmla="*/ 1783007 h 1821250"/>
              <a:gd name="csX4" fmla="*/ 4394130 w 5286740"/>
              <a:gd name="csY4" fmla="*/ 1331522 h 1821250"/>
              <a:gd name="csX5" fmla="*/ 5979 w 5286740"/>
              <a:gd name="csY5" fmla="*/ 450528 h 1821250"/>
              <a:gd name="csX6" fmla="*/ 3157520 w 5286740"/>
              <a:gd name="csY6" fmla="*/ 37 h 1821250"/>
              <a:gd name="csX7" fmla="*/ 3887250 w 5286740"/>
              <a:gd name="csY7" fmla="*/ 470777 h 1821250"/>
              <a:gd name="csX8" fmla="*/ 4704645 w 5286740"/>
              <a:gd name="csY8" fmla="*/ 710492 h 1821250"/>
              <a:gd name="csX9" fmla="*/ 5023732 w 5286740"/>
              <a:gd name="csY9" fmla="*/ 1044819 h 1821250"/>
              <a:gd name="csX0" fmla="*/ 5023732 w 5286740"/>
              <a:gd name="csY0" fmla="*/ 1044819 h 1821250"/>
              <a:gd name="csX1" fmla="*/ 5286622 w 5286740"/>
              <a:gd name="csY1" fmla="*/ 1406769 h 1821250"/>
              <a:gd name="csX2" fmla="*/ 4988490 w 5286740"/>
              <a:gd name="csY2" fmla="*/ 1730619 h 1821250"/>
              <a:gd name="csX3" fmla="*/ 4538910 w 5286740"/>
              <a:gd name="csY3" fmla="*/ 1783007 h 1821250"/>
              <a:gd name="csX4" fmla="*/ 4394130 w 5286740"/>
              <a:gd name="csY4" fmla="*/ 1331522 h 1821250"/>
              <a:gd name="csX5" fmla="*/ 5979 w 5286740"/>
              <a:gd name="csY5" fmla="*/ 450528 h 1821250"/>
              <a:gd name="csX6" fmla="*/ 3157520 w 5286740"/>
              <a:gd name="csY6" fmla="*/ 37 h 1821250"/>
              <a:gd name="csX7" fmla="*/ 3887250 w 5286740"/>
              <a:gd name="csY7" fmla="*/ 470777 h 1821250"/>
              <a:gd name="csX8" fmla="*/ 4704645 w 5286740"/>
              <a:gd name="csY8" fmla="*/ 710492 h 1821250"/>
              <a:gd name="csX9" fmla="*/ 5023732 w 5286740"/>
              <a:gd name="csY9" fmla="*/ 1044819 h 1821250"/>
              <a:gd name="csX0" fmla="*/ 5023732 w 5286740"/>
              <a:gd name="csY0" fmla="*/ 1044819 h 1821250"/>
              <a:gd name="csX1" fmla="*/ 5286622 w 5286740"/>
              <a:gd name="csY1" fmla="*/ 1406769 h 1821250"/>
              <a:gd name="csX2" fmla="*/ 4988490 w 5286740"/>
              <a:gd name="csY2" fmla="*/ 1730619 h 1821250"/>
              <a:gd name="csX3" fmla="*/ 4538910 w 5286740"/>
              <a:gd name="csY3" fmla="*/ 1783007 h 1821250"/>
              <a:gd name="csX4" fmla="*/ 4394130 w 5286740"/>
              <a:gd name="csY4" fmla="*/ 1331522 h 1821250"/>
              <a:gd name="csX5" fmla="*/ 5979 w 5286740"/>
              <a:gd name="csY5" fmla="*/ 450528 h 1821250"/>
              <a:gd name="csX6" fmla="*/ 3157520 w 5286740"/>
              <a:gd name="csY6" fmla="*/ 37 h 1821250"/>
              <a:gd name="csX7" fmla="*/ 3887250 w 5286740"/>
              <a:gd name="csY7" fmla="*/ 470777 h 1821250"/>
              <a:gd name="csX8" fmla="*/ 4704645 w 5286740"/>
              <a:gd name="csY8" fmla="*/ 710492 h 1821250"/>
              <a:gd name="csX9" fmla="*/ 5023732 w 5286740"/>
              <a:gd name="csY9" fmla="*/ 1044819 h 1821250"/>
              <a:gd name="csX0" fmla="*/ 5019151 w 5282159"/>
              <a:gd name="csY0" fmla="*/ 1044819 h 1821250"/>
              <a:gd name="csX1" fmla="*/ 5282041 w 5282159"/>
              <a:gd name="csY1" fmla="*/ 1406769 h 1821250"/>
              <a:gd name="csX2" fmla="*/ 4983909 w 5282159"/>
              <a:gd name="csY2" fmla="*/ 1730619 h 1821250"/>
              <a:gd name="csX3" fmla="*/ 4534329 w 5282159"/>
              <a:gd name="csY3" fmla="*/ 1783007 h 1821250"/>
              <a:gd name="csX4" fmla="*/ 4389549 w 5282159"/>
              <a:gd name="csY4" fmla="*/ 1331522 h 1821250"/>
              <a:gd name="csX5" fmla="*/ 1398 w 5282159"/>
              <a:gd name="csY5" fmla="*/ 450528 h 1821250"/>
              <a:gd name="csX6" fmla="*/ 3152939 w 5282159"/>
              <a:gd name="csY6" fmla="*/ 37 h 1821250"/>
              <a:gd name="csX7" fmla="*/ 3882669 w 5282159"/>
              <a:gd name="csY7" fmla="*/ 470777 h 1821250"/>
              <a:gd name="csX8" fmla="*/ 4700064 w 5282159"/>
              <a:gd name="csY8" fmla="*/ 710492 h 1821250"/>
              <a:gd name="csX9" fmla="*/ 5019151 w 5282159"/>
              <a:gd name="csY9" fmla="*/ 1044819 h 1821250"/>
              <a:gd name="csX0" fmla="*/ 5235949 w 5498957"/>
              <a:gd name="csY0" fmla="*/ 1044828 h 1794706"/>
              <a:gd name="csX1" fmla="*/ 5498839 w 5498957"/>
              <a:gd name="csY1" fmla="*/ 1406778 h 1794706"/>
              <a:gd name="csX2" fmla="*/ 5200707 w 5498957"/>
              <a:gd name="csY2" fmla="*/ 1730628 h 1794706"/>
              <a:gd name="csX3" fmla="*/ 4751127 w 5498957"/>
              <a:gd name="csY3" fmla="*/ 1783016 h 1794706"/>
              <a:gd name="csX4" fmla="*/ 378149 w 5498957"/>
              <a:gd name="csY4" fmla="*/ 1647420 h 1794706"/>
              <a:gd name="csX5" fmla="*/ 218196 w 5498957"/>
              <a:gd name="csY5" fmla="*/ 450537 h 1794706"/>
              <a:gd name="csX6" fmla="*/ 3369737 w 5498957"/>
              <a:gd name="csY6" fmla="*/ 46 h 1794706"/>
              <a:gd name="csX7" fmla="*/ 4099467 w 5498957"/>
              <a:gd name="csY7" fmla="*/ 470786 h 1794706"/>
              <a:gd name="csX8" fmla="*/ 4916862 w 5498957"/>
              <a:gd name="csY8" fmla="*/ 710501 h 1794706"/>
              <a:gd name="csX9" fmla="*/ 5235949 w 5498957"/>
              <a:gd name="csY9" fmla="*/ 1044828 h 1794706"/>
              <a:gd name="csX0" fmla="*/ 5235949 w 5498957"/>
              <a:gd name="csY0" fmla="*/ 1044828 h 1794706"/>
              <a:gd name="csX1" fmla="*/ 5498839 w 5498957"/>
              <a:gd name="csY1" fmla="*/ 1406778 h 1794706"/>
              <a:gd name="csX2" fmla="*/ 5200707 w 5498957"/>
              <a:gd name="csY2" fmla="*/ 1730628 h 1794706"/>
              <a:gd name="csX3" fmla="*/ 4751127 w 5498957"/>
              <a:gd name="csY3" fmla="*/ 1783016 h 1794706"/>
              <a:gd name="csX4" fmla="*/ 378149 w 5498957"/>
              <a:gd name="csY4" fmla="*/ 1647420 h 1794706"/>
              <a:gd name="csX5" fmla="*/ 218196 w 5498957"/>
              <a:gd name="csY5" fmla="*/ 450537 h 1794706"/>
              <a:gd name="csX6" fmla="*/ 3369737 w 5498957"/>
              <a:gd name="csY6" fmla="*/ 46 h 1794706"/>
              <a:gd name="csX7" fmla="*/ 4099467 w 5498957"/>
              <a:gd name="csY7" fmla="*/ 470786 h 1794706"/>
              <a:gd name="csX8" fmla="*/ 4916862 w 5498957"/>
              <a:gd name="csY8" fmla="*/ 710501 h 1794706"/>
              <a:gd name="csX9" fmla="*/ 5235949 w 5498957"/>
              <a:gd name="csY9" fmla="*/ 1044828 h 1794706"/>
              <a:gd name="csX0" fmla="*/ 5200285 w 5463293"/>
              <a:gd name="csY0" fmla="*/ 1044828 h 1799770"/>
              <a:gd name="csX1" fmla="*/ 5463175 w 5463293"/>
              <a:gd name="csY1" fmla="*/ 1406778 h 1799770"/>
              <a:gd name="csX2" fmla="*/ 5165043 w 5463293"/>
              <a:gd name="csY2" fmla="*/ 1730628 h 1799770"/>
              <a:gd name="csX3" fmla="*/ 4715463 w 5463293"/>
              <a:gd name="csY3" fmla="*/ 1783016 h 1799770"/>
              <a:gd name="csX4" fmla="*/ 342485 w 5463293"/>
              <a:gd name="csY4" fmla="*/ 1647420 h 1799770"/>
              <a:gd name="csX5" fmla="*/ 182532 w 5463293"/>
              <a:gd name="csY5" fmla="*/ 450537 h 1799770"/>
              <a:gd name="csX6" fmla="*/ 3334073 w 5463293"/>
              <a:gd name="csY6" fmla="*/ 46 h 1799770"/>
              <a:gd name="csX7" fmla="*/ 4063803 w 5463293"/>
              <a:gd name="csY7" fmla="*/ 470786 h 1799770"/>
              <a:gd name="csX8" fmla="*/ 4881198 w 5463293"/>
              <a:gd name="csY8" fmla="*/ 710501 h 1799770"/>
              <a:gd name="csX9" fmla="*/ 5200285 w 5463293"/>
              <a:gd name="csY9" fmla="*/ 1044828 h 1799770"/>
              <a:gd name="csX0" fmla="*/ 5200285 w 5463293"/>
              <a:gd name="csY0" fmla="*/ 1044828 h 1799770"/>
              <a:gd name="csX1" fmla="*/ 5463175 w 5463293"/>
              <a:gd name="csY1" fmla="*/ 1406778 h 1799770"/>
              <a:gd name="csX2" fmla="*/ 5165043 w 5463293"/>
              <a:gd name="csY2" fmla="*/ 1730628 h 1799770"/>
              <a:gd name="csX3" fmla="*/ 4715463 w 5463293"/>
              <a:gd name="csY3" fmla="*/ 1783016 h 1799770"/>
              <a:gd name="csX4" fmla="*/ 342485 w 5463293"/>
              <a:gd name="csY4" fmla="*/ 1647420 h 1799770"/>
              <a:gd name="csX5" fmla="*/ 182532 w 5463293"/>
              <a:gd name="csY5" fmla="*/ 450537 h 1799770"/>
              <a:gd name="csX6" fmla="*/ 3334073 w 5463293"/>
              <a:gd name="csY6" fmla="*/ 46 h 1799770"/>
              <a:gd name="csX7" fmla="*/ 4063803 w 5463293"/>
              <a:gd name="csY7" fmla="*/ 470786 h 1799770"/>
              <a:gd name="csX8" fmla="*/ 4881198 w 5463293"/>
              <a:gd name="csY8" fmla="*/ 710501 h 1799770"/>
              <a:gd name="csX9" fmla="*/ 5200285 w 5463293"/>
              <a:gd name="csY9" fmla="*/ 1044828 h 1799770"/>
              <a:gd name="csX0" fmla="*/ 5200285 w 5463293"/>
              <a:gd name="csY0" fmla="*/ 1044828 h 1799770"/>
              <a:gd name="csX1" fmla="*/ 5463175 w 5463293"/>
              <a:gd name="csY1" fmla="*/ 1406778 h 1799770"/>
              <a:gd name="csX2" fmla="*/ 5165043 w 5463293"/>
              <a:gd name="csY2" fmla="*/ 1730628 h 1799770"/>
              <a:gd name="csX3" fmla="*/ 4715463 w 5463293"/>
              <a:gd name="csY3" fmla="*/ 1783016 h 1799770"/>
              <a:gd name="csX4" fmla="*/ 342485 w 5463293"/>
              <a:gd name="csY4" fmla="*/ 1647420 h 1799770"/>
              <a:gd name="csX5" fmla="*/ 182532 w 5463293"/>
              <a:gd name="csY5" fmla="*/ 450537 h 1799770"/>
              <a:gd name="csX6" fmla="*/ 3334073 w 5463293"/>
              <a:gd name="csY6" fmla="*/ 46 h 1799770"/>
              <a:gd name="csX7" fmla="*/ 4063803 w 5463293"/>
              <a:gd name="csY7" fmla="*/ 470786 h 1799770"/>
              <a:gd name="csX8" fmla="*/ 4881198 w 5463293"/>
              <a:gd name="csY8" fmla="*/ 710501 h 1799770"/>
              <a:gd name="csX9" fmla="*/ 5200285 w 5463293"/>
              <a:gd name="csY9" fmla="*/ 1044828 h 1799770"/>
              <a:gd name="csX0" fmla="*/ 5320168 w 5593529"/>
              <a:gd name="csY0" fmla="*/ 1044828 h 1857809"/>
              <a:gd name="csX1" fmla="*/ 5583058 w 5593529"/>
              <a:gd name="csY1" fmla="*/ 1406778 h 1857809"/>
              <a:gd name="csX2" fmla="*/ 5284926 w 5593529"/>
              <a:gd name="csY2" fmla="*/ 1730628 h 1857809"/>
              <a:gd name="csX3" fmla="*/ 3274165 w 5593529"/>
              <a:gd name="csY3" fmla="*/ 1855914 h 1857809"/>
              <a:gd name="csX4" fmla="*/ 462368 w 5593529"/>
              <a:gd name="csY4" fmla="*/ 1647420 h 1857809"/>
              <a:gd name="csX5" fmla="*/ 302415 w 5593529"/>
              <a:gd name="csY5" fmla="*/ 450537 h 1857809"/>
              <a:gd name="csX6" fmla="*/ 3453956 w 5593529"/>
              <a:gd name="csY6" fmla="*/ 46 h 1857809"/>
              <a:gd name="csX7" fmla="*/ 4183686 w 5593529"/>
              <a:gd name="csY7" fmla="*/ 470786 h 1857809"/>
              <a:gd name="csX8" fmla="*/ 5001081 w 5593529"/>
              <a:gd name="csY8" fmla="*/ 710501 h 1857809"/>
              <a:gd name="csX9" fmla="*/ 5320168 w 5593529"/>
              <a:gd name="csY9" fmla="*/ 1044828 h 1857809"/>
              <a:gd name="csX0" fmla="*/ 5303906 w 5590401"/>
              <a:gd name="csY0" fmla="*/ 1044828 h 1986298"/>
              <a:gd name="csX1" fmla="*/ 5566796 w 5590401"/>
              <a:gd name="csY1" fmla="*/ 1406778 h 1986298"/>
              <a:gd name="csX2" fmla="*/ 5268664 w 5590401"/>
              <a:gd name="csY2" fmla="*/ 1730628 h 1986298"/>
              <a:gd name="csX3" fmla="*/ 2932657 w 5590401"/>
              <a:gd name="csY3" fmla="*/ 1985510 h 1986298"/>
              <a:gd name="csX4" fmla="*/ 446106 w 5590401"/>
              <a:gd name="csY4" fmla="*/ 1647420 h 1986298"/>
              <a:gd name="csX5" fmla="*/ 286153 w 5590401"/>
              <a:gd name="csY5" fmla="*/ 450537 h 1986298"/>
              <a:gd name="csX6" fmla="*/ 3437694 w 5590401"/>
              <a:gd name="csY6" fmla="*/ 46 h 1986298"/>
              <a:gd name="csX7" fmla="*/ 4167424 w 5590401"/>
              <a:gd name="csY7" fmla="*/ 470786 h 1986298"/>
              <a:gd name="csX8" fmla="*/ 4984819 w 5590401"/>
              <a:gd name="csY8" fmla="*/ 710501 h 1986298"/>
              <a:gd name="csX9" fmla="*/ 5303906 w 5590401"/>
              <a:gd name="csY9" fmla="*/ 1044828 h 1986298"/>
              <a:gd name="csX0" fmla="*/ 5303906 w 5566904"/>
              <a:gd name="csY0" fmla="*/ 1044828 h 1992814"/>
              <a:gd name="csX1" fmla="*/ 5566796 w 5566904"/>
              <a:gd name="csY1" fmla="*/ 1406778 h 1992814"/>
              <a:gd name="csX2" fmla="*/ 5268664 w 5566904"/>
              <a:gd name="csY2" fmla="*/ 1730628 h 1992814"/>
              <a:gd name="csX3" fmla="*/ 4666136 w 5566904"/>
              <a:gd name="csY3" fmla="*/ 1867989 h 1992814"/>
              <a:gd name="csX4" fmla="*/ 2932657 w 5566904"/>
              <a:gd name="csY4" fmla="*/ 1985510 h 1992814"/>
              <a:gd name="csX5" fmla="*/ 446106 w 5566904"/>
              <a:gd name="csY5" fmla="*/ 1647420 h 1992814"/>
              <a:gd name="csX6" fmla="*/ 286153 w 5566904"/>
              <a:gd name="csY6" fmla="*/ 450537 h 1992814"/>
              <a:gd name="csX7" fmla="*/ 3437694 w 5566904"/>
              <a:gd name="csY7" fmla="*/ 46 h 1992814"/>
              <a:gd name="csX8" fmla="*/ 4167424 w 5566904"/>
              <a:gd name="csY8" fmla="*/ 470786 h 1992814"/>
              <a:gd name="csX9" fmla="*/ 4984819 w 5566904"/>
              <a:gd name="csY9" fmla="*/ 710501 h 1992814"/>
              <a:gd name="csX10" fmla="*/ 5303906 w 5566904"/>
              <a:gd name="csY10" fmla="*/ 1044828 h 1992814"/>
              <a:gd name="csX0" fmla="*/ 5303906 w 5566904"/>
              <a:gd name="csY0" fmla="*/ 1044828 h 1992814"/>
              <a:gd name="csX1" fmla="*/ 5566796 w 5566904"/>
              <a:gd name="csY1" fmla="*/ 1406778 h 1992814"/>
              <a:gd name="csX2" fmla="*/ 5268664 w 5566904"/>
              <a:gd name="csY2" fmla="*/ 1730628 h 1992814"/>
              <a:gd name="csX3" fmla="*/ 4666136 w 5566904"/>
              <a:gd name="csY3" fmla="*/ 1867989 h 1992814"/>
              <a:gd name="csX4" fmla="*/ 2932657 w 5566904"/>
              <a:gd name="csY4" fmla="*/ 1985510 h 1992814"/>
              <a:gd name="csX5" fmla="*/ 446106 w 5566904"/>
              <a:gd name="csY5" fmla="*/ 1647420 h 1992814"/>
              <a:gd name="csX6" fmla="*/ 286153 w 5566904"/>
              <a:gd name="csY6" fmla="*/ 450537 h 1992814"/>
              <a:gd name="csX7" fmla="*/ 3437694 w 5566904"/>
              <a:gd name="csY7" fmla="*/ 46 h 1992814"/>
              <a:gd name="csX8" fmla="*/ 4167424 w 5566904"/>
              <a:gd name="csY8" fmla="*/ 470786 h 1992814"/>
              <a:gd name="csX9" fmla="*/ 4984819 w 5566904"/>
              <a:gd name="csY9" fmla="*/ 710501 h 1992814"/>
              <a:gd name="csX10" fmla="*/ 5303906 w 5566904"/>
              <a:gd name="csY10" fmla="*/ 1044828 h 1992814"/>
              <a:gd name="csX0" fmla="*/ 5303906 w 5566886"/>
              <a:gd name="csY0" fmla="*/ 1044828 h 1995191"/>
              <a:gd name="csX1" fmla="*/ 5566796 w 5566886"/>
              <a:gd name="csY1" fmla="*/ 1406778 h 1995191"/>
              <a:gd name="csX2" fmla="*/ 5268664 w 5566886"/>
              <a:gd name="csY2" fmla="*/ 1730628 h 1995191"/>
              <a:gd name="csX3" fmla="*/ 4861285 w 5566886"/>
              <a:gd name="csY3" fmla="*/ 1888239 h 1995191"/>
              <a:gd name="csX4" fmla="*/ 2932657 w 5566886"/>
              <a:gd name="csY4" fmla="*/ 1985510 h 1995191"/>
              <a:gd name="csX5" fmla="*/ 446106 w 5566886"/>
              <a:gd name="csY5" fmla="*/ 1647420 h 1995191"/>
              <a:gd name="csX6" fmla="*/ 286153 w 5566886"/>
              <a:gd name="csY6" fmla="*/ 450537 h 1995191"/>
              <a:gd name="csX7" fmla="*/ 3437694 w 5566886"/>
              <a:gd name="csY7" fmla="*/ 46 h 1995191"/>
              <a:gd name="csX8" fmla="*/ 4167424 w 5566886"/>
              <a:gd name="csY8" fmla="*/ 470786 h 1995191"/>
              <a:gd name="csX9" fmla="*/ 4984819 w 5566886"/>
              <a:gd name="csY9" fmla="*/ 710501 h 1995191"/>
              <a:gd name="csX10" fmla="*/ 5303906 w 5566886"/>
              <a:gd name="csY10" fmla="*/ 1044828 h 1995191"/>
              <a:gd name="csX0" fmla="*/ 5268865 w 5531845"/>
              <a:gd name="csY0" fmla="*/ 1044831 h 1991805"/>
              <a:gd name="csX1" fmla="*/ 5531755 w 5531845"/>
              <a:gd name="csY1" fmla="*/ 1406781 h 1991805"/>
              <a:gd name="csX2" fmla="*/ 5233623 w 5531845"/>
              <a:gd name="csY2" fmla="*/ 1730631 h 1991805"/>
              <a:gd name="csX3" fmla="*/ 4826244 w 5531845"/>
              <a:gd name="csY3" fmla="*/ 1888242 h 1991805"/>
              <a:gd name="csX4" fmla="*/ 2897616 w 5531845"/>
              <a:gd name="csY4" fmla="*/ 1985513 h 1991805"/>
              <a:gd name="csX5" fmla="*/ 497799 w 5531845"/>
              <a:gd name="csY5" fmla="*/ 1708171 h 1991805"/>
              <a:gd name="csX6" fmla="*/ 251112 w 5531845"/>
              <a:gd name="csY6" fmla="*/ 450540 h 1991805"/>
              <a:gd name="csX7" fmla="*/ 3402653 w 5531845"/>
              <a:gd name="csY7" fmla="*/ 49 h 1991805"/>
              <a:gd name="csX8" fmla="*/ 4132383 w 5531845"/>
              <a:gd name="csY8" fmla="*/ 470789 h 1991805"/>
              <a:gd name="csX9" fmla="*/ 4949778 w 5531845"/>
              <a:gd name="csY9" fmla="*/ 710504 h 1991805"/>
              <a:gd name="csX10" fmla="*/ 5268865 w 5531845"/>
              <a:gd name="csY10" fmla="*/ 1044831 h 1991805"/>
              <a:gd name="csX0" fmla="*/ 5187606 w 5450586"/>
              <a:gd name="csY0" fmla="*/ 1044831 h 1991805"/>
              <a:gd name="csX1" fmla="*/ 5450496 w 5450586"/>
              <a:gd name="csY1" fmla="*/ 1406781 h 1991805"/>
              <a:gd name="csX2" fmla="*/ 5152364 w 5450586"/>
              <a:gd name="csY2" fmla="*/ 1730631 h 1991805"/>
              <a:gd name="csX3" fmla="*/ 4744985 w 5450586"/>
              <a:gd name="csY3" fmla="*/ 1888242 h 1991805"/>
              <a:gd name="csX4" fmla="*/ 2816357 w 5450586"/>
              <a:gd name="csY4" fmla="*/ 1985513 h 1991805"/>
              <a:gd name="csX5" fmla="*/ 416540 w 5450586"/>
              <a:gd name="csY5" fmla="*/ 1708171 h 1991805"/>
              <a:gd name="csX6" fmla="*/ 169853 w 5450586"/>
              <a:gd name="csY6" fmla="*/ 450540 h 1991805"/>
              <a:gd name="csX7" fmla="*/ 3321394 w 5450586"/>
              <a:gd name="csY7" fmla="*/ 49 h 1991805"/>
              <a:gd name="csX8" fmla="*/ 4051124 w 5450586"/>
              <a:gd name="csY8" fmla="*/ 470789 h 1991805"/>
              <a:gd name="csX9" fmla="*/ 4868519 w 5450586"/>
              <a:gd name="csY9" fmla="*/ 710504 h 1991805"/>
              <a:gd name="csX10" fmla="*/ 5187606 w 5450586"/>
              <a:gd name="csY10" fmla="*/ 1044831 h 1991805"/>
              <a:gd name="csX0" fmla="*/ 5262529 w 5525509"/>
              <a:gd name="csY0" fmla="*/ 1044831 h 1992020"/>
              <a:gd name="csX1" fmla="*/ 5525419 w 5525509"/>
              <a:gd name="csY1" fmla="*/ 1406781 h 1992020"/>
              <a:gd name="csX2" fmla="*/ 5227287 w 5525509"/>
              <a:gd name="csY2" fmla="*/ 1730631 h 1992020"/>
              <a:gd name="csX3" fmla="*/ 4819908 w 5525509"/>
              <a:gd name="csY3" fmla="*/ 1888242 h 1992020"/>
              <a:gd name="csX4" fmla="*/ 2891280 w 5525509"/>
              <a:gd name="csY4" fmla="*/ 1985513 h 1992020"/>
              <a:gd name="csX5" fmla="*/ 231267 w 5525509"/>
              <a:gd name="csY5" fmla="*/ 1704121 h 1992020"/>
              <a:gd name="csX6" fmla="*/ 244776 w 5525509"/>
              <a:gd name="csY6" fmla="*/ 450540 h 1992020"/>
              <a:gd name="csX7" fmla="*/ 3396317 w 5525509"/>
              <a:gd name="csY7" fmla="*/ 49 h 1992020"/>
              <a:gd name="csX8" fmla="*/ 4126047 w 5525509"/>
              <a:gd name="csY8" fmla="*/ 470789 h 1992020"/>
              <a:gd name="csX9" fmla="*/ 4943442 w 5525509"/>
              <a:gd name="csY9" fmla="*/ 710504 h 1992020"/>
              <a:gd name="csX10" fmla="*/ 5262529 w 5525509"/>
              <a:gd name="csY10" fmla="*/ 1044831 h 19920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525509" h="1992020">
                <a:moveTo>
                  <a:pt x="5262529" y="1044831"/>
                </a:moveTo>
                <a:cubicBezTo>
                  <a:pt x="5373972" y="1178181"/>
                  <a:pt x="5521609" y="1289624"/>
                  <a:pt x="5525419" y="1406781"/>
                </a:cubicBezTo>
                <a:cubicBezTo>
                  <a:pt x="5530182" y="1523939"/>
                  <a:pt x="5344872" y="1650388"/>
                  <a:pt x="5227287" y="1730631"/>
                </a:cubicBezTo>
                <a:cubicBezTo>
                  <a:pt x="5109702" y="1810874"/>
                  <a:pt x="5209242" y="1845762"/>
                  <a:pt x="4819908" y="1888242"/>
                </a:cubicBezTo>
                <a:cubicBezTo>
                  <a:pt x="4430574" y="1930722"/>
                  <a:pt x="3656053" y="2016200"/>
                  <a:pt x="2891280" y="1985513"/>
                </a:cubicBezTo>
                <a:cubicBezTo>
                  <a:pt x="2126507" y="1954826"/>
                  <a:pt x="260372" y="1951850"/>
                  <a:pt x="231267" y="1704121"/>
                </a:cubicBezTo>
                <a:cubicBezTo>
                  <a:pt x="202162" y="1456392"/>
                  <a:pt x="-282732" y="734552"/>
                  <a:pt x="244776" y="450540"/>
                </a:cubicBezTo>
                <a:cubicBezTo>
                  <a:pt x="772284" y="166528"/>
                  <a:pt x="2749439" y="-3326"/>
                  <a:pt x="3396317" y="49"/>
                </a:cubicBezTo>
                <a:cubicBezTo>
                  <a:pt x="4043196" y="3424"/>
                  <a:pt x="3868193" y="352380"/>
                  <a:pt x="4126047" y="470789"/>
                </a:cubicBezTo>
                <a:cubicBezTo>
                  <a:pt x="4383901" y="589198"/>
                  <a:pt x="4790167" y="613480"/>
                  <a:pt x="4943442" y="710504"/>
                </a:cubicBezTo>
                <a:cubicBezTo>
                  <a:pt x="5075839" y="756224"/>
                  <a:pt x="5151087" y="911481"/>
                  <a:pt x="5262529" y="1044831"/>
                </a:cubicBezTo>
                <a:close/>
              </a:path>
            </a:pathLst>
          </a:custGeom>
          <a:solidFill>
            <a:schemeClr val="accent4">
              <a:lumMod val="75000"/>
            </a:schemeClr>
          </a:solidFill>
          <a:ln w="9525" cap="flat">
            <a:noFill/>
            <a:prstDash val="solid"/>
            <a:miter/>
          </a:ln>
        </p:spPr>
        <p:txBody>
          <a:bodyPr/>
          <a:lstStyle/>
          <a:p>
            <a:endParaRPr lang="en-US">
              <a:noFill/>
            </a:endParaRPr>
          </a:p>
        </p:txBody>
      </p:sp>
      <p:sp>
        <p:nvSpPr>
          <p:cNvPr id="6" name="Graphic 127">
            <a:extLst>
              <a:ext uri="{FF2B5EF4-FFF2-40B4-BE49-F238E27FC236}">
                <a16:creationId xmlns:a16="http://schemas.microsoft.com/office/drawing/2014/main" id="{D2425671-70FE-388C-6826-735DEB8B936F}"/>
              </a:ext>
            </a:extLst>
          </p:cNvPr>
          <p:cNvSpPr/>
          <p:nvPr/>
        </p:nvSpPr>
        <p:spPr>
          <a:xfrm rot="15573681" flipH="1" flipV="1">
            <a:off x="-813652" y="-8194679"/>
            <a:ext cx="3829558" cy="15209314"/>
          </a:xfrm>
          <a:custGeom>
            <a:avLst/>
            <a:gdLst>
              <a:gd name="csX0" fmla="*/ 3086062 w 3829558"/>
              <a:gd name="csY0" fmla="*/ 3905196 h 15209314"/>
              <a:gd name="csX1" fmla="*/ 3809673 w 3829558"/>
              <a:gd name="csY1" fmla="*/ 9695864 h 15209314"/>
              <a:gd name="csX2" fmla="*/ 2440601 w 3829558"/>
              <a:gd name="csY2" fmla="*/ 13914361 h 15209314"/>
              <a:gd name="csX3" fmla="*/ 741562 w 3829558"/>
              <a:gd name="csY3" fmla="*/ 14802979 h 15209314"/>
              <a:gd name="csX4" fmla="*/ 290029 w 3829558"/>
              <a:gd name="csY4" fmla="*/ 9051372 h 15209314"/>
              <a:gd name="csX5" fmla="*/ 64262 w 3829558"/>
              <a:gd name="csY5" fmla="*/ 2928692 h 15209314"/>
              <a:gd name="csX6" fmla="*/ 1517273 w 3829558"/>
              <a:gd name="csY6" fmla="*/ 18711 h 15209314"/>
              <a:gd name="csX7" fmla="*/ 3086062 w 3829558"/>
              <a:gd name="csY7" fmla="*/ 3905196 h 152093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829558" h="15209314">
                <a:moveTo>
                  <a:pt x="3086062" y="3905196"/>
                </a:moveTo>
                <a:cubicBezTo>
                  <a:pt x="3540489" y="5838674"/>
                  <a:pt x="3922556" y="7938157"/>
                  <a:pt x="3809673" y="9695864"/>
                </a:cubicBezTo>
                <a:cubicBezTo>
                  <a:pt x="3699684" y="11443806"/>
                  <a:pt x="3094745" y="12849972"/>
                  <a:pt x="2440601" y="13914361"/>
                </a:cubicBezTo>
                <a:cubicBezTo>
                  <a:pt x="1786456" y="14978750"/>
                  <a:pt x="1083106" y="15701363"/>
                  <a:pt x="741562" y="14802979"/>
                </a:cubicBezTo>
                <a:cubicBezTo>
                  <a:pt x="400018" y="13894831"/>
                  <a:pt x="420279" y="11365686"/>
                  <a:pt x="290029" y="9051372"/>
                </a:cubicBezTo>
                <a:cubicBezTo>
                  <a:pt x="156884" y="6746823"/>
                  <a:pt x="-126771" y="4657104"/>
                  <a:pt x="64262" y="2928692"/>
                </a:cubicBezTo>
                <a:cubicBezTo>
                  <a:pt x="255295" y="1190516"/>
                  <a:pt x="923912" y="-176590"/>
                  <a:pt x="1517273" y="18711"/>
                </a:cubicBezTo>
                <a:cubicBezTo>
                  <a:pt x="2110634" y="214012"/>
                  <a:pt x="2634528" y="1971719"/>
                  <a:pt x="3086062" y="3905196"/>
                </a:cubicBezTo>
                <a:close/>
              </a:path>
            </a:pathLst>
          </a:custGeom>
          <a:solidFill>
            <a:schemeClr val="accent4">
              <a:lumMod val="60000"/>
              <a:lumOff val="40000"/>
            </a:schemeClr>
          </a:solidFill>
          <a:ln w="28908" cap="flat">
            <a:noFill/>
            <a:prstDash val="solid"/>
            <a:miter/>
          </a:ln>
        </p:spPr>
        <p:txBody>
          <a:bodyPr/>
          <a:lstStyle/>
          <a:p>
            <a:endParaRPr lang="en-US">
              <a:noFill/>
            </a:endParaRPr>
          </a:p>
        </p:txBody>
      </p:sp>
      <p:sp>
        <p:nvSpPr>
          <p:cNvPr id="7" name="Graphic 129">
            <a:extLst>
              <a:ext uri="{FF2B5EF4-FFF2-40B4-BE49-F238E27FC236}">
                <a16:creationId xmlns:a16="http://schemas.microsoft.com/office/drawing/2014/main" id="{346D899D-6AC3-E343-6763-0B3BFB6F719B}"/>
              </a:ext>
            </a:extLst>
          </p:cNvPr>
          <p:cNvSpPr/>
          <p:nvPr/>
        </p:nvSpPr>
        <p:spPr>
          <a:xfrm rot="4773681">
            <a:off x="154841" y="-5408230"/>
            <a:ext cx="1717428" cy="10587099"/>
          </a:xfrm>
          <a:custGeom>
            <a:avLst/>
            <a:gdLst>
              <a:gd name="csX0" fmla="*/ 714496 w 977405"/>
              <a:gd name="csY0" fmla="*/ 349032 h 1125362"/>
              <a:gd name="csX1" fmla="*/ 977386 w 977405"/>
              <a:gd name="csY1" fmla="*/ 710982 h 1125362"/>
              <a:gd name="csX2" fmla="*/ 679254 w 977405"/>
              <a:gd name="csY2" fmla="*/ 1034832 h 1125362"/>
              <a:gd name="csX3" fmla="*/ 229674 w 977405"/>
              <a:gd name="csY3" fmla="*/ 1087220 h 1125362"/>
              <a:gd name="csX4" fmla="*/ 84894 w 977405"/>
              <a:gd name="csY4" fmla="*/ 635735 h 1125362"/>
              <a:gd name="csX5" fmla="*/ 19171 w 977405"/>
              <a:gd name="csY5" fmla="*/ 154722 h 1125362"/>
              <a:gd name="csX6" fmla="*/ 395409 w 977405"/>
              <a:gd name="csY6" fmla="*/ 14705 h 1125362"/>
              <a:gd name="csX7" fmla="*/ 714496 w 977405"/>
              <a:gd name="csY7" fmla="*/ 349032 h 11253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977405" h="1125362">
                <a:moveTo>
                  <a:pt x="714496" y="349032"/>
                </a:moveTo>
                <a:cubicBezTo>
                  <a:pt x="825939" y="482382"/>
                  <a:pt x="973576" y="593825"/>
                  <a:pt x="977386" y="710982"/>
                </a:cubicBezTo>
                <a:cubicBezTo>
                  <a:pt x="982149" y="828140"/>
                  <a:pt x="843084" y="951965"/>
                  <a:pt x="679254" y="1034832"/>
                </a:cubicBezTo>
                <a:cubicBezTo>
                  <a:pt x="515424" y="1118652"/>
                  <a:pt x="326829" y="1161515"/>
                  <a:pt x="229674" y="1087220"/>
                </a:cubicBezTo>
                <a:cubicBezTo>
                  <a:pt x="132519" y="1011972"/>
                  <a:pt x="126804" y="819567"/>
                  <a:pt x="84894" y="635735"/>
                </a:cubicBezTo>
                <a:cubicBezTo>
                  <a:pt x="42031" y="451902"/>
                  <a:pt x="-36074" y="275690"/>
                  <a:pt x="19171" y="154722"/>
                </a:cubicBezTo>
                <a:cubicBezTo>
                  <a:pt x="74416" y="34707"/>
                  <a:pt x="263011" y="-31015"/>
                  <a:pt x="395409" y="14705"/>
                </a:cubicBezTo>
                <a:cubicBezTo>
                  <a:pt x="527806" y="60425"/>
                  <a:pt x="603054" y="215682"/>
                  <a:pt x="714496" y="349032"/>
                </a:cubicBezTo>
                <a:close/>
              </a:path>
            </a:pathLst>
          </a:custGeom>
          <a:solidFill>
            <a:schemeClr val="accent4">
              <a:lumMod val="75000"/>
            </a:schemeClr>
          </a:solidFill>
          <a:ln w="9525" cap="flat">
            <a:noFill/>
            <a:prstDash val="solid"/>
            <a:miter/>
          </a:ln>
        </p:spPr>
        <p:txBody>
          <a:bodyPr/>
          <a:lstStyle/>
          <a:p>
            <a:endParaRPr lang="en-US">
              <a:noFill/>
            </a:endParaRPr>
          </a:p>
        </p:txBody>
      </p:sp>
      <p:sp>
        <p:nvSpPr>
          <p:cNvPr id="19" name="Graphic 129">
            <a:extLst>
              <a:ext uri="{FF2B5EF4-FFF2-40B4-BE49-F238E27FC236}">
                <a16:creationId xmlns:a16="http://schemas.microsoft.com/office/drawing/2014/main" id="{B3921DDD-2334-DE05-76D0-82D6B75BD1C3}"/>
              </a:ext>
            </a:extLst>
          </p:cNvPr>
          <p:cNvSpPr/>
          <p:nvPr/>
        </p:nvSpPr>
        <p:spPr>
          <a:xfrm rot="16200000">
            <a:off x="2505204" y="1221541"/>
            <a:ext cx="8782217" cy="18018623"/>
          </a:xfrm>
          <a:custGeom>
            <a:avLst/>
            <a:gdLst>
              <a:gd name="csX0" fmla="*/ 714496 w 977405"/>
              <a:gd name="csY0" fmla="*/ 349032 h 1125362"/>
              <a:gd name="csX1" fmla="*/ 977386 w 977405"/>
              <a:gd name="csY1" fmla="*/ 710982 h 1125362"/>
              <a:gd name="csX2" fmla="*/ 679254 w 977405"/>
              <a:gd name="csY2" fmla="*/ 1034832 h 1125362"/>
              <a:gd name="csX3" fmla="*/ 229674 w 977405"/>
              <a:gd name="csY3" fmla="*/ 1087220 h 1125362"/>
              <a:gd name="csX4" fmla="*/ 84894 w 977405"/>
              <a:gd name="csY4" fmla="*/ 635735 h 1125362"/>
              <a:gd name="csX5" fmla="*/ 19171 w 977405"/>
              <a:gd name="csY5" fmla="*/ 154722 h 1125362"/>
              <a:gd name="csX6" fmla="*/ 395409 w 977405"/>
              <a:gd name="csY6" fmla="*/ 14705 h 1125362"/>
              <a:gd name="csX7" fmla="*/ 714496 w 977405"/>
              <a:gd name="csY7" fmla="*/ 349032 h 1125362"/>
              <a:gd name="csX0" fmla="*/ 714397 w 977405"/>
              <a:gd name="csY0" fmla="*/ 348932 h 1125363"/>
              <a:gd name="csX1" fmla="*/ 977287 w 977405"/>
              <a:gd name="csY1" fmla="*/ 710882 h 1125363"/>
              <a:gd name="csX2" fmla="*/ 679155 w 977405"/>
              <a:gd name="csY2" fmla="*/ 1034732 h 1125363"/>
              <a:gd name="csX3" fmla="*/ 229575 w 977405"/>
              <a:gd name="csY3" fmla="*/ 1087120 h 1125363"/>
              <a:gd name="csX4" fmla="*/ 84795 w 977405"/>
              <a:gd name="csY4" fmla="*/ 635635 h 1125363"/>
              <a:gd name="csX5" fmla="*/ 19072 w 977405"/>
              <a:gd name="csY5" fmla="*/ 154622 h 1125363"/>
              <a:gd name="csX6" fmla="*/ 395310 w 977405"/>
              <a:gd name="csY6" fmla="*/ 14605 h 1125363"/>
              <a:gd name="csX7" fmla="*/ 714397 w 977405"/>
              <a:gd name="csY7" fmla="*/ 348932 h 1125363"/>
              <a:gd name="csX0" fmla="*/ 1954611 w 2217619"/>
              <a:gd name="csY0" fmla="*/ 953674 h 1730105"/>
              <a:gd name="csX1" fmla="*/ 2217501 w 2217619"/>
              <a:gd name="csY1" fmla="*/ 1315624 h 1730105"/>
              <a:gd name="csX2" fmla="*/ 1919369 w 2217619"/>
              <a:gd name="csY2" fmla="*/ 1639474 h 1730105"/>
              <a:gd name="csX3" fmla="*/ 1469789 w 2217619"/>
              <a:gd name="csY3" fmla="*/ 1691862 h 1730105"/>
              <a:gd name="csX4" fmla="*/ 1325009 w 2217619"/>
              <a:gd name="csY4" fmla="*/ 1240377 h 1730105"/>
              <a:gd name="csX5" fmla="*/ 1667 w 2217619"/>
              <a:gd name="csY5" fmla="*/ 14189 h 1730105"/>
              <a:gd name="csX6" fmla="*/ 1635524 w 2217619"/>
              <a:gd name="csY6" fmla="*/ 619347 h 1730105"/>
              <a:gd name="csX7" fmla="*/ 1954611 w 2217619"/>
              <a:gd name="csY7" fmla="*/ 953674 h 1730105"/>
              <a:gd name="csX0" fmla="*/ 1955732 w 2218740"/>
              <a:gd name="csY0" fmla="*/ 970158 h 1746589"/>
              <a:gd name="csX1" fmla="*/ 2218622 w 2218740"/>
              <a:gd name="csY1" fmla="*/ 1332108 h 1746589"/>
              <a:gd name="csX2" fmla="*/ 1920490 w 2218740"/>
              <a:gd name="csY2" fmla="*/ 1655958 h 1746589"/>
              <a:gd name="csX3" fmla="*/ 1470910 w 2218740"/>
              <a:gd name="csY3" fmla="*/ 1708346 h 1746589"/>
              <a:gd name="csX4" fmla="*/ 1326130 w 2218740"/>
              <a:gd name="csY4" fmla="*/ 1256861 h 1746589"/>
              <a:gd name="csX5" fmla="*/ 2788 w 2218740"/>
              <a:gd name="csY5" fmla="*/ 30673 h 1746589"/>
              <a:gd name="csX6" fmla="*/ 819250 w 2218740"/>
              <a:gd name="csY6" fmla="*/ 396116 h 1746589"/>
              <a:gd name="csX7" fmla="*/ 1636645 w 2218740"/>
              <a:gd name="csY7" fmla="*/ 635831 h 1746589"/>
              <a:gd name="csX8" fmla="*/ 1955732 w 2218740"/>
              <a:gd name="csY8" fmla="*/ 970158 h 1746589"/>
              <a:gd name="csX0" fmla="*/ 1955732 w 2218740"/>
              <a:gd name="csY0" fmla="*/ 970158 h 1746589"/>
              <a:gd name="csX1" fmla="*/ 2218622 w 2218740"/>
              <a:gd name="csY1" fmla="*/ 1332108 h 1746589"/>
              <a:gd name="csX2" fmla="*/ 1920490 w 2218740"/>
              <a:gd name="csY2" fmla="*/ 1655958 h 1746589"/>
              <a:gd name="csX3" fmla="*/ 1470910 w 2218740"/>
              <a:gd name="csY3" fmla="*/ 1708346 h 1746589"/>
              <a:gd name="csX4" fmla="*/ 1326130 w 2218740"/>
              <a:gd name="csY4" fmla="*/ 1256861 h 1746589"/>
              <a:gd name="csX5" fmla="*/ 2788 w 2218740"/>
              <a:gd name="csY5" fmla="*/ 30673 h 1746589"/>
              <a:gd name="csX6" fmla="*/ 819250 w 2218740"/>
              <a:gd name="csY6" fmla="*/ 396116 h 1746589"/>
              <a:gd name="csX7" fmla="*/ 1636645 w 2218740"/>
              <a:gd name="csY7" fmla="*/ 635831 h 1746589"/>
              <a:gd name="csX8" fmla="*/ 1955732 w 2218740"/>
              <a:gd name="csY8" fmla="*/ 970158 h 1746589"/>
              <a:gd name="csX0" fmla="*/ 1956297 w 2219305"/>
              <a:gd name="csY0" fmla="*/ 975663 h 1752094"/>
              <a:gd name="csX1" fmla="*/ 2219187 w 2219305"/>
              <a:gd name="csY1" fmla="*/ 1337613 h 1752094"/>
              <a:gd name="csX2" fmla="*/ 1921055 w 2219305"/>
              <a:gd name="csY2" fmla="*/ 1661463 h 1752094"/>
              <a:gd name="csX3" fmla="*/ 1471475 w 2219305"/>
              <a:gd name="csY3" fmla="*/ 1713851 h 1752094"/>
              <a:gd name="csX4" fmla="*/ 1326695 w 2219305"/>
              <a:gd name="csY4" fmla="*/ 1262366 h 1752094"/>
              <a:gd name="csX5" fmla="*/ 3353 w 2219305"/>
              <a:gd name="csY5" fmla="*/ 36178 h 1752094"/>
              <a:gd name="csX6" fmla="*/ 819815 w 2219305"/>
              <a:gd name="csY6" fmla="*/ 401621 h 1752094"/>
              <a:gd name="csX7" fmla="*/ 1637210 w 2219305"/>
              <a:gd name="csY7" fmla="*/ 641336 h 1752094"/>
              <a:gd name="csX8" fmla="*/ 1956297 w 2219305"/>
              <a:gd name="csY8" fmla="*/ 975663 h 1752094"/>
              <a:gd name="csX0" fmla="*/ 1525771 w 1788779"/>
              <a:gd name="csY0" fmla="*/ 1078795 h 1855226"/>
              <a:gd name="csX1" fmla="*/ 1788661 w 1788779"/>
              <a:gd name="csY1" fmla="*/ 1440745 h 1855226"/>
              <a:gd name="csX2" fmla="*/ 1490529 w 1788779"/>
              <a:gd name="csY2" fmla="*/ 1764595 h 1855226"/>
              <a:gd name="csX3" fmla="*/ 1040949 w 1788779"/>
              <a:gd name="csY3" fmla="*/ 1816983 h 1855226"/>
              <a:gd name="csX4" fmla="*/ 896169 w 1788779"/>
              <a:gd name="csY4" fmla="*/ 1365498 h 1855226"/>
              <a:gd name="csX5" fmla="*/ 6489 w 1788779"/>
              <a:gd name="csY5" fmla="*/ 25914 h 1855226"/>
              <a:gd name="csX6" fmla="*/ 389289 w 1788779"/>
              <a:gd name="csY6" fmla="*/ 504753 h 1855226"/>
              <a:gd name="csX7" fmla="*/ 1206684 w 1788779"/>
              <a:gd name="csY7" fmla="*/ 744468 h 1855226"/>
              <a:gd name="csX8" fmla="*/ 1525771 w 1788779"/>
              <a:gd name="csY8" fmla="*/ 1078795 h 1855226"/>
              <a:gd name="csX0" fmla="*/ 1525771 w 1788779"/>
              <a:gd name="csY0" fmla="*/ 1078795 h 1855226"/>
              <a:gd name="csX1" fmla="*/ 1788661 w 1788779"/>
              <a:gd name="csY1" fmla="*/ 1440745 h 1855226"/>
              <a:gd name="csX2" fmla="*/ 1490529 w 1788779"/>
              <a:gd name="csY2" fmla="*/ 1764595 h 1855226"/>
              <a:gd name="csX3" fmla="*/ 1040949 w 1788779"/>
              <a:gd name="csY3" fmla="*/ 1816983 h 1855226"/>
              <a:gd name="csX4" fmla="*/ 896169 w 1788779"/>
              <a:gd name="csY4" fmla="*/ 1365498 h 1855226"/>
              <a:gd name="csX5" fmla="*/ 6489 w 1788779"/>
              <a:gd name="csY5" fmla="*/ 25914 h 1855226"/>
              <a:gd name="csX6" fmla="*/ 389289 w 1788779"/>
              <a:gd name="csY6" fmla="*/ 504753 h 1855226"/>
              <a:gd name="csX7" fmla="*/ 1206684 w 1788779"/>
              <a:gd name="csY7" fmla="*/ 744468 h 1855226"/>
              <a:gd name="csX8" fmla="*/ 1525771 w 1788779"/>
              <a:gd name="csY8" fmla="*/ 1078795 h 1855226"/>
              <a:gd name="csX0" fmla="*/ 1681014 w 1944022"/>
              <a:gd name="csY0" fmla="*/ 1076515 h 1852946"/>
              <a:gd name="csX1" fmla="*/ 1943904 w 1944022"/>
              <a:gd name="csY1" fmla="*/ 1438465 h 1852946"/>
              <a:gd name="csX2" fmla="*/ 1645772 w 1944022"/>
              <a:gd name="csY2" fmla="*/ 1762315 h 1852946"/>
              <a:gd name="csX3" fmla="*/ 1196192 w 1944022"/>
              <a:gd name="csY3" fmla="*/ 1814703 h 1852946"/>
              <a:gd name="csX4" fmla="*/ 1051412 w 1944022"/>
              <a:gd name="csY4" fmla="*/ 1363218 h 1852946"/>
              <a:gd name="csX5" fmla="*/ 161732 w 1944022"/>
              <a:gd name="csY5" fmla="*/ 23634 h 1852946"/>
              <a:gd name="csX6" fmla="*/ 544532 w 1944022"/>
              <a:gd name="csY6" fmla="*/ 502473 h 1852946"/>
              <a:gd name="csX7" fmla="*/ 1361927 w 1944022"/>
              <a:gd name="csY7" fmla="*/ 742188 h 1852946"/>
              <a:gd name="csX8" fmla="*/ 1681014 w 1944022"/>
              <a:gd name="csY8" fmla="*/ 1076515 h 1852946"/>
              <a:gd name="csX0" fmla="*/ 4763267 w 5026275"/>
              <a:gd name="csY0" fmla="*/ 1053765 h 1830196"/>
              <a:gd name="csX1" fmla="*/ 5026157 w 5026275"/>
              <a:gd name="csY1" fmla="*/ 1415715 h 1830196"/>
              <a:gd name="csX2" fmla="*/ 4728025 w 5026275"/>
              <a:gd name="csY2" fmla="*/ 1739565 h 1830196"/>
              <a:gd name="csX3" fmla="*/ 4278445 w 5026275"/>
              <a:gd name="csY3" fmla="*/ 1791953 h 1830196"/>
              <a:gd name="csX4" fmla="*/ 4133665 w 5026275"/>
              <a:gd name="csY4" fmla="*/ 1340468 h 1830196"/>
              <a:gd name="csX5" fmla="*/ 5711 w 5026275"/>
              <a:gd name="csY5" fmla="*/ 609319 h 1830196"/>
              <a:gd name="csX6" fmla="*/ 3243985 w 5026275"/>
              <a:gd name="csY6" fmla="*/ 884 h 1830196"/>
              <a:gd name="csX7" fmla="*/ 3626785 w 5026275"/>
              <a:gd name="csY7" fmla="*/ 479723 h 1830196"/>
              <a:gd name="csX8" fmla="*/ 4444180 w 5026275"/>
              <a:gd name="csY8" fmla="*/ 719438 h 1830196"/>
              <a:gd name="csX9" fmla="*/ 4763267 w 5026275"/>
              <a:gd name="csY9" fmla="*/ 1053765 h 1830196"/>
              <a:gd name="csX0" fmla="*/ 4764215 w 5027223"/>
              <a:gd name="csY0" fmla="*/ 1037597 h 1814028"/>
              <a:gd name="csX1" fmla="*/ 5027105 w 5027223"/>
              <a:gd name="csY1" fmla="*/ 1399547 h 1814028"/>
              <a:gd name="csX2" fmla="*/ 4728973 w 5027223"/>
              <a:gd name="csY2" fmla="*/ 1723397 h 1814028"/>
              <a:gd name="csX3" fmla="*/ 4279393 w 5027223"/>
              <a:gd name="csY3" fmla="*/ 1775785 h 1814028"/>
              <a:gd name="csX4" fmla="*/ 4134613 w 5027223"/>
              <a:gd name="csY4" fmla="*/ 1324300 h 1814028"/>
              <a:gd name="csX5" fmla="*/ 6659 w 5027223"/>
              <a:gd name="csY5" fmla="*/ 593151 h 1814028"/>
              <a:gd name="csX6" fmla="*/ 2832954 w 5027223"/>
              <a:gd name="csY6" fmla="*/ 915 h 1814028"/>
              <a:gd name="csX7" fmla="*/ 3627733 w 5027223"/>
              <a:gd name="csY7" fmla="*/ 463555 h 1814028"/>
              <a:gd name="csX8" fmla="*/ 4445128 w 5027223"/>
              <a:gd name="csY8" fmla="*/ 703270 h 1814028"/>
              <a:gd name="csX9" fmla="*/ 4764215 w 5027223"/>
              <a:gd name="csY9" fmla="*/ 1037597 h 1814028"/>
              <a:gd name="csX0" fmla="*/ 4764046 w 5027054"/>
              <a:gd name="csY0" fmla="*/ 1045680 h 1822111"/>
              <a:gd name="csX1" fmla="*/ 5026936 w 5027054"/>
              <a:gd name="csY1" fmla="*/ 1407630 h 1822111"/>
              <a:gd name="csX2" fmla="*/ 4728804 w 5027054"/>
              <a:gd name="csY2" fmla="*/ 1731480 h 1822111"/>
              <a:gd name="csX3" fmla="*/ 4279224 w 5027054"/>
              <a:gd name="csY3" fmla="*/ 1783868 h 1822111"/>
              <a:gd name="csX4" fmla="*/ 4134444 w 5027054"/>
              <a:gd name="csY4" fmla="*/ 1332383 h 1822111"/>
              <a:gd name="csX5" fmla="*/ 6490 w 5027054"/>
              <a:gd name="csY5" fmla="*/ 601234 h 1822111"/>
              <a:gd name="csX6" fmla="*/ 2897834 w 5027054"/>
              <a:gd name="csY6" fmla="*/ 898 h 1822111"/>
              <a:gd name="csX7" fmla="*/ 3627564 w 5027054"/>
              <a:gd name="csY7" fmla="*/ 471638 h 1822111"/>
              <a:gd name="csX8" fmla="*/ 4444959 w 5027054"/>
              <a:gd name="csY8" fmla="*/ 711353 h 1822111"/>
              <a:gd name="csX9" fmla="*/ 4764046 w 5027054"/>
              <a:gd name="csY9" fmla="*/ 1045680 h 1822111"/>
              <a:gd name="csX0" fmla="*/ 5023732 w 5286740"/>
              <a:gd name="csY0" fmla="*/ 1044819 h 1821250"/>
              <a:gd name="csX1" fmla="*/ 5286622 w 5286740"/>
              <a:gd name="csY1" fmla="*/ 1406769 h 1821250"/>
              <a:gd name="csX2" fmla="*/ 4988490 w 5286740"/>
              <a:gd name="csY2" fmla="*/ 1730619 h 1821250"/>
              <a:gd name="csX3" fmla="*/ 4538910 w 5286740"/>
              <a:gd name="csY3" fmla="*/ 1783007 h 1821250"/>
              <a:gd name="csX4" fmla="*/ 4394130 w 5286740"/>
              <a:gd name="csY4" fmla="*/ 1331522 h 1821250"/>
              <a:gd name="csX5" fmla="*/ 5979 w 5286740"/>
              <a:gd name="csY5" fmla="*/ 450528 h 1821250"/>
              <a:gd name="csX6" fmla="*/ 3157520 w 5286740"/>
              <a:gd name="csY6" fmla="*/ 37 h 1821250"/>
              <a:gd name="csX7" fmla="*/ 3887250 w 5286740"/>
              <a:gd name="csY7" fmla="*/ 470777 h 1821250"/>
              <a:gd name="csX8" fmla="*/ 4704645 w 5286740"/>
              <a:gd name="csY8" fmla="*/ 710492 h 1821250"/>
              <a:gd name="csX9" fmla="*/ 5023732 w 5286740"/>
              <a:gd name="csY9" fmla="*/ 1044819 h 1821250"/>
              <a:gd name="csX0" fmla="*/ 5023732 w 5286740"/>
              <a:gd name="csY0" fmla="*/ 1044819 h 1821250"/>
              <a:gd name="csX1" fmla="*/ 5286622 w 5286740"/>
              <a:gd name="csY1" fmla="*/ 1406769 h 1821250"/>
              <a:gd name="csX2" fmla="*/ 4988490 w 5286740"/>
              <a:gd name="csY2" fmla="*/ 1730619 h 1821250"/>
              <a:gd name="csX3" fmla="*/ 4538910 w 5286740"/>
              <a:gd name="csY3" fmla="*/ 1783007 h 1821250"/>
              <a:gd name="csX4" fmla="*/ 4394130 w 5286740"/>
              <a:gd name="csY4" fmla="*/ 1331522 h 1821250"/>
              <a:gd name="csX5" fmla="*/ 5979 w 5286740"/>
              <a:gd name="csY5" fmla="*/ 450528 h 1821250"/>
              <a:gd name="csX6" fmla="*/ 3157520 w 5286740"/>
              <a:gd name="csY6" fmla="*/ 37 h 1821250"/>
              <a:gd name="csX7" fmla="*/ 3887250 w 5286740"/>
              <a:gd name="csY7" fmla="*/ 470777 h 1821250"/>
              <a:gd name="csX8" fmla="*/ 4704645 w 5286740"/>
              <a:gd name="csY8" fmla="*/ 710492 h 1821250"/>
              <a:gd name="csX9" fmla="*/ 5023732 w 5286740"/>
              <a:gd name="csY9" fmla="*/ 1044819 h 1821250"/>
              <a:gd name="csX0" fmla="*/ 5023732 w 5286740"/>
              <a:gd name="csY0" fmla="*/ 1044819 h 1821250"/>
              <a:gd name="csX1" fmla="*/ 5286622 w 5286740"/>
              <a:gd name="csY1" fmla="*/ 1406769 h 1821250"/>
              <a:gd name="csX2" fmla="*/ 4988490 w 5286740"/>
              <a:gd name="csY2" fmla="*/ 1730619 h 1821250"/>
              <a:gd name="csX3" fmla="*/ 4538910 w 5286740"/>
              <a:gd name="csY3" fmla="*/ 1783007 h 1821250"/>
              <a:gd name="csX4" fmla="*/ 4394130 w 5286740"/>
              <a:gd name="csY4" fmla="*/ 1331522 h 1821250"/>
              <a:gd name="csX5" fmla="*/ 5979 w 5286740"/>
              <a:gd name="csY5" fmla="*/ 450528 h 1821250"/>
              <a:gd name="csX6" fmla="*/ 3157520 w 5286740"/>
              <a:gd name="csY6" fmla="*/ 37 h 1821250"/>
              <a:gd name="csX7" fmla="*/ 3887250 w 5286740"/>
              <a:gd name="csY7" fmla="*/ 470777 h 1821250"/>
              <a:gd name="csX8" fmla="*/ 4704645 w 5286740"/>
              <a:gd name="csY8" fmla="*/ 710492 h 1821250"/>
              <a:gd name="csX9" fmla="*/ 5023732 w 5286740"/>
              <a:gd name="csY9" fmla="*/ 1044819 h 1821250"/>
              <a:gd name="csX0" fmla="*/ 5019151 w 5282159"/>
              <a:gd name="csY0" fmla="*/ 1044819 h 1821250"/>
              <a:gd name="csX1" fmla="*/ 5282041 w 5282159"/>
              <a:gd name="csY1" fmla="*/ 1406769 h 1821250"/>
              <a:gd name="csX2" fmla="*/ 4983909 w 5282159"/>
              <a:gd name="csY2" fmla="*/ 1730619 h 1821250"/>
              <a:gd name="csX3" fmla="*/ 4534329 w 5282159"/>
              <a:gd name="csY3" fmla="*/ 1783007 h 1821250"/>
              <a:gd name="csX4" fmla="*/ 4389549 w 5282159"/>
              <a:gd name="csY4" fmla="*/ 1331522 h 1821250"/>
              <a:gd name="csX5" fmla="*/ 1398 w 5282159"/>
              <a:gd name="csY5" fmla="*/ 450528 h 1821250"/>
              <a:gd name="csX6" fmla="*/ 3152939 w 5282159"/>
              <a:gd name="csY6" fmla="*/ 37 h 1821250"/>
              <a:gd name="csX7" fmla="*/ 3882669 w 5282159"/>
              <a:gd name="csY7" fmla="*/ 470777 h 1821250"/>
              <a:gd name="csX8" fmla="*/ 4700064 w 5282159"/>
              <a:gd name="csY8" fmla="*/ 710492 h 1821250"/>
              <a:gd name="csX9" fmla="*/ 5019151 w 5282159"/>
              <a:gd name="csY9" fmla="*/ 1044819 h 1821250"/>
              <a:gd name="csX0" fmla="*/ 5235949 w 5498957"/>
              <a:gd name="csY0" fmla="*/ 1044828 h 1794706"/>
              <a:gd name="csX1" fmla="*/ 5498839 w 5498957"/>
              <a:gd name="csY1" fmla="*/ 1406778 h 1794706"/>
              <a:gd name="csX2" fmla="*/ 5200707 w 5498957"/>
              <a:gd name="csY2" fmla="*/ 1730628 h 1794706"/>
              <a:gd name="csX3" fmla="*/ 4751127 w 5498957"/>
              <a:gd name="csY3" fmla="*/ 1783016 h 1794706"/>
              <a:gd name="csX4" fmla="*/ 378149 w 5498957"/>
              <a:gd name="csY4" fmla="*/ 1647420 h 1794706"/>
              <a:gd name="csX5" fmla="*/ 218196 w 5498957"/>
              <a:gd name="csY5" fmla="*/ 450537 h 1794706"/>
              <a:gd name="csX6" fmla="*/ 3369737 w 5498957"/>
              <a:gd name="csY6" fmla="*/ 46 h 1794706"/>
              <a:gd name="csX7" fmla="*/ 4099467 w 5498957"/>
              <a:gd name="csY7" fmla="*/ 470786 h 1794706"/>
              <a:gd name="csX8" fmla="*/ 4916862 w 5498957"/>
              <a:gd name="csY8" fmla="*/ 710501 h 1794706"/>
              <a:gd name="csX9" fmla="*/ 5235949 w 5498957"/>
              <a:gd name="csY9" fmla="*/ 1044828 h 1794706"/>
              <a:gd name="csX0" fmla="*/ 5235949 w 5498957"/>
              <a:gd name="csY0" fmla="*/ 1044828 h 1794706"/>
              <a:gd name="csX1" fmla="*/ 5498839 w 5498957"/>
              <a:gd name="csY1" fmla="*/ 1406778 h 1794706"/>
              <a:gd name="csX2" fmla="*/ 5200707 w 5498957"/>
              <a:gd name="csY2" fmla="*/ 1730628 h 1794706"/>
              <a:gd name="csX3" fmla="*/ 4751127 w 5498957"/>
              <a:gd name="csY3" fmla="*/ 1783016 h 1794706"/>
              <a:gd name="csX4" fmla="*/ 378149 w 5498957"/>
              <a:gd name="csY4" fmla="*/ 1647420 h 1794706"/>
              <a:gd name="csX5" fmla="*/ 218196 w 5498957"/>
              <a:gd name="csY5" fmla="*/ 450537 h 1794706"/>
              <a:gd name="csX6" fmla="*/ 3369737 w 5498957"/>
              <a:gd name="csY6" fmla="*/ 46 h 1794706"/>
              <a:gd name="csX7" fmla="*/ 4099467 w 5498957"/>
              <a:gd name="csY7" fmla="*/ 470786 h 1794706"/>
              <a:gd name="csX8" fmla="*/ 4916862 w 5498957"/>
              <a:gd name="csY8" fmla="*/ 710501 h 1794706"/>
              <a:gd name="csX9" fmla="*/ 5235949 w 5498957"/>
              <a:gd name="csY9" fmla="*/ 1044828 h 1794706"/>
              <a:gd name="csX0" fmla="*/ 5200285 w 5463293"/>
              <a:gd name="csY0" fmla="*/ 1044828 h 1799770"/>
              <a:gd name="csX1" fmla="*/ 5463175 w 5463293"/>
              <a:gd name="csY1" fmla="*/ 1406778 h 1799770"/>
              <a:gd name="csX2" fmla="*/ 5165043 w 5463293"/>
              <a:gd name="csY2" fmla="*/ 1730628 h 1799770"/>
              <a:gd name="csX3" fmla="*/ 4715463 w 5463293"/>
              <a:gd name="csY3" fmla="*/ 1783016 h 1799770"/>
              <a:gd name="csX4" fmla="*/ 342485 w 5463293"/>
              <a:gd name="csY4" fmla="*/ 1647420 h 1799770"/>
              <a:gd name="csX5" fmla="*/ 182532 w 5463293"/>
              <a:gd name="csY5" fmla="*/ 450537 h 1799770"/>
              <a:gd name="csX6" fmla="*/ 3334073 w 5463293"/>
              <a:gd name="csY6" fmla="*/ 46 h 1799770"/>
              <a:gd name="csX7" fmla="*/ 4063803 w 5463293"/>
              <a:gd name="csY7" fmla="*/ 470786 h 1799770"/>
              <a:gd name="csX8" fmla="*/ 4881198 w 5463293"/>
              <a:gd name="csY8" fmla="*/ 710501 h 1799770"/>
              <a:gd name="csX9" fmla="*/ 5200285 w 5463293"/>
              <a:gd name="csY9" fmla="*/ 1044828 h 1799770"/>
              <a:gd name="csX0" fmla="*/ 5200285 w 5463293"/>
              <a:gd name="csY0" fmla="*/ 1044828 h 1799770"/>
              <a:gd name="csX1" fmla="*/ 5463175 w 5463293"/>
              <a:gd name="csY1" fmla="*/ 1406778 h 1799770"/>
              <a:gd name="csX2" fmla="*/ 5165043 w 5463293"/>
              <a:gd name="csY2" fmla="*/ 1730628 h 1799770"/>
              <a:gd name="csX3" fmla="*/ 4715463 w 5463293"/>
              <a:gd name="csY3" fmla="*/ 1783016 h 1799770"/>
              <a:gd name="csX4" fmla="*/ 342485 w 5463293"/>
              <a:gd name="csY4" fmla="*/ 1647420 h 1799770"/>
              <a:gd name="csX5" fmla="*/ 182532 w 5463293"/>
              <a:gd name="csY5" fmla="*/ 450537 h 1799770"/>
              <a:gd name="csX6" fmla="*/ 3334073 w 5463293"/>
              <a:gd name="csY6" fmla="*/ 46 h 1799770"/>
              <a:gd name="csX7" fmla="*/ 4063803 w 5463293"/>
              <a:gd name="csY7" fmla="*/ 470786 h 1799770"/>
              <a:gd name="csX8" fmla="*/ 4881198 w 5463293"/>
              <a:gd name="csY8" fmla="*/ 710501 h 1799770"/>
              <a:gd name="csX9" fmla="*/ 5200285 w 5463293"/>
              <a:gd name="csY9" fmla="*/ 1044828 h 1799770"/>
              <a:gd name="csX0" fmla="*/ 5200285 w 5463293"/>
              <a:gd name="csY0" fmla="*/ 1044828 h 1799770"/>
              <a:gd name="csX1" fmla="*/ 5463175 w 5463293"/>
              <a:gd name="csY1" fmla="*/ 1406778 h 1799770"/>
              <a:gd name="csX2" fmla="*/ 5165043 w 5463293"/>
              <a:gd name="csY2" fmla="*/ 1730628 h 1799770"/>
              <a:gd name="csX3" fmla="*/ 4715463 w 5463293"/>
              <a:gd name="csY3" fmla="*/ 1783016 h 1799770"/>
              <a:gd name="csX4" fmla="*/ 342485 w 5463293"/>
              <a:gd name="csY4" fmla="*/ 1647420 h 1799770"/>
              <a:gd name="csX5" fmla="*/ 182532 w 5463293"/>
              <a:gd name="csY5" fmla="*/ 450537 h 1799770"/>
              <a:gd name="csX6" fmla="*/ 3334073 w 5463293"/>
              <a:gd name="csY6" fmla="*/ 46 h 1799770"/>
              <a:gd name="csX7" fmla="*/ 4063803 w 5463293"/>
              <a:gd name="csY7" fmla="*/ 470786 h 1799770"/>
              <a:gd name="csX8" fmla="*/ 4881198 w 5463293"/>
              <a:gd name="csY8" fmla="*/ 710501 h 1799770"/>
              <a:gd name="csX9" fmla="*/ 5200285 w 5463293"/>
              <a:gd name="csY9" fmla="*/ 1044828 h 1799770"/>
              <a:gd name="csX0" fmla="*/ 5320168 w 5593529"/>
              <a:gd name="csY0" fmla="*/ 1044828 h 1857809"/>
              <a:gd name="csX1" fmla="*/ 5583058 w 5593529"/>
              <a:gd name="csY1" fmla="*/ 1406778 h 1857809"/>
              <a:gd name="csX2" fmla="*/ 5284926 w 5593529"/>
              <a:gd name="csY2" fmla="*/ 1730628 h 1857809"/>
              <a:gd name="csX3" fmla="*/ 3274165 w 5593529"/>
              <a:gd name="csY3" fmla="*/ 1855914 h 1857809"/>
              <a:gd name="csX4" fmla="*/ 462368 w 5593529"/>
              <a:gd name="csY4" fmla="*/ 1647420 h 1857809"/>
              <a:gd name="csX5" fmla="*/ 302415 w 5593529"/>
              <a:gd name="csY5" fmla="*/ 450537 h 1857809"/>
              <a:gd name="csX6" fmla="*/ 3453956 w 5593529"/>
              <a:gd name="csY6" fmla="*/ 46 h 1857809"/>
              <a:gd name="csX7" fmla="*/ 4183686 w 5593529"/>
              <a:gd name="csY7" fmla="*/ 470786 h 1857809"/>
              <a:gd name="csX8" fmla="*/ 5001081 w 5593529"/>
              <a:gd name="csY8" fmla="*/ 710501 h 1857809"/>
              <a:gd name="csX9" fmla="*/ 5320168 w 5593529"/>
              <a:gd name="csY9" fmla="*/ 1044828 h 1857809"/>
              <a:gd name="csX0" fmla="*/ 5303906 w 5590401"/>
              <a:gd name="csY0" fmla="*/ 1044828 h 1986298"/>
              <a:gd name="csX1" fmla="*/ 5566796 w 5590401"/>
              <a:gd name="csY1" fmla="*/ 1406778 h 1986298"/>
              <a:gd name="csX2" fmla="*/ 5268664 w 5590401"/>
              <a:gd name="csY2" fmla="*/ 1730628 h 1986298"/>
              <a:gd name="csX3" fmla="*/ 2932657 w 5590401"/>
              <a:gd name="csY3" fmla="*/ 1985510 h 1986298"/>
              <a:gd name="csX4" fmla="*/ 446106 w 5590401"/>
              <a:gd name="csY4" fmla="*/ 1647420 h 1986298"/>
              <a:gd name="csX5" fmla="*/ 286153 w 5590401"/>
              <a:gd name="csY5" fmla="*/ 450537 h 1986298"/>
              <a:gd name="csX6" fmla="*/ 3437694 w 5590401"/>
              <a:gd name="csY6" fmla="*/ 46 h 1986298"/>
              <a:gd name="csX7" fmla="*/ 4167424 w 5590401"/>
              <a:gd name="csY7" fmla="*/ 470786 h 1986298"/>
              <a:gd name="csX8" fmla="*/ 4984819 w 5590401"/>
              <a:gd name="csY8" fmla="*/ 710501 h 1986298"/>
              <a:gd name="csX9" fmla="*/ 5303906 w 5590401"/>
              <a:gd name="csY9" fmla="*/ 1044828 h 1986298"/>
              <a:gd name="csX0" fmla="*/ 5303906 w 5566904"/>
              <a:gd name="csY0" fmla="*/ 1044828 h 1992814"/>
              <a:gd name="csX1" fmla="*/ 5566796 w 5566904"/>
              <a:gd name="csY1" fmla="*/ 1406778 h 1992814"/>
              <a:gd name="csX2" fmla="*/ 5268664 w 5566904"/>
              <a:gd name="csY2" fmla="*/ 1730628 h 1992814"/>
              <a:gd name="csX3" fmla="*/ 4666136 w 5566904"/>
              <a:gd name="csY3" fmla="*/ 1867989 h 1992814"/>
              <a:gd name="csX4" fmla="*/ 2932657 w 5566904"/>
              <a:gd name="csY4" fmla="*/ 1985510 h 1992814"/>
              <a:gd name="csX5" fmla="*/ 446106 w 5566904"/>
              <a:gd name="csY5" fmla="*/ 1647420 h 1992814"/>
              <a:gd name="csX6" fmla="*/ 286153 w 5566904"/>
              <a:gd name="csY6" fmla="*/ 450537 h 1992814"/>
              <a:gd name="csX7" fmla="*/ 3437694 w 5566904"/>
              <a:gd name="csY7" fmla="*/ 46 h 1992814"/>
              <a:gd name="csX8" fmla="*/ 4167424 w 5566904"/>
              <a:gd name="csY8" fmla="*/ 470786 h 1992814"/>
              <a:gd name="csX9" fmla="*/ 4984819 w 5566904"/>
              <a:gd name="csY9" fmla="*/ 710501 h 1992814"/>
              <a:gd name="csX10" fmla="*/ 5303906 w 5566904"/>
              <a:gd name="csY10" fmla="*/ 1044828 h 1992814"/>
              <a:gd name="csX0" fmla="*/ 5303906 w 5566904"/>
              <a:gd name="csY0" fmla="*/ 1044828 h 1992814"/>
              <a:gd name="csX1" fmla="*/ 5566796 w 5566904"/>
              <a:gd name="csY1" fmla="*/ 1406778 h 1992814"/>
              <a:gd name="csX2" fmla="*/ 5268664 w 5566904"/>
              <a:gd name="csY2" fmla="*/ 1730628 h 1992814"/>
              <a:gd name="csX3" fmla="*/ 4666136 w 5566904"/>
              <a:gd name="csY3" fmla="*/ 1867989 h 1992814"/>
              <a:gd name="csX4" fmla="*/ 2932657 w 5566904"/>
              <a:gd name="csY4" fmla="*/ 1985510 h 1992814"/>
              <a:gd name="csX5" fmla="*/ 446106 w 5566904"/>
              <a:gd name="csY5" fmla="*/ 1647420 h 1992814"/>
              <a:gd name="csX6" fmla="*/ 286153 w 5566904"/>
              <a:gd name="csY6" fmla="*/ 450537 h 1992814"/>
              <a:gd name="csX7" fmla="*/ 3437694 w 5566904"/>
              <a:gd name="csY7" fmla="*/ 46 h 1992814"/>
              <a:gd name="csX8" fmla="*/ 4167424 w 5566904"/>
              <a:gd name="csY8" fmla="*/ 470786 h 1992814"/>
              <a:gd name="csX9" fmla="*/ 4984819 w 5566904"/>
              <a:gd name="csY9" fmla="*/ 710501 h 1992814"/>
              <a:gd name="csX10" fmla="*/ 5303906 w 5566904"/>
              <a:gd name="csY10" fmla="*/ 1044828 h 1992814"/>
              <a:gd name="csX0" fmla="*/ 5303906 w 5566886"/>
              <a:gd name="csY0" fmla="*/ 1044828 h 1995191"/>
              <a:gd name="csX1" fmla="*/ 5566796 w 5566886"/>
              <a:gd name="csY1" fmla="*/ 1406778 h 1995191"/>
              <a:gd name="csX2" fmla="*/ 5268664 w 5566886"/>
              <a:gd name="csY2" fmla="*/ 1730628 h 1995191"/>
              <a:gd name="csX3" fmla="*/ 4861285 w 5566886"/>
              <a:gd name="csY3" fmla="*/ 1888239 h 1995191"/>
              <a:gd name="csX4" fmla="*/ 2932657 w 5566886"/>
              <a:gd name="csY4" fmla="*/ 1985510 h 1995191"/>
              <a:gd name="csX5" fmla="*/ 446106 w 5566886"/>
              <a:gd name="csY5" fmla="*/ 1647420 h 1995191"/>
              <a:gd name="csX6" fmla="*/ 286153 w 5566886"/>
              <a:gd name="csY6" fmla="*/ 450537 h 1995191"/>
              <a:gd name="csX7" fmla="*/ 3437694 w 5566886"/>
              <a:gd name="csY7" fmla="*/ 46 h 1995191"/>
              <a:gd name="csX8" fmla="*/ 4167424 w 5566886"/>
              <a:gd name="csY8" fmla="*/ 470786 h 1995191"/>
              <a:gd name="csX9" fmla="*/ 4984819 w 5566886"/>
              <a:gd name="csY9" fmla="*/ 710501 h 1995191"/>
              <a:gd name="csX10" fmla="*/ 5303906 w 5566886"/>
              <a:gd name="csY10" fmla="*/ 1044828 h 1995191"/>
              <a:gd name="csX0" fmla="*/ 5268865 w 5531845"/>
              <a:gd name="csY0" fmla="*/ 1044831 h 1991805"/>
              <a:gd name="csX1" fmla="*/ 5531755 w 5531845"/>
              <a:gd name="csY1" fmla="*/ 1406781 h 1991805"/>
              <a:gd name="csX2" fmla="*/ 5233623 w 5531845"/>
              <a:gd name="csY2" fmla="*/ 1730631 h 1991805"/>
              <a:gd name="csX3" fmla="*/ 4826244 w 5531845"/>
              <a:gd name="csY3" fmla="*/ 1888242 h 1991805"/>
              <a:gd name="csX4" fmla="*/ 2897616 w 5531845"/>
              <a:gd name="csY4" fmla="*/ 1985513 h 1991805"/>
              <a:gd name="csX5" fmla="*/ 497799 w 5531845"/>
              <a:gd name="csY5" fmla="*/ 1708171 h 1991805"/>
              <a:gd name="csX6" fmla="*/ 251112 w 5531845"/>
              <a:gd name="csY6" fmla="*/ 450540 h 1991805"/>
              <a:gd name="csX7" fmla="*/ 3402653 w 5531845"/>
              <a:gd name="csY7" fmla="*/ 49 h 1991805"/>
              <a:gd name="csX8" fmla="*/ 4132383 w 5531845"/>
              <a:gd name="csY8" fmla="*/ 470789 h 1991805"/>
              <a:gd name="csX9" fmla="*/ 4949778 w 5531845"/>
              <a:gd name="csY9" fmla="*/ 710504 h 1991805"/>
              <a:gd name="csX10" fmla="*/ 5268865 w 5531845"/>
              <a:gd name="csY10" fmla="*/ 1044831 h 1991805"/>
              <a:gd name="csX0" fmla="*/ 5187606 w 5450586"/>
              <a:gd name="csY0" fmla="*/ 1044831 h 1991805"/>
              <a:gd name="csX1" fmla="*/ 5450496 w 5450586"/>
              <a:gd name="csY1" fmla="*/ 1406781 h 1991805"/>
              <a:gd name="csX2" fmla="*/ 5152364 w 5450586"/>
              <a:gd name="csY2" fmla="*/ 1730631 h 1991805"/>
              <a:gd name="csX3" fmla="*/ 4744985 w 5450586"/>
              <a:gd name="csY3" fmla="*/ 1888242 h 1991805"/>
              <a:gd name="csX4" fmla="*/ 2816357 w 5450586"/>
              <a:gd name="csY4" fmla="*/ 1985513 h 1991805"/>
              <a:gd name="csX5" fmla="*/ 416540 w 5450586"/>
              <a:gd name="csY5" fmla="*/ 1708171 h 1991805"/>
              <a:gd name="csX6" fmla="*/ 169853 w 5450586"/>
              <a:gd name="csY6" fmla="*/ 450540 h 1991805"/>
              <a:gd name="csX7" fmla="*/ 3321394 w 5450586"/>
              <a:gd name="csY7" fmla="*/ 49 h 1991805"/>
              <a:gd name="csX8" fmla="*/ 4051124 w 5450586"/>
              <a:gd name="csY8" fmla="*/ 470789 h 1991805"/>
              <a:gd name="csX9" fmla="*/ 4868519 w 5450586"/>
              <a:gd name="csY9" fmla="*/ 710504 h 1991805"/>
              <a:gd name="csX10" fmla="*/ 5187606 w 5450586"/>
              <a:gd name="csY10" fmla="*/ 1044831 h 1991805"/>
              <a:gd name="csX0" fmla="*/ 5262529 w 5525509"/>
              <a:gd name="csY0" fmla="*/ 1044831 h 1992020"/>
              <a:gd name="csX1" fmla="*/ 5525419 w 5525509"/>
              <a:gd name="csY1" fmla="*/ 1406781 h 1992020"/>
              <a:gd name="csX2" fmla="*/ 5227287 w 5525509"/>
              <a:gd name="csY2" fmla="*/ 1730631 h 1992020"/>
              <a:gd name="csX3" fmla="*/ 4819908 w 5525509"/>
              <a:gd name="csY3" fmla="*/ 1888242 h 1992020"/>
              <a:gd name="csX4" fmla="*/ 2891280 w 5525509"/>
              <a:gd name="csY4" fmla="*/ 1985513 h 1992020"/>
              <a:gd name="csX5" fmla="*/ 231267 w 5525509"/>
              <a:gd name="csY5" fmla="*/ 1704121 h 1992020"/>
              <a:gd name="csX6" fmla="*/ 244776 w 5525509"/>
              <a:gd name="csY6" fmla="*/ 450540 h 1992020"/>
              <a:gd name="csX7" fmla="*/ 3396317 w 5525509"/>
              <a:gd name="csY7" fmla="*/ 49 h 1992020"/>
              <a:gd name="csX8" fmla="*/ 4126047 w 5525509"/>
              <a:gd name="csY8" fmla="*/ 470789 h 1992020"/>
              <a:gd name="csX9" fmla="*/ 4943442 w 5525509"/>
              <a:gd name="csY9" fmla="*/ 710504 h 1992020"/>
              <a:gd name="csX10" fmla="*/ 5262529 w 5525509"/>
              <a:gd name="csY10" fmla="*/ 1044831 h 1992020"/>
              <a:gd name="csX0" fmla="*/ 5237591 w 5500571"/>
              <a:gd name="csY0" fmla="*/ 1044916 h 1992105"/>
              <a:gd name="csX1" fmla="*/ 5500481 w 5500571"/>
              <a:gd name="csY1" fmla="*/ 1406866 h 1992105"/>
              <a:gd name="csX2" fmla="*/ 5202349 w 5500571"/>
              <a:gd name="csY2" fmla="*/ 1730716 h 1992105"/>
              <a:gd name="csX3" fmla="*/ 4794970 w 5500571"/>
              <a:gd name="csY3" fmla="*/ 1888327 h 1992105"/>
              <a:gd name="csX4" fmla="*/ 2866342 w 5500571"/>
              <a:gd name="csY4" fmla="*/ 1985598 h 1992105"/>
              <a:gd name="csX5" fmla="*/ 206329 w 5500571"/>
              <a:gd name="csY5" fmla="*/ 1704206 h 1992105"/>
              <a:gd name="csX6" fmla="*/ 534243 w 5500571"/>
              <a:gd name="csY6" fmla="*/ 519473 h 1992105"/>
              <a:gd name="csX7" fmla="*/ 3371379 w 5500571"/>
              <a:gd name="csY7" fmla="*/ 134 h 1992105"/>
              <a:gd name="csX8" fmla="*/ 4101109 w 5500571"/>
              <a:gd name="csY8" fmla="*/ 470874 h 1992105"/>
              <a:gd name="csX9" fmla="*/ 4918504 w 5500571"/>
              <a:gd name="csY9" fmla="*/ 710589 h 1992105"/>
              <a:gd name="csX10" fmla="*/ 5237591 w 5500571"/>
              <a:gd name="csY10" fmla="*/ 1044916 h 1992105"/>
              <a:gd name="csX0" fmla="*/ 5070999 w 5333979"/>
              <a:gd name="csY0" fmla="*/ 1044916 h 1994231"/>
              <a:gd name="csX1" fmla="*/ 5333889 w 5333979"/>
              <a:gd name="csY1" fmla="*/ 1406866 h 1994231"/>
              <a:gd name="csX2" fmla="*/ 5035757 w 5333979"/>
              <a:gd name="csY2" fmla="*/ 1730716 h 1994231"/>
              <a:gd name="csX3" fmla="*/ 4628378 w 5333979"/>
              <a:gd name="csY3" fmla="*/ 1888327 h 1994231"/>
              <a:gd name="csX4" fmla="*/ 2699750 w 5333979"/>
              <a:gd name="csY4" fmla="*/ 1985598 h 1994231"/>
              <a:gd name="csX5" fmla="*/ 289094 w 5333979"/>
              <a:gd name="csY5" fmla="*/ 1665733 h 1994231"/>
              <a:gd name="csX6" fmla="*/ 367651 w 5333979"/>
              <a:gd name="csY6" fmla="*/ 519473 h 1994231"/>
              <a:gd name="csX7" fmla="*/ 3204787 w 5333979"/>
              <a:gd name="csY7" fmla="*/ 134 h 1994231"/>
              <a:gd name="csX8" fmla="*/ 3934517 w 5333979"/>
              <a:gd name="csY8" fmla="*/ 470874 h 1994231"/>
              <a:gd name="csX9" fmla="*/ 4751912 w 5333979"/>
              <a:gd name="csY9" fmla="*/ 710589 h 1994231"/>
              <a:gd name="csX10" fmla="*/ 5070999 w 5333979"/>
              <a:gd name="csY10" fmla="*/ 1044916 h 1994231"/>
              <a:gd name="csX0" fmla="*/ 5070999 w 5333979"/>
              <a:gd name="csY0" fmla="*/ 1044916 h 1926472"/>
              <a:gd name="csX1" fmla="*/ 5333889 w 5333979"/>
              <a:gd name="csY1" fmla="*/ 1406866 h 1926472"/>
              <a:gd name="csX2" fmla="*/ 5035757 w 5333979"/>
              <a:gd name="csY2" fmla="*/ 1730716 h 1926472"/>
              <a:gd name="csX3" fmla="*/ 4628378 w 5333979"/>
              <a:gd name="csY3" fmla="*/ 1888327 h 1926472"/>
              <a:gd name="csX4" fmla="*/ 2699750 w 5333979"/>
              <a:gd name="csY4" fmla="*/ 1908651 h 1926472"/>
              <a:gd name="csX5" fmla="*/ 289094 w 5333979"/>
              <a:gd name="csY5" fmla="*/ 1665733 h 1926472"/>
              <a:gd name="csX6" fmla="*/ 367651 w 5333979"/>
              <a:gd name="csY6" fmla="*/ 519473 h 1926472"/>
              <a:gd name="csX7" fmla="*/ 3204787 w 5333979"/>
              <a:gd name="csY7" fmla="*/ 134 h 1926472"/>
              <a:gd name="csX8" fmla="*/ 3934517 w 5333979"/>
              <a:gd name="csY8" fmla="*/ 470874 h 1926472"/>
              <a:gd name="csX9" fmla="*/ 4751912 w 5333979"/>
              <a:gd name="csY9" fmla="*/ 710589 h 1926472"/>
              <a:gd name="csX10" fmla="*/ 5070999 w 5333979"/>
              <a:gd name="csY10" fmla="*/ 1044916 h 1926472"/>
              <a:gd name="csX0" fmla="*/ 5070999 w 5333985"/>
              <a:gd name="csY0" fmla="*/ 1044916 h 1915150"/>
              <a:gd name="csX1" fmla="*/ 5333889 w 5333985"/>
              <a:gd name="csY1" fmla="*/ 1406866 h 1915150"/>
              <a:gd name="csX2" fmla="*/ 5035757 w 5333985"/>
              <a:gd name="csY2" fmla="*/ 1730716 h 1915150"/>
              <a:gd name="csX3" fmla="*/ 4552487 w 5333985"/>
              <a:gd name="csY3" fmla="*/ 1835679 h 1915150"/>
              <a:gd name="csX4" fmla="*/ 2699750 w 5333985"/>
              <a:gd name="csY4" fmla="*/ 1908651 h 1915150"/>
              <a:gd name="csX5" fmla="*/ 289094 w 5333985"/>
              <a:gd name="csY5" fmla="*/ 1665733 h 1915150"/>
              <a:gd name="csX6" fmla="*/ 367651 w 5333985"/>
              <a:gd name="csY6" fmla="*/ 519473 h 1915150"/>
              <a:gd name="csX7" fmla="*/ 3204787 w 5333985"/>
              <a:gd name="csY7" fmla="*/ 134 h 1915150"/>
              <a:gd name="csX8" fmla="*/ 3934517 w 5333985"/>
              <a:gd name="csY8" fmla="*/ 470874 h 1915150"/>
              <a:gd name="csX9" fmla="*/ 4751912 w 5333985"/>
              <a:gd name="csY9" fmla="*/ 710589 h 1915150"/>
              <a:gd name="csX10" fmla="*/ 5070999 w 5333985"/>
              <a:gd name="csY10" fmla="*/ 1044916 h 1915150"/>
              <a:gd name="csX0" fmla="*/ 4922170 w 5185156"/>
              <a:gd name="csY0" fmla="*/ 1044916 h 1915495"/>
              <a:gd name="csX1" fmla="*/ 5185060 w 5185156"/>
              <a:gd name="csY1" fmla="*/ 1406866 h 1915495"/>
              <a:gd name="csX2" fmla="*/ 4886928 w 5185156"/>
              <a:gd name="csY2" fmla="*/ 1730716 h 1915495"/>
              <a:gd name="csX3" fmla="*/ 4403658 w 5185156"/>
              <a:gd name="csY3" fmla="*/ 1835679 h 1915495"/>
              <a:gd name="csX4" fmla="*/ 2550921 w 5185156"/>
              <a:gd name="csY4" fmla="*/ 1908651 h 1915495"/>
              <a:gd name="csX5" fmla="*/ 454669 w 5185156"/>
              <a:gd name="csY5" fmla="*/ 1659658 h 1915495"/>
              <a:gd name="csX6" fmla="*/ 218822 w 5185156"/>
              <a:gd name="csY6" fmla="*/ 519473 h 1915495"/>
              <a:gd name="csX7" fmla="*/ 3055958 w 5185156"/>
              <a:gd name="csY7" fmla="*/ 134 h 1915495"/>
              <a:gd name="csX8" fmla="*/ 3785688 w 5185156"/>
              <a:gd name="csY8" fmla="*/ 470874 h 1915495"/>
              <a:gd name="csX9" fmla="*/ 4603083 w 5185156"/>
              <a:gd name="csY9" fmla="*/ 710589 h 1915495"/>
              <a:gd name="csX10" fmla="*/ 4922170 w 5185156"/>
              <a:gd name="csY10" fmla="*/ 1044916 h 1915495"/>
              <a:gd name="csX0" fmla="*/ 4793813 w 5056799"/>
              <a:gd name="csY0" fmla="*/ 1044951 h 1915530"/>
              <a:gd name="csX1" fmla="*/ 5056703 w 5056799"/>
              <a:gd name="csY1" fmla="*/ 1406901 h 1915530"/>
              <a:gd name="csX2" fmla="*/ 4758571 w 5056799"/>
              <a:gd name="csY2" fmla="*/ 1730751 h 1915530"/>
              <a:gd name="csX3" fmla="*/ 4275301 w 5056799"/>
              <a:gd name="csY3" fmla="*/ 1835714 h 1915530"/>
              <a:gd name="csX4" fmla="*/ 2422564 w 5056799"/>
              <a:gd name="csY4" fmla="*/ 1908686 h 1915530"/>
              <a:gd name="csX5" fmla="*/ 326312 w 5056799"/>
              <a:gd name="csY5" fmla="*/ 1659693 h 1915530"/>
              <a:gd name="csX6" fmla="*/ 274771 w 5056799"/>
              <a:gd name="csY6" fmla="*/ 525583 h 1915530"/>
              <a:gd name="csX7" fmla="*/ 2927601 w 5056799"/>
              <a:gd name="csY7" fmla="*/ 169 h 1915530"/>
              <a:gd name="csX8" fmla="*/ 3657331 w 5056799"/>
              <a:gd name="csY8" fmla="*/ 470909 h 1915530"/>
              <a:gd name="csX9" fmla="*/ 4474726 w 5056799"/>
              <a:gd name="csY9" fmla="*/ 710624 h 1915530"/>
              <a:gd name="csX10" fmla="*/ 4793813 w 5056799"/>
              <a:gd name="csY10" fmla="*/ 1044951 h 1915530"/>
              <a:gd name="csX0" fmla="*/ 4720683 w 4983669"/>
              <a:gd name="csY0" fmla="*/ 1044951 h 1915300"/>
              <a:gd name="csX1" fmla="*/ 4983573 w 4983669"/>
              <a:gd name="csY1" fmla="*/ 1406901 h 1915300"/>
              <a:gd name="csX2" fmla="*/ 4685441 w 4983669"/>
              <a:gd name="csY2" fmla="*/ 1730751 h 1915300"/>
              <a:gd name="csX3" fmla="*/ 4202171 w 4983669"/>
              <a:gd name="csY3" fmla="*/ 1835714 h 1915300"/>
              <a:gd name="csX4" fmla="*/ 2349434 w 4983669"/>
              <a:gd name="csY4" fmla="*/ 1908686 h 1915300"/>
              <a:gd name="csX5" fmla="*/ 426647 w 4983669"/>
              <a:gd name="csY5" fmla="*/ 1663743 h 1915300"/>
              <a:gd name="csX6" fmla="*/ 201641 w 4983669"/>
              <a:gd name="csY6" fmla="*/ 525583 h 1915300"/>
              <a:gd name="csX7" fmla="*/ 2854471 w 4983669"/>
              <a:gd name="csY7" fmla="*/ 169 h 1915300"/>
              <a:gd name="csX8" fmla="*/ 3584201 w 4983669"/>
              <a:gd name="csY8" fmla="*/ 470909 h 1915300"/>
              <a:gd name="csX9" fmla="*/ 4401596 w 4983669"/>
              <a:gd name="csY9" fmla="*/ 710624 h 1915300"/>
              <a:gd name="csX10" fmla="*/ 4720683 w 4983669"/>
              <a:gd name="csY10" fmla="*/ 1044951 h 1915300"/>
              <a:gd name="csX0" fmla="*/ 4720683 w 4998043"/>
              <a:gd name="csY0" fmla="*/ 1044951 h 1915300"/>
              <a:gd name="csX1" fmla="*/ 4983573 w 4998043"/>
              <a:gd name="csY1" fmla="*/ 1406901 h 1915300"/>
              <a:gd name="csX2" fmla="*/ 4928096 w 4998043"/>
              <a:gd name="csY2" fmla="*/ 1567132 h 1915300"/>
              <a:gd name="csX3" fmla="*/ 4685441 w 4998043"/>
              <a:gd name="csY3" fmla="*/ 1730751 h 1915300"/>
              <a:gd name="csX4" fmla="*/ 4202171 w 4998043"/>
              <a:gd name="csY4" fmla="*/ 1835714 h 1915300"/>
              <a:gd name="csX5" fmla="*/ 2349434 w 4998043"/>
              <a:gd name="csY5" fmla="*/ 1908686 h 1915300"/>
              <a:gd name="csX6" fmla="*/ 426647 w 4998043"/>
              <a:gd name="csY6" fmla="*/ 1663743 h 1915300"/>
              <a:gd name="csX7" fmla="*/ 201641 w 4998043"/>
              <a:gd name="csY7" fmla="*/ 525583 h 1915300"/>
              <a:gd name="csX8" fmla="*/ 2854471 w 4998043"/>
              <a:gd name="csY8" fmla="*/ 169 h 1915300"/>
              <a:gd name="csX9" fmla="*/ 3584201 w 4998043"/>
              <a:gd name="csY9" fmla="*/ 470909 h 1915300"/>
              <a:gd name="csX10" fmla="*/ 4401596 w 4998043"/>
              <a:gd name="csY10" fmla="*/ 710624 h 1915300"/>
              <a:gd name="csX11" fmla="*/ 4720683 w 4998043"/>
              <a:gd name="csY11" fmla="*/ 1044951 h 19153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998043" h="1915300">
                <a:moveTo>
                  <a:pt x="4720683" y="1044951"/>
                </a:moveTo>
                <a:cubicBezTo>
                  <a:pt x="4832126" y="1178301"/>
                  <a:pt x="4979763" y="1289744"/>
                  <a:pt x="4983573" y="1406901"/>
                </a:cubicBezTo>
                <a:cubicBezTo>
                  <a:pt x="5021756" y="1490556"/>
                  <a:pt x="4977785" y="1513157"/>
                  <a:pt x="4928096" y="1567132"/>
                </a:cubicBezTo>
                <a:cubicBezTo>
                  <a:pt x="4878407" y="1621107"/>
                  <a:pt x="4806429" y="1685987"/>
                  <a:pt x="4685441" y="1730751"/>
                </a:cubicBezTo>
                <a:cubicBezTo>
                  <a:pt x="4564454" y="1775515"/>
                  <a:pt x="4591506" y="1806058"/>
                  <a:pt x="4202171" y="1835714"/>
                </a:cubicBezTo>
                <a:cubicBezTo>
                  <a:pt x="3812836" y="1865370"/>
                  <a:pt x="2978688" y="1937348"/>
                  <a:pt x="2349434" y="1908686"/>
                </a:cubicBezTo>
                <a:cubicBezTo>
                  <a:pt x="1720180" y="1880024"/>
                  <a:pt x="784612" y="1894260"/>
                  <a:pt x="426647" y="1663743"/>
                </a:cubicBezTo>
                <a:cubicBezTo>
                  <a:pt x="68682" y="1433226"/>
                  <a:pt x="-202996" y="802845"/>
                  <a:pt x="201641" y="525583"/>
                </a:cubicBezTo>
                <a:cubicBezTo>
                  <a:pt x="606278" y="248321"/>
                  <a:pt x="2290711" y="9281"/>
                  <a:pt x="2854471" y="169"/>
                </a:cubicBezTo>
                <a:cubicBezTo>
                  <a:pt x="3418231" y="-8943"/>
                  <a:pt x="3326347" y="352500"/>
                  <a:pt x="3584201" y="470909"/>
                </a:cubicBezTo>
                <a:cubicBezTo>
                  <a:pt x="3842055" y="589318"/>
                  <a:pt x="4248321" y="613600"/>
                  <a:pt x="4401596" y="710624"/>
                </a:cubicBezTo>
                <a:cubicBezTo>
                  <a:pt x="4533993" y="756344"/>
                  <a:pt x="4609241" y="911601"/>
                  <a:pt x="4720683" y="1044951"/>
                </a:cubicBezTo>
                <a:close/>
              </a:path>
            </a:pathLst>
          </a:custGeom>
          <a:solidFill>
            <a:schemeClr val="accent4">
              <a:lumMod val="50000"/>
            </a:schemeClr>
          </a:solidFill>
          <a:ln w="9525" cap="flat">
            <a:noFill/>
            <a:prstDash val="solid"/>
            <a:miter/>
          </a:ln>
        </p:spPr>
        <p:txBody>
          <a:bodyPr/>
          <a:lstStyle/>
          <a:p>
            <a:endParaRPr lang="en-US">
              <a:noFill/>
            </a:endParaRPr>
          </a:p>
        </p:txBody>
      </p:sp>
      <p:sp>
        <p:nvSpPr>
          <p:cNvPr id="18" name="Content Placeholder 2">
            <a:extLst>
              <a:ext uri="{FF2B5EF4-FFF2-40B4-BE49-F238E27FC236}">
                <a16:creationId xmlns:a16="http://schemas.microsoft.com/office/drawing/2014/main" id="{331850DC-D64A-712D-EB93-729B1F047DE4}"/>
              </a:ext>
            </a:extLst>
          </p:cNvPr>
          <p:cNvSpPr txBox="1">
            <a:spLocks/>
          </p:cNvSpPr>
          <p:nvPr/>
        </p:nvSpPr>
        <p:spPr>
          <a:xfrm rot="21142799">
            <a:off x="6566945" y="4575530"/>
            <a:ext cx="5938251" cy="2554179"/>
          </a:xfrm>
          <a:prstGeom prst="rect">
            <a:avLst/>
          </a:prstGeom>
          <a:ln>
            <a:noFill/>
          </a:ln>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t>XX XX XXXXXXXXXXXXXXXXXXXXXXX</a:t>
            </a:r>
          </a:p>
          <a:p>
            <a:pPr marL="0" indent="0">
              <a:buNone/>
            </a:pPr>
            <a:r>
              <a:rPr lang="en-US"/>
              <a:t>XX XX XXXXXX XXXXXXXXXXXX</a:t>
            </a:r>
          </a:p>
          <a:p>
            <a:pPr marL="0" indent="0">
              <a:buNone/>
            </a:pPr>
            <a:r>
              <a:rPr lang="en-US"/>
              <a:t>XX XX XXXXXXXXXXXXXX</a:t>
            </a:r>
          </a:p>
        </p:txBody>
      </p:sp>
      <p:sp>
        <p:nvSpPr>
          <p:cNvPr id="14" name="Content Placeholder 2">
            <a:extLst>
              <a:ext uri="{FF2B5EF4-FFF2-40B4-BE49-F238E27FC236}">
                <a16:creationId xmlns:a16="http://schemas.microsoft.com/office/drawing/2014/main" id="{316ED95D-0C68-AEE1-F535-4DBA307DA4EF}"/>
              </a:ext>
            </a:extLst>
          </p:cNvPr>
          <p:cNvSpPr>
            <a:spLocks noGrp="1"/>
          </p:cNvSpPr>
          <p:nvPr>
            <p:ph idx="1"/>
          </p:nvPr>
        </p:nvSpPr>
        <p:spPr>
          <a:xfrm>
            <a:off x="838200" y="1501281"/>
            <a:ext cx="10515600" cy="4351338"/>
          </a:xfrm>
        </p:spPr>
        <p:txBody>
          <a:bodyPr>
            <a:normAutofit lnSpcReduction="10000"/>
          </a:bodyPr>
          <a:lstStyle/>
          <a:p>
            <a:pPr marL="0" lvl="0" indent="0">
              <a:buNone/>
              <a:defRPr/>
            </a:pPr>
            <a:r>
              <a:rPr lang="en-US">
                <a:solidFill>
                  <a:prstClr val="black"/>
                </a:solidFill>
              </a:rPr>
              <a:t>XXXXXXXXXX XXX XXX XXXXX XX XXX XXX X XXXX XXXX XXXXXXX XXX XXXX X XXXXXXXX XX XXX XXXXXXXXXXX</a:t>
            </a:r>
          </a:p>
          <a:p>
            <a:pPr marL="0" lvl="0" indent="0">
              <a:buNone/>
              <a:defRPr/>
            </a:pPr>
            <a:r>
              <a:rPr lang="en-US">
                <a:solidFill>
                  <a:prstClr val="black"/>
                </a:solidFill>
              </a:rPr>
              <a:t>XX XXXX XXX X XXXXXXX XXX XXXX XXXXXXXX XXXXX XXX XXXXXXXX XXXX XXXXX XXX XX XXXXXXX XXXXXXXXX XX XXXXXXX XXXXXXXXX XX XXXXXXXXX XXXXXX XXXXXX XXXX XXXXXXXX XXXXXXXXX XXX XXXXXXX XXXXXXXXXXX XXX XX XXXXXX XXXX XXXXXXXXXX XXXXXXXXXX X XXXXXXXXXXXX XXXX XXX XXXXXX XXXX XXX XXXX XX XXXXXXXXX XXXXXXX X XXXXXX XXXXXXXXX XX XXXXXXXX XXXXX XXXXXXXX XX XXXX XXXX XXXX XXXXXXXXXX XXXXXXXXXXXXX</a:t>
            </a:r>
          </a:p>
          <a:p>
            <a:pPr marL="0" lvl="0" indent="0">
              <a:buNone/>
              <a:defRPr/>
            </a:pPr>
            <a:endParaRPr lang="en-US">
              <a:solidFill>
                <a:prstClr val="black"/>
              </a:solidFill>
            </a:endParaRPr>
          </a:p>
          <a:p>
            <a:endParaRPr lang="en-US" b="1"/>
          </a:p>
        </p:txBody>
      </p:sp>
    </p:spTree>
    <p:extLst>
      <p:ext uri="{BB962C8B-B14F-4D97-AF65-F5344CB8AC3E}">
        <p14:creationId xmlns:p14="http://schemas.microsoft.com/office/powerpoint/2010/main" val="1179431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decel="10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9" decel="10000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0-#ppt_w/2"/>
                                          </p:val>
                                        </p:tav>
                                        <p:tav tm="100000">
                                          <p:val>
                                            <p:strVal val="#ppt_x"/>
                                          </p:val>
                                        </p:tav>
                                      </p:tavLst>
                                    </p:anim>
                                    <p:anim calcmode="lin" valueType="num">
                                      <p:cBhvr additive="base">
                                        <p:cTn id="12" dur="500" fill="hold"/>
                                        <p:tgtEl>
                                          <p:spTgt spid="6"/>
                                        </p:tgtEl>
                                        <p:attrNameLst>
                                          <p:attrName>ppt_y</p:attrName>
                                        </p:attrNameLst>
                                      </p:cBhvr>
                                      <p:tavLst>
                                        <p:tav tm="0">
                                          <p:val>
                                            <p:strVal val="0-#ppt_h/2"/>
                                          </p:val>
                                        </p:tav>
                                        <p:tav tm="100000">
                                          <p:val>
                                            <p:strVal val="#ppt_y"/>
                                          </p:val>
                                        </p:tav>
                                      </p:tavLst>
                                    </p:anim>
                                  </p:childTnLst>
                                </p:cTn>
                              </p:par>
                              <p:par>
                                <p:cTn id="13" presetID="2" presetClass="entr" presetSubtype="6" decel="100000" fill="hold" grpId="0" nodeType="withEffect">
                                  <p:stCondLst>
                                    <p:cond delay="50"/>
                                  </p:stCondLst>
                                  <p:childTnLst>
                                    <p:set>
                                      <p:cBhvr>
                                        <p:cTn id="14" dur="1" fill="hold">
                                          <p:stCondLst>
                                            <p:cond delay="0"/>
                                          </p:stCondLst>
                                        </p:cTn>
                                        <p:tgtEl>
                                          <p:spTgt spid="18"/>
                                        </p:tgtEl>
                                        <p:attrNameLst>
                                          <p:attrName>style.visibility</p:attrName>
                                        </p:attrNameLst>
                                      </p:cBhvr>
                                      <p:to>
                                        <p:strVal val="visible"/>
                                      </p:to>
                                    </p:set>
                                    <p:anim calcmode="lin" valueType="num">
                                      <p:cBhvr additive="base">
                                        <p:cTn id="15" dur="500" fill="hold"/>
                                        <p:tgtEl>
                                          <p:spTgt spid="18"/>
                                        </p:tgtEl>
                                        <p:attrNameLst>
                                          <p:attrName>ppt_x</p:attrName>
                                        </p:attrNameLst>
                                      </p:cBhvr>
                                      <p:tavLst>
                                        <p:tav tm="0">
                                          <p:val>
                                            <p:strVal val="1+#ppt_w/2"/>
                                          </p:val>
                                        </p:tav>
                                        <p:tav tm="100000">
                                          <p:val>
                                            <p:strVal val="#ppt_x"/>
                                          </p:val>
                                        </p:tav>
                                      </p:tavLst>
                                    </p:anim>
                                    <p:anim calcmode="lin" valueType="num">
                                      <p:cBhvr additive="base">
                                        <p:cTn id="16" dur="500" fill="hold"/>
                                        <p:tgtEl>
                                          <p:spTgt spid="18"/>
                                        </p:tgtEl>
                                        <p:attrNameLst>
                                          <p:attrName>ppt_y</p:attrName>
                                        </p:attrNameLst>
                                      </p:cBhvr>
                                      <p:tavLst>
                                        <p:tav tm="0">
                                          <p:val>
                                            <p:strVal val="1+#ppt_h/2"/>
                                          </p:val>
                                        </p:tav>
                                        <p:tav tm="100000">
                                          <p:val>
                                            <p:strVal val="#ppt_y"/>
                                          </p:val>
                                        </p:tav>
                                      </p:tavLst>
                                    </p:anim>
                                  </p:childTnLst>
                                </p:cTn>
                              </p:par>
                              <p:par>
                                <p:cTn id="17" presetID="2" presetClass="entr" presetSubtype="6" decel="100000" fill="hold" grpId="0" nodeType="withEffect">
                                  <p:stCondLst>
                                    <p:cond delay="10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1+#ppt_w/2"/>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par>
                                <p:cTn id="21" presetID="2" presetClass="entr" presetSubtype="9" decel="100000" fill="hold" grpId="0" nodeType="withEffect">
                                  <p:stCondLst>
                                    <p:cond delay="10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ppt_x</p:attrName>
                                        </p:attrNameLst>
                                      </p:cBhvr>
                                      <p:tavLst>
                                        <p:tav tm="0">
                                          <p:val>
                                            <p:strVal val="0-#ppt_w/2"/>
                                          </p:val>
                                        </p:tav>
                                        <p:tav tm="100000">
                                          <p:val>
                                            <p:strVal val="#ppt_x"/>
                                          </p:val>
                                        </p:tav>
                                      </p:tavLst>
                                    </p:anim>
                                    <p:anim calcmode="lin" valueType="num">
                                      <p:cBhvr additive="base">
                                        <p:cTn id="24" dur="500" fill="hold"/>
                                        <p:tgtEl>
                                          <p:spTgt spid="7"/>
                                        </p:tgtEl>
                                        <p:attrNameLst>
                                          <p:attrName>ppt_y</p:attrName>
                                        </p:attrNameLst>
                                      </p:cBhvr>
                                      <p:tavLst>
                                        <p:tav tm="0">
                                          <p:val>
                                            <p:strVal val="0-#ppt_h/2"/>
                                          </p:val>
                                        </p:tav>
                                        <p:tav tm="100000">
                                          <p:val>
                                            <p:strVal val="#ppt_y"/>
                                          </p:val>
                                        </p:tav>
                                      </p:tavLst>
                                    </p:anim>
                                  </p:childTnLst>
                                </p:cTn>
                              </p:par>
                              <p:par>
                                <p:cTn id="25" presetID="2" presetClass="entr" presetSubtype="6" decel="100000" fill="hold" grpId="0" nodeType="withEffect">
                                  <p:stCondLst>
                                    <p:cond delay="100"/>
                                  </p:stCondLst>
                                  <p:childTnLst>
                                    <p:set>
                                      <p:cBhvr>
                                        <p:cTn id="26" dur="1" fill="hold">
                                          <p:stCondLst>
                                            <p:cond delay="0"/>
                                          </p:stCondLst>
                                        </p:cTn>
                                        <p:tgtEl>
                                          <p:spTgt spid="19"/>
                                        </p:tgtEl>
                                        <p:attrNameLst>
                                          <p:attrName>style.visibility</p:attrName>
                                        </p:attrNameLst>
                                      </p:cBhvr>
                                      <p:to>
                                        <p:strVal val="visible"/>
                                      </p:to>
                                    </p:set>
                                    <p:anim calcmode="lin" valueType="num">
                                      <p:cBhvr additive="base">
                                        <p:cTn id="27" dur="500" fill="hold"/>
                                        <p:tgtEl>
                                          <p:spTgt spid="19"/>
                                        </p:tgtEl>
                                        <p:attrNameLst>
                                          <p:attrName>ppt_x</p:attrName>
                                        </p:attrNameLst>
                                      </p:cBhvr>
                                      <p:tavLst>
                                        <p:tav tm="0">
                                          <p:val>
                                            <p:strVal val="1+#ppt_w/2"/>
                                          </p:val>
                                        </p:tav>
                                        <p:tav tm="100000">
                                          <p:val>
                                            <p:strVal val="#ppt_x"/>
                                          </p:val>
                                        </p:tav>
                                      </p:tavLst>
                                    </p:anim>
                                    <p:anim calcmode="lin" valueType="num">
                                      <p:cBhvr additive="base">
                                        <p:cTn id="28" dur="500" fill="hold"/>
                                        <p:tgtEl>
                                          <p:spTgt spid="19"/>
                                        </p:tgtEl>
                                        <p:attrNameLst>
                                          <p:attrName>ppt_y</p:attrName>
                                        </p:attrNameLst>
                                      </p:cBhvr>
                                      <p:tavLst>
                                        <p:tav tm="0">
                                          <p:val>
                                            <p:strVal val="1+#ppt_h/2"/>
                                          </p:val>
                                        </p:tav>
                                        <p:tav tm="100000">
                                          <p:val>
                                            <p:strVal val="#ppt_y"/>
                                          </p:val>
                                        </p:tav>
                                      </p:tavLst>
                                    </p:anim>
                                  </p:childTnLst>
                                </p:cTn>
                              </p:par>
                              <p:par>
                                <p:cTn id="29" presetID="2" presetClass="entr" presetSubtype="9" decel="100000" fill="hold" grpId="0" nodeType="withEffect">
                                  <p:stCondLst>
                                    <p:cond delay="200"/>
                                  </p:stCondLst>
                                  <p:childTnLst>
                                    <p:set>
                                      <p:cBhvr>
                                        <p:cTn id="30" dur="1" fill="hold">
                                          <p:stCondLst>
                                            <p:cond delay="0"/>
                                          </p:stCondLst>
                                        </p:cTn>
                                        <p:tgtEl>
                                          <p:spTgt spid="2"/>
                                        </p:tgtEl>
                                        <p:attrNameLst>
                                          <p:attrName>style.visibility</p:attrName>
                                        </p:attrNameLst>
                                      </p:cBhvr>
                                      <p:to>
                                        <p:strVal val="visible"/>
                                      </p:to>
                                    </p:set>
                                    <p:anim calcmode="lin" valueType="num">
                                      <p:cBhvr additive="base">
                                        <p:cTn id="31" dur="400" fill="hold"/>
                                        <p:tgtEl>
                                          <p:spTgt spid="2"/>
                                        </p:tgtEl>
                                        <p:attrNameLst>
                                          <p:attrName>ppt_x</p:attrName>
                                        </p:attrNameLst>
                                      </p:cBhvr>
                                      <p:tavLst>
                                        <p:tav tm="0">
                                          <p:val>
                                            <p:strVal val="0-#ppt_w/2"/>
                                          </p:val>
                                        </p:tav>
                                        <p:tav tm="100000">
                                          <p:val>
                                            <p:strVal val="#ppt_x"/>
                                          </p:val>
                                        </p:tav>
                                      </p:tavLst>
                                    </p:anim>
                                    <p:anim calcmode="lin" valueType="num">
                                      <p:cBhvr additive="base">
                                        <p:cTn id="32" dur="400" fill="hold"/>
                                        <p:tgtEl>
                                          <p:spTgt spid="2"/>
                                        </p:tgtEl>
                                        <p:attrNameLst>
                                          <p:attrName>ppt_y</p:attrName>
                                        </p:attrNameLst>
                                      </p:cBhvr>
                                      <p:tavLst>
                                        <p:tav tm="0">
                                          <p:val>
                                            <p:strVal val="0-#ppt_h/2"/>
                                          </p:val>
                                        </p:tav>
                                        <p:tav tm="100000">
                                          <p:val>
                                            <p:strVal val="#ppt_y"/>
                                          </p:val>
                                        </p:tav>
                                      </p:tavLst>
                                    </p:anim>
                                  </p:childTnLst>
                                </p:cTn>
                              </p:par>
                              <p:par>
                                <p:cTn id="33" presetID="2" presetClass="entr" presetSubtype="6" fill="hold" grpId="1" nodeType="withEffect">
                                  <p:stCondLst>
                                    <p:cond delay="0"/>
                                  </p:stCondLst>
                                  <p:childTnLst>
                                    <p:set>
                                      <p:cBhvr>
                                        <p:cTn id="34" dur="1" fill="hold">
                                          <p:stCondLst>
                                            <p:cond delay="0"/>
                                          </p:stCondLst>
                                        </p:cTn>
                                        <p:tgtEl>
                                          <p:spTgt spid="18">
                                            <p:txEl>
                                              <p:pRg st="0" end="0"/>
                                            </p:txEl>
                                          </p:spTgt>
                                        </p:tgtEl>
                                        <p:attrNameLst>
                                          <p:attrName>style.visibility</p:attrName>
                                        </p:attrNameLst>
                                      </p:cBhvr>
                                      <p:to>
                                        <p:strVal val="visible"/>
                                      </p:to>
                                    </p:set>
                                    <p:anim calcmode="lin" valueType="num">
                                      <p:cBhvr additive="base">
                                        <p:cTn id="35" dur="500" fill="hold"/>
                                        <p:tgtEl>
                                          <p:spTgt spid="18">
                                            <p:txEl>
                                              <p:pRg st="0" end="0"/>
                                            </p:txEl>
                                          </p:spTgt>
                                        </p:tgtEl>
                                        <p:attrNameLst>
                                          <p:attrName>ppt_x</p:attrName>
                                        </p:attrNameLst>
                                      </p:cBhvr>
                                      <p:tavLst>
                                        <p:tav tm="0">
                                          <p:val>
                                            <p:strVal val="1+#ppt_w/2"/>
                                          </p:val>
                                        </p:tav>
                                        <p:tav tm="100000">
                                          <p:val>
                                            <p:strVal val="#ppt_x"/>
                                          </p:val>
                                        </p:tav>
                                      </p:tavLst>
                                    </p:anim>
                                    <p:anim calcmode="lin" valueType="num">
                                      <p:cBhvr additive="base">
                                        <p:cTn id="36" dur="500" fill="hold"/>
                                        <p:tgtEl>
                                          <p:spTgt spid="18">
                                            <p:txEl>
                                              <p:pRg st="0" end="0"/>
                                            </p:txEl>
                                          </p:spTgt>
                                        </p:tgtEl>
                                        <p:attrNameLst>
                                          <p:attrName>ppt_y</p:attrName>
                                        </p:attrNameLst>
                                      </p:cBhvr>
                                      <p:tavLst>
                                        <p:tav tm="0">
                                          <p:val>
                                            <p:strVal val="1+#ppt_h/2"/>
                                          </p:val>
                                        </p:tav>
                                        <p:tav tm="100000">
                                          <p:val>
                                            <p:strVal val="#ppt_y"/>
                                          </p:val>
                                        </p:tav>
                                      </p:tavLst>
                                    </p:anim>
                                  </p:childTnLst>
                                </p:cTn>
                              </p:par>
                              <p:par>
                                <p:cTn id="37" presetID="2" presetClass="entr" presetSubtype="6" fill="hold" grpId="1" nodeType="withEffect">
                                  <p:stCondLst>
                                    <p:cond delay="0"/>
                                  </p:stCondLst>
                                  <p:childTnLst>
                                    <p:set>
                                      <p:cBhvr>
                                        <p:cTn id="38" dur="1" fill="hold">
                                          <p:stCondLst>
                                            <p:cond delay="0"/>
                                          </p:stCondLst>
                                        </p:cTn>
                                        <p:tgtEl>
                                          <p:spTgt spid="18">
                                            <p:txEl>
                                              <p:pRg st="1" end="1"/>
                                            </p:txEl>
                                          </p:spTgt>
                                        </p:tgtEl>
                                        <p:attrNameLst>
                                          <p:attrName>style.visibility</p:attrName>
                                        </p:attrNameLst>
                                      </p:cBhvr>
                                      <p:to>
                                        <p:strVal val="visible"/>
                                      </p:to>
                                    </p:set>
                                    <p:anim calcmode="lin" valueType="num">
                                      <p:cBhvr additive="base">
                                        <p:cTn id="39" dur="500" fill="hold"/>
                                        <p:tgtEl>
                                          <p:spTgt spid="18">
                                            <p:txEl>
                                              <p:pRg st="1" end="1"/>
                                            </p:txEl>
                                          </p:spTgt>
                                        </p:tgtEl>
                                        <p:attrNameLst>
                                          <p:attrName>ppt_x</p:attrName>
                                        </p:attrNameLst>
                                      </p:cBhvr>
                                      <p:tavLst>
                                        <p:tav tm="0">
                                          <p:val>
                                            <p:strVal val="1+#ppt_w/2"/>
                                          </p:val>
                                        </p:tav>
                                        <p:tav tm="100000">
                                          <p:val>
                                            <p:strVal val="#ppt_x"/>
                                          </p:val>
                                        </p:tav>
                                      </p:tavLst>
                                    </p:anim>
                                    <p:anim calcmode="lin" valueType="num">
                                      <p:cBhvr additive="base">
                                        <p:cTn id="40" dur="500" fill="hold"/>
                                        <p:tgtEl>
                                          <p:spTgt spid="18">
                                            <p:txEl>
                                              <p:pRg st="1" end="1"/>
                                            </p:txEl>
                                          </p:spTgt>
                                        </p:tgtEl>
                                        <p:attrNameLst>
                                          <p:attrName>ppt_y</p:attrName>
                                        </p:attrNameLst>
                                      </p:cBhvr>
                                      <p:tavLst>
                                        <p:tav tm="0">
                                          <p:val>
                                            <p:strVal val="1+#ppt_h/2"/>
                                          </p:val>
                                        </p:tav>
                                        <p:tav tm="100000">
                                          <p:val>
                                            <p:strVal val="#ppt_y"/>
                                          </p:val>
                                        </p:tav>
                                      </p:tavLst>
                                    </p:anim>
                                  </p:childTnLst>
                                </p:cTn>
                              </p:par>
                              <p:par>
                                <p:cTn id="41" presetID="2" presetClass="entr" presetSubtype="6" fill="hold" grpId="1" nodeType="withEffect">
                                  <p:stCondLst>
                                    <p:cond delay="0"/>
                                  </p:stCondLst>
                                  <p:childTnLst>
                                    <p:set>
                                      <p:cBhvr>
                                        <p:cTn id="42" dur="1" fill="hold">
                                          <p:stCondLst>
                                            <p:cond delay="0"/>
                                          </p:stCondLst>
                                        </p:cTn>
                                        <p:tgtEl>
                                          <p:spTgt spid="18">
                                            <p:txEl>
                                              <p:pRg st="2" end="2"/>
                                            </p:txEl>
                                          </p:spTgt>
                                        </p:tgtEl>
                                        <p:attrNameLst>
                                          <p:attrName>style.visibility</p:attrName>
                                        </p:attrNameLst>
                                      </p:cBhvr>
                                      <p:to>
                                        <p:strVal val="visible"/>
                                      </p:to>
                                    </p:set>
                                    <p:anim calcmode="lin" valueType="num">
                                      <p:cBhvr additive="base">
                                        <p:cTn id="43" dur="500" fill="hold"/>
                                        <p:tgtEl>
                                          <p:spTgt spid="18">
                                            <p:txEl>
                                              <p:pRg st="2" end="2"/>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18">
                                            <p:txEl>
                                              <p:pRg st="2" end="2"/>
                                            </p:txEl>
                                          </p:spTgt>
                                        </p:tgtEl>
                                        <p:attrNameLst>
                                          <p:attrName>ppt_y</p:attrName>
                                        </p:attrNameLst>
                                      </p:cBhvr>
                                      <p:tavLst>
                                        <p:tav tm="0">
                                          <p:val>
                                            <p:strVal val="1+#ppt_h/2"/>
                                          </p:val>
                                        </p:tav>
                                        <p:tav tm="100000">
                                          <p:val>
                                            <p:strVal val="#ppt_y"/>
                                          </p:val>
                                        </p:tav>
                                      </p:tavLst>
                                    </p:anim>
                                  </p:childTnLst>
                                </p:cTn>
                              </p:par>
                            </p:childTnLst>
                          </p:cTn>
                        </p:par>
                        <p:par>
                          <p:cTn id="45" fill="hold">
                            <p:stCondLst>
                              <p:cond delay="600"/>
                            </p:stCondLst>
                            <p:childTnLst>
                              <p:par>
                                <p:cTn id="46" presetID="22" presetClass="entr" presetSubtype="1" fill="hold" grpId="0" nodeType="afterEffect">
                                  <p:stCondLst>
                                    <p:cond delay="0"/>
                                  </p:stCondLst>
                                  <p:childTnLst>
                                    <p:set>
                                      <p:cBhvr>
                                        <p:cTn id="47" dur="1" fill="hold">
                                          <p:stCondLst>
                                            <p:cond delay="0"/>
                                          </p:stCondLst>
                                        </p:cTn>
                                        <p:tgtEl>
                                          <p:spTgt spid="14">
                                            <p:txEl>
                                              <p:pRg st="0" end="0"/>
                                            </p:txEl>
                                          </p:spTgt>
                                        </p:tgtEl>
                                        <p:attrNameLst>
                                          <p:attrName>style.visibility</p:attrName>
                                        </p:attrNameLst>
                                      </p:cBhvr>
                                      <p:to>
                                        <p:strVal val="visible"/>
                                      </p:to>
                                    </p:set>
                                    <p:animEffect transition="in" filter="wipe(up)">
                                      <p:cBhvr>
                                        <p:cTn id="48" dur="500"/>
                                        <p:tgtEl>
                                          <p:spTgt spid="14">
                                            <p:txEl>
                                              <p:pRg st="0" end="0"/>
                                            </p:txEl>
                                          </p:spTgt>
                                        </p:tgtEl>
                                      </p:cBhvr>
                                    </p:animEffect>
                                  </p:childTnLst>
                                </p:cTn>
                              </p:par>
                            </p:childTnLst>
                          </p:cTn>
                        </p:par>
                        <p:par>
                          <p:cTn id="49" fill="hold">
                            <p:stCondLst>
                              <p:cond delay="1100"/>
                            </p:stCondLst>
                            <p:childTnLst>
                              <p:par>
                                <p:cTn id="50" presetID="22" presetClass="entr" presetSubtype="1" fill="hold" grpId="0" nodeType="afterEffect">
                                  <p:stCondLst>
                                    <p:cond delay="0"/>
                                  </p:stCondLst>
                                  <p:childTnLst>
                                    <p:set>
                                      <p:cBhvr>
                                        <p:cTn id="51" dur="1" fill="hold">
                                          <p:stCondLst>
                                            <p:cond delay="0"/>
                                          </p:stCondLst>
                                        </p:cTn>
                                        <p:tgtEl>
                                          <p:spTgt spid="14">
                                            <p:txEl>
                                              <p:pRg st="1" end="1"/>
                                            </p:txEl>
                                          </p:spTgt>
                                        </p:tgtEl>
                                        <p:attrNameLst>
                                          <p:attrName>style.visibility</p:attrName>
                                        </p:attrNameLst>
                                      </p:cBhvr>
                                      <p:to>
                                        <p:strVal val="visible"/>
                                      </p:to>
                                    </p:set>
                                    <p:animEffect transition="in" filter="wipe(up)">
                                      <p:cBhvr>
                                        <p:cTn id="52" dur="500"/>
                                        <p:tgtEl>
                                          <p:spTgt spid="1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5" grpId="0" animBg="1"/>
      <p:bldP spid="6" grpId="0" animBg="1"/>
      <p:bldP spid="7" grpId="0" animBg="1"/>
      <p:bldP spid="19" grpId="0" animBg="1"/>
      <p:bldP spid="18" grpId="0"/>
      <p:bldP spid="18" grpId="1" uiExpand="1" build="allAtOnce"/>
      <p:bldP spid="14"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accent4">
            <a:lumMod val="40000"/>
            <a:lumOff val="60000"/>
          </a:schemeClr>
        </a:solidFill>
        <a:effectLst/>
      </p:bgPr>
    </p:bg>
    <p:spTree>
      <p:nvGrpSpPr>
        <p:cNvPr id="1" name="">
          <a:extLst>
            <a:ext uri="{FF2B5EF4-FFF2-40B4-BE49-F238E27FC236}">
              <a16:creationId xmlns:a16="http://schemas.microsoft.com/office/drawing/2014/main" id="{2E681073-2711-EF91-686D-A1C12424EF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D96FE8-53A4-CDC1-E9C5-D8A613BB52A8}"/>
              </a:ext>
            </a:extLst>
          </p:cNvPr>
          <p:cNvSpPr>
            <a:spLocks noGrp="1"/>
          </p:cNvSpPr>
          <p:nvPr>
            <p:ph type="title"/>
          </p:nvPr>
        </p:nvSpPr>
        <p:spPr>
          <a:xfrm>
            <a:off x="7265207" y="342599"/>
            <a:ext cx="8903951" cy="1325563"/>
          </a:xfrm>
        </p:spPr>
        <p:txBody>
          <a:bodyPr/>
          <a:lstStyle/>
          <a:p>
            <a:r>
              <a:rPr lang="en-US"/>
              <a:t>XXXXX XX</a:t>
            </a:r>
          </a:p>
        </p:txBody>
      </p:sp>
      <p:sp>
        <p:nvSpPr>
          <p:cNvPr id="3" name="Content Placeholder 2">
            <a:extLst>
              <a:ext uri="{FF2B5EF4-FFF2-40B4-BE49-F238E27FC236}">
                <a16:creationId xmlns:a16="http://schemas.microsoft.com/office/drawing/2014/main" id="{DFD404F7-9F3C-99D8-646D-D6FD9EE59A5E}"/>
              </a:ext>
            </a:extLst>
          </p:cNvPr>
          <p:cNvSpPr>
            <a:spLocks noGrp="1"/>
          </p:cNvSpPr>
          <p:nvPr>
            <p:ph idx="1"/>
          </p:nvPr>
        </p:nvSpPr>
        <p:spPr>
          <a:xfrm>
            <a:off x="838200" y="1501281"/>
            <a:ext cx="10515600" cy="4351338"/>
          </a:xfrm>
        </p:spPr>
        <p:txBody>
          <a:bodyPr>
            <a:normAutofit lnSpcReduction="10000"/>
          </a:bodyPr>
          <a:lstStyle/>
          <a:p>
            <a:pPr marL="0" indent="0">
              <a:buNone/>
            </a:pPr>
            <a:r>
              <a:rPr lang="en-US"/>
              <a:t>XXXXXXXXXX XXX XXX XXXXX XX XXX XXX X XXXX XXXX XXXXXXX XXX XXXX X XXXXXXXX XX XXX XXXXXXXXXXX</a:t>
            </a:r>
          </a:p>
          <a:p>
            <a:pPr marL="0" indent="0">
              <a:buNone/>
            </a:pPr>
            <a:r>
              <a:rPr lang="en-US"/>
              <a:t>XX XXXX XXX X XXXXXXXX XX XXX XXXXXXX XX XX XXX XX XXXX XXXXXXX XXXXX X XXXXXXXXXXXX XX XXXXXXXX XXX XX XXX XXXXXXXX XX XXXXX XXXXXXX X XXXXXXXXX XXXXXXXX XXXX XXXXXX XXXXXXXX XXX XXXXXX XX XXXXXX XXXXXXXX XXXXX XXXXXXXXXXX XXXX XXXXX XXXX XXXXXXXX XXXXXX XXXXX XXXXXX XXX XXX XX XXXXXXXXX XX XXXXX XXXXXXXXXXXXXXXXXXXXXX XXXXXX XXX XXXXXXX XXX XXXXXXXXXXX XXXXXX XXXXXXXXXX XXXXXXX XXX XXXXXXX</a:t>
            </a:r>
          </a:p>
        </p:txBody>
      </p:sp>
      <p:sp>
        <p:nvSpPr>
          <p:cNvPr id="4" name="Graphic 127">
            <a:extLst>
              <a:ext uri="{FF2B5EF4-FFF2-40B4-BE49-F238E27FC236}">
                <a16:creationId xmlns:a16="http://schemas.microsoft.com/office/drawing/2014/main" id="{C9A4FEE1-0A54-0A62-2C35-F1A625832D64}"/>
              </a:ext>
            </a:extLst>
          </p:cNvPr>
          <p:cNvSpPr/>
          <p:nvPr/>
        </p:nvSpPr>
        <p:spPr>
          <a:xfrm rot="5400000" flipH="1" flipV="1">
            <a:off x="1282630" y="228174"/>
            <a:ext cx="10728513" cy="19963253"/>
          </a:xfrm>
          <a:custGeom>
            <a:avLst/>
            <a:gdLst>
              <a:gd name="csX0" fmla="*/ 3086062 w 3829558"/>
              <a:gd name="csY0" fmla="*/ 3905196 h 15209314"/>
              <a:gd name="csX1" fmla="*/ 3809673 w 3829558"/>
              <a:gd name="csY1" fmla="*/ 9695864 h 15209314"/>
              <a:gd name="csX2" fmla="*/ 2440601 w 3829558"/>
              <a:gd name="csY2" fmla="*/ 13914361 h 15209314"/>
              <a:gd name="csX3" fmla="*/ 741562 w 3829558"/>
              <a:gd name="csY3" fmla="*/ 14802979 h 15209314"/>
              <a:gd name="csX4" fmla="*/ 290029 w 3829558"/>
              <a:gd name="csY4" fmla="*/ 9051372 h 15209314"/>
              <a:gd name="csX5" fmla="*/ 64262 w 3829558"/>
              <a:gd name="csY5" fmla="*/ 2928692 h 15209314"/>
              <a:gd name="csX6" fmla="*/ 1517273 w 3829558"/>
              <a:gd name="csY6" fmla="*/ 18711 h 15209314"/>
              <a:gd name="csX7" fmla="*/ 3086062 w 3829558"/>
              <a:gd name="csY7" fmla="*/ 3905196 h 15209314"/>
              <a:gd name="csX0" fmla="*/ 3085962 w 3829559"/>
              <a:gd name="csY0" fmla="*/ 6215146 h 17519365"/>
              <a:gd name="csX1" fmla="*/ 3809573 w 3829559"/>
              <a:gd name="csY1" fmla="*/ 12005814 h 17519365"/>
              <a:gd name="csX2" fmla="*/ 2440501 w 3829559"/>
              <a:gd name="csY2" fmla="*/ 16224311 h 17519365"/>
              <a:gd name="csX3" fmla="*/ 741462 w 3829559"/>
              <a:gd name="csY3" fmla="*/ 17112929 h 17519365"/>
              <a:gd name="csX4" fmla="*/ 289929 w 3829559"/>
              <a:gd name="csY4" fmla="*/ 11361322 h 17519365"/>
              <a:gd name="csX5" fmla="*/ 64162 w 3829559"/>
              <a:gd name="csY5" fmla="*/ 5238642 h 17519365"/>
              <a:gd name="csX6" fmla="*/ 1445174 w 3829559"/>
              <a:gd name="csY6" fmla="*/ 84873 h 17519365"/>
              <a:gd name="csX7" fmla="*/ 1517173 w 3829559"/>
              <a:gd name="csY7" fmla="*/ 2328661 h 17519365"/>
              <a:gd name="csX8" fmla="*/ 3085962 w 3829559"/>
              <a:gd name="csY8" fmla="*/ 6215146 h 17519365"/>
              <a:gd name="csX0" fmla="*/ 3085962 w 3829559"/>
              <a:gd name="csY0" fmla="*/ 6215146 h 17519365"/>
              <a:gd name="csX1" fmla="*/ 3809573 w 3829559"/>
              <a:gd name="csY1" fmla="*/ 12005814 h 17519365"/>
              <a:gd name="csX2" fmla="*/ 2440501 w 3829559"/>
              <a:gd name="csY2" fmla="*/ 16224311 h 17519365"/>
              <a:gd name="csX3" fmla="*/ 741462 w 3829559"/>
              <a:gd name="csY3" fmla="*/ 17112929 h 17519365"/>
              <a:gd name="csX4" fmla="*/ 289929 w 3829559"/>
              <a:gd name="csY4" fmla="*/ 11361322 h 17519365"/>
              <a:gd name="csX5" fmla="*/ 64162 w 3829559"/>
              <a:gd name="csY5" fmla="*/ 5238642 h 17519365"/>
              <a:gd name="csX6" fmla="*/ 1445174 w 3829559"/>
              <a:gd name="csY6" fmla="*/ 84873 h 17519365"/>
              <a:gd name="csX7" fmla="*/ 1517173 w 3829559"/>
              <a:gd name="csY7" fmla="*/ 2328661 h 17519365"/>
              <a:gd name="csX8" fmla="*/ 3085962 w 3829559"/>
              <a:gd name="csY8" fmla="*/ 6215146 h 17519365"/>
              <a:gd name="csX0" fmla="*/ 3085962 w 3829559"/>
              <a:gd name="csY0" fmla="*/ 6215146 h 17519365"/>
              <a:gd name="csX1" fmla="*/ 3809573 w 3829559"/>
              <a:gd name="csY1" fmla="*/ 12005814 h 17519365"/>
              <a:gd name="csX2" fmla="*/ 2440501 w 3829559"/>
              <a:gd name="csY2" fmla="*/ 16224311 h 17519365"/>
              <a:gd name="csX3" fmla="*/ 741462 w 3829559"/>
              <a:gd name="csY3" fmla="*/ 17112929 h 17519365"/>
              <a:gd name="csX4" fmla="*/ 289929 w 3829559"/>
              <a:gd name="csY4" fmla="*/ 11361322 h 17519365"/>
              <a:gd name="csX5" fmla="*/ 64162 w 3829559"/>
              <a:gd name="csY5" fmla="*/ 5238642 h 17519365"/>
              <a:gd name="csX6" fmla="*/ 1445174 w 3829559"/>
              <a:gd name="csY6" fmla="*/ 84873 h 17519365"/>
              <a:gd name="csX7" fmla="*/ 1517173 w 3829559"/>
              <a:gd name="csY7" fmla="*/ 2328661 h 17519365"/>
              <a:gd name="csX8" fmla="*/ 3085962 w 3829559"/>
              <a:gd name="csY8" fmla="*/ 6215146 h 17519365"/>
              <a:gd name="csX0" fmla="*/ 3085962 w 3829559"/>
              <a:gd name="csY0" fmla="*/ 6166200 h 17470419"/>
              <a:gd name="csX1" fmla="*/ 3809573 w 3829559"/>
              <a:gd name="csY1" fmla="*/ 11956868 h 17470419"/>
              <a:gd name="csX2" fmla="*/ 2440501 w 3829559"/>
              <a:gd name="csY2" fmla="*/ 16175365 h 17470419"/>
              <a:gd name="csX3" fmla="*/ 741462 w 3829559"/>
              <a:gd name="csY3" fmla="*/ 17063983 h 17470419"/>
              <a:gd name="csX4" fmla="*/ 289929 w 3829559"/>
              <a:gd name="csY4" fmla="*/ 11312376 h 17470419"/>
              <a:gd name="csX5" fmla="*/ 64162 w 3829559"/>
              <a:gd name="csY5" fmla="*/ 5189696 h 17470419"/>
              <a:gd name="csX6" fmla="*/ 1445174 w 3829559"/>
              <a:gd name="csY6" fmla="*/ 35927 h 17470419"/>
              <a:gd name="csX7" fmla="*/ 1517173 w 3829559"/>
              <a:gd name="csY7" fmla="*/ 2279715 h 17470419"/>
              <a:gd name="csX8" fmla="*/ 3085962 w 3829559"/>
              <a:gd name="csY8" fmla="*/ 6166200 h 17470419"/>
              <a:gd name="csX0" fmla="*/ 3518558 w 4262155"/>
              <a:gd name="csY0" fmla="*/ 8914932 h 20219151"/>
              <a:gd name="csX1" fmla="*/ 4242169 w 4262155"/>
              <a:gd name="csY1" fmla="*/ 14705600 h 20219151"/>
              <a:gd name="csX2" fmla="*/ 2873097 w 4262155"/>
              <a:gd name="csY2" fmla="*/ 18924097 h 20219151"/>
              <a:gd name="csX3" fmla="*/ 1174058 w 4262155"/>
              <a:gd name="csY3" fmla="*/ 19812715 h 20219151"/>
              <a:gd name="csX4" fmla="*/ 722525 w 4262155"/>
              <a:gd name="csY4" fmla="*/ 14061108 h 20219151"/>
              <a:gd name="csX5" fmla="*/ 496758 w 4262155"/>
              <a:gd name="csY5" fmla="*/ 7938428 h 20219151"/>
              <a:gd name="csX6" fmla="*/ 163270 w 4262155"/>
              <a:gd name="csY6" fmla="*/ 22409 h 20219151"/>
              <a:gd name="csX7" fmla="*/ 1949769 w 4262155"/>
              <a:gd name="csY7" fmla="*/ 5028447 h 20219151"/>
              <a:gd name="csX8" fmla="*/ 3518558 w 4262155"/>
              <a:gd name="csY8" fmla="*/ 8914932 h 20219151"/>
              <a:gd name="csX0" fmla="*/ 4597752 w 5341349"/>
              <a:gd name="csY0" fmla="*/ 8898040 h 20202259"/>
              <a:gd name="csX1" fmla="*/ 5321363 w 5341349"/>
              <a:gd name="csY1" fmla="*/ 14688708 h 20202259"/>
              <a:gd name="csX2" fmla="*/ 3952291 w 5341349"/>
              <a:gd name="csY2" fmla="*/ 18907205 h 20202259"/>
              <a:gd name="csX3" fmla="*/ 2253252 w 5341349"/>
              <a:gd name="csY3" fmla="*/ 19795823 h 20202259"/>
              <a:gd name="csX4" fmla="*/ 1801719 w 5341349"/>
              <a:gd name="csY4" fmla="*/ 14044216 h 20202259"/>
              <a:gd name="csX5" fmla="*/ 13852 w 5341349"/>
              <a:gd name="csY5" fmla="*/ 6016536 h 20202259"/>
              <a:gd name="csX6" fmla="*/ 1242464 w 5341349"/>
              <a:gd name="csY6" fmla="*/ 5517 h 20202259"/>
              <a:gd name="csX7" fmla="*/ 3028963 w 5341349"/>
              <a:gd name="csY7" fmla="*/ 5011555 h 20202259"/>
              <a:gd name="csX8" fmla="*/ 4597752 w 5341349"/>
              <a:gd name="csY8" fmla="*/ 8898040 h 20202259"/>
              <a:gd name="csX0" fmla="*/ 4716465 w 5460062"/>
              <a:gd name="csY0" fmla="*/ 8898040 h 20202259"/>
              <a:gd name="csX1" fmla="*/ 5440076 w 5460062"/>
              <a:gd name="csY1" fmla="*/ 14688708 h 20202259"/>
              <a:gd name="csX2" fmla="*/ 4071004 w 5460062"/>
              <a:gd name="csY2" fmla="*/ 18907205 h 20202259"/>
              <a:gd name="csX3" fmla="*/ 2371965 w 5460062"/>
              <a:gd name="csY3" fmla="*/ 19795823 h 20202259"/>
              <a:gd name="csX4" fmla="*/ 110682 w 5460062"/>
              <a:gd name="csY4" fmla="*/ 15968266 h 20202259"/>
              <a:gd name="csX5" fmla="*/ 132565 w 5460062"/>
              <a:gd name="csY5" fmla="*/ 6016536 h 20202259"/>
              <a:gd name="csX6" fmla="*/ 1361177 w 5460062"/>
              <a:gd name="csY6" fmla="*/ 5517 h 20202259"/>
              <a:gd name="csX7" fmla="*/ 3147676 w 5460062"/>
              <a:gd name="csY7" fmla="*/ 5011555 h 20202259"/>
              <a:gd name="csX8" fmla="*/ 4716465 w 5460062"/>
              <a:gd name="csY8" fmla="*/ 8898040 h 20202259"/>
              <a:gd name="csX0" fmla="*/ 4716465 w 5460062"/>
              <a:gd name="csY0" fmla="*/ 8898040 h 20420006"/>
              <a:gd name="csX1" fmla="*/ 5440076 w 5460062"/>
              <a:gd name="csY1" fmla="*/ 14688708 h 20420006"/>
              <a:gd name="csX2" fmla="*/ 4071004 w 5460062"/>
              <a:gd name="csY2" fmla="*/ 18907205 h 20420006"/>
              <a:gd name="csX3" fmla="*/ 1571865 w 5460062"/>
              <a:gd name="csY3" fmla="*/ 20100627 h 20420006"/>
              <a:gd name="csX4" fmla="*/ 110682 w 5460062"/>
              <a:gd name="csY4" fmla="*/ 15968266 h 20420006"/>
              <a:gd name="csX5" fmla="*/ 132565 w 5460062"/>
              <a:gd name="csY5" fmla="*/ 6016536 h 20420006"/>
              <a:gd name="csX6" fmla="*/ 1361177 w 5460062"/>
              <a:gd name="csY6" fmla="*/ 5517 h 20420006"/>
              <a:gd name="csX7" fmla="*/ 3147676 w 5460062"/>
              <a:gd name="csY7" fmla="*/ 5011555 h 20420006"/>
              <a:gd name="csX8" fmla="*/ 4716465 w 5460062"/>
              <a:gd name="csY8" fmla="*/ 8898040 h 20420006"/>
              <a:gd name="csX0" fmla="*/ 8609562 w 9353159"/>
              <a:gd name="csY0" fmla="*/ 8898040 h 20420006"/>
              <a:gd name="csX1" fmla="*/ 9333173 w 9353159"/>
              <a:gd name="csY1" fmla="*/ 14688708 h 20420006"/>
              <a:gd name="csX2" fmla="*/ 7964101 w 9353159"/>
              <a:gd name="csY2" fmla="*/ 18907205 h 20420006"/>
              <a:gd name="csX3" fmla="*/ 5464962 w 9353159"/>
              <a:gd name="csY3" fmla="*/ 20100627 h 20420006"/>
              <a:gd name="csX4" fmla="*/ 3279 w 9353159"/>
              <a:gd name="csY4" fmla="*/ 16958866 h 20420006"/>
              <a:gd name="csX5" fmla="*/ 4025662 w 9353159"/>
              <a:gd name="csY5" fmla="*/ 6016536 h 20420006"/>
              <a:gd name="csX6" fmla="*/ 5254274 w 9353159"/>
              <a:gd name="csY6" fmla="*/ 5517 h 20420006"/>
              <a:gd name="csX7" fmla="*/ 7040773 w 9353159"/>
              <a:gd name="csY7" fmla="*/ 5011555 h 20420006"/>
              <a:gd name="csX8" fmla="*/ 8609562 w 9353159"/>
              <a:gd name="csY8" fmla="*/ 8898040 h 20420006"/>
              <a:gd name="csX0" fmla="*/ 8716965 w 9460562"/>
              <a:gd name="csY0" fmla="*/ 8894840 h 20416806"/>
              <a:gd name="csX1" fmla="*/ 9440576 w 9460562"/>
              <a:gd name="csY1" fmla="*/ 14685508 h 20416806"/>
              <a:gd name="csX2" fmla="*/ 8071504 w 9460562"/>
              <a:gd name="csY2" fmla="*/ 18904005 h 20416806"/>
              <a:gd name="csX3" fmla="*/ 5572365 w 9460562"/>
              <a:gd name="csY3" fmla="*/ 20097427 h 20416806"/>
              <a:gd name="csX4" fmla="*/ 110682 w 9460562"/>
              <a:gd name="csY4" fmla="*/ 16955666 h 20416806"/>
              <a:gd name="csX5" fmla="*/ 132565 w 9460562"/>
              <a:gd name="csY5" fmla="*/ 4413139 h 20416806"/>
              <a:gd name="csX6" fmla="*/ 5361677 w 9460562"/>
              <a:gd name="csY6" fmla="*/ 2317 h 20416806"/>
              <a:gd name="csX7" fmla="*/ 7148176 w 9460562"/>
              <a:gd name="csY7" fmla="*/ 5008355 h 20416806"/>
              <a:gd name="csX8" fmla="*/ 8716965 w 9460562"/>
              <a:gd name="csY8" fmla="*/ 8894840 h 20416806"/>
              <a:gd name="csX0" fmla="*/ 8716965 w 9460562"/>
              <a:gd name="csY0" fmla="*/ 8894840 h 20420932"/>
              <a:gd name="csX1" fmla="*/ 9440576 w 9460562"/>
              <a:gd name="csY1" fmla="*/ 14685508 h 20420932"/>
              <a:gd name="csX2" fmla="*/ 8071504 w 9460562"/>
              <a:gd name="csY2" fmla="*/ 18904005 h 20420932"/>
              <a:gd name="csX3" fmla="*/ 5572365 w 9460562"/>
              <a:gd name="csY3" fmla="*/ 20097427 h 20420932"/>
              <a:gd name="csX4" fmla="*/ 110682 w 9460562"/>
              <a:gd name="csY4" fmla="*/ 16955666 h 20420932"/>
              <a:gd name="csX5" fmla="*/ 132565 w 9460562"/>
              <a:gd name="csY5" fmla="*/ 4413139 h 20420932"/>
              <a:gd name="csX6" fmla="*/ 5361677 w 9460562"/>
              <a:gd name="csY6" fmla="*/ 2317 h 20420932"/>
              <a:gd name="csX7" fmla="*/ 7148176 w 9460562"/>
              <a:gd name="csY7" fmla="*/ 5008355 h 20420932"/>
              <a:gd name="csX8" fmla="*/ 8716965 w 9460562"/>
              <a:gd name="csY8" fmla="*/ 8894840 h 20420932"/>
              <a:gd name="csX0" fmla="*/ 8716965 w 9460562"/>
              <a:gd name="csY0" fmla="*/ 8894840 h 20294154"/>
              <a:gd name="csX1" fmla="*/ 9440576 w 9460562"/>
              <a:gd name="csY1" fmla="*/ 14685508 h 20294154"/>
              <a:gd name="csX2" fmla="*/ 8071504 w 9460562"/>
              <a:gd name="csY2" fmla="*/ 18904005 h 20294154"/>
              <a:gd name="csX3" fmla="*/ 5572365 w 9460562"/>
              <a:gd name="csY3" fmla="*/ 20097427 h 20294154"/>
              <a:gd name="csX4" fmla="*/ 110682 w 9460562"/>
              <a:gd name="csY4" fmla="*/ 16955666 h 20294154"/>
              <a:gd name="csX5" fmla="*/ 132565 w 9460562"/>
              <a:gd name="csY5" fmla="*/ 4413139 h 20294154"/>
              <a:gd name="csX6" fmla="*/ 5361677 w 9460562"/>
              <a:gd name="csY6" fmla="*/ 2317 h 20294154"/>
              <a:gd name="csX7" fmla="*/ 7148176 w 9460562"/>
              <a:gd name="csY7" fmla="*/ 5008355 h 20294154"/>
              <a:gd name="csX8" fmla="*/ 8716965 w 9460562"/>
              <a:gd name="csY8" fmla="*/ 8894840 h 20294154"/>
              <a:gd name="csX0" fmla="*/ 8716965 w 9460562"/>
              <a:gd name="csY0" fmla="*/ 8894840 h 20094429"/>
              <a:gd name="csX1" fmla="*/ 9440576 w 9460562"/>
              <a:gd name="csY1" fmla="*/ 14685508 h 20094429"/>
              <a:gd name="csX2" fmla="*/ 8071504 w 9460562"/>
              <a:gd name="csY2" fmla="*/ 18904005 h 20094429"/>
              <a:gd name="csX3" fmla="*/ 3743565 w 9460562"/>
              <a:gd name="csY3" fmla="*/ 19868828 h 20094429"/>
              <a:gd name="csX4" fmla="*/ 110682 w 9460562"/>
              <a:gd name="csY4" fmla="*/ 16955666 h 20094429"/>
              <a:gd name="csX5" fmla="*/ 132565 w 9460562"/>
              <a:gd name="csY5" fmla="*/ 4413139 h 20094429"/>
              <a:gd name="csX6" fmla="*/ 5361677 w 9460562"/>
              <a:gd name="csY6" fmla="*/ 2317 h 20094429"/>
              <a:gd name="csX7" fmla="*/ 7148176 w 9460562"/>
              <a:gd name="csY7" fmla="*/ 5008355 h 20094429"/>
              <a:gd name="csX8" fmla="*/ 8716965 w 9460562"/>
              <a:gd name="csY8" fmla="*/ 8894840 h 20094429"/>
              <a:gd name="csX0" fmla="*/ 9936140 w 10679737"/>
              <a:gd name="csY0" fmla="*/ 8903491 h 20103080"/>
              <a:gd name="csX1" fmla="*/ 10659751 w 10679737"/>
              <a:gd name="csY1" fmla="*/ 14694159 h 20103080"/>
              <a:gd name="csX2" fmla="*/ 9290679 w 10679737"/>
              <a:gd name="csY2" fmla="*/ 18912656 h 20103080"/>
              <a:gd name="csX3" fmla="*/ 4962740 w 10679737"/>
              <a:gd name="csY3" fmla="*/ 19877479 h 20103080"/>
              <a:gd name="csX4" fmla="*/ 1329857 w 10679737"/>
              <a:gd name="csY4" fmla="*/ 16964317 h 20103080"/>
              <a:gd name="csX5" fmla="*/ 18239 w 10679737"/>
              <a:gd name="csY5" fmla="*/ 3812193 h 20103080"/>
              <a:gd name="csX6" fmla="*/ 6580852 w 10679737"/>
              <a:gd name="csY6" fmla="*/ 10968 h 20103080"/>
              <a:gd name="csX7" fmla="*/ 8367351 w 10679737"/>
              <a:gd name="csY7" fmla="*/ 5017006 h 20103080"/>
              <a:gd name="csX8" fmla="*/ 9936140 w 10679737"/>
              <a:gd name="csY8" fmla="*/ 8903491 h 20103080"/>
              <a:gd name="csX0" fmla="*/ 9984916 w 10728513"/>
              <a:gd name="csY0" fmla="*/ 8903491 h 19963253"/>
              <a:gd name="csX1" fmla="*/ 10708527 w 10728513"/>
              <a:gd name="csY1" fmla="*/ 14694159 h 19963253"/>
              <a:gd name="csX2" fmla="*/ 9339455 w 10728513"/>
              <a:gd name="csY2" fmla="*/ 18912656 h 19963253"/>
              <a:gd name="csX3" fmla="*/ 5011516 w 10728513"/>
              <a:gd name="csY3" fmla="*/ 19877479 h 19963253"/>
              <a:gd name="csX4" fmla="*/ 273736 w 10728513"/>
              <a:gd name="csY4" fmla="*/ 17307219 h 19963253"/>
              <a:gd name="csX5" fmla="*/ 67015 w 10728513"/>
              <a:gd name="csY5" fmla="*/ 3812193 h 19963253"/>
              <a:gd name="csX6" fmla="*/ 6629628 w 10728513"/>
              <a:gd name="csY6" fmla="*/ 10968 h 19963253"/>
              <a:gd name="csX7" fmla="*/ 8416127 w 10728513"/>
              <a:gd name="csY7" fmla="*/ 5017006 h 19963253"/>
              <a:gd name="csX8" fmla="*/ 9984916 w 10728513"/>
              <a:gd name="csY8" fmla="*/ 8903491 h 199632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0728513" h="19963253">
                <a:moveTo>
                  <a:pt x="9984916" y="8903491"/>
                </a:moveTo>
                <a:cubicBezTo>
                  <a:pt x="10439343" y="10836969"/>
                  <a:pt x="10821410" y="12936452"/>
                  <a:pt x="10708527" y="14694159"/>
                </a:cubicBezTo>
                <a:cubicBezTo>
                  <a:pt x="10598538" y="16442101"/>
                  <a:pt x="10288957" y="18048769"/>
                  <a:pt x="9339455" y="18912656"/>
                </a:cubicBezTo>
                <a:cubicBezTo>
                  <a:pt x="8389953" y="19776543"/>
                  <a:pt x="6522469" y="20145052"/>
                  <a:pt x="5011516" y="19877479"/>
                </a:cubicBezTo>
                <a:cubicBezTo>
                  <a:pt x="3500563" y="19609906"/>
                  <a:pt x="403986" y="19621533"/>
                  <a:pt x="273736" y="17307219"/>
                </a:cubicBezTo>
                <a:cubicBezTo>
                  <a:pt x="140591" y="15002670"/>
                  <a:pt x="-124018" y="5540605"/>
                  <a:pt x="67015" y="3812193"/>
                </a:cubicBezTo>
                <a:cubicBezTo>
                  <a:pt x="132556" y="2415385"/>
                  <a:pt x="5238109" y="-189834"/>
                  <a:pt x="6629628" y="10968"/>
                </a:cubicBezTo>
                <a:cubicBezTo>
                  <a:pt x="8021147" y="211770"/>
                  <a:pt x="7856912" y="3534919"/>
                  <a:pt x="8416127" y="5017006"/>
                </a:cubicBezTo>
                <a:cubicBezTo>
                  <a:pt x="8975342" y="6499093"/>
                  <a:pt x="9533382" y="6970014"/>
                  <a:pt x="9984916" y="8903491"/>
                </a:cubicBezTo>
                <a:close/>
              </a:path>
            </a:pathLst>
          </a:custGeom>
          <a:solidFill>
            <a:schemeClr val="accent4">
              <a:lumMod val="60000"/>
              <a:lumOff val="40000"/>
            </a:schemeClr>
          </a:solidFill>
          <a:ln w="28908" cap="flat">
            <a:noFill/>
            <a:prstDash val="solid"/>
            <a:miter/>
          </a:ln>
        </p:spPr>
        <p:txBody>
          <a:bodyPr/>
          <a:lstStyle/>
          <a:p>
            <a:endParaRPr lang="en-US">
              <a:noFill/>
            </a:endParaRPr>
          </a:p>
        </p:txBody>
      </p:sp>
      <p:sp>
        <p:nvSpPr>
          <p:cNvPr id="5" name="Graphic 129">
            <a:extLst>
              <a:ext uri="{FF2B5EF4-FFF2-40B4-BE49-F238E27FC236}">
                <a16:creationId xmlns:a16="http://schemas.microsoft.com/office/drawing/2014/main" id="{601D240C-8966-A885-627B-6F7C9C5DE374}"/>
              </a:ext>
            </a:extLst>
          </p:cNvPr>
          <p:cNvSpPr/>
          <p:nvPr/>
        </p:nvSpPr>
        <p:spPr>
          <a:xfrm rot="16200000">
            <a:off x="1944444" y="902919"/>
            <a:ext cx="9709043" cy="18740383"/>
          </a:xfrm>
          <a:custGeom>
            <a:avLst/>
            <a:gdLst>
              <a:gd name="csX0" fmla="*/ 714496 w 977405"/>
              <a:gd name="csY0" fmla="*/ 349032 h 1125362"/>
              <a:gd name="csX1" fmla="*/ 977386 w 977405"/>
              <a:gd name="csY1" fmla="*/ 710982 h 1125362"/>
              <a:gd name="csX2" fmla="*/ 679254 w 977405"/>
              <a:gd name="csY2" fmla="*/ 1034832 h 1125362"/>
              <a:gd name="csX3" fmla="*/ 229674 w 977405"/>
              <a:gd name="csY3" fmla="*/ 1087220 h 1125362"/>
              <a:gd name="csX4" fmla="*/ 84894 w 977405"/>
              <a:gd name="csY4" fmla="*/ 635735 h 1125362"/>
              <a:gd name="csX5" fmla="*/ 19171 w 977405"/>
              <a:gd name="csY5" fmla="*/ 154722 h 1125362"/>
              <a:gd name="csX6" fmla="*/ 395409 w 977405"/>
              <a:gd name="csY6" fmla="*/ 14705 h 1125362"/>
              <a:gd name="csX7" fmla="*/ 714496 w 977405"/>
              <a:gd name="csY7" fmla="*/ 349032 h 1125362"/>
              <a:gd name="csX0" fmla="*/ 714397 w 977405"/>
              <a:gd name="csY0" fmla="*/ 348932 h 1125363"/>
              <a:gd name="csX1" fmla="*/ 977287 w 977405"/>
              <a:gd name="csY1" fmla="*/ 710882 h 1125363"/>
              <a:gd name="csX2" fmla="*/ 679155 w 977405"/>
              <a:gd name="csY2" fmla="*/ 1034732 h 1125363"/>
              <a:gd name="csX3" fmla="*/ 229575 w 977405"/>
              <a:gd name="csY3" fmla="*/ 1087120 h 1125363"/>
              <a:gd name="csX4" fmla="*/ 84795 w 977405"/>
              <a:gd name="csY4" fmla="*/ 635635 h 1125363"/>
              <a:gd name="csX5" fmla="*/ 19072 w 977405"/>
              <a:gd name="csY5" fmla="*/ 154622 h 1125363"/>
              <a:gd name="csX6" fmla="*/ 395310 w 977405"/>
              <a:gd name="csY6" fmla="*/ 14605 h 1125363"/>
              <a:gd name="csX7" fmla="*/ 714397 w 977405"/>
              <a:gd name="csY7" fmla="*/ 348932 h 1125363"/>
              <a:gd name="csX0" fmla="*/ 1954611 w 2217619"/>
              <a:gd name="csY0" fmla="*/ 953674 h 1730105"/>
              <a:gd name="csX1" fmla="*/ 2217501 w 2217619"/>
              <a:gd name="csY1" fmla="*/ 1315624 h 1730105"/>
              <a:gd name="csX2" fmla="*/ 1919369 w 2217619"/>
              <a:gd name="csY2" fmla="*/ 1639474 h 1730105"/>
              <a:gd name="csX3" fmla="*/ 1469789 w 2217619"/>
              <a:gd name="csY3" fmla="*/ 1691862 h 1730105"/>
              <a:gd name="csX4" fmla="*/ 1325009 w 2217619"/>
              <a:gd name="csY4" fmla="*/ 1240377 h 1730105"/>
              <a:gd name="csX5" fmla="*/ 1667 w 2217619"/>
              <a:gd name="csY5" fmla="*/ 14189 h 1730105"/>
              <a:gd name="csX6" fmla="*/ 1635524 w 2217619"/>
              <a:gd name="csY6" fmla="*/ 619347 h 1730105"/>
              <a:gd name="csX7" fmla="*/ 1954611 w 2217619"/>
              <a:gd name="csY7" fmla="*/ 953674 h 1730105"/>
              <a:gd name="csX0" fmla="*/ 1955732 w 2218740"/>
              <a:gd name="csY0" fmla="*/ 970158 h 1746589"/>
              <a:gd name="csX1" fmla="*/ 2218622 w 2218740"/>
              <a:gd name="csY1" fmla="*/ 1332108 h 1746589"/>
              <a:gd name="csX2" fmla="*/ 1920490 w 2218740"/>
              <a:gd name="csY2" fmla="*/ 1655958 h 1746589"/>
              <a:gd name="csX3" fmla="*/ 1470910 w 2218740"/>
              <a:gd name="csY3" fmla="*/ 1708346 h 1746589"/>
              <a:gd name="csX4" fmla="*/ 1326130 w 2218740"/>
              <a:gd name="csY4" fmla="*/ 1256861 h 1746589"/>
              <a:gd name="csX5" fmla="*/ 2788 w 2218740"/>
              <a:gd name="csY5" fmla="*/ 30673 h 1746589"/>
              <a:gd name="csX6" fmla="*/ 819250 w 2218740"/>
              <a:gd name="csY6" fmla="*/ 396116 h 1746589"/>
              <a:gd name="csX7" fmla="*/ 1636645 w 2218740"/>
              <a:gd name="csY7" fmla="*/ 635831 h 1746589"/>
              <a:gd name="csX8" fmla="*/ 1955732 w 2218740"/>
              <a:gd name="csY8" fmla="*/ 970158 h 1746589"/>
              <a:gd name="csX0" fmla="*/ 1955732 w 2218740"/>
              <a:gd name="csY0" fmla="*/ 970158 h 1746589"/>
              <a:gd name="csX1" fmla="*/ 2218622 w 2218740"/>
              <a:gd name="csY1" fmla="*/ 1332108 h 1746589"/>
              <a:gd name="csX2" fmla="*/ 1920490 w 2218740"/>
              <a:gd name="csY2" fmla="*/ 1655958 h 1746589"/>
              <a:gd name="csX3" fmla="*/ 1470910 w 2218740"/>
              <a:gd name="csY3" fmla="*/ 1708346 h 1746589"/>
              <a:gd name="csX4" fmla="*/ 1326130 w 2218740"/>
              <a:gd name="csY4" fmla="*/ 1256861 h 1746589"/>
              <a:gd name="csX5" fmla="*/ 2788 w 2218740"/>
              <a:gd name="csY5" fmla="*/ 30673 h 1746589"/>
              <a:gd name="csX6" fmla="*/ 819250 w 2218740"/>
              <a:gd name="csY6" fmla="*/ 396116 h 1746589"/>
              <a:gd name="csX7" fmla="*/ 1636645 w 2218740"/>
              <a:gd name="csY7" fmla="*/ 635831 h 1746589"/>
              <a:gd name="csX8" fmla="*/ 1955732 w 2218740"/>
              <a:gd name="csY8" fmla="*/ 970158 h 1746589"/>
              <a:gd name="csX0" fmla="*/ 1956297 w 2219305"/>
              <a:gd name="csY0" fmla="*/ 975663 h 1752094"/>
              <a:gd name="csX1" fmla="*/ 2219187 w 2219305"/>
              <a:gd name="csY1" fmla="*/ 1337613 h 1752094"/>
              <a:gd name="csX2" fmla="*/ 1921055 w 2219305"/>
              <a:gd name="csY2" fmla="*/ 1661463 h 1752094"/>
              <a:gd name="csX3" fmla="*/ 1471475 w 2219305"/>
              <a:gd name="csY3" fmla="*/ 1713851 h 1752094"/>
              <a:gd name="csX4" fmla="*/ 1326695 w 2219305"/>
              <a:gd name="csY4" fmla="*/ 1262366 h 1752094"/>
              <a:gd name="csX5" fmla="*/ 3353 w 2219305"/>
              <a:gd name="csY5" fmla="*/ 36178 h 1752094"/>
              <a:gd name="csX6" fmla="*/ 819815 w 2219305"/>
              <a:gd name="csY6" fmla="*/ 401621 h 1752094"/>
              <a:gd name="csX7" fmla="*/ 1637210 w 2219305"/>
              <a:gd name="csY7" fmla="*/ 641336 h 1752094"/>
              <a:gd name="csX8" fmla="*/ 1956297 w 2219305"/>
              <a:gd name="csY8" fmla="*/ 975663 h 1752094"/>
              <a:gd name="csX0" fmla="*/ 1525771 w 1788779"/>
              <a:gd name="csY0" fmla="*/ 1078795 h 1855226"/>
              <a:gd name="csX1" fmla="*/ 1788661 w 1788779"/>
              <a:gd name="csY1" fmla="*/ 1440745 h 1855226"/>
              <a:gd name="csX2" fmla="*/ 1490529 w 1788779"/>
              <a:gd name="csY2" fmla="*/ 1764595 h 1855226"/>
              <a:gd name="csX3" fmla="*/ 1040949 w 1788779"/>
              <a:gd name="csY3" fmla="*/ 1816983 h 1855226"/>
              <a:gd name="csX4" fmla="*/ 896169 w 1788779"/>
              <a:gd name="csY4" fmla="*/ 1365498 h 1855226"/>
              <a:gd name="csX5" fmla="*/ 6489 w 1788779"/>
              <a:gd name="csY5" fmla="*/ 25914 h 1855226"/>
              <a:gd name="csX6" fmla="*/ 389289 w 1788779"/>
              <a:gd name="csY6" fmla="*/ 504753 h 1855226"/>
              <a:gd name="csX7" fmla="*/ 1206684 w 1788779"/>
              <a:gd name="csY7" fmla="*/ 744468 h 1855226"/>
              <a:gd name="csX8" fmla="*/ 1525771 w 1788779"/>
              <a:gd name="csY8" fmla="*/ 1078795 h 1855226"/>
              <a:gd name="csX0" fmla="*/ 1525771 w 1788779"/>
              <a:gd name="csY0" fmla="*/ 1078795 h 1855226"/>
              <a:gd name="csX1" fmla="*/ 1788661 w 1788779"/>
              <a:gd name="csY1" fmla="*/ 1440745 h 1855226"/>
              <a:gd name="csX2" fmla="*/ 1490529 w 1788779"/>
              <a:gd name="csY2" fmla="*/ 1764595 h 1855226"/>
              <a:gd name="csX3" fmla="*/ 1040949 w 1788779"/>
              <a:gd name="csY3" fmla="*/ 1816983 h 1855226"/>
              <a:gd name="csX4" fmla="*/ 896169 w 1788779"/>
              <a:gd name="csY4" fmla="*/ 1365498 h 1855226"/>
              <a:gd name="csX5" fmla="*/ 6489 w 1788779"/>
              <a:gd name="csY5" fmla="*/ 25914 h 1855226"/>
              <a:gd name="csX6" fmla="*/ 389289 w 1788779"/>
              <a:gd name="csY6" fmla="*/ 504753 h 1855226"/>
              <a:gd name="csX7" fmla="*/ 1206684 w 1788779"/>
              <a:gd name="csY7" fmla="*/ 744468 h 1855226"/>
              <a:gd name="csX8" fmla="*/ 1525771 w 1788779"/>
              <a:gd name="csY8" fmla="*/ 1078795 h 1855226"/>
              <a:gd name="csX0" fmla="*/ 1681014 w 1944022"/>
              <a:gd name="csY0" fmla="*/ 1076515 h 1852946"/>
              <a:gd name="csX1" fmla="*/ 1943904 w 1944022"/>
              <a:gd name="csY1" fmla="*/ 1438465 h 1852946"/>
              <a:gd name="csX2" fmla="*/ 1645772 w 1944022"/>
              <a:gd name="csY2" fmla="*/ 1762315 h 1852946"/>
              <a:gd name="csX3" fmla="*/ 1196192 w 1944022"/>
              <a:gd name="csY3" fmla="*/ 1814703 h 1852946"/>
              <a:gd name="csX4" fmla="*/ 1051412 w 1944022"/>
              <a:gd name="csY4" fmla="*/ 1363218 h 1852946"/>
              <a:gd name="csX5" fmla="*/ 161732 w 1944022"/>
              <a:gd name="csY5" fmla="*/ 23634 h 1852946"/>
              <a:gd name="csX6" fmla="*/ 544532 w 1944022"/>
              <a:gd name="csY6" fmla="*/ 502473 h 1852946"/>
              <a:gd name="csX7" fmla="*/ 1361927 w 1944022"/>
              <a:gd name="csY7" fmla="*/ 742188 h 1852946"/>
              <a:gd name="csX8" fmla="*/ 1681014 w 1944022"/>
              <a:gd name="csY8" fmla="*/ 1076515 h 1852946"/>
              <a:gd name="csX0" fmla="*/ 4763267 w 5026275"/>
              <a:gd name="csY0" fmla="*/ 1053765 h 1830196"/>
              <a:gd name="csX1" fmla="*/ 5026157 w 5026275"/>
              <a:gd name="csY1" fmla="*/ 1415715 h 1830196"/>
              <a:gd name="csX2" fmla="*/ 4728025 w 5026275"/>
              <a:gd name="csY2" fmla="*/ 1739565 h 1830196"/>
              <a:gd name="csX3" fmla="*/ 4278445 w 5026275"/>
              <a:gd name="csY3" fmla="*/ 1791953 h 1830196"/>
              <a:gd name="csX4" fmla="*/ 4133665 w 5026275"/>
              <a:gd name="csY4" fmla="*/ 1340468 h 1830196"/>
              <a:gd name="csX5" fmla="*/ 5711 w 5026275"/>
              <a:gd name="csY5" fmla="*/ 609319 h 1830196"/>
              <a:gd name="csX6" fmla="*/ 3243985 w 5026275"/>
              <a:gd name="csY6" fmla="*/ 884 h 1830196"/>
              <a:gd name="csX7" fmla="*/ 3626785 w 5026275"/>
              <a:gd name="csY7" fmla="*/ 479723 h 1830196"/>
              <a:gd name="csX8" fmla="*/ 4444180 w 5026275"/>
              <a:gd name="csY8" fmla="*/ 719438 h 1830196"/>
              <a:gd name="csX9" fmla="*/ 4763267 w 5026275"/>
              <a:gd name="csY9" fmla="*/ 1053765 h 1830196"/>
              <a:gd name="csX0" fmla="*/ 4764215 w 5027223"/>
              <a:gd name="csY0" fmla="*/ 1037597 h 1814028"/>
              <a:gd name="csX1" fmla="*/ 5027105 w 5027223"/>
              <a:gd name="csY1" fmla="*/ 1399547 h 1814028"/>
              <a:gd name="csX2" fmla="*/ 4728973 w 5027223"/>
              <a:gd name="csY2" fmla="*/ 1723397 h 1814028"/>
              <a:gd name="csX3" fmla="*/ 4279393 w 5027223"/>
              <a:gd name="csY3" fmla="*/ 1775785 h 1814028"/>
              <a:gd name="csX4" fmla="*/ 4134613 w 5027223"/>
              <a:gd name="csY4" fmla="*/ 1324300 h 1814028"/>
              <a:gd name="csX5" fmla="*/ 6659 w 5027223"/>
              <a:gd name="csY5" fmla="*/ 593151 h 1814028"/>
              <a:gd name="csX6" fmla="*/ 2832954 w 5027223"/>
              <a:gd name="csY6" fmla="*/ 915 h 1814028"/>
              <a:gd name="csX7" fmla="*/ 3627733 w 5027223"/>
              <a:gd name="csY7" fmla="*/ 463555 h 1814028"/>
              <a:gd name="csX8" fmla="*/ 4445128 w 5027223"/>
              <a:gd name="csY8" fmla="*/ 703270 h 1814028"/>
              <a:gd name="csX9" fmla="*/ 4764215 w 5027223"/>
              <a:gd name="csY9" fmla="*/ 1037597 h 1814028"/>
              <a:gd name="csX0" fmla="*/ 4764046 w 5027054"/>
              <a:gd name="csY0" fmla="*/ 1045680 h 1822111"/>
              <a:gd name="csX1" fmla="*/ 5026936 w 5027054"/>
              <a:gd name="csY1" fmla="*/ 1407630 h 1822111"/>
              <a:gd name="csX2" fmla="*/ 4728804 w 5027054"/>
              <a:gd name="csY2" fmla="*/ 1731480 h 1822111"/>
              <a:gd name="csX3" fmla="*/ 4279224 w 5027054"/>
              <a:gd name="csY3" fmla="*/ 1783868 h 1822111"/>
              <a:gd name="csX4" fmla="*/ 4134444 w 5027054"/>
              <a:gd name="csY4" fmla="*/ 1332383 h 1822111"/>
              <a:gd name="csX5" fmla="*/ 6490 w 5027054"/>
              <a:gd name="csY5" fmla="*/ 601234 h 1822111"/>
              <a:gd name="csX6" fmla="*/ 2897834 w 5027054"/>
              <a:gd name="csY6" fmla="*/ 898 h 1822111"/>
              <a:gd name="csX7" fmla="*/ 3627564 w 5027054"/>
              <a:gd name="csY7" fmla="*/ 471638 h 1822111"/>
              <a:gd name="csX8" fmla="*/ 4444959 w 5027054"/>
              <a:gd name="csY8" fmla="*/ 711353 h 1822111"/>
              <a:gd name="csX9" fmla="*/ 4764046 w 5027054"/>
              <a:gd name="csY9" fmla="*/ 1045680 h 1822111"/>
              <a:gd name="csX0" fmla="*/ 5023732 w 5286740"/>
              <a:gd name="csY0" fmla="*/ 1044819 h 1821250"/>
              <a:gd name="csX1" fmla="*/ 5286622 w 5286740"/>
              <a:gd name="csY1" fmla="*/ 1406769 h 1821250"/>
              <a:gd name="csX2" fmla="*/ 4988490 w 5286740"/>
              <a:gd name="csY2" fmla="*/ 1730619 h 1821250"/>
              <a:gd name="csX3" fmla="*/ 4538910 w 5286740"/>
              <a:gd name="csY3" fmla="*/ 1783007 h 1821250"/>
              <a:gd name="csX4" fmla="*/ 4394130 w 5286740"/>
              <a:gd name="csY4" fmla="*/ 1331522 h 1821250"/>
              <a:gd name="csX5" fmla="*/ 5979 w 5286740"/>
              <a:gd name="csY5" fmla="*/ 450528 h 1821250"/>
              <a:gd name="csX6" fmla="*/ 3157520 w 5286740"/>
              <a:gd name="csY6" fmla="*/ 37 h 1821250"/>
              <a:gd name="csX7" fmla="*/ 3887250 w 5286740"/>
              <a:gd name="csY7" fmla="*/ 470777 h 1821250"/>
              <a:gd name="csX8" fmla="*/ 4704645 w 5286740"/>
              <a:gd name="csY8" fmla="*/ 710492 h 1821250"/>
              <a:gd name="csX9" fmla="*/ 5023732 w 5286740"/>
              <a:gd name="csY9" fmla="*/ 1044819 h 1821250"/>
              <a:gd name="csX0" fmla="*/ 5023732 w 5286740"/>
              <a:gd name="csY0" fmla="*/ 1044819 h 1821250"/>
              <a:gd name="csX1" fmla="*/ 5286622 w 5286740"/>
              <a:gd name="csY1" fmla="*/ 1406769 h 1821250"/>
              <a:gd name="csX2" fmla="*/ 4988490 w 5286740"/>
              <a:gd name="csY2" fmla="*/ 1730619 h 1821250"/>
              <a:gd name="csX3" fmla="*/ 4538910 w 5286740"/>
              <a:gd name="csY3" fmla="*/ 1783007 h 1821250"/>
              <a:gd name="csX4" fmla="*/ 4394130 w 5286740"/>
              <a:gd name="csY4" fmla="*/ 1331522 h 1821250"/>
              <a:gd name="csX5" fmla="*/ 5979 w 5286740"/>
              <a:gd name="csY5" fmla="*/ 450528 h 1821250"/>
              <a:gd name="csX6" fmla="*/ 3157520 w 5286740"/>
              <a:gd name="csY6" fmla="*/ 37 h 1821250"/>
              <a:gd name="csX7" fmla="*/ 3887250 w 5286740"/>
              <a:gd name="csY7" fmla="*/ 470777 h 1821250"/>
              <a:gd name="csX8" fmla="*/ 4704645 w 5286740"/>
              <a:gd name="csY8" fmla="*/ 710492 h 1821250"/>
              <a:gd name="csX9" fmla="*/ 5023732 w 5286740"/>
              <a:gd name="csY9" fmla="*/ 1044819 h 1821250"/>
              <a:gd name="csX0" fmla="*/ 5023732 w 5286740"/>
              <a:gd name="csY0" fmla="*/ 1044819 h 1821250"/>
              <a:gd name="csX1" fmla="*/ 5286622 w 5286740"/>
              <a:gd name="csY1" fmla="*/ 1406769 h 1821250"/>
              <a:gd name="csX2" fmla="*/ 4988490 w 5286740"/>
              <a:gd name="csY2" fmla="*/ 1730619 h 1821250"/>
              <a:gd name="csX3" fmla="*/ 4538910 w 5286740"/>
              <a:gd name="csY3" fmla="*/ 1783007 h 1821250"/>
              <a:gd name="csX4" fmla="*/ 4394130 w 5286740"/>
              <a:gd name="csY4" fmla="*/ 1331522 h 1821250"/>
              <a:gd name="csX5" fmla="*/ 5979 w 5286740"/>
              <a:gd name="csY5" fmla="*/ 450528 h 1821250"/>
              <a:gd name="csX6" fmla="*/ 3157520 w 5286740"/>
              <a:gd name="csY6" fmla="*/ 37 h 1821250"/>
              <a:gd name="csX7" fmla="*/ 3887250 w 5286740"/>
              <a:gd name="csY7" fmla="*/ 470777 h 1821250"/>
              <a:gd name="csX8" fmla="*/ 4704645 w 5286740"/>
              <a:gd name="csY8" fmla="*/ 710492 h 1821250"/>
              <a:gd name="csX9" fmla="*/ 5023732 w 5286740"/>
              <a:gd name="csY9" fmla="*/ 1044819 h 1821250"/>
              <a:gd name="csX0" fmla="*/ 5019151 w 5282159"/>
              <a:gd name="csY0" fmla="*/ 1044819 h 1821250"/>
              <a:gd name="csX1" fmla="*/ 5282041 w 5282159"/>
              <a:gd name="csY1" fmla="*/ 1406769 h 1821250"/>
              <a:gd name="csX2" fmla="*/ 4983909 w 5282159"/>
              <a:gd name="csY2" fmla="*/ 1730619 h 1821250"/>
              <a:gd name="csX3" fmla="*/ 4534329 w 5282159"/>
              <a:gd name="csY3" fmla="*/ 1783007 h 1821250"/>
              <a:gd name="csX4" fmla="*/ 4389549 w 5282159"/>
              <a:gd name="csY4" fmla="*/ 1331522 h 1821250"/>
              <a:gd name="csX5" fmla="*/ 1398 w 5282159"/>
              <a:gd name="csY5" fmla="*/ 450528 h 1821250"/>
              <a:gd name="csX6" fmla="*/ 3152939 w 5282159"/>
              <a:gd name="csY6" fmla="*/ 37 h 1821250"/>
              <a:gd name="csX7" fmla="*/ 3882669 w 5282159"/>
              <a:gd name="csY7" fmla="*/ 470777 h 1821250"/>
              <a:gd name="csX8" fmla="*/ 4700064 w 5282159"/>
              <a:gd name="csY8" fmla="*/ 710492 h 1821250"/>
              <a:gd name="csX9" fmla="*/ 5019151 w 5282159"/>
              <a:gd name="csY9" fmla="*/ 1044819 h 1821250"/>
              <a:gd name="csX0" fmla="*/ 5235949 w 5498957"/>
              <a:gd name="csY0" fmla="*/ 1044828 h 1794706"/>
              <a:gd name="csX1" fmla="*/ 5498839 w 5498957"/>
              <a:gd name="csY1" fmla="*/ 1406778 h 1794706"/>
              <a:gd name="csX2" fmla="*/ 5200707 w 5498957"/>
              <a:gd name="csY2" fmla="*/ 1730628 h 1794706"/>
              <a:gd name="csX3" fmla="*/ 4751127 w 5498957"/>
              <a:gd name="csY3" fmla="*/ 1783016 h 1794706"/>
              <a:gd name="csX4" fmla="*/ 378149 w 5498957"/>
              <a:gd name="csY4" fmla="*/ 1647420 h 1794706"/>
              <a:gd name="csX5" fmla="*/ 218196 w 5498957"/>
              <a:gd name="csY5" fmla="*/ 450537 h 1794706"/>
              <a:gd name="csX6" fmla="*/ 3369737 w 5498957"/>
              <a:gd name="csY6" fmla="*/ 46 h 1794706"/>
              <a:gd name="csX7" fmla="*/ 4099467 w 5498957"/>
              <a:gd name="csY7" fmla="*/ 470786 h 1794706"/>
              <a:gd name="csX8" fmla="*/ 4916862 w 5498957"/>
              <a:gd name="csY8" fmla="*/ 710501 h 1794706"/>
              <a:gd name="csX9" fmla="*/ 5235949 w 5498957"/>
              <a:gd name="csY9" fmla="*/ 1044828 h 1794706"/>
              <a:gd name="csX0" fmla="*/ 5235949 w 5498957"/>
              <a:gd name="csY0" fmla="*/ 1044828 h 1794706"/>
              <a:gd name="csX1" fmla="*/ 5498839 w 5498957"/>
              <a:gd name="csY1" fmla="*/ 1406778 h 1794706"/>
              <a:gd name="csX2" fmla="*/ 5200707 w 5498957"/>
              <a:gd name="csY2" fmla="*/ 1730628 h 1794706"/>
              <a:gd name="csX3" fmla="*/ 4751127 w 5498957"/>
              <a:gd name="csY3" fmla="*/ 1783016 h 1794706"/>
              <a:gd name="csX4" fmla="*/ 378149 w 5498957"/>
              <a:gd name="csY4" fmla="*/ 1647420 h 1794706"/>
              <a:gd name="csX5" fmla="*/ 218196 w 5498957"/>
              <a:gd name="csY5" fmla="*/ 450537 h 1794706"/>
              <a:gd name="csX6" fmla="*/ 3369737 w 5498957"/>
              <a:gd name="csY6" fmla="*/ 46 h 1794706"/>
              <a:gd name="csX7" fmla="*/ 4099467 w 5498957"/>
              <a:gd name="csY7" fmla="*/ 470786 h 1794706"/>
              <a:gd name="csX8" fmla="*/ 4916862 w 5498957"/>
              <a:gd name="csY8" fmla="*/ 710501 h 1794706"/>
              <a:gd name="csX9" fmla="*/ 5235949 w 5498957"/>
              <a:gd name="csY9" fmla="*/ 1044828 h 1794706"/>
              <a:gd name="csX0" fmla="*/ 5200285 w 5463293"/>
              <a:gd name="csY0" fmla="*/ 1044828 h 1799770"/>
              <a:gd name="csX1" fmla="*/ 5463175 w 5463293"/>
              <a:gd name="csY1" fmla="*/ 1406778 h 1799770"/>
              <a:gd name="csX2" fmla="*/ 5165043 w 5463293"/>
              <a:gd name="csY2" fmla="*/ 1730628 h 1799770"/>
              <a:gd name="csX3" fmla="*/ 4715463 w 5463293"/>
              <a:gd name="csY3" fmla="*/ 1783016 h 1799770"/>
              <a:gd name="csX4" fmla="*/ 342485 w 5463293"/>
              <a:gd name="csY4" fmla="*/ 1647420 h 1799770"/>
              <a:gd name="csX5" fmla="*/ 182532 w 5463293"/>
              <a:gd name="csY5" fmla="*/ 450537 h 1799770"/>
              <a:gd name="csX6" fmla="*/ 3334073 w 5463293"/>
              <a:gd name="csY6" fmla="*/ 46 h 1799770"/>
              <a:gd name="csX7" fmla="*/ 4063803 w 5463293"/>
              <a:gd name="csY7" fmla="*/ 470786 h 1799770"/>
              <a:gd name="csX8" fmla="*/ 4881198 w 5463293"/>
              <a:gd name="csY8" fmla="*/ 710501 h 1799770"/>
              <a:gd name="csX9" fmla="*/ 5200285 w 5463293"/>
              <a:gd name="csY9" fmla="*/ 1044828 h 1799770"/>
              <a:gd name="csX0" fmla="*/ 5200285 w 5463293"/>
              <a:gd name="csY0" fmla="*/ 1044828 h 1799770"/>
              <a:gd name="csX1" fmla="*/ 5463175 w 5463293"/>
              <a:gd name="csY1" fmla="*/ 1406778 h 1799770"/>
              <a:gd name="csX2" fmla="*/ 5165043 w 5463293"/>
              <a:gd name="csY2" fmla="*/ 1730628 h 1799770"/>
              <a:gd name="csX3" fmla="*/ 4715463 w 5463293"/>
              <a:gd name="csY3" fmla="*/ 1783016 h 1799770"/>
              <a:gd name="csX4" fmla="*/ 342485 w 5463293"/>
              <a:gd name="csY4" fmla="*/ 1647420 h 1799770"/>
              <a:gd name="csX5" fmla="*/ 182532 w 5463293"/>
              <a:gd name="csY5" fmla="*/ 450537 h 1799770"/>
              <a:gd name="csX6" fmla="*/ 3334073 w 5463293"/>
              <a:gd name="csY6" fmla="*/ 46 h 1799770"/>
              <a:gd name="csX7" fmla="*/ 4063803 w 5463293"/>
              <a:gd name="csY7" fmla="*/ 470786 h 1799770"/>
              <a:gd name="csX8" fmla="*/ 4881198 w 5463293"/>
              <a:gd name="csY8" fmla="*/ 710501 h 1799770"/>
              <a:gd name="csX9" fmla="*/ 5200285 w 5463293"/>
              <a:gd name="csY9" fmla="*/ 1044828 h 1799770"/>
              <a:gd name="csX0" fmla="*/ 5200285 w 5463293"/>
              <a:gd name="csY0" fmla="*/ 1044828 h 1799770"/>
              <a:gd name="csX1" fmla="*/ 5463175 w 5463293"/>
              <a:gd name="csY1" fmla="*/ 1406778 h 1799770"/>
              <a:gd name="csX2" fmla="*/ 5165043 w 5463293"/>
              <a:gd name="csY2" fmla="*/ 1730628 h 1799770"/>
              <a:gd name="csX3" fmla="*/ 4715463 w 5463293"/>
              <a:gd name="csY3" fmla="*/ 1783016 h 1799770"/>
              <a:gd name="csX4" fmla="*/ 342485 w 5463293"/>
              <a:gd name="csY4" fmla="*/ 1647420 h 1799770"/>
              <a:gd name="csX5" fmla="*/ 182532 w 5463293"/>
              <a:gd name="csY5" fmla="*/ 450537 h 1799770"/>
              <a:gd name="csX6" fmla="*/ 3334073 w 5463293"/>
              <a:gd name="csY6" fmla="*/ 46 h 1799770"/>
              <a:gd name="csX7" fmla="*/ 4063803 w 5463293"/>
              <a:gd name="csY7" fmla="*/ 470786 h 1799770"/>
              <a:gd name="csX8" fmla="*/ 4881198 w 5463293"/>
              <a:gd name="csY8" fmla="*/ 710501 h 1799770"/>
              <a:gd name="csX9" fmla="*/ 5200285 w 5463293"/>
              <a:gd name="csY9" fmla="*/ 1044828 h 1799770"/>
              <a:gd name="csX0" fmla="*/ 5320168 w 5593529"/>
              <a:gd name="csY0" fmla="*/ 1044828 h 1857809"/>
              <a:gd name="csX1" fmla="*/ 5583058 w 5593529"/>
              <a:gd name="csY1" fmla="*/ 1406778 h 1857809"/>
              <a:gd name="csX2" fmla="*/ 5284926 w 5593529"/>
              <a:gd name="csY2" fmla="*/ 1730628 h 1857809"/>
              <a:gd name="csX3" fmla="*/ 3274165 w 5593529"/>
              <a:gd name="csY3" fmla="*/ 1855914 h 1857809"/>
              <a:gd name="csX4" fmla="*/ 462368 w 5593529"/>
              <a:gd name="csY4" fmla="*/ 1647420 h 1857809"/>
              <a:gd name="csX5" fmla="*/ 302415 w 5593529"/>
              <a:gd name="csY5" fmla="*/ 450537 h 1857809"/>
              <a:gd name="csX6" fmla="*/ 3453956 w 5593529"/>
              <a:gd name="csY6" fmla="*/ 46 h 1857809"/>
              <a:gd name="csX7" fmla="*/ 4183686 w 5593529"/>
              <a:gd name="csY7" fmla="*/ 470786 h 1857809"/>
              <a:gd name="csX8" fmla="*/ 5001081 w 5593529"/>
              <a:gd name="csY8" fmla="*/ 710501 h 1857809"/>
              <a:gd name="csX9" fmla="*/ 5320168 w 5593529"/>
              <a:gd name="csY9" fmla="*/ 1044828 h 1857809"/>
              <a:gd name="csX0" fmla="*/ 5303906 w 5590401"/>
              <a:gd name="csY0" fmla="*/ 1044828 h 1986298"/>
              <a:gd name="csX1" fmla="*/ 5566796 w 5590401"/>
              <a:gd name="csY1" fmla="*/ 1406778 h 1986298"/>
              <a:gd name="csX2" fmla="*/ 5268664 w 5590401"/>
              <a:gd name="csY2" fmla="*/ 1730628 h 1986298"/>
              <a:gd name="csX3" fmla="*/ 2932657 w 5590401"/>
              <a:gd name="csY3" fmla="*/ 1985510 h 1986298"/>
              <a:gd name="csX4" fmla="*/ 446106 w 5590401"/>
              <a:gd name="csY4" fmla="*/ 1647420 h 1986298"/>
              <a:gd name="csX5" fmla="*/ 286153 w 5590401"/>
              <a:gd name="csY5" fmla="*/ 450537 h 1986298"/>
              <a:gd name="csX6" fmla="*/ 3437694 w 5590401"/>
              <a:gd name="csY6" fmla="*/ 46 h 1986298"/>
              <a:gd name="csX7" fmla="*/ 4167424 w 5590401"/>
              <a:gd name="csY7" fmla="*/ 470786 h 1986298"/>
              <a:gd name="csX8" fmla="*/ 4984819 w 5590401"/>
              <a:gd name="csY8" fmla="*/ 710501 h 1986298"/>
              <a:gd name="csX9" fmla="*/ 5303906 w 5590401"/>
              <a:gd name="csY9" fmla="*/ 1044828 h 1986298"/>
              <a:gd name="csX0" fmla="*/ 5303906 w 5566904"/>
              <a:gd name="csY0" fmla="*/ 1044828 h 1992814"/>
              <a:gd name="csX1" fmla="*/ 5566796 w 5566904"/>
              <a:gd name="csY1" fmla="*/ 1406778 h 1992814"/>
              <a:gd name="csX2" fmla="*/ 5268664 w 5566904"/>
              <a:gd name="csY2" fmla="*/ 1730628 h 1992814"/>
              <a:gd name="csX3" fmla="*/ 4666136 w 5566904"/>
              <a:gd name="csY3" fmla="*/ 1867989 h 1992814"/>
              <a:gd name="csX4" fmla="*/ 2932657 w 5566904"/>
              <a:gd name="csY4" fmla="*/ 1985510 h 1992814"/>
              <a:gd name="csX5" fmla="*/ 446106 w 5566904"/>
              <a:gd name="csY5" fmla="*/ 1647420 h 1992814"/>
              <a:gd name="csX6" fmla="*/ 286153 w 5566904"/>
              <a:gd name="csY6" fmla="*/ 450537 h 1992814"/>
              <a:gd name="csX7" fmla="*/ 3437694 w 5566904"/>
              <a:gd name="csY7" fmla="*/ 46 h 1992814"/>
              <a:gd name="csX8" fmla="*/ 4167424 w 5566904"/>
              <a:gd name="csY8" fmla="*/ 470786 h 1992814"/>
              <a:gd name="csX9" fmla="*/ 4984819 w 5566904"/>
              <a:gd name="csY9" fmla="*/ 710501 h 1992814"/>
              <a:gd name="csX10" fmla="*/ 5303906 w 5566904"/>
              <a:gd name="csY10" fmla="*/ 1044828 h 1992814"/>
              <a:gd name="csX0" fmla="*/ 5303906 w 5566904"/>
              <a:gd name="csY0" fmla="*/ 1044828 h 1992814"/>
              <a:gd name="csX1" fmla="*/ 5566796 w 5566904"/>
              <a:gd name="csY1" fmla="*/ 1406778 h 1992814"/>
              <a:gd name="csX2" fmla="*/ 5268664 w 5566904"/>
              <a:gd name="csY2" fmla="*/ 1730628 h 1992814"/>
              <a:gd name="csX3" fmla="*/ 4666136 w 5566904"/>
              <a:gd name="csY3" fmla="*/ 1867989 h 1992814"/>
              <a:gd name="csX4" fmla="*/ 2932657 w 5566904"/>
              <a:gd name="csY4" fmla="*/ 1985510 h 1992814"/>
              <a:gd name="csX5" fmla="*/ 446106 w 5566904"/>
              <a:gd name="csY5" fmla="*/ 1647420 h 1992814"/>
              <a:gd name="csX6" fmla="*/ 286153 w 5566904"/>
              <a:gd name="csY6" fmla="*/ 450537 h 1992814"/>
              <a:gd name="csX7" fmla="*/ 3437694 w 5566904"/>
              <a:gd name="csY7" fmla="*/ 46 h 1992814"/>
              <a:gd name="csX8" fmla="*/ 4167424 w 5566904"/>
              <a:gd name="csY8" fmla="*/ 470786 h 1992814"/>
              <a:gd name="csX9" fmla="*/ 4984819 w 5566904"/>
              <a:gd name="csY9" fmla="*/ 710501 h 1992814"/>
              <a:gd name="csX10" fmla="*/ 5303906 w 5566904"/>
              <a:gd name="csY10" fmla="*/ 1044828 h 1992814"/>
              <a:gd name="csX0" fmla="*/ 5303906 w 5566886"/>
              <a:gd name="csY0" fmla="*/ 1044828 h 1995191"/>
              <a:gd name="csX1" fmla="*/ 5566796 w 5566886"/>
              <a:gd name="csY1" fmla="*/ 1406778 h 1995191"/>
              <a:gd name="csX2" fmla="*/ 5268664 w 5566886"/>
              <a:gd name="csY2" fmla="*/ 1730628 h 1995191"/>
              <a:gd name="csX3" fmla="*/ 4861285 w 5566886"/>
              <a:gd name="csY3" fmla="*/ 1888239 h 1995191"/>
              <a:gd name="csX4" fmla="*/ 2932657 w 5566886"/>
              <a:gd name="csY4" fmla="*/ 1985510 h 1995191"/>
              <a:gd name="csX5" fmla="*/ 446106 w 5566886"/>
              <a:gd name="csY5" fmla="*/ 1647420 h 1995191"/>
              <a:gd name="csX6" fmla="*/ 286153 w 5566886"/>
              <a:gd name="csY6" fmla="*/ 450537 h 1995191"/>
              <a:gd name="csX7" fmla="*/ 3437694 w 5566886"/>
              <a:gd name="csY7" fmla="*/ 46 h 1995191"/>
              <a:gd name="csX8" fmla="*/ 4167424 w 5566886"/>
              <a:gd name="csY8" fmla="*/ 470786 h 1995191"/>
              <a:gd name="csX9" fmla="*/ 4984819 w 5566886"/>
              <a:gd name="csY9" fmla="*/ 710501 h 1995191"/>
              <a:gd name="csX10" fmla="*/ 5303906 w 5566886"/>
              <a:gd name="csY10" fmla="*/ 1044828 h 1995191"/>
              <a:gd name="csX0" fmla="*/ 5268865 w 5531845"/>
              <a:gd name="csY0" fmla="*/ 1044831 h 1991805"/>
              <a:gd name="csX1" fmla="*/ 5531755 w 5531845"/>
              <a:gd name="csY1" fmla="*/ 1406781 h 1991805"/>
              <a:gd name="csX2" fmla="*/ 5233623 w 5531845"/>
              <a:gd name="csY2" fmla="*/ 1730631 h 1991805"/>
              <a:gd name="csX3" fmla="*/ 4826244 w 5531845"/>
              <a:gd name="csY3" fmla="*/ 1888242 h 1991805"/>
              <a:gd name="csX4" fmla="*/ 2897616 w 5531845"/>
              <a:gd name="csY4" fmla="*/ 1985513 h 1991805"/>
              <a:gd name="csX5" fmla="*/ 497799 w 5531845"/>
              <a:gd name="csY5" fmla="*/ 1708171 h 1991805"/>
              <a:gd name="csX6" fmla="*/ 251112 w 5531845"/>
              <a:gd name="csY6" fmla="*/ 450540 h 1991805"/>
              <a:gd name="csX7" fmla="*/ 3402653 w 5531845"/>
              <a:gd name="csY7" fmla="*/ 49 h 1991805"/>
              <a:gd name="csX8" fmla="*/ 4132383 w 5531845"/>
              <a:gd name="csY8" fmla="*/ 470789 h 1991805"/>
              <a:gd name="csX9" fmla="*/ 4949778 w 5531845"/>
              <a:gd name="csY9" fmla="*/ 710504 h 1991805"/>
              <a:gd name="csX10" fmla="*/ 5268865 w 5531845"/>
              <a:gd name="csY10" fmla="*/ 1044831 h 1991805"/>
              <a:gd name="csX0" fmla="*/ 5187606 w 5450586"/>
              <a:gd name="csY0" fmla="*/ 1044831 h 1991805"/>
              <a:gd name="csX1" fmla="*/ 5450496 w 5450586"/>
              <a:gd name="csY1" fmla="*/ 1406781 h 1991805"/>
              <a:gd name="csX2" fmla="*/ 5152364 w 5450586"/>
              <a:gd name="csY2" fmla="*/ 1730631 h 1991805"/>
              <a:gd name="csX3" fmla="*/ 4744985 w 5450586"/>
              <a:gd name="csY3" fmla="*/ 1888242 h 1991805"/>
              <a:gd name="csX4" fmla="*/ 2816357 w 5450586"/>
              <a:gd name="csY4" fmla="*/ 1985513 h 1991805"/>
              <a:gd name="csX5" fmla="*/ 416540 w 5450586"/>
              <a:gd name="csY5" fmla="*/ 1708171 h 1991805"/>
              <a:gd name="csX6" fmla="*/ 169853 w 5450586"/>
              <a:gd name="csY6" fmla="*/ 450540 h 1991805"/>
              <a:gd name="csX7" fmla="*/ 3321394 w 5450586"/>
              <a:gd name="csY7" fmla="*/ 49 h 1991805"/>
              <a:gd name="csX8" fmla="*/ 4051124 w 5450586"/>
              <a:gd name="csY8" fmla="*/ 470789 h 1991805"/>
              <a:gd name="csX9" fmla="*/ 4868519 w 5450586"/>
              <a:gd name="csY9" fmla="*/ 710504 h 1991805"/>
              <a:gd name="csX10" fmla="*/ 5187606 w 5450586"/>
              <a:gd name="csY10" fmla="*/ 1044831 h 1991805"/>
              <a:gd name="csX0" fmla="*/ 5262529 w 5525509"/>
              <a:gd name="csY0" fmla="*/ 1044831 h 1992020"/>
              <a:gd name="csX1" fmla="*/ 5525419 w 5525509"/>
              <a:gd name="csY1" fmla="*/ 1406781 h 1992020"/>
              <a:gd name="csX2" fmla="*/ 5227287 w 5525509"/>
              <a:gd name="csY2" fmla="*/ 1730631 h 1992020"/>
              <a:gd name="csX3" fmla="*/ 4819908 w 5525509"/>
              <a:gd name="csY3" fmla="*/ 1888242 h 1992020"/>
              <a:gd name="csX4" fmla="*/ 2891280 w 5525509"/>
              <a:gd name="csY4" fmla="*/ 1985513 h 1992020"/>
              <a:gd name="csX5" fmla="*/ 231267 w 5525509"/>
              <a:gd name="csY5" fmla="*/ 1704121 h 1992020"/>
              <a:gd name="csX6" fmla="*/ 244776 w 5525509"/>
              <a:gd name="csY6" fmla="*/ 450540 h 1992020"/>
              <a:gd name="csX7" fmla="*/ 3396317 w 5525509"/>
              <a:gd name="csY7" fmla="*/ 49 h 1992020"/>
              <a:gd name="csX8" fmla="*/ 4126047 w 5525509"/>
              <a:gd name="csY8" fmla="*/ 470789 h 1992020"/>
              <a:gd name="csX9" fmla="*/ 4943442 w 5525509"/>
              <a:gd name="csY9" fmla="*/ 710504 h 1992020"/>
              <a:gd name="csX10" fmla="*/ 5262529 w 5525509"/>
              <a:gd name="csY10" fmla="*/ 1044831 h 19920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525509" h="1992020">
                <a:moveTo>
                  <a:pt x="5262529" y="1044831"/>
                </a:moveTo>
                <a:cubicBezTo>
                  <a:pt x="5373972" y="1178181"/>
                  <a:pt x="5521609" y="1289624"/>
                  <a:pt x="5525419" y="1406781"/>
                </a:cubicBezTo>
                <a:cubicBezTo>
                  <a:pt x="5530182" y="1523939"/>
                  <a:pt x="5344872" y="1650388"/>
                  <a:pt x="5227287" y="1730631"/>
                </a:cubicBezTo>
                <a:cubicBezTo>
                  <a:pt x="5109702" y="1810874"/>
                  <a:pt x="5209242" y="1845762"/>
                  <a:pt x="4819908" y="1888242"/>
                </a:cubicBezTo>
                <a:cubicBezTo>
                  <a:pt x="4430574" y="1930722"/>
                  <a:pt x="3656053" y="2016200"/>
                  <a:pt x="2891280" y="1985513"/>
                </a:cubicBezTo>
                <a:cubicBezTo>
                  <a:pt x="2126507" y="1954826"/>
                  <a:pt x="260372" y="1951850"/>
                  <a:pt x="231267" y="1704121"/>
                </a:cubicBezTo>
                <a:cubicBezTo>
                  <a:pt x="202162" y="1456392"/>
                  <a:pt x="-282732" y="734552"/>
                  <a:pt x="244776" y="450540"/>
                </a:cubicBezTo>
                <a:cubicBezTo>
                  <a:pt x="772284" y="166528"/>
                  <a:pt x="2749439" y="-3326"/>
                  <a:pt x="3396317" y="49"/>
                </a:cubicBezTo>
                <a:cubicBezTo>
                  <a:pt x="4043196" y="3424"/>
                  <a:pt x="3868193" y="352380"/>
                  <a:pt x="4126047" y="470789"/>
                </a:cubicBezTo>
                <a:cubicBezTo>
                  <a:pt x="4383901" y="589198"/>
                  <a:pt x="4790167" y="613480"/>
                  <a:pt x="4943442" y="710504"/>
                </a:cubicBezTo>
                <a:cubicBezTo>
                  <a:pt x="5075839" y="756224"/>
                  <a:pt x="5151087" y="911481"/>
                  <a:pt x="5262529" y="1044831"/>
                </a:cubicBezTo>
                <a:close/>
              </a:path>
            </a:pathLst>
          </a:custGeom>
          <a:solidFill>
            <a:schemeClr val="accent4">
              <a:lumMod val="75000"/>
            </a:schemeClr>
          </a:solidFill>
          <a:ln w="9525" cap="flat">
            <a:noFill/>
            <a:prstDash val="solid"/>
            <a:miter/>
          </a:ln>
        </p:spPr>
        <p:txBody>
          <a:bodyPr/>
          <a:lstStyle/>
          <a:p>
            <a:endParaRPr lang="en-US">
              <a:noFill/>
            </a:endParaRPr>
          </a:p>
        </p:txBody>
      </p:sp>
      <p:sp>
        <p:nvSpPr>
          <p:cNvPr id="6" name="Graphic 127">
            <a:extLst>
              <a:ext uri="{FF2B5EF4-FFF2-40B4-BE49-F238E27FC236}">
                <a16:creationId xmlns:a16="http://schemas.microsoft.com/office/drawing/2014/main" id="{48F5C13B-326F-F891-BA2C-B925107B14B7}"/>
              </a:ext>
            </a:extLst>
          </p:cNvPr>
          <p:cNvSpPr/>
          <p:nvPr/>
        </p:nvSpPr>
        <p:spPr>
          <a:xfrm rot="15573681" flipH="1" flipV="1">
            <a:off x="-813652" y="-8194679"/>
            <a:ext cx="3829558" cy="15209314"/>
          </a:xfrm>
          <a:custGeom>
            <a:avLst/>
            <a:gdLst>
              <a:gd name="csX0" fmla="*/ 3086062 w 3829558"/>
              <a:gd name="csY0" fmla="*/ 3905196 h 15209314"/>
              <a:gd name="csX1" fmla="*/ 3809673 w 3829558"/>
              <a:gd name="csY1" fmla="*/ 9695864 h 15209314"/>
              <a:gd name="csX2" fmla="*/ 2440601 w 3829558"/>
              <a:gd name="csY2" fmla="*/ 13914361 h 15209314"/>
              <a:gd name="csX3" fmla="*/ 741562 w 3829558"/>
              <a:gd name="csY3" fmla="*/ 14802979 h 15209314"/>
              <a:gd name="csX4" fmla="*/ 290029 w 3829558"/>
              <a:gd name="csY4" fmla="*/ 9051372 h 15209314"/>
              <a:gd name="csX5" fmla="*/ 64262 w 3829558"/>
              <a:gd name="csY5" fmla="*/ 2928692 h 15209314"/>
              <a:gd name="csX6" fmla="*/ 1517273 w 3829558"/>
              <a:gd name="csY6" fmla="*/ 18711 h 15209314"/>
              <a:gd name="csX7" fmla="*/ 3086062 w 3829558"/>
              <a:gd name="csY7" fmla="*/ 3905196 h 152093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829558" h="15209314">
                <a:moveTo>
                  <a:pt x="3086062" y="3905196"/>
                </a:moveTo>
                <a:cubicBezTo>
                  <a:pt x="3540489" y="5838674"/>
                  <a:pt x="3922556" y="7938157"/>
                  <a:pt x="3809673" y="9695864"/>
                </a:cubicBezTo>
                <a:cubicBezTo>
                  <a:pt x="3699684" y="11443806"/>
                  <a:pt x="3094745" y="12849972"/>
                  <a:pt x="2440601" y="13914361"/>
                </a:cubicBezTo>
                <a:cubicBezTo>
                  <a:pt x="1786456" y="14978750"/>
                  <a:pt x="1083106" y="15701363"/>
                  <a:pt x="741562" y="14802979"/>
                </a:cubicBezTo>
                <a:cubicBezTo>
                  <a:pt x="400018" y="13894831"/>
                  <a:pt x="420279" y="11365686"/>
                  <a:pt x="290029" y="9051372"/>
                </a:cubicBezTo>
                <a:cubicBezTo>
                  <a:pt x="156884" y="6746823"/>
                  <a:pt x="-126771" y="4657104"/>
                  <a:pt x="64262" y="2928692"/>
                </a:cubicBezTo>
                <a:cubicBezTo>
                  <a:pt x="255295" y="1190516"/>
                  <a:pt x="923912" y="-176590"/>
                  <a:pt x="1517273" y="18711"/>
                </a:cubicBezTo>
                <a:cubicBezTo>
                  <a:pt x="2110634" y="214012"/>
                  <a:pt x="2634528" y="1971719"/>
                  <a:pt x="3086062" y="3905196"/>
                </a:cubicBezTo>
                <a:close/>
              </a:path>
            </a:pathLst>
          </a:custGeom>
          <a:solidFill>
            <a:schemeClr val="accent4">
              <a:lumMod val="60000"/>
              <a:lumOff val="40000"/>
            </a:schemeClr>
          </a:solidFill>
          <a:ln w="28908" cap="flat">
            <a:noFill/>
            <a:prstDash val="solid"/>
            <a:miter/>
          </a:ln>
        </p:spPr>
        <p:txBody>
          <a:bodyPr/>
          <a:lstStyle/>
          <a:p>
            <a:endParaRPr lang="en-US">
              <a:noFill/>
            </a:endParaRPr>
          </a:p>
        </p:txBody>
      </p:sp>
      <p:sp>
        <p:nvSpPr>
          <p:cNvPr id="7" name="Graphic 129">
            <a:extLst>
              <a:ext uri="{FF2B5EF4-FFF2-40B4-BE49-F238E27FC236}">
                <a16:creationId xmlns:a16="http://schemas.microsoft.com/office/drawing/2014/main" id="{F96BEC5B-BFE7-9DEB-97D4-1344CE02C27B}"/>
              </a:ext>
            </a:extLst>
          </p:cNvPr>
          <p:cNvSpPr/>
          <p:nvPr/>
        </p:nvSpPr>
        <p:spPr>
          <a:xfrm rot="4773681">
            <a:off x="154841" y="-5408230"/>
            <a:ext cx="1717428" cy="10587099"/>
          </a:xfrm>
          <a:custGeom>
            <a:avLst/>
            <a:gdLst>
              <a:gd name="csX0" fmla="*/ 714496 w 977405"/>
              <a:gd name="csY0" fmla="*/ 349032 h 1125362"/>
              <a:gd name="csX1" fmla="*/ 977386 w 977405"/>
              <a:gd name="csY1" fmla="*/ 710982 h 1125362"/>
              <a:gd name="csX2" fmla="*/ 679254 w 977405"/>
              <a:gd name="csY2" fmla="*/ 1034832 h 1125362"/>
              <a:gd name="csX3" fmla="*/ 229674 w 977405"/>
              <a:gd name="csY3" fmla="*/ 1087220 h 1125362"/>
              <a:gd name="csX4" fmla="*/ 84894 w 977405"/>
              <a:gd name="csY4" fmla="*/ 635735 h 1125362"/>
              <a:gd name="csX5" fmla="*/ 19171 w 977405"/>
              <a:gd name="csY5" fmla="*/ 154722 h 1125362"/>
              <a:gd name="csX6" fmla="*/ 395409 w 977405"/>
              <a:gd name="csY6" fmla="*/ 14705 h 1125362"/>
              <a:gd name="csX7" fmla="*/ 714496 w 977405"/>
              <a:gd name="csY7" fmla="*/ 349032 h 11253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977405" h="1125362">
                <a:moveTo>
                  <a:pt x="714496" y="349032"/>
                </a:moveTo>
                <a:cubicBezTo>
                  <a:pt x="825939" y="482382"/>
                  <a:pt x="973576" y="593825"/>
                  <a:pt x="977386" y="710982"/>
                </a:cubicBezTo>
                <a:cubicBezTo>
                  <a:pt x="982149" y="828140"/>
                  <a:pt x="843084" y="951965"/>
                  <a:pt x="679254" y="1034832"/>
                </a:cubicBezTo>
                <a:cubicBezTo>
                  <a:pt x="515424" y="1118652"/>
                  <a:pt x="326829" y="1161515"/>
                  <a:pt x="229674" y="1087220"/>
                </a:cubicBezTo>
                <a:cubicBezTo>
                  <a:pt x="132519" y="1011972"/>
                  <a:pt x="126804" y="819567"/>
                  <a:pt x="84894" y="635735"/>
                </a:cubicBezTo>
                <a:cubicBezTo>
                  <a:pt x="42031" y="451902"/>
                  <a:pt x="-36074" y="275690"/>
                  <a:pt x="19171" y="154722"/>
                </a:cubicBezTo>
                <a:cubicBezTo>
                  <a:pt x="74416" y="34707"/>
                  <a:pt x="263011" y="-31015"/>
                  <a:pt x="395409" y="14705"/>
                </a:cubicBezTo>
                <a:cubicBezTo>
                  <a:pt x="527806" y="60425"/>
                  <a:pt x="603054" y="215682"/>
                  <a:pt x="714496" y="349032"/>
                </a:cubicBezTo>
                <a:close/>
              </a:path>
            </a:pathLst>
          </a:custGeom>
          <a:solidFill>
            <a:schemeClr val="accent4">
              <a:lumMod val="75000"/>
            </a:schemeClr>
          </a:solidFill>
          <a:ln w="9525" cap="flat">
            <a:noFill/>
            <a:prstDash val="solid"/>
            <a:miter/>
          </a:ln>
        </p:spPr>
        <p:txBody>
          <a:bodyPr/>
          <a:lstStyle/>
          <a:p>
            <a:endParaRPr lang="en-US">
              <a:noFill/>
            </a:endParaRPr>
          </a:p>
        </p:txBody>
      </p:sp>
      <p:sp>
        <p:nvSpPr>
          <p:cNvPr id="19" name="Graphic 129">
            <a:extLst>
              <a:ext uri="{FF2B5EF4-FFF2-40B4-BE49-F238E27FC236}">
                <a16:creationId xmlns:a16="http://schemas.microsoft.com/office/drawing/2014/main" id="{6293546B-7800-B303-4ACB-ACF0625680AE}"/>
              </a:ext>
            </a:extLst>
          </p:cNvPr>
          <p:cNvSpPr/>
          <p:nvPr/>
        </p:nvSpPr>
        <p:spPr>
          <a:xfrm rot="16200000">
            <a:off x="2505204" y="1221541"/>
            <a:ext cx="8782217" cy="18018623"/>
          </a:xfrm>
          <a:custGeom>
            <a:avLst/>
            <a:gdLst>
              <a:gd name="csX0" fmla="*/ 714496 w 977405"/>
              <a:gd name="csY0" fmla="*/ 349032 h 1125362"/>
              <a:gd name="csX1" fmla="*/ 977386 w 977405"/>
              <a:gd name="csY1" fmla="*/ 710982 h 1125362"/>
              <a:gd name="csX2" fmla="*/ 679254 w 977405"/>
              <a:gd name="csY2" fmla="*/ 1034832 h 1125362"/>
              <a:gd name="csX3" fmla="*/ 229674 w 977405"/>
              <a:gd name="csY3" fmla="*/ 1087220 h 1125362"/>
              <a:gd name="csX4" fmla="*/ 84894 w 977405"/>
              <a:gd name="csY4" fmla="*/ 635735 h 1125362"/>
              <a:gd name="csX5" fmla="*/ 19171 w 977405"/>
              <a:gd name="csY5" fmla="*/ 154722 h 1125362"/>
              <a:gd name="csX6" fmla="*/ 395409 w 977405"/>
              <a:gd name="csY6" fmla="*/ 14705 h 1125362"/>
              <a:gd name="csX7" fmla="*/ 714496 w 977405"/>
              <a:gd name="csY7" fmla="*/ 349032 h 1125362"/>
              <a:gd name="csX0" fmla="*/ 714397 w 977405"/>
              <a:gd name="csY0" fmla="*/ 348932 h 1125363"/>
              <a:gd name="csX1" fmla="*/ 977287 w 977405"/>
              <a:gd name="csY1" fmla="*/ 710882 h 1125363"/>
              <a:gd name="csX2" fmla="*/ 679155 w 977405"/>
              <a:gd name="csY2" fmla="*/ 1034732 h 1125363"/>
              <a:gd name="csX3" fmla="*/ 229575 w 977405"/>
              <a:gd name="csY3" fmla="*/ 1087120 h 1125363"/>
              <a:gd name="csX4" fmla="*/ 84795 w 977405"/>
              <a:gd name="csY4" fmla="*/ 635635 h 1125363"/>
              <a:gd name="csX5" fmla="*/ 19072 w 977405"/>
              <a:gd name="csY5" fmla="*/ 154622 h 1125363"/>
              <a:gd name="csX6" fmla="*/ 395310 w 977405"/>
              <a:gd name="csY6" fmla="*/ 14605 h 1125363"/>
              <a:gd name="csX7" fmla="*/ 714397 w 977405"/>
              <a:gd name="csY7" fmla="*/ 348932 h 1125363"/>
              <a:gd name="csX0" fmla="*/ 1954611 w 2217619"/>
              <a:gd name="csY0" fmla="*/ 953674 h 1730105"/>
              <a:gd name="csX1" fmla="*/ 2217501 w 2217619"/>
              <a:gd name="csY1" fmla="*/ 1315624 h 1730105"/>
              <a:gd name="csX2" fmla="*/ 1919369 w 2217619"/>
              <a:gd name="csY2" fmla="*/ 1639474 h 1730105"/>
              <a:gd name="csX3" fmla="*/ 1469789 w 2217619"/>
              <a:gd name="csY3" fmla="*/ 1691862 h 1730105"/>
              <a:gd name="csX4" fmla="*/ 1325009 w 2217619"/>
              <a:gd name="csY4" fmla="*/ 1240377 h 1730105"/>
              <a:gd name="csX5" fmla="*/ 1667 w 2217619"/>
              <a:gd name="csY5" fmla="*/ 14189 h 1730105"/>
              <a:gd name="csX6" fmla="*/ 1635524 w 2217619"/>
              <a:gd name="csY6" fmla="*/ 619347 h 1730105"/>
              <a:gd name="csX7" fmla="*/ 1954611 w 2217619"/>
              <a:gd name="csY7" fmla="*/ 953674 h 1730105"/>
              <a:gd name="csX0" fmla="*/ 1955732 w 2218740"/>
              <a:gd name="csY0" fmla="*/ 970158 h 1746589"/>
              <a:gd name="csX1" fmla="*/ 2218622 w 2218740"/>
              <a:gd name="csY1" fmla="*/ 1332108 h 1746589"/>
              <a:gd name="csX2" fmla="*/ 1920490 w 2218740"/>
              <a:gd name="csY2" fmla="*/ 1655958 h 1746589"/>
              <a:gd name="csX3" fmla="*/ 1470910 w 2218740"/>
              <a:gd name="csY3" fmla="*/ 1708346 h 1746589"/>
              <a:gd name="csX4" fmla="*/ 1326130 w 2218740"/>
              <a:gd name="csY4" fmla="*/ 1256861 h 1746589"/>
              <a:gd name="csX5" fmla="*/ 2788 w 2218740"/>
              <a:gd name="csY5" fmla="*/ 30673 h 1746589"/>
              <a:gd name="csX6" fmla="*/ 819250 w 2218740"/>
              <a:gd name="csY6" fmla="*/ 396116 h 1746589"/>
              <a:gd name="csX7" fmla="*/ 1636645 w 2218740"/>
              <a:gd name="csY7" fmla="*/ 635831 h 1746589"/>
              <a:gd name="csX8" fmla="*/ 1955732 w 2218740"/>
              <a:gd name="csY8" fmla="*/ 970158 h 1746589"/>
              <a:gd name="csX0" fmla="*/ 1955732 w 2218740"/>
              <a:gd name="csY0" fmla="*/ 970158 h 1746589"/>
              <a:gd name="csX1" fmla="*/ 2218622 w 2218740"/>
              <a:gd name="csY1" fmla="*/ 1332108 h 1746589"/>
              <a:gd name="csX2" fmla="*/ 1920490 w 2218740"/>
              <a:gd name="csY2" fmla="*/ 1655958 h 1746589"/>
              <a:gd name="csX3" fmla="*/ 1470910 w 2218740"/>
              <a:gd name="csY3" fmla="*/ 1708346 h 1746589"/>
              <a:gd name="csX4" fmla="*/ 1326130 w 2218740"/>
              <a:gd name="csY4" fmla="*/ 1256861 h 1746589"/>
              <a:gd name="csX5" fmla="*/ 2788 w 2218740"/>
              <a:gd name="csY5" fmla="*/ 30673 h 1746589"/>
              <a:gd name="csX6" fmla="*/ 819250 w 2218740"/>
              <a:gd name="csY6" fmla="*/ 396116 h 1746589"/>
              <a:gd name="csX7" fmla="*/ 1636645 w 2218740"/>
              <a:gd name="csY7" fmla="*/ 635831 h 1746589"/>
              <a:gd name="csX8" fmla="*/ 1955732 w 2218740"/>
              <a:gd name="csY8" fmla="*/ 970158 h 1746589"/>
              <a:gd name="csX0" fmla="*/ 1956297 w 2219305"/>
              <a:gd name="csY0" fmla="*/ 975663 h 1752094"/>
              <a:gd name="csX1" fmla="*/ 2219187 w 2219305"/>
              <a:gd name="csY1" fmla="*/ 1337613 h 1752094"/>
              <a:gd name="csX2" fmla="*/ 1921055 w 2219305"/>
              <a:gd name="csY2" fmla="*/ 1661463 h 1752094"/>
              <a:gd name="csX3" fmla="*/ 1471475 w 2219305"/>
              <a:gd name="csY3" fmla="*/ 1713851 h 1752094"/>
              <a:gd name="csX4" fmla="*/ 1326695 w 2219305"/>
              <a:gd name="csY4" fmla="*/ 1262366 h 1752094"/>
              <a:gd name="csX5" fmla="*/ 3353 w 2219305"/>
              <a:gd name="csY5" fmla="*/ 36178 h 1752094"/>
              <a:gd name="csX6" fmla="*/ 819815 w 2219305"/>
              <a:gd name="csY6" fmla="*/ 401621 h 1752094"/>
              <a:gd name="csX7" fmla="*/ 1637210 w 2219305"/>
              <a:gd name="csY7" fmla="*/ 641336 h 1752094"/>
              <a:gd name="csX8" fmla="*/ 1956297 w 2219305"/>
              <a:gd name="csY8" fmla="*/ 975663 h 1752094"/>
              <a:gd name="csX0" fmla="*/ 1525771 w 1788779"/>
              <a:gd name="csY0" fmla="*/ 1078795 h 1855226"/>
              <a:gd name="csX1" fmla="*/ 1788661 w 1788779"/>
              <a:gd name="csY1" fmla="*/ 1440745 h 1855226"/>
              <a:gd name="csX2" fmla="*/ 1490529 w 1788779"/>
              <a:gd name="csY2" fmla="*/ 1764595 h 1855226"/>
              <a:gd name="csX3" fmla="*/ 1040949 w 1788779"/>
              <a:gd name="csY3" fmla="*/ 1816983 h 1855226"/>
              <a:gd name="csX4" fmla="*/ 896169 w 1788779"/>
              <a:gd name="csY4" fmla="*/ 1365498 h 1855226"/>
              <a:gd name="csX5" fmla="*/ 6489 w 1788779"/>
              <a:gd name="csY5" fmla="*/ 25914 h 1855226"/>
              <a:gd name="csX6" fmla="*/ 389289 w 1788779"/>
              <a:gd name="csY6" fmla="*/ 504753 h 1855226"/>
              <a:gd name="csX7" fmla="*/ 1206684 w 1788779"/>
              <a:gd name="csY7" fmla="*/ 744468 h 1855226"/>
              <a:gd name="csX8" fmla="*/ 1525771 w 1788779"/>
              <a:gd name="csY8" fmla="*/ 1078795 h 1855226"/>
              <a:gd name="csX0" fmla="*/ 1525771 w 1788779"/>
              <a:gd name="csY0" fmla="*/ 1078795 h 1855226"/>
              <a:gd name="csX1" fmla="*/ 1788661 w 1788779"/>
              <a:gd name="csY1" fmla="*/ 1440745 h 1855226"/>
              <a:gd name="csX2" fmla="*/ 1490529 w 1788779"/>
              <a:gd name="csY2" fmla="*/ 1764595 h 1855226"/>
              <a:gd name="csX3" fmla="*/ 1040949 w 1788779"/>
              <a:gd name="csY3" fmla="*/ 1816983 h 1855226"/>
              <a:gd name="csX4" fmla="*/ 896169 w 1788779"/>
              <a:gd name="csY4" fmla="*/ 1365498 h 1855226"/>
              <a:gd name="csX5" fmla="*/ 6489 w 1788779"/>
              <a:gd name="csY5" fmla="*/ 25914 h 1855226"/>
              <a:gd name="csX6" fmla="*/ 389289 w 1788779"/>
              <a:gd name="csY6" fmla="*/ 504753 h 1855226"/>
              <a:gd name="csX7" fmla="*/ 1206684 w 1788779"/>
              <a:gd name="csY7" fmla="*/ 744468 h 1855226"/>
              <a:gd name="csX8" fmla="*/ 1525771 w 1788779"/>
              <a:gd name="csY8" fmla="*/ 1078795 h 1855226"/>
              <a:gd name="csX0" fmla="*/ 1681014 w 1944022"/>
              <a:gd name="csY0" fmla="*/ 1076515 h 1852946"/>
              <a:gd name="csX1" fmla="*/ 1943904 w 1944022"/>
              <a:gd name="csY1" fmla="*/ 1438465 h 1852946"/>
              <a:gd name="csX2" fmla="*/ 1645772 w 1944022"/>
              <a:gd name="csY2" fmla="*/ 1762315 h 1852946"/>
              <a:gd name="csX3" fmla="*/ 1196192 w 1944022"/>
              <a:gd name="csY3" fmla="*/ 1814703 h 1852946"/>
              <a:gd name="csX4" fmla="*/ 1051412 w 1944022"/>
              <a:gd name="csY4" fmla="*/ 1363218 h 1852946"/>
              <a:gd name="csX5" fmla="*/ 161732 w 1944022"/>
              <a:gd name="csY5" fmla="*/ 23634 h 1852946"/>
              <a:gd name="csX6" fmla="*/ 544532 w 1944022"/>
              <a:gd name="csY6" fmla="*/ 502473 h 1852946"/>
              <a:gd name="csX7" fmla="*/ 1361927 w 1944022"/>
              <a:gd name="csY7" fmla="*/ 742188 h 1852946"/>
              <a:gd name="csX8" fmla="*/ 1681014 w 1944022"/>
              <a:gd name="csY8" fmla="*/ 1076515 h 1852946"/>
              <a:gd name="csX0" fmla="*/ 4763267 w 5026275"/>
              <a:gd name="csY0" fmla="*/ 1053765 h 1830196"/>
              <a:gd name="csX1" fmla="*/ 5026157 w 5026275"/>
              <a:gd name="csY1" fmla="*/ 1415715 h 1830196"/>
              <a:gd name="csX2" fmla="*/ 4728025 w 5026275"/>
              <a:gd name="csY2" fmla="*/ 1739565 h 1830196"/>
              <a:gd name="csX3" fmla="*/ 4278445 w 5026275"/>
              <a:gd name="csY3" fmla="*/ 1791953 h 1830196"/>
              <a:gd name="csX4" fmla="*/ 4133665 w 5026275"/>
              <a:gd name="csY4" fmla="*/ 1340468 h 1830196"/>
              <a:gd name="csX5" fmla="*/ 5711 w 5026275"/>
              <a:gd name="csY5" fmla="*/ 609319 h 1830196"/>
              <a:gd name="csX6" fmla="*/ 3243985 w 5026275"/>
              <a:gd name="csY6" fmla="*/ 884 h 1830196"/>
              <a:gd name="csX7" fmla="*/ 3626785 w 5026275"/>
              <a:gd name="csY7" fmla="*/ 479723 h 1830196"/>
              <a:gd name="csX8" fmla="*/ 4444180 w 5026275"/>
              <a:gd name="csY8" fmla="*/ 719438 h 1830196"/>
              <a:gd name="csX9" fmla="*/ 4763267 w 5026275"/>
              <a:gd name="csY9" fmla="*/ 1053765 h 1830196"/>
              <a:gd name="csX0" fmla="*/ 4764215 w 5027223"/>
              <a:gd name="csY0" fmla="*/ 1037597 h 1814028"/>
              <a:gd name="csX1" fmla="*/ 5027105 w 5027223"/>
              <a:gd name="csY1" fmla="*/ 1399547 h 1814028"/>
              <a:gd name="csX2" fmla="*/ 4728973 w 5027223"/>
              <a:gd name="csY2" fmla="*/ 1723397 h 1814028"/>
              <a:gd name="csX3" fmla="*/ 4279393 w 5027223"/>
              <a:gd name="csY3" fmla="*/ 1775785 h 1814028"/>
              <a:gd name="csX4" fmla="*/ 4134613 w 5027223"/>
              <a:gd name="csY4" fmla="*/ 1324300 h 1814028"/>
              <a:gd name="csX5" fmla="*/ 6659 w 5027223"/>
              <a:gd name="csY5" fmla="*/ 593151 h 1814028"/>
              <a:gd name="csX6" fmla="*/ 2832954 w 5027223"/>
              <a:gd name="csY6" fmla="*/ 915 h 1814028"/>
              <a:gd name="csX7" fmla="*/ 3627733 w 5027223"/>
              <a:gd name="csY7" fmla="*/ 463555 h 1814028"/>
              <a:gd name="csX8" fmla="*/ 4445128 w 5027223"/>
              <a:gd name="csY8" fmla="*/ 703270 h 1814028"/>
              <a:gd name="csX9" fmla="*/ 4764215 w 5027223"/>
              <a:gd name="csY9" fmla="*/ 1037597 h 1814028"/>
              <a:gd name="csX0" fmla="*/ 4764046 w 5027054"/>
              <a:gd name="csY0" fmla="*/ 1045680 h 1822111"/>
              <a:gd name="csX1" fmla="*/ 5026936 w 5027054"/>
              <a:gd name="csY1" fmla="*/ 1407630 h 1822111"/>
              <a:gd name="csX2" fmla="*/ 4728804 w 5027054"/>
              <a:gd name="csY2" fmla="*/ 1731480 h 1822111"/>
              <a:gd name="csX3" fmla="*/ 4279224 w 5027054"/>
              <a:gd name="csY3" fmla="*/ 1783868 h 1822111"/>
              <a:gd name="csX4" fmla="*/ 4134444 w 5027054"/>
              <a:gd name="csY4" fmla="*/ 1332383 h 1822111"/>
              <a:gd name="csX5" fmla="*/ 6490 w 5027054"/>
              <a:gd name="csY5" fmla="*/ 601234 h 1822111"/>
              <a:gd name="csX6" fmla="*/ 2897834 w 5027054"/>
              <a:gd name="csY6" fmla="*/ 898 h 1822111"/>
              <a:gd name="csX7" fmla="*/ 3627564 w 5027054"/>
              <a:gd name="csY7" fmla="*/ 471638 h 1822111"/>
              <a:gd name="csX8" fmla="*/ 4444959 w 5027054"/>
              <a:gd name="csY8" fmla="*/ 711353 h 1822111"/>
              <a:gd name="csX9" fmla="*/ 4764046 w 5027054"/>
              <a:gd name="csY9" fmla="*/ 1045680 h 1822111"/>
              <a:gd name="csX0" fmla="*/ 5023732 w 5286740"/>
              <a:gd name="csY0" fmla="*/ 1044819 h 1821250"/>
              <a:gd name="csX1" fmla="*/ 5286622 w 5286740"/>
              <a:gd name="csY1" fmla="*/ 1406769 h 1821250"/>
              <a:gd name="csX2" fmla="*/ 4988490 w 5286740"/>
              <a:gd name="csY2" fmla="*/ 1730619 h 1821250"/>
              <a:gd name="csX3" fmla="*/ 4538910 w 5286740"/>
              <a:gd name="csY3" fmla="*/ 1783007 h 1821250"/>
              <a:gd name="csX4" fmla="*/ 4394130 w 5286740"/>
              <a:gd name="csY4" fmla="*/ 1331522 h 1821250"/>
              <a:gd name="csX5" fmla="*/ 5979 w 5286740"/>
              <a:gd name="csY5" fmla="*/ 450528 h 1821250"/>
              <a:gd name="csX6" fmla="*/ 3157520 w 5286740"/>
              <a:gd name="csY6" fmla="*/ 37 h 1821250"/>
              <a:gd name="csX7" fmla="*/ 3887250 w 5286740"/>
              <a:gd name="csY7" fmla="*/ 470777 h 1821250"/>
              <a:gd name="csX8" fmla="*/ 4704645 w 5286740"/>
              <a:gd name="csY8" fmla="*/ 710492 h 1821250"/>
              <a:gd name="csX9" fmla="*/ 5023732 w 5286740"/>
              <a:gd name="csY9" fmla="*/ 1044819 h 1821250"/>
              <a:gd name="csX0" fmla="*/ 5023732 w 5286740"/>
              <a:gd name="csY0" fmla="*/ 1044819 h 1821250"/>
              <a:gd name="csX1" fmla="*/ 5286622 w 5286740"/>
              <a:gd name="csY1" fmla="*/ 1406769 h 1821250"/>
              <a:gd name="csX2" fmla="*/ 4988490 w 5286740"/>
              <a:gd name="csY2" fmla="*/ 1730619 h 1821250"/>
              <a:gd name="csX3" fmla="*/ 4538910 w 5286740"/>
              <a:gd name="csY3" fmla="*/ 1783007 h 1821250"/>
              <a:gd name="csX4" fmla="*/ 4394130 w 5286740"/>
              <a:gd name="csY4" fmla="*/ 1331522 h 1821250"/>
              <a:gd name="csX5" fmla="*/ 5979 w 5286740"/>
              <a:gd name="csY5" fmla="*/ 450528 h 1821250"/>
              <a:gd name="csX6" fmla="*/ 3157520 w 5286740"/>
              <a:gd name="csY6" fmla="*/ 37 h 1821250"/>
              <a:gd name="csX7" fmla="*/ 3887250 w 5286740"/>
              <a:gd name="csY7" fmla="*/ 470777 h 1821250"/>
              <a:gd name="csX8" fmla="*/ 4704645 w 5286740"/>
              <a:gd name="csY8" fmla="*/ 710492 h 1821250"/>
              <a:gd name="csX9" fmla="*/ 5023732 w 5286740"/>
              <a:gd name="csY9" fmla="*/ 1044819 h 1821250"/>
              <a:gd name="csX0" fmla="*/ 5023732 w 5286740"/>
              <a:gd name="csY0" fmla="*/ 1044819 h 1821250"/>
              <a:gd name="csX1" fmla="*/ 5286622 w 5286740"/>
              <a:gd name="csY1" fmla="*/ 1406769 h 1821250"/>
              <a:gd name="csX2" fmla="*/ 4988490 w 5286740"/>
              <a:gd name="csY2" fmla="*/ 1730619 h 1821250"/>
              <a:gd name="csX3" fmla="*/ 4538910 w 5286740"/>
              <a:gd name="csY3" fmla="*/ 1783007 h 1821250"/>
              <a:gd name="csX4" fmla="*/ 4394130 w 5286740"/>
              <a:gd name="csY4" fmla="*/ 1331522 h 1821250"/>
              <a:gd name="csX5" fmla="*/ 5979 w 5286740"/>
              <a:gd name="csY5" fmla="*/ 450528 h 1821250"/>
              <a:gd name="csX6" fmla="*/ 3157520 w 5286740"/>
              <a:gd name="csY6" fmla="*/ 37 h 1821250"/>
              <a:gd name="csX7" fmla="*/ 3887250 w 5286740"/>
              <a:gd name="csY7" fmla="*/ 470777 h 1821250"/>
              <a:gd name="csX8" fmla="*/ 4704645 w 5286740"/>
              <a:gd name="csY8" fmla="*/ 710492 h 1821250"/>
              <a:gd name="csX9" fmla="*/ 5023732 w 5286740"/>
              <a:gd name="csY9" fmla="*/ 1044819 h 1821250"/>
              <a:gd name="csX0" fmla="*/ 5019151 w 5282159"/>
              <a:gd name="csY0" fmla="*/ 1044819 h 1821250"/>
              <a:gd name="csX1" fmla="*/ 5282041 w 5282159"/>
              <a:gd name="csY1" fmla="*/ 1406769 h 1821250"/>
              <a:gd name="csX2" fmla="*/ 4983909 w 5282159"/>
              <a:gd name="csY2" fmla="*/ 1730619 h 1821250"/>
              <a:gd name="csX3" fmla="*/ 4534329 w 5282159"/>
              <a:gd name="csY3" fmla="*/ 1783007 h 1821250"/>
              <a:gd name="csX4" fmla="*/ 4389549 w 5282159"/>
              <a:gd name="csY4" fmla="*/ 1331522 h 1821250"/>
              <a:gd name="csX5" fmla="*/ 1398 w 5282159"/>
              <a:gd name="csY5" fmla="*/ 450528 h 1821250"/>
              <a:gd name="csX6" fmla="*/ 3152939 w 5282159"/>
              <a:gd name="csY6" fmla="*/ 37 h 1821250"/>
              <a:gd name="csX7" fmla="*/ 3882669 w 5282159"/>
              <a:gd name="csY7" fmla="*/ 470777 h 1821250"/>
              <a:gd name="csX8" fmla="*/ 4700064 w 5282159"/>
              <a:gd name="csY8" fmla="*/ 710492 h 1821250"/>
              <a:gd name="csX9" fmla="*/ 5019151 w 5282159"/>
              <a:gd name="csY9" fmla="*/ 1044819 h 1821250"/>
              <a:gd name="csX0" fmla="*/ 5235949 w 5498957"/>
              <a:gd name="csY0" fmla="*/ 1044828 h 1794706"/>
              <a:gd name="csX1" fmla="*/ 5498839 w 5498957"/>
              <a:gd name="csY1" fmla="*/ 1406778 h 1794706"/>
              <a:gd name="csX2" fmla="*/ 5200707 w 5498957"/>
              <a:gd name="csY2" fmla="*/ 1730628 h 1794706"/>
              <a:gd name="csX3" fmla="*/ 4751127 w 5498957"/>
              <a:gd name="csY3" fmla="*/ 1783016 h 1794706"/>
              <a:gd name="csX4" fmla="*/ 378149 w 5498957"/>
              <a:gd name="csY4" fmla="*/ 1647420 h 1794706"/>
              <a:gd name="csX5" fmla="*/ 218196 w 5498957"/>
              <a:gd name="csY5" fmla="*/ 450537 h 1794706"/>
              <a:gd name="csX6" fmla="*/ 3369737 w 5498957"/>
              <a:gd name="csY6" fmla="*/ 46 h 1794706"/>
              <a:gd name="csX7" fmla="*/ 4099467 w 5498957"/>
              <a:gd name="csY7" fmla="*/ 470786 h 1794706"/>
              <a:gd name="csX8" fmla="*/ 4916862 w 5498957"/>
              <a:gd name="csY8" fmla="*/ 710501 h 1794706"/>
              <a:gd name="csX9" fmla="*/ 5235949 w 5498957"/>
              <a:gd name="csY9" fmla="*/ 1044828 h 1794706"/>
              <a:gd name="csX0" fmla="*/ 5235949 w 5498957"/>
              <a:gd name="csY0" fmla="*/ 1044828 h 1794706"/>
              <a:gd name="csX1" fmla="*/ 5498839 w 5498957"/>
              <a:gd name="csY1" fmla="*/ 1406778 h 1794706"/>
              <a:gd name="csX2" fmla="*/ 5200707 w 5498957"/>
              <a:gd name="csY2" fmla="*/ 1730628 h 1794706"/>
              <a:gd name="csX3" fmla="*/ 4751127 w 5498957"/>
              <a:gd name="csY3" fmla="*/ 1783016 h 1794706"/>
              <a:gd name="csX4" fmla="*/ 378149 w 5498957"/>
              <a:gd name="csY4" fmla="*/ 1647420 h 1794706"/>
              <a:gd name="csX5" fmla="*/ 218196 w 5498957"/>
              <a:gd name="csY5" fmla="*/ 450537 h 1794706"/>
              <a:gd name="csX6" fmla="*/ 3369737 w 5498957"/>
              <a:gd name="csY6" fmla="*/ 46 h 1794706"/>
              <a:gd name="csX7" fmla="*/ 4099467 w 5498957"/>
              <a:gd name="csY7" fmla="*/ 470786 h 1794706"/>
              <a:gd name="csX8" fmla="*/ 4916862 w 5498957"/>
              <a:gd name="csY8" fmla="*/ 710501 h 1794706"/>
              <a:gd name="csX9" fmla="*/ 5235949 w 5498957"/>
              <a:gd name="csY9" fmla="*/ 1044828 h 1794706"/>
              <a:gd name="csX0" fmla="*/ 5200285 w 5463293"/>
              <a:gd name="csY0" fmla="*/ 1044828 h 1799770"/>
              <a:gd name="csX1" fmla="*/ 5463175 w 5463293"/>
              <a:gd name="csY1" fmla="*/ 1406778 h 1799770"/>
              <a:gd name="csX2" fmla="*/ 5165043 w 5463293"/>
              <a:gd name="csY2" fmla="*/ 1730628 h 1799770"/>
              <a:gd name="csX3" fmla="*/ 4715463 w 5463293"/>
              <a:gd name="csY3" fmla="*/ 1783016 h 1799770"/>
              <a:gd name="csX4" fmla="*/ 342485 w 5463293"/>
              <a:gd name="csY4" fmla="*/ 1647420 h 1799770"/>
              <a:gd name="csX5" fmla="*/ 182532 w 5463293"/>
              <a:gd name="csY5" fmla="*/ 450537 h 1799770"/>
              <a:gd name="csX6" fmla="*/ 3334073 w 5463293"/>
              <a:gd name="csY6" fmla="*/ 46 h 1799770"/>
              <a:gd name="csX7" fmla="*/ 4063803 w 5463293"/>
              <a:gd name="csY7" fmla="*/ 470786 h 1799770"/>
              <a:gd name="csX8" fmla="*/ 4881198 w 5463293"/>
              <a:gd name="csY8" fmla="*/ 710501 h 1799770"/>
              <a:gd name="csX9" fmla="*/ 5200285 w 5463293"/>
              <a:gd name="csY9" fmla="*/ 1044828 h 1799770"/>
              <a:gd name="csX0" fmla="*/ 5200285 w 5463293"/>
              <a:gd name="csY0" fmla="*/ 1044828 h 1799770"/>
              <a:gd name="csX1" fmla="*/ 5463175 w 5463293"/>
              <a:gd name="csY1" fmla="*/ 1406778 h 1799770"/>
              <a:gd name="csX2" fmla="*/ 5165043 w 5463293"/>
              <a:gd name="csY2" fmla="*/ 1730628 h 1799770"/>
              <a:gd name="csX3" fmla="*/ 4715463 w 5463293"/>
              <a:gd name="csY3" fmla="*/ 1783016 h 1799770"/>
              <a:gd name="csX4" fmla="*/ 342485 w 5463293"/>
              <a:gd name="csY4" fmla="*/ 1647420 h 1799770"/>
              <a:gd name="csX5" fmla="*/ 182532 w 5463293"/>
              <a:gd name="csY5" fmla="*/ 450537 h 1799770"/>
              <a:gd name="csX6" fmla="*/ 3334073 w 5463293"/>
              <a:gd name="csY6" fmla="*/ 46 h 1799770"/>
              <a:gd name="csX7" fmla="*/ 4063803 w 5463293"/>
              <a:gd name="csY7" fmla="*/ 470786 h 1799770"/>
              <a:gd name="csX8" fmla="*/ 4881198 w 5463293"/>
              <a:gd name="csY8" fmla="*/ 710501 h 1799770"/>
              <a:gd name="csX9" fmla="*/ 5200285 w 5463293"/>
              <a:gd name="csY9" fmla="*/ 1044828 h 1799770"/>
              <a:gd name="csX0" fmla="*/ 5200285 w 5463293"/>
              <a:gd name="csY0" fmla="*/ 1044828 h 1799770"/>
              <a:gd name="csX1" fmla="*/ 5463175 w 5463293"/>
              <a:gd name="csY1" fmla="*/ 1406778 h 1799770"/>
              <a:gd name="csX2" fmla="*/ 5165043 w 5463293"/>
              <a:gd name="csY2" fmla="*/ 1730628 h 1799770"/>
              <a:gd name="csX3" fmla="*/ 4715463 w 5463293"/>
              <a:gd name="csY3" fmla="*/ 1783016 h 1799770"/>
              <a:gd name="csX4" fmla="*/ 342485 w 5463293"/>
              <a:gd name="csY4" fmla="*/ 1647420 h 1799770"/>
              <a:gd name="csX5" fmla="*/ 182532 w 5463293"/>
              <a:gd name="csY5" fmla="*/ 450537 h 1799770"/>
              <a:gd name="csX6" fmla="*/ 3334073 w 5463293"/>
              <a:gd name="csY6" fmla="*/ 46 h 1799770"/>
              <a:gd name="csX7" fmla="*/ 4063803 w 5463293"/>
              <a:gd name="csY7" fmla="*/ 470786 h 1799770"/>
              <a:gd name="csX8" fmla="*/ 4881198 w 5463293"/>
              <a:gd name="csY8" fmla="*/ 710501 h 1799770"/>
              <a:gd name="csX9" fmla="*/ 5200285 w 5463293"/>
              <a:gd name="csY9" fmla="*/ 1044828 h 1799770"/>
              <a:gd name="csX0" fmla="*/ 5320168 w 5593529"/>
              <a:gd name="csY0" fmla="*/ 1044828 h 1857809"/>
              <a:gd name="csX1" fmla="*/ 5583058 w 5593529"/>
              <a:gd name="csY1" fmla="*/ 1406778 h 1857809"/>
              <a:gd name="csX2" fmla="*/ 5284926 w 5593529"/>
              <a:gd name="csY2" fmla="*/ 1730628 h 1857809"/>
              <a:gd name="csX3" fmla="*/ 3274165 w 5593529"/>
              <a:gd name="csY3" fmla="*/ 1855914 h 1857809"/>
              <a:gd name="csX4" fmla="*/ 462368 w 5593529"/>
              <a:gd name="csY4" fmla="*/ 1647420 h 1857809"/>
              <a:gd name="csX5" fmla="*/ 302415 w 5593529"/>
              <a:gd name="csY5" fmla="*/ 450537 h 1857809"/>
              <a:gd name="csX6" fmla="*/ 3453956 w 5593529"/>
              <a:gd name="csY6" fmla="*/ 46 h 1857809"/>
              <a:gd name="csX7" fmla="*/ 4183686 w 5593529"/>
              <a:gd name="csY7" fmla="*/ 470786 h 1857809"/>
              <a:gd name="csX8" fmla="*/ 5001081 w 5593529"/>
              <a:gd name="csY8" fmla="*/ 710501 h 1857809"/>
              <a:gd name="csX9" fmla="*/ 5320168 w 5593529"/>
              <a:gd name="csY9" fmla="*/ 1044828 h 1857809"/>
              <a:gd name="csX0" fmla="*/ 5303906 w 5590401"/>
              <a:gd name="csY0" fmla="*/ 1044828 h 1986298"/>
              <a:gd name="csX1" fmla="*/ 5566796 w 5590401"/>
              <a:gd name="csY1" fmla="*/ 1406778 h 1986298"/>
              <a:gd name="csX2" fmla="*/ 5268664 w 5590401"/>
              <a:gd name="csY2" fmla="*/ 1730628 h 1986298"/>
              <a:gd name="csX3" fmla="*/ 2932657 w 5590401"/>
              <a:gd name="csY3" fmla="*/ 1985510 h 1986298"/>
              <a:gd name="csX4" fmla="*/ 446106 w 5590401"/>
              <a:gd name="csY4" fmla="*/ 1647420 h 1986298"/>
              <a:gd name="csX5" fmla="*/ 286153 w 5590401"/>
              <a:gd name="csY5" fmla="*/ 450537 h 1986298"/>
              <a:gd name="csX6" fmla="*/ 3437694 w 5590401"/>
              <a:gd name="csY6" fmla="*/ 46 h 1986298"/>
              <a:gd name="csX7" fmla="*/ 4167424 w 5590401"/>
              <a:gd name="csY7" fmla="*/ 470786 h 1986298"/>
              <a:gd name="csX8" fmla="*/ 4984819 w 5590401"/>
              <a:gd name="csY8" fmla="*/ 710501 h 1986298"/>
              <a:gd name="csX9" fmla="*/ 5303906 w 5590401"/>
              <a:gd name="csY9" fmla="*/ 1044828 h 1986298"/>
              <a:gd name="csX0" fmla="*/ 5303906 w 5566904"/>
              <a:gd name="csY0" fmla="*/ 1044828 h 1992814"/>
              <a:gd name="csX1" fmla="*/ 5566796 w 5566904"/>
              <a:gd name="csY1" fmla="*/ 1406778 h 1992814"/>
              <a:gd name="csX2" fmla="*/ 5268664 w 5566904"/>
              <a:gd name="csY2" fmla="*/ 1730628 h 1992814"/>
              <a:gd name="csX3" fmla="*/ 4666136 w 5566904"/>
              <a:gd name="csY3" fmla="*/ 1867989 h 1992814"/>
              <a:gd name="csX4" fmla="*/ 2932657 w 5566904"/>
              <a:gd name="csY4" fmla="*/ 1985510 h 1992814"/>
              <a:gd name="csX5" fmla="*/ 446106 w 5566904"/>
              <a:gd name="csY5" fmla="*/ 1647420 h 1992814"/>
              <a:gd name="csX6" fmla="*/ 286153 w 5566904"/>
              <a:gd name="csY6" fmla="*/ 450537 h 1992814"/>
              <a:gd name="csX7" fmla="*/ 3437694 w 5566904"/>
              <a:gd name="csY7" fmla="*/ 46 h 1992814"/>
              <a:gd name="csX8" fmla="*/ 4167424 w 5566904"/>
              <a:gd name="csY8" fmla="*/ 470786 h 1992814"/>
              <a:gd name="csX9" fmla="*/ 4984819 w 5566904"/>
              <a:gd name="csY9" fmla="*/ 710501 h 1992814"/>
              <a:gd name="csX10" fmla="*/ 5303906 w 5566904"/>
              <a:gd name="csY10" fmla="*/ 1044828 h 1992814"/>
              <a:gd name="csX0" fmla="*/ 5303906 w 5566904"/>
              <a:gd name="csY0" fmla="*/ 1044828 h 1992814"/>
              <a:gd name="csX1" fmla="*/ 5566796 w 5566904"/>
              <a:gd name="csY1" fmla="*/ 1406778 h 1992814"/>
              <a:gd name="csX2" fmla="*/ 5268664 w 5566904"/>
              <a:gd name="csY2" fmla="*/ 1730628 h 1992814"/>
              <a:gd name="csX3" fmla="*/ 4666136 w 5566904"/>
              <a:gd name="csY3" fmla="*/ 1867989 h 1992814"/>
              <a:gd name="csX4" fmla="*/ 2932657 w 5566904"/>
              <a:gd name="csY4" fmla="*/ 1985510 h 1992814"/>
              <a:gd name="csX5" fmla="*/ 446106 w 5566904"/>
              <a:gd name="csY5" fmla="*/ 1647420 h 1992814"/>
              <a:gd name="csX6" fmla="*/ 286153 w 5566904"/>
              <a:gd name="csY6" fmla="*/ 450537 h 1992814"/>
              <a:gd name="csX7" fmla="*/ 3437694 w 5566904"/>
              <a:gd name="csY7" fmla="*/ 46 h 1992814"/>
              <a:gd name="csX8" fmla="*/ 4167424 w 5566904"/>
              <a:gd name="csY8" fmla="*/ 470786 h 1992814"/>
              <a:gd name="csX9" fmla="*/ 4984819 w 5566904"/>
              <a:gd name="csY9" fmla="*/ 710501 h 1992814"/>
              <a:gd name="csX10" fmla="*/ 5303906 w 5566904"/>
              <a:gd name="csY10" fmla="*/ 1044828 h 1992814"/>
              <a:gd name="csX0" fmla="*/ 5303906 w 5566886"/>
              <a:gd name="csY0" fmla="*/ 1044828 h 1995191"/>
              <a:gd name="csX1" fmla="*/ 5566796 w 5566886"/>
              <a:gd name="csY1" fmla="*/ 1406778 h 1995191"/>
              <a:gd name="csX2" fmla="*/ 5268664 w 5566886"/>
              <a:gd name="csY2" fmla="*/ 1730628 h 1995191"/>
              <a:gd name="csX3" fmla="*/ 4861285 w 5566886"/>
              <a:gd name="csY3" fmla="*/ 1888239 h 1995191"/>
              <a:gd name="csX4" fmla="*/ 2932657 w 5566886"/>
              <a:gd name="csY4" fmla="*/ 1985510 h 1995191"/>
              <a:gd name="csX5" fmla="*/ 446106 w 5566886"/>
              <a:gd name="csY5" fmla="*/ 1647420 h 1995191"/>
              <a:gd name="csX6" fmla="*/ 286153 w 5566886"/>
              <a:gd name="csY6" fmla="*/ 450537 h 1995191"/>
              <a:gd name="csX7" fmla="*/ 3437694 w 5566886"/>
              <a:gd name="csY7" fmla="*/ 46 h 1995191"/>
              <a:gd name="csX8" fmla="*/ 4167424 w 5566886"/>
              <a:gd name="csY8" fmla="*/ 470786 h 1995191"/>
              <a:gd name="csX9" fmla="*/ 4984819 w 5566886"/>
              <a:gd name="csY9" fmla="*/ 710501 h 1995191"/>
              <a:gd name="csX10" fmla="*/ 5303906 w 5566886"/>
              <a:gd name="csY10" fmla="*/ 1044828 h 1995191"/>
              <a:gd name="csX0" fmla="*/ 5268865 w 5531845"/>
              <a:gd name="csY0" fmla="*/ 1044831 h 1991805"/>
              <a:gd name="csX1" fmla="*/ 5531755 w 5531845"/>
              <a:gd name="csY1" fmla="*/ 1406781 h 1991805"/>
              <a:gd name="csX2" fmla="*/ 5233623 w 5531845"/>
              <a:gd name="csY2" fmla="*/ 1730631 h 1991805"/>
              <a:gd name="csX3" fmla="*/ 4826244 w 5531845"/>
              <a:gd name="csY3" fmla="*/ 1888242 h 1991805"/>
              <a:gd name="csX4" fmla="*/ 2897616 w 5531845"/>
              <a:gd name="csY4" fmla="*/ 1985513 h 1991805"/>
              <a:gd name="csX5" fmla="*/ 497799 w 5531845"/>
              <a:gd name="csY5" fmla="*/ 1708171 h 1991805"/>
              <a:gd name="csX6" fmla="*/ 251112 w 5531845"/>
              <a:gd name="csY6" fmla="*/ 450540 h 1991805"/>
              <a:gd name="csX7" fmla="*/ 3402653 w 5531845"/>
              <a:gd name="csY7" fmla="*/ 49 h 1991805"/>
              <a:gd name="csX8" fmla="*/ 4132383 w 5531845"/>
              <a:gd name="csY8" fmla="*/ 470789 h 1991805"/>
              <a:gd name="csX9" fmla="*/ 4949778 w 5531845"/>
              <a:gd name="csY9" fmla="*/ 710504 h 1991805"/>
              <a:gd name="csX10" fmla="*/ 5268865 w 5531845"/>
              <a:gd name="csY10" fmla="*/ 1044831 h 1991805"/>
              <a:gd name="csX0" fmla="*/ 5187606 w 5450586"/>
              <a:gd name="csY0" fmla="*/ 1044831 h 1991805"/>
              <a:gd name="csX1" fmla="*/ 5450496 w 5450586"/>
              <a:gd name="csY1" fmla="*/ 1406781 h 1991805"/>
              <a:gd name="csX2" fmla="*/ 5152364 w 5450586"/>
              <a:gd name="csY2" fmla="*/ 1730631 h 1991805"/>
              <a:gd name="csX3" fmla="*/ 4744985 w 5450586"/>
              <a:gd name="csY3" fmla="*/ 1888242 h 1991805"/>
              <a:gd name="csX4" fmla="*/ 2816357 w 5450586"/>
              <a:gd name="csY4" fmla="*/ 1985513 h 1991805"/>
              <a:gd name="csX5" fmla="*/ 416540 w 5450586"/>
              <a:gd name="csY5" fmla="*/ 1708171 h 1991805"/>
              <a:gd name="csX6" fmla="*/ 169853 w 5450586"/>
              <a:gd name="csY6" fmla="*/ 450540 h 1991805"/>
              <a:gd name="csX7" fmla="*/ 3321394 w 5450586"/>
              <a:gd name="csY7" fmla="*/ 49 h 1991805"/>
              <a:gd name="csX8" fmla="*/ 4051124 w 5450586"/>
              <a:gd name="csY8" fmla="*/ 470789 h 1991805"/>
              <a:gd name="csX9" fmla="*/ 4868519 w 5450586"/>
              <a:gd name="csY9" fmla="*/ 710504 h 1991805"/>
              <a:gd name="csX10" fmla="*/ 5187606 w 5450586"/>
              <a:gd name="csY10" fmla="*/ 1044831 h 1991805"/>
              <a:gd name="csX0" fmla="*/ 5262529 w 5525509"/>
              <a:gd name="csY0" fmla="*/ 1044831 h 1992020"/>
              <a:gd name="csX1" fmla="*/ 5525419 w 5525509"/>
              <a:gd name="csY1" fmla="*/ 1406781 h 1992020"/>
              <a:gd name="csX2" fmla="*/ 5227287 w 5525509"/>
              <a:gd name="csY2" fmla="*/ 1730631 h 1992020"/>
              <a:gd name="csX3" fmla="*/ 4819908 w 5525509"/>
              <a:gd name="csY3" fmla="*/ 1888242 h 1992020"/>
              <a:gd name="csX4" fmla="*/ 2891280 w 5525509"/>
              <a:gd name="csY4" fmla="*/ 1985513 h 1992020"/>
              <a:gd name="csX5" fmla="*/ 231267 w 5525509"/>
              <a:gd name="csY5" fmla="*/ 1704121 h 1992020"/>
              <a:gd name="csX6" fmla="*/ 244776 w 5525509"/>
              <a:gd name="csY6" fmla="*/ 450540 h 1992020"/>
              <a:gd name="csX7" fmla="*/ 3396317 w 5525509"/>
              <a:gd name="csY7" fmla="*/ 49 h 1992020"/>
              <a:gd name="csX8" fmla="*/ 4126047 w 5525509"/>
              <a:gd name="csY8" fmla="*/ 470789 h 1992020"/>
              <a:gd name="csX9" fmla="*/ 4943442 w 5525509"/>
              <a:gd name="csY9" fmla="*/ 710504 h 1992020"/>
              <a:gd name="csX10" fmla="*/ 5262529 w 5525509"/>
              <a:gd name="csY10" fmla="*/ 1044831 h 1992020"/>
              <a:gd name="csX0" fmla="*/ 5237591 w 5500571"/>
              <a:gd name="csY0" fmla="*/ 1044916 h 1992105"/>
              <a:gd name="csX1" fmla="*/ 5500481 w 5500571"/>
              <a:gd name="csY1" fmla="*/ 1406866 h 1992105"/>
              <a:gd name="csX2" fmla="*/ 5202349 w 5500571"/>
              <a:gd name="csY2" fmla="*/ 1730716 h 1992105"/>
              <a:gd name="csX3" fmla="*/ 4794970 w 5500571"/>
              <a:gd name="csY3" fmla="*/ 1888327 h 1992105"/>
              <a:gd name="csX4" fmla="*/ 2866342 w 5500571"/>
              <a:gd name="csY4" fmla="*/ 1985598 h 1992105"/>
              <a:gd name="csX5" fmla="*/ 206329 w 5500571"/>
              <a:gd name="csY5" fmla="*/ 1704206 h 1992105"/>
              <a:gd name="csX6" fmla="*/ 534243 w 5500571"/>
              <a:gd name="csY6" fmla="*/ 519473 h 1992105"/>
              <a:gd name="csX7" fmla="*/ 3371379 w 5500571"/>
              <a:gd name="csY7" fmla="*/ 134 h 1992105"/>
              <a:gd name="csX8" fmla="*/ 4101109 w 5500571"/>
              <a:gd name="csY8" fmla="*/ 470874 h 1992105"/>
              <a:gd name="csX9" fmla="*/ 4918504 w 5500571"/>
              <a:gd name="csY9" fmla="*/ 710589 h 1992105"/>
              <a:gd name="csX10" fmla="*/ 5237591 w 5500571"/>
              <a:gd name="csY10" fmla="*/ 1044916 h 1992105"/>
              <a:gd name="csX0" fmla="*/ 5070999 w 5333979"/>
              <a:gd name="csY0" fmla="*/ 1044916 h 1994231"/>
              <a:gd name="csX1" fmla="*/ 5333889 w 5333979"/>
              <a:gd name="csY1" fmla="*/ 1406866 h 1994231"/>
              <a:gd name="csX2" fmla="*/ 5035757 w 5333979"/>
              <a:gd name="csY2" fmla="*/ 1730716 h 1994231"/>
              <a:gd name="csX3" fmla="*/ 4628378 w 5333979"/>
              <a:gd name="csY3" fmla="*/ 1888327 h 1994231"/>
              <a:gd name="csX4" fmla="*/ 2699750 w 5333979"/>
              <a:gd name="csY4" fmla="*/ 1985598 h 1994231"/>
              <a:gd name="csX5" fmla="*/ 289094 w 5333979"/>
              <a:gd name="csY5" fmla="*/ 1665733 h 1994231"/>
              <a:gd name="csX6" fmla="*/ 367651 w 5333979"/>
              <a:gd name="csY6" fmla="*/ 519473 h 1994231"/>
              <a:gd name="csX7" fmla="*/ 3204787 w 5333979"/>
              <a:gd name="csY7" fmla="*/ 134 h 1994231"/>
              <a:gd name="csX8" fmla="*/ 3934517 w 5333979"/>
              <a:gd name="csY8" fmla="*/ 470874 h 1994231"/>
              <a:gd name="csX9" fmla="*/ 4751912 w 5333979"/>
              <a:gd name="csY9" fmla="*/ 710589 h 1994231"/>
              <a:gd name="csX10" fmla="*/ 5070999 w 5333979"/>
              <a:gd name="csY10" fmla="*/ 1044916 h 1994231"/>
              <a:gd name="csX0" fmla="*/ 5070999 w 5333979"/>
              <a:gd name="csY0" fmla="*/ 1044916 h 1926472"/>
              <a:gd name="csX1" fmla="*/ 5333889 w 5333979"/>
              <a:gd name="csY1" fmla="*/ 1406866 h 1926472"/>
              <a:gd name="csX2" fmla="*/ 5035757 w 5333979"/>
              <a:gd name="csY2" fmla="*/ 1730716 h 1926472"/>
              <a:gd name="csX3" fmla="*/ 4628378 w 5333979"/>
              <a:gd name="csY3" fmla="*/ 1888327 h 1926472"/>
              <a:gd name="csX4" fmla="*/ 2699750 w 5333979"/>
              <a:gd name="csY4" fmla="*/ 1908651 h 1926472"/>
              <a:gd name="csX5" fmla="*/ 289094 w 5333979"/>
              <a:gd name="csY5" fmla="*/ 1665733 h 1926472"/>
              <a:gd name="csX6" fmla="*/ 367651 w 5333979"/>
              <a:gd name="csY6" fmla="*/ 519473 h 1926472"/>
              <a:gd name="csX7" fmla="*/ 3204787 w 5333979"/>
              <a:gd name="csY7" fmla="*/ 134 h 1926472"/>
              <a:gd name="csX8" fmla="*/ 3934517 w 5333979"/>
              <a:gd name="csY8" fmla="*/ 470874 h 1926472"/>
              <a:gd name="csX9" fmla="*/ 4751912 w 5333979"/>
              <a:gd name="csY9" fmla="*/ 710589 h 1926472"/>
              <a:gd name="csX10" fmla="*/ 5070999 w 5333979"/>
              <a:gd name="csY10" fmla="*/ 1044916 h 1926472"/>
              <a:gd name="csX0" fmla="*/ 5070999 w 5333985"/>
              <a:gd name="csY0" fmla="*/ 1044916 h 1915150"/>
              <a:gd name="csX1" fmla="*/ 5333889 w 5333985"/>
              <a:gd name="csY1" fmla="*/ 1406866 h 1915150"/>
              <a:gd name="csX2" fmla="*/ 5035757 w 5333985"/>
              <a:gd name="csY2" fmla="*/ 1730716 h 1915150"/>
              <a:gd name="csX3" fmla="*/ 4552487 w 5333985"/>
              <a:gd name="csY3" fmla="*/ 1835679 h 1915150"/>
              <a:gd name="csX4" fmla="*/ 2699750 w 5333985"/>
              <a:gd name="csY4" fmla="*/ 1908651 h 1915150"/>
              <a:gd name="csX5" fmla="*/ 289094 w 5333985"/>
              <a:gd name="csY5" fmla="*/ 1665733 h 1915150"/>
              <a:gd name="csX6" fmla="*/ 367651 w 5333985"/>
              <a:gd name="csY6" fmla="*/ 519473 h 1915150"/>
              <a:gd name="csX7" fmla="*/ 3204787 w 5333985"/>
              <a:gd name="csY7" fmla="*/ 134 h 1915150"/>
              <a:gd name="csX8" fmla="*/ 3934517 w 5333985"/>
              <a:gd name="csY8" fmla="*/ 470874 h 1915150"/>
              <a:gd name="csX9" fmla="*/ 4751912 w 5333985"/>
              <a:gd name="csY9" fmla="*/ 710589 h 1915150"/>
              <a:gd name="csX10" fmla="*/ 5070999 w 5333985"/>
              <a:gd name="csY10" fmla="*/ 1044916 h 1915150"/>
              <a:gd name="csX0" fmla="*/ 4922170 w 5185156"/>
              <a:gd name="csY0" fmla="*/ 1044916 h 1915495"/>
              <a:gd name="csX1" fmla="*/ 5185060 w 5185156"/>
              <a:gd name="csY1" fmla="*/ 1406866 h 1915495"/>
              <a:gd name="csX2" fmla="*/ 4886928 w 5185156"/>
              <a:gd name="csY2" fmla="*/ 1730716 h 1915495"/>
              <a:gd name="csX3" fmla="*/ 4403658 w 5185156"/>
              <a:gd name="csY3" fmla="*/ 1835679 h 1915495"/>
              <a:gd name="csX4" fmla="*/ 2550921 w 5185156"/>
              <a:gd name="csY4" fmla="*/ 1908651 h 1915495"/>
              <a:gd name="csX5" fmla="*/ 454669 w 5185156"/>
              <a:gd name="csY5" fmla="*/ 1659658 h 1915495"/>
              <a:gd name="csX6" fmla="*/ 218822 w 5185156"/>
              <a:gd name="csY6" fmla="*/ 519473 h 1915495"/>
              <a:gd name="csX7" fmla="*/ 3055958 w 5185156"/>
              <a:gd name="csY7" fmla="*/ 134 h 1915495"/>
              <a:gd name="csX8" fmla="*/ 3785688 w 5185156"/>
              <a:gd name="csY8" fmla="*/ 470874 h 1915495"/>
              <a:gd name="csX9" fmla="*/ 4603083 w 5185156"/>
              <a:gd name="csY9" fmla="*/ 710589 h 1915495"/>
              <a:gd name="csX10" fmla="*/ 4922170 w 5185156"/>
              <a:gd name="csY10" fmla="*/ 1044916 h 1915495"/>
              <a:gd name="csX0" fmla="*/ 4793813 w 5056799"/>
              <a:gd name="csY0" fmla="*/ 1044951 h 1915530"/>
              <a:gd name="csX1" fmla="*/ 5056703 w 5056799"/>
              <a:gd name="csY1" fmla="*/ 1406901 h 1915530"/>
              <a:gd name="csX2" fmla="*/ 4758571 w 5056799"/>
              <a:gd name="csY2" fmla="*/ 1730751 h 1915530"/>
              <a:gd name="csX3" fmla="*/ 4275301 w 5056799"/>
              <a:gd name="csY3" fmla="*/ 1835714 h 1915530"/>
              <a:gd name="csX4" fmla="*/ 2422564 w 5056799"/>
              <a:gd name="csY4" fmla="*/ 1908686 h 1915530"/>
              <a:gd name="csX5" fmla="*/ 326312 w 5056799"/>
              <a:gd name="csY5" fmla="*/ 1659693 h 1915530"/>
              <a:gd name="csX6" fmla="*/ 274771 w 5056799"/>
              <a:gd name="csY6" fmla="*/ 525583 h 1915530"/>
              <a:gd name="csX7" fmla="*/ 2927601 w 5056799"/>
              <a:gd name="csY7" fmla="*/ 169 h 1915530"/>
              <a:gd name="csX8" fmla="*/ 3657331 w 5056799"/>
              <a:gd name="csY8" fmla="*/ 470909 h 1915530"/>
              <a:gd name="csX9" fmla="*/ 4474726 w 5056799"/>
              <a:gd name="csY9" fmla="*/ 710624 h 1915530"/>
              <a:gd name="csX10" fmla="*/ 4793813 w 5056799"/>
              <a:gd name="csY10" fmla="*/ 1044951 h 1915530"/>
              <a:gd name="csX0" fmla="*/ 4720683 w 4983669"/>
              <a:gd name="csY0" fmla="*/ 1044951 h 1915300"/>
              <a:gd name="csX1" fmla="*/ 4983573 w 4983669"/>
              <a:gd name="csY1" fmla="*/ 1406901 h 1915300"/>
              <a:gd name="csX2" fmla="*/ 4685441 w 4983669"/>
              <a:gd name="csY2" fmla="*/ 1730751 h 1915300"/>
              <a:gd name="csX3" fmla="*/ 4202171 w 4983669"/>
              <a:gd name="csY3" fmla="*/ 1835714 h 1915300"/>
              <a:gd name="csX4" fmla="*/ 2349434 w 4983669"/>
              <a:gd name="csY4" fmla="*/ 1908686 h 1915300"/>
              <a:gd name="csX5" fmla="*/ 426647 w 4983669"/>
              <a:gd name="csY5" fmla="*/ 1663743 h 1915300"/>
              <a:gd name="csX6" fmla="*/ 201641 w 4983669"/>
              <a:gd name="csY6" fmla="*/ 525583 h 1915300"/>
              <a:gd name="csX7" fmla="*/ 2854471 w 4983669"/>
              <a:gd name="csY7" fmla="*/ 169 h 1915300"/>
              <a:gd name="csX8" fmla="*/ 3584201 w 4983669"/>
              <a:gd name="csY8" fmla="*/ 470909 h 1915300"/>
              <a:gd name="csX9" fmla="*/ 4401596 w 4983669"/>
              <a:gd name="csY9" fmla="*/ 710624 h 1915300"/>
              <a:gd name="csX10" fmla="*/ 4720683 w 4983669"/>
              <a:gd name="csY10" fmla="*/ 1044951 h 1915300"/>
              <a:gd name="csX0" fmla="*/ 4720683 w 4998043"/>
              <a:gd name="csY0" fmla="*/ 1044951 h 1915300"/>
              <a:gd name="csX1" fmla="*/ 4983573 w 4998043"/>
              <a:gd name="csY1" fmla="*/ 1406901 h 1915300"/>
              <a:gd name="csX2" fmla="*/ 4928096 w 4998043"/>
              <a:gd name="csY2" fmla="*/ 1567132 h 1915300"/>
              <a:gd name="csX3" fmla="*/ 4685441 w 4998043"/>
              <a:gd name="csY3" fmla="*/ 1730751 h 1915300"/>
              <a:gd name="csX4" fmla="*/ 4202171 w 4998043"/>
              <a:gd name="csY4" fmla="*/ 1835714 h 1915300"/>
              <a:gd name="csX5" fmla="*/ 2349434 w 4998043"/>
              <a:gd name="csY5" fmla="*/ 1908686 h 1915300"/>
              <a:gd name="csX6" fmla="*/ 426647 w 4998043"/>
              <a:gd name="csY6" fmla="*/ 1663743 h 1915300"/>
              <a:gd name="csX7" fmla="*/ 201641 w 4998043"/>
              <a:gd name="csY7" fmla="*/ 525583 h 1915300"/>
              <a:gd name="csX8" fmla="*/ 2854471 w 4998043"/>
              <a:gd name="csY8" fmla="*/ 169 h 1915300"/>
              <a:gd name="csX9" fmla="*/ 3584201 w 4998043"/>
              <a:gd name="csY9" fmla="*/ 470909 h 1915300"/>
              <a:gd name="csX10" fmla="*/ 4401596 w 4998043"/>
              <a:gd name="csY10" fmla="*/ 710624 h 1915300"/>
              <a:gd name="csX11" fmla="*/ 4720683 w 4998043"/>
              <a:gd name="csY11" fmla="*/ 1044951 h 19153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998043" h="1915300">
                <a:moveTo>
                  <a:pt x="4720683" y="1044951"/>
                </a:moveTo>
                <a:cubicBezTo>
                  <a:pt x="4832126" y="1178301"/>
                  <a:pt x="4979763" y="1289744"/>
                  <a:pt x="4983573" y="1406901"/>
                </a:cubicBezTo>
                <a:cubicBezTo>
                  <a:pt x="5021756" y="1490556"/>
                  <a:pt x="4977785" y="1513157"/>
                  <a:pt x="4928096" y="1567132"/>
                </a:cubicBezTo>
                <a:cubicBezTo>
                  <a:pt x="4878407" y="1621107"/>
                  <a:pt x="4806429" y="1685987"/>
                  <a:pt x="4685441" y="1730751"/>
                </a:cubicBezTo>
                <a:cubicBezTo>
                  <a:pt x="4564454" y="1775515"/>
                  <a:pt x="4591506" y="1806058"/>
                  <a:pt x="4202171" y="1835714"/>
                </a:cubicBezTo>
                <a:cubicBezTo>
                  <a:pt x="3812836" y="1865370"/>
                  <a:pt x="2978688" y="1937348"/>
                  <a:pt x="2349434" y="1908686"/>
                </a:cubicBezTo>
                <a:cubicBezTo>
                  <a:pt x="1720180" y="1880024"/>
                  <a:pt x="784612" y="1894260"/>
                  <a:pt x="426647" y="1663743"/>
                </a:cubicBezTo>
                <a:cubicBezTo>
                  <a:pt x="68682" y="1433226"/>
                  <a:pt x="-202996" y="802845"/>
                  <a:pt x="201641" y="525583"/>
                </a:cubicBezTo>
                <a:cubicBezTo>
                  <a:pt x="606278" y="248321"/>
                  <a:pt x="2290711" y="9281"/>
                  <a:pt x="2854471" y="169"/>
                </a:cubicBezTo>
                <a:cubicBezTo>
                  <a:pt x="3418231" y="-8943"/>
                  <a:pt x="3326347" y="352500"/>
                  <a:pt x="3584201" y="470909"/>
                </a:cubicBezTo>
                <a:cubicBezTo>
                  <a:pt x="3842055" y="589318"/>
                  <a:pt x="4248321" y="613600"/>
                  <a:pt x="4401596" y="710624"/>
                </a:cubicBezTo>
                <a:cubicBezTo>
                  <a:pt x="4533993" y="756344"/>
                  <a:pt x="4609241" y="911601"/>
                  <a:pt x="4720683" y="1044951"/>
                </a:cubicBezTo>
                <a:close/>
              </a:path>
            </a:pathLst>
          </a:custGeom>
          <a:solidFill>
            <a:schemeClr val="accent4">
              <a:lumMod val="50000"/>
            </a:schemeClr>
          </a:solidFill>
          <a:ln w="9525" cap="flat">
            <a:noFill/>
            <a:prstDash val="solid"/>
            <a:miter/>
          </a:ln>
        </p:spPr>
        <p:txBody>
          <a:bodyPr/>
          <a:lstStyle/>
          <a:p>
            <a:endParaRPr lang="en-US">
              <a:noFill/>
            </a:endParaRPr>
          </a:p>
        </p:txBody>
      </p:sp>
      <p:sp>
        <p:nvSpPr>
          <p:cNvPr id="18" name="Content Placeholder 2">
            <a:extLst>
              <a:ext uri="{FF2B5EF4-FFF2-40B4-BE49-F238E27FC236}">
                <a16:creationId xmlns:a16="http://schemas.microsoft.com/office/drawing/2014/main" id="{E7407272-FA66-6FAC-CBB4-0A9C6BBAF3D7}"/>
              </a:ext>
            </a:extLst>
          </p:cNvPr>
          <p:cNvSpPr txBox="1">
            <a:spLocks/>
          </p:cNvSpPr>
          <p:nvPr/>
        </p:nvSpPr>
        <p:spPr>
          <a:xfrm rot="21142799">
            <a:off x="6566945" y="4575530"/>
            <a:ext cx="5938251" cy="2554179"/>
          </a:xfrm>
          <a:prstGeom prst="rect">
            <a:avLst/>
          </a:prstGeom>
          <a:ln>
            <a:noFill/>
          </a:ln>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t>XX XX XXXXXXXXXXXXXXXXXXXXXXX</a:t>
            </a:r>
          </a:p>
          <a:p>
            <a:pPr marL="0" indent="0">
              <a:buNone/>
            </a:pPr>
            <a:r>
              <a:rPr lang="en-US"/>
              <a:t>XX XX XXXXXX XXXXXXXXXXXX</a:t>
            </a:r>
          </a:p>
          <a:p>
            <a:pPr marL="0" indent="0">
              <a:buNone/>
            </a:pPr>
            <a:r>
              <a:rPr lang="en-US"/>
              <a:t>XX XX XXXXXXXXXXXXXX</a:t>
            </a:r>
          </a:p>
        </p:txBody>
      </p:sp>
    </p:spTree>
    <p:extLst>
      <p:ext uri="{BB962C8B-B14F-4D97-AF65-F5344CB8AC3E}">
        <p14:creationId xmlns:p14="http://schemas.microsoft.com/office/powerpoint/2010/main" val="32247397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Word"/>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2" accel="100000" fill="hold" grpId="0" nodeType="clickEffect">
                                  <p:stCondLst>
                                    <p:cond delay="0"/>
                                  </p:stCondLst>
                                  <p:childTnLst>
                                    <p:anim calcmode="lin" valueType="num">
                                      <p:cBhvr additive="base">
                                        <p:cTn id="6" dur="500"/>
                                        <p:tgtEl>
                                          <p:spTgt spid="2"/>
                                        </p:tgtEl>
                                        <p:attrNameLst>
                                          <p:attrName>ppt_x</p:attrName>
                                        </p:attrNameLst>
                                      </p:cBhvr>
                                      <p:tavLst>
                                        <p:tav tm="0">
                                          <p:val>
                                            <p:strVal val="ppt_x"/>
                                          </p:val>
                                        </p:tav>
                                        <p:tav tm="100000">
                                          <p:val>
                                            <p:strVal val="1+ppt_w/2"/>
                                          </p:val>
                                        </p:tav>
                                      </p:tavLst>
                                    </p:anim>
                                    <p:anim calcmode="lin" valueType="num">
                                      <p:cBhvr additive="base">
                                        <p:cTn id="7" dur="500"/>
                                        <p:tgtEl>
                                          <p:spTgt spid="2"/>
                                        </p:tgtEl>
                                        <p:attrNameLst>
                                          <p:attrName>ppt_y</p:attrName>
                                        </p:attrNameLst>
                                      </p:cBhvr>
                                      <p:tavLst>
                                        <p:tav tm="0">
                                          <p:val>
                                            <p:strVal val="ppt_y"/>
                                          </p:val>
                                        </p:tav>
                                        <p:tav tm="100000">
                                          <p:val>
                                            <p:strVal val="ppt_y"/>
                                          </p:val>
                                        </p:tav>
                                      </p:tavLst>
                                    </p:anim>
                                    <p:set>
                                      <p:cBhvr>
                                        <p:cTn id="8" dur="1" fill="hold">
                                          <p:stCondLst>
                                            <p:cond delay="499"/>
                                          </p:stCondLst>
                                        </p:cTn>
                                        <p:tgtEl>
                                          <p:spTgt spid="2"/>
                                        </p:tgtEl>
                                        <p:attrNameLst>
                                          <p:attrName>style.visibility</p:attrName>
                                        </p:attrNameLst>
                                      </p:cBhvr>
                                      <p:to>
                                        <p:strVal val="hidden"/>
                                      </p:to>
                                    </p:set>
                                  </p:childTnLst>
                                </p:cTn>
                              </p:par>
                            </p:childTnLst>
                          </p:cTn>
                        </p:par>
                        <p:par>
                          <p:cTn id="9" fill="hold">
                            <p:stCondLst>
                              <p:cond delay="500"/>
                            </p:stCondLst>
                            <p:childTnLst>
                              <p:par>
                                <p:cTn id="10" presetID="2" presetClass="exit" presetSubtype="2" accel="100000" fill="hold" grpId="0" nodeType="afterEffect">
                                  <p:stCondLst>
                                    <p:cond delay="0"/>
                                  </p:stCondLst>
                                  <p:childTnLst>
                                    <p:anim calcmode="lin" valueType="num">
                                      <p:cBhvr additive="base">
                                        <p:cTn id="11" dur="500"/>
                                        <p:tgtEl>
                                          <p:spTgt spid="3">
                                            <p:txEl>
                                              <p:pRg st="0" end="0"/>
                                            </p:txEl>
                                          </p:spTgt>
                                        </p:tgtEl>
                                        <p:attrNameLst>
                                          <p:attrName>ppt_x</p:attrName>
                                        </p:attrNameLst>
                                      </p:cBhvr>
                                      <p:tavLst>
                                        <p:tav tm="0">
                                          <p:val>
                                            <p:strVal val="ppt_x"/>
                                          </p:val>
                                        </p:tav>
                                        <p:tav tm="100000">
                                          <p:val>
                                            <p:strVal val="1+ppt_w/2"/>
                                          </p:val>
                                        </p:tav>
                                      </p:tavLst>
                                    </p:anim>
                                    <p:anim calcmode="lin" valueType="num">
                                      <p:cBhvr additive="base">
                                        <p:cTn id="12" dur="500"/>
                                        <p:tgtEl>
                                          <p:spTgt spid="3">
                                            <p:txEl>
                                              <p:pRg st="0" end="0"/>
                                            </p:txEl>
                                          </p:spTgt>
                                        </p:tgtEl>
                                        <p:attrNameLst>
                                          <p:attrName>ppt_y</p:attrName>
                                        </p:attrNameLst>
                                      </p:cBhvr>
                                      <p:tavLst>
                                        <p:tav tm="0">
                                          <p:val>
                                            <p:strVal val="ppt_y"/>
                                          </p:val>
                                        </p:tav>
                                        <p:tav tm="100000">
                                          <p:val>
                                            <p:strVal val="ppt_y"/>
                                          </p:val>
                                        </p:tav>
                                      </p:tavLst>
                                    </p:anim>
                                    <p:set>
                                      <p:cBhvr>
                                        <p:cTn id="13" dur="1" fill="hold">
                                          <p:stCondLst>
                                            <p:cond delay="499"/>
                                          </p:stCondLst>
                                        </p:cTn>
                                        <p:tgtEl>
                                          <p:spTgt spid="3">
                                            <p:txEl>
                                              <p:pRg st="0" end="0"/>
                                            </p:txEl>
                                          </p:spTgt>
                                        </p:tgtEl>
                                        <p:attrNameLst>
                                          <p:attrName>style.visibility</p:attrName>
                                        </p:attrNameLst>
                                      </p:cBhvr>
                                      <p:to>
                                        <p:strVal val="hidden"/>
                                      </p:to>
                                    </p:set>
                                  </p:childTnLst>
                                </p:cTn>
                              </p:par>
                            </p:childTnLst>
                          </p:cTn>
                        </p:par>
                        <p:par>
                          <p:cTn id="14" fill="hold">
                            <p:stCondLst>
                              <p:cond delay="1000"/>
                            </p:stCondLst>
                            <p:childTnLst>
                              <p:par>
                                <p:cTn id="15" presetID="2" presetClass="exit" presetSubtype="2" accel="100000" fill="hold" grpId="0" nodeType="afterEffect">
                                  <p:stCondLst>
                                    <p:cond delay="0"/>
                                  </p:stCondLst>
                                  <p:childTnLst>
                                    <p:anim calcmode="lin" valueType="num">
                                      <p:cBhvr additive="base">
                                        <p:cTn id="16" dur="500"/>
                                        <p:tgtEl>
                                          <p:spTgt spid="3">
                                            <p:txEl>
                                              <p:pRg st="1" end="1"/>
                                            </p:txEl>
                                          </p:spTgt>
                                        </p:tgtEl>
                                        <p:attrNameLst>
                                          <p:attrName>ppt_x</p:attrName>
                                        </p:attrNameLst>
                                      </p:cBhvr>
                                      <p:tavLst>
                                        <p:tav tm="0">
                                          <p:val>
                                            <p:strVal val="ppt_x"/>
                                          </p:val>
                                        </p:tav>
                                        <p:tav tm="100000">
                                          <p:val>
                                            <p:strVal val="1+ppt_w/2"/>
                                          </p:val>
                                        </p:tav>
                                      </p:tavLst>
                                    </p:anim>
                                    <p:anim calcmode="lin" valueType="num">
                                      <p:cBhvr additive="base">
                                        <p:cTn id="17" dur="500"/>
                                        <p:tgtEl>
                                          <p:spTgt spid="3">
                                            <p:txEl>
                                              <p:pRg st="1" end="1"/>
                                            </p:txEl>
                                          </p:spTgt>
                                        </p:tgtEl>
                                        <p:attrNameLst>
                                          <p:attrName>ppt_y</p:attrName>
                                        </p:attrNameLst>
                                      </p:cBhvr>
                                      <p:tavLst>
                                        <p:tav tm="0">
                                          <p:val>
                                            <p:strVal val="ppt_y"/>
                                          </p:val>
                                        </p:tav>
                                        <p:tav tm="100000">
                                          <p:val>
                                            <p:strVal val="ppt_y"/>
                                          </p:val>
                                        </p:tav>
                                      </p:tavLst>
                                    </p:anim>
                                    <p:set>
                                      <p:cBhvr>
                                        <p:cTn id="18" dur="1" fill="hold">
                                          <p:stCondLst>
                                            <p:cond delay="499"/>
                                          </p:stCondLst>
                                        </p:cTn>
                                        <p:tgtEl>
                                          <p:spTgt spid="3">
                                            <p:txEl>
                                              <p:pRg st="1" end="1"/>
                                            </p:txEl>
                                          </p:spTgt>
                                        </p:tgtEl>
                                        <p:attrNameLst>
                                          <p:attrName>style.visibility</p:attrName>
                                        </p:attrNameLst>
                                      </p:cBhvr>
                                      <p:to>
                                        <p:strVal val="hidden"/>
                                      </p:to>
                                    </p:set>
                                  </p:childTnLst>
                                </p:cTn>
                              </p:par>
                            </p:childTnLst>
                          </p:cTn>
                        </p:par>
                        <p:par>
                          <p:cTn id="19" fill="hold">
                            <p:stCondLst>
                              <p:cond delay="1500"/>
                            </p:stCondLst>
                            <p:childTnLst>
                              <p:par>
                                <p:cTn id="20" presetID="2" presetClass="exit" presetSubtype="6" accel="100000" fill="hold" nodeType="afterEffect">
                                  <p:stCondLst>
                                    <p:cond delay="0"/>
                                  </p:stCondLst>
                                  <p:childTnLst>
                                    <p:anim calcmode="lin" valueType="num">
                                      <p:cBhvr additive="base">
                                        <p:cTn id="21" dur="500"/>
                                        <p:tgtEl>
                                          <p:spTgt spid="18">
                                            <p:txEl>
                                              <p:pRg st="0" end="0"/>
                                            </p:txEl>
                                          </p:spTgt>
                                        </p:tgtEl>
                                        <p:attrNameLst>
                                          <p:attrName>ppt_x</p:attrName>
                                        </p:attrNameLst>
                                      </p:cBhvr>
                                      <p:tavLst>
                                        <p:tav tm="0">
                                          <p:val>
                                            <p:strVal val="ppt_x"/>
                                          </p:val>
                                        </p:tav>
                                        <p:tav tm="100000">
                                          <p:val>
                                            <p:strVal val="1+ppt_w/2"/>
                                          </p:val>
                                        </p:tav>
                                      </p:tavLst>
                                    </p:anim>
                                    <p:anim calcmode="lin" valueType="num">
                                      <p:cBhvr additive="base">
                                        <p:cTn id="22" dur="500"/>
                                        <p:tgtEl>
                                          <p:spTgt spid="18">
                                            <p:txEl>
                                              <p:pRg st="0" end="0"/>
                                            </p:txEl>
                                          </p:spTgt>
                                        </p:tgtEl>
                                        <p:attrNameLst>
                                          <p:attrName>ppt_y</p:attrName>
                                        </p:attrNameLst>
                                      </p:cBhvr>
                                      <p:tavLst>
                                        <p:tav tm="0">
                                          <p:val>
                                            <p:strVal val="ppt_y"/>
                                          </p:val>
                                        </p:tav>
                                        <p:tav tm="100000">
                                          <p:val>
                                            <p:strVal val="1+ppt_h/2"/>
                                          </p:val>
                                        </p:tav>
                                      </p:tavLst>
                                    </p:anim>
                                    <p:set>
                                      <p:cBhvr>
                                        <p:cTn id="23" dur="1" fill="hold">
                                          <p:stCondLst>
                                            <p:cond delay="499"/>
                                          </p:stCondLst>
                                        </p:cTn>
                                        <p:tgtEl>
                                          <p:spTgt spid="18">
                                            <p:txEl>
                                              <p:pRg st="0" end="0"/>
                                            </p:txEl>
                                          </p:spTgt>
                                        </p:tgtEl>
                                        <p:attrNameLst>
                                          <p:attrName>style.visibility</p:attrName>
                                        </p:attrNameLst>
                                      </p:cBhvr>
                                      <p:to>
                                        <p:strVal val="hidden"/>
                                      </p:to>
                                    </p:set>
                                  </p:childTnLst>
                                </p:cTn>
                              </p:par>
                              <p:par>
                                <p:cTn id="24" presetID="2" presetClass="exit" presetSubtype="6" accel="100000" fill="hold" nodeType="withEffect">
                                  <p:stCondLst>
                                    <p:cond delay="0"/>
                                  </p:stCondLst>
                                  <p:childTnLst>
                                    <p:anim calcmode="lin" valueType="num">
                                      <p:cBhvr additive="base">
                                        <p:cTn id="25" dur="500"/>
                                        <p:tgtEl>
                                          <p:spTgt spid="18">
                                            <p:txEl>
                                              <p:pRg st="1" end="1"/>
                                            </p:txEl>
                                          </p:spTgt>
                                        </p:tgtEl>
                                        <p:attrNameLst>
                                          <p:attrName>ppt_x</p:attrName>
                                        </p:attrNameLst>
                                      </p:cBhvr>
                                      <p:tavLst>
                                        <p:tav tm="0">
                                          <p:val>
                                            <p:strVal val="ppt_x"/>
                                          </p:val>
                                        </p:tav>
                                        <p:tav tm="100000">
                                          <p:val>
                                            <p:strVal val="1+ppt_w/2"/>
                                          </p:val>
                                        </p:tav>
                                      </p:tavLst>
                                    </p:anim>
                                    <p:anim calcmode="lin" valueType="num">
                                      <p:cBhvr additive="base">
                                        <p:cTn id="26" dur="500"/>
                                        <p:tgtEl>
                                          <p:spTgt spid="18">
                                            <p:txEl>
                                              <p:pRg st="1" end="1"/>
                                            </p:txEl>
                                          </p:spTgt>
                                        </p:tgtEl>
                                        <p:attrNameLst>
                                          <p:attrName>ppt_y</p:attrName>
                                        </p:attrNameLst>
                                      </p:cBhvr>
                                      <p:tavLst>
                                        <p:tav tm="0">
                                          <p:val>
                                            <p:strVal val="ppt_y"/>
                                          </p:val>
                                        </p:tav>
                                        <p:tav tm="100000">
                                          <p:val>
                                            <p:strVal val="1+ppt_h/2"/>
                                          </p:val>
                                        </p:tav>
                                      </p:tavLst>
                                    </p:anim>
                                    <p:set>
                                      <p:cBhvr>
                                        <p:cTn id="27" dur="1" fill="hold">
                                          <p:stCondLst>
                                            <p:cond delay="499"/>
                                          </p:stCondLst>
                                        </p:cTn>
                                        <p:tgtEl>
                                          <p:spTgt spid="18">
                                            <p:txEl>
                                              <p:pRg st="1" end="1"/>
                                            </p:txEl>
                                          </p:spTgt>
                                        </p:tgtEl>
                                        <p:attrNameLst>
                                          <p:attrName>style.visibility</p:attrName>
                                        </p:attrNameLst>
                                      </p:cBhvr>
                                      <p:to>
                                        <p:strVal val="hidden"/>
                                      </p:to>
                                    </p:set>
                                  </p:childTnLst>
                                </p:cTn>
                              </p:par>
                              <p:par>
                                <p:cTn id="28" presetID="2" presetClass="exit" presetSubtype="6" accel="100000" fill="hold" nodeType="withEffect">
                                  <p:stCondLst>
                                    <p:cond delay="0"/>
                                  </p:stCondLst>
                                  <p:childTnLst>
                                    <p:anim calcmode="lin" valueType="num">
                                      <p:cBhvr additive="base">
                                        <p:cTn id="29" dur="500"/>
                                        <p:tgtEl>
                                          <p:spTgt spid="18">
                                            <p:txEl>
                                              <p:pRg st="2" end="2"/>
                                            </p:txEl>
                                          </p:spTgt>
                                        </p:tgtEl>
                                        <p:attrNameLst>
                                          <p:attrName>ppt_x</p:attrName>
                                        </p:attrNameLst>
                                      </p:cBhvr>
                                      <p:tavLst>
                                        <p:tav tm="0">
                                          <p:val>
                                            <p:strVal val="ppt_x"/>
                                          </p:val>
                                        </p:tav>
                                        <p:tav tm="100000">
                                          <p:val>
                                            <p:strVal val="1+ppt_w/2"/>
                                          </p:val>
                                        </p:tav>
                                      </p:tavLst>
                                    </p:anim>
                                    <p:anim calcmode="lin" valueType="num">
                                      <p:cBhvr additive="base">
                                        <p:cTn id="30" dur="500"/>
                                        <p:tgtEl>
                                          <p:spTgt spid="18">
                                            <p:txEl>
                                              <p:pRg st="2" end="2"/>
                                            </p:txEl>
                                          </p:spTgt>
                                        </p:tgtEl>
                                        <p:attrNameLst>
                                          <p:attrName>ppt_y</p:attrName>
                                        </p:attrNameLst>
                                      </p:cBhvr>
                                      <p:tavLst>
                                        <p:tav tm="0">
                                          <p:val>
                                            <p:strVal val="ppt_y"/>
                                          </p:val>
                                        </p:tav>
                                        <p:tav tm="100000">
                                          <p:val>
                                            <p:strVal val="1+ppt_h/2"/>
                                          </p:val>
                                        </p:tav>
                                      </p:tavLst>
                                    </p:anim>
                                    <p:set>
                                      <p:cBhvr>
                                        <p:cTn id="31" dur="1" fill="hold">
                                          <p:stCondLst>
                                            <p:cond delay="499"/>
                                          </p:stCondLst>
                                        </p:cTn>
                                        <p:tgtEl>
                                          <p:spTgt spid="18">
                                            <p:txEl>
                                              <p:pRg st="2" end="2"/>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accent4">
            <a:lumMod val="40000"/>
            <a:lumOff val="60000"/>
          </a:schemeClr>
        </a:solidFill>
        <a:effectLst/>
      </p:bgPr>
    </p:bg>
    <p:spTree>
      <p:nvGrpSpPr>
        <p:cNvPr id="1" name="">
          <a:extLst>
            <a:ext uri="{FF2B5EF4-FFF2-40B4-BE49-F238E27FC236}">
              <a16:creationId xmlns:a16="http://schemas.microsoft.com/office/drawing/2014/main" id="{7EA06ADA-6F5D-0E82-4F75-362BEE03CD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8F8129-D900-8140-7AAF-657A830F6113}"/>
              </a:ext>
            </a:extLst>
          </p:cNvPr>
          <p:cNvSpPr>
            <a:spLocks noGrp="1"/>
          </p:cNvSpPr>
          <p:nvPr>
            <p:ph type="title"/>
          </p:nvPr>
        </p:nvSpPr>
        <p:spPr/>
        <p:txBody>
          <a:bodyPr/>
          <a:lstStyle/>
          <a:p>
            <a:r>
              <a:rPr lang="en-US"/>
              <a:t>XXXXXXXXX</a:t>
            </a:r>
          </a:p>
        </p:txBody>
      </p:sp>
      <p:sp>
        <p:nvSpPr>
          <p:cNvPr id="3" name="Content Placeholder 2">
            <a:extLst>
              <a:ext uri="{FF2B5EF4-FFF2-40B4-BE49-F238E27FC236}">
                <a16:creationId xmlns:a16="http://schemas.microsoft.com/office/drawing/2014/main" id="{4BAA6AC2-493D-95C1-19E2-F5D882F7F395}"/>
              </a:ext>
            </a:extLst>
          </p:cNvPr>
          <p:cNvSpPr>
            <a:spLocks noGrp="1"/>
          </p:cNvSpPr>
          <p:nvPr>
            <p:ph idx="1"/>
          </p:nvPr>
        </p:nvSpPr>
        <p:spPr>
          <a:xfrm>
            <a:off x="838200" y="1479642"/>
            <a:ext cx="10287000" cy="4351338"/>
          </a:xfrm>
        </p:spPr>
        <p:txBody>
          <a:bodyPr>
            <a:normAutofit fontScale="92500" lnSpcReduction="10000"/>
          </a:bodyPr>
          <a:lstStyle/>
          <a:p>
            <a:pPr marL="0" indent="0">
              <a:buNone/>
            </a:pPr>
            <a:r>
              <a:rPr lang="en-US"/>
              <a:t>XX XXXX XXX X XXXXXX XX XXXXXXXX XXXXXX XXXXXXXXX XXXXX XXXXXXXXX XXXXXXXX XXX XXXXXXX XXXXXXXX X XXXXXXXXXX XXXX XXXXXXXXXX XXX XXXXXXXXXX XXXXXXX X XXXXXX XXX XXXX XX XXXXXXXXXX XXXXXXXXXX XXXXXX XXXXX XXX XX XX XXX XXXX XXXXX</a:t>
            </a:r>
          </a:p>
          <a:p>
            <a:pPr marL="0" indent="0">
              <a:buNone/>
            </a:pPr>
            <a:r>
              <a:rPr lang="en-US"/>
              <a:t>XX XXXX XXX XXXXX X XXXX XXXXXXX X XXXXXX XXX XXXXXXXXXXXX XXXXXXXXX XXXXX XXXXX X XXXXXXXX XXXX XX XXXXXXXX XXX XXXXXXXXXX XX XXX XXXXXXX XXXXXXXXX XXX XXX XXXXXXX XXXXXXXX XXXXXXX XXX XX XXXX XXXXXXXXX XXXXXXXXXXX X XXXXXX XXX XXX XXXXXX XX XXXXXX XXXXX XXXXXXXX XXX XX XX XXXXXXXXX XXXXXX XXXXXX XXXXXX XXXX XXXXXXXX X XXXX X XXXXX</a:t>
            </a:r>
          </a:p>
        </p:txBody>
      </p:sp>
      <p:sp>
        <p:nvSpPr>
          <p:cNvPr id="4" name="Graphic 127">
            <a:extLst>
              <a:ext uri="{FF2B5EF4-FFF2-40B4-BE49-F238E27FC236}">
                <a16:creationId xmlns:a16="http://schemas.microsoft.com/office/drawing/2014/main" id="{B5FF518A-0C7E-5695-9890-79012FB9F025}"/>
              </a:ext>
            </a:extLst>
          </p:cNvPr>
          <p:cNvSpPr/>
          <p:nvPr/>
        </p:nvSpPr>
        <p:spPr>
          <a:xfrm rot="15863717" flipV="1">
            <a:off x="599169" y="-452328"/>
            <a:ext cx="3829559" cy="15552908"/>
          </a:xfrm>
          <a:custGeom>
            <a:avLst/>
            <a:gdLst>
              <a:gd name="csX0" fmla="*/ 3086062 w 3829558"/>
              <a:gd name="csY0" fmla="*/ 3905196 h 15209314"/>
              <a:gd name="csX1" fmla="*/ 3809673 w 3829558"/>
              <a:gd name="csY1" fmla="*/ 9695864 h 15209314"/>
              <a:gd name="csX2" fmla="*/ 2440601 w 3829558"/>
              <a:gd name="csY2" fmla="*/ 13914361 h 15209314"/>
              <a:gd name="csX3" fmla="*/ 741562 w 3829558"/>
              <a:gd name="csY3" fmla="*/ 14802979 h 15209314"/>
              <a:gd name="csX4" fmla="*/ 290029 w 3829558"/>
              <a:gd name="csY4" fmla="*/ 9051372 h 15209314"/>
              <a:gd name="csX5" fmla="*/ 64262 w 3829558"/>
              <a:gd name="csY5" fmla="*/ 2928692 h 15209314"/>
              <a:gd name="csX6" fmla="*/ 1517273 w 3829558"/>
              <a:gd name="csY6" fmla="*/ 18711 h 15209314"/>
              <a:gd name="csX7" fmla="*/ 3086062 w 3829558"/>
              <a:gd name="csY7" fmla="*/ 3905196 h 15209314"/>
              <a:gd name="csX0" fmla="*/ 3085962 w 3829559"/>
              <a:gd name="csY0" fmla="*/ 3972473 h 15276692"/>
              <a:gd name="csX1" fmla="*/ 3809573 w 3829559"/>
              <a:gd name="csY1" fmla="*/ 9763141 h 15276692"/>
              <a:gd name="csX2" fmla="*/ 2440501 w 3829559"/>
              <a:gd name="csY2" fmla="*/ 13981638 h 15276692"/>
              <a:gd name="csX3" fmla="*/ 741462 w 3829559"/>
              <a:gd name="csY3" fmla="*/ 14870256 h 15276692"/>
              <a:gd name="csX4" fmla="*/ 289929 w 3829559"/>
              <a:gd name="csY4" fmla="*/ 9118649 h 15276692"/>
              <a:gd name="csX5" fmla="*/ 64162 w 3829559"/>
              <a:gd name="csY5" fmla="*/ 2995969 h 15276692"/>
              <a:gd name="csX6" fmla="*/ 1517173 w 3829559"/>
              <a:gd name="csY6" fmla="*/ 85988 h 15276692"/>
              <a:gd name="csX7" fmla="*/ 2420764 w 3829559"/>
              <a:gd name="csY7" fmla="*/ 1056665 h 15276692"/>
              <a:gd name="csX8" fmla="*/ 3085962 w 3829559"/>
              <a:gd name="csY8" fmla="*/ 3972473 h 15276692"/>
              <a:gd name="csX0" fmla="*/ 3085962 w 3829559"/>
              <a:gd name="csY0" fmla="*/ 4586462 h 15890681"/>
              <a:gd name="csX1" fmla="*/ 3809573 w 3829559"/>
              <a:gd name="csY1" fmla="*/ 10377130 h 15890681"/>
              <a:gd name="csX2" fmla="*/ 2440501 w 3829559"/>
              <a:gd name="csY2" fmla="*/ 14595627 h 15890681"/>
              <a:gd name="csX3" fmla="*/ 741462 w 3829559"/>
              <a:gd name="csY3" fmla="*/ 15484245 h 15890681"/>
              <a:gd name="csX4" fmla="*/ 289929 w 3829559"/>
              <a:gd name="csY4" fmla="*/ 9732638 h 15890681"/>
              <a:gd name="csX5" fmla="*/ 64162 w 3829559"/>
              <a:gd name="csY5" fmla="*/ 3609958 h 15890681"/>
              <a:gd name="csX6" fmla="*/ 1108934 w 3829559"/>
              <a:gd name="csY6" fmla="*/ 50945 h 15890681"/>
              <a:gd name="csX7" fmla="*/ 2420764 w 3829559"/>
              <a:gd name="csY7" fmla="*/ 1670654 h 15890681"/>
              <a:gd name="csX8" fmla="*/ 3085962 w 3829559"/>
              <a:gd name="csY8" fmla="*/ 4586462 h 15890681"/>
              <a:gd name="csX0" fmla="*/ 3085962 w 3829559"/>
              <a:gd name="csY0" fmla="*/ 4248689 h 15552908"/>
              <a:gd name="csX1" fmla="*/ 3809573 w 3829559"/>
              <a:gd name="csY1" fmla="*/ 10039357 h 15552908"/>
              <a:gd name="csX2" fmla="*/ 2440501 w 3829559"/>
              <a:gd name="csY2" fmla="*/ 14257854 h 15552908"/>
              <a:gd name="csX3" fmla="*/ 741462 w 3829559"/>
              <a:gd name="csY3" fmla="*/ 15146472 h 15552908"/>
              <a:gd name="csX4" fmla="*/ 289929 w 3829559"/>
              <a:gd name="csY4" fmla="*/ 9394865 h 15552908"/>
              <a:gd name="csX5" fmla="*/ 64162 w 3829559"/>
              <a:gd name="csY5" fmla="*/ 3272185 h 15552908"/>
              <a:gd name="csX6" fmla="*/ 1028672 w 3829559"/>
              <a:gd name="csY6" fmla="*/ 65596 h 15552908"/>
              <a:gd name="csX7" fmla="*/ 2420764 w 3829559"/>
              <a:gd name="csY7" fmla="*/ 1332881 h 15552908"/>
              <a:gd name="csX8" fmla="*/ 3085962 w 3829559"/>
              <a:gd name="csY8" fmla="*/ 4248689 h 155529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829559" h="15552908">
                <a:moveTo>
                  <a:pt x="3085962" y="4248689"/>
                </a:moveTo>
                <a:cubicBezTo>
                  <a:pt x="3540389" y="6182167"/>
                  <a:pt x="3922456" y="8281650"/>
                  <a:pt x="3809573" y="10039357"/>
                </a:cubicBezTo>
                <a:cubicBezTo>
                  <a:pt x="3699584" y="11787299"/>
                  <a:pt x="3094645" y="13193465"/>
                  <a:pt x="2440501" y="14257854"/>
                </a:cubicBezTo>
                <a:cubicBezTo>
                  <a:pt x="1786356" y="15322243"/>
                  <a:pt x="1083006" y="16044856"/>
                  <a:pt x="741462" y="15146472"/>
                </a:cubicBezTo>
                <a:cubicBezTo>
                  <a:pt x="399918" y="14238324"/>
                  <a:pt x="420179" y="11709179"/>
                  <a:pt x="289929" y="9394865"/>
                </a:cubicBezTo>
                <a:cubicBezTo>
                  <a:pt x="156784" y="7090316"/>
                  <a:pt x="-126871" y="5000597"/>
                  <a:pt x="64162" y="3272185"/>
                </a:cubicBezTo>
                <a:cubicBezTo>
                  <a:pt x="255195" y="1534009"/>
                  <a:pt x="635905" y="388813"/>
                  <a:pt x="1028672" y="65596"/>
                </a:cubicBezTo>
                <a:cubicBezTo>
                  <a:pt x="1421439" y="-257621"/>
                  <a:pt x="2159299" y="685134"/>
                  <a:pt x="2420764" y="1332881"/>
                </a:cubicBezTo>
                <a:cubicBezTo>
                  <a:pt x="2682229" y="1980628"/>
                  <a:pt x="2836406" y="2840858"/>
                  <a:pt x="3085962" y="4248689"/>
                </a:cubicBezTo>
                <a:close/>
              </a:path>
            </a:pathLst>
          </a:custGeom>
          <a:solidFill>
            <a:schemeClr val="accent4">
              <a:lumMod val="60000"/>
              <a:lumOff val="40000"/>
            </a:schemeClr>
          </a:solidFill>
          <a:ln w="28908" cap="flat">
            <a:noFill/>
            <a:prstDash val="solid"/>
            <a:miter/>
          </a:ln>
        </p:spPr>
        <p:txBody>
          <a:bodyPr/>
          <a:lstStyle/>
          <a:p>
            <a:endParaRPr lang="en-US"/>
          </a:p>
        </p:txBody>
      </p:sp>
      <p:sp>
        <p:nvSpPr>
          <p:cNvPr id="5" name="Graphic 129">
            <a:extLst>
              <a:ext uri="{FF2B5EF4-FFF2-40B4-BE49-F238E27FC236}">
                <a16:creationId xmlns:a16="http://schemas.microsoft.com/office/drawing/2014/main" id="{013622E5-1809-9FB5-FE31-2C15E460884F}"/>
              </a:ext>
            </a:extLst>
          </p:cNvPr>
          <p:cNvSpPr/>
          <p:nvPr/>
        </p:nvSpPr>
        <p:spPr>
          <a:xfrm rot="5063717" flipH="1">
            <a:off x="2979576" y="1460995"/>
            <a:ext cx="2033242" cy="11061794"/>
          </a:xfrm>
          <a:custGeom>
            <a:avLst/>
            <a:gdLst>
              <a:gd name="csX0" fmla="*/ 714496 w 977405"/>
              <a:gd name="csY0" fmla="*/ 349032 h 1125362"/>
              <a:gd name="csX1" fmla="*/ 977386 w 977405"/>
              <a:gd name="csY1" fmla="*/ 710982 h 1125362"/>
              <a:gd name="csX2" fmla="*/ 679254 w 977405"/>
              <a:gd name="csY2" fmla="*/ 1034832 h 1125362"/>
              <a:gd name="csX3" fmla="*/ 229674 w 977405"/>
              <a:gd name="csY3" fmla="*/ 1087220 h 1125362"/>
              <a:gd name="csX4" fmla="*/ 84894 w 977405"/>
              <a:gd name="csY4" fmla="*/ 635735 h 1125362"/>
              <a:gd name="csX5" fmla="*/ 19171 w 977405"/>
              <a:gd name="csY5" fmla="*/ 154722 h 1125362"/>
              <a:gd name="csX6" fmla="*/ 395409 w 977405"/>
              <a:gd name="csY6" fmla="*/ 14705 h 1125362"/>
              <a:gd name="csX7" fmla="*/ 714496 w 977405"/>
              <a:gd name="csY7" fmla="*/ 349032 h 1125362"/>
              <a:gd name="csX0" fmla="*/ 758349 w 1021357"/>
              <a:gd name="csY0" fmla="*/ 397414 h 1173845"/>
              <a:gd name="csX1" fmla="*/ 1021239 w 1021357"/>
              <a:gd name="csY1" fmla="*/ 759364 h 1173845"/>
              <a:gd name="csX2" fmla="*/ 723107 w 1021357"/>
              <a:gd name="csY2" fmla="*/ 1083214 h 1173845"/>
              <a:gd name="csX3" fmla="*/ 273527 w 1021357"/>
              <a:gd name="csY3" fmla="*/ 1135602 h 1173845"/>
              <a:gd name="csX4" fmla="*/ 128747 w 1021357"/>
              <a:gd name="csY4" fmla="*/ 684117 h 1173845"/>
              <a:gd name="csX5" fmla="*/ 63024 w 1021357"/>
              <a:gd name="csY5" fmla="*/ 203104 h 1173845"/>
              <a:gd name="csX6" fmla="*/ 17834 w 1021357"/>
              <a:gd name="csY6" fmla="*/ 11288 h 1173845"/>
              <a:gd name="csX7" fmla="*/ 439262 w 1021357"/>
              <a:gd name="csY7" fmla="*/ 63087 h 1173845"/>
              <a:gd name="csX8" fmla="*/ 758349 w 1021357"/>
              <a:gd name="csY8" fmla="*/ 397414 h 1173845"/>
              <a:gd name="csX0" fmla="*/ 894130 w 1157138"/>
              <a:gd name="csY0" fmla="*/ 397414 h 1173845"/>
              <a:gd name="csX1" fmla="*/ 1157020 w 1157138"/>
              <a:gd name="csY1" fmla="*/ 759364 h 1173845"/>
              <a:gd name="csX2" fmla="*/ 858888 w 1157138"/>
              <a:gd name="csY2" fmla="*/ 1083214 h 1173845"/>
              <a:gd name="csX3" fmla="*/ 409308 w 1157138"/>
              <a:gd name="csY3" fmla="*/ 1135602 h 1173845"/>
              <a:gd name="csX4" fmla="*/ 264528 w 1157138"/>
              <a:gd name="csY4" fmla="*/ 684117 h 1173845"/>
              <a:gd name="csX5" fmla="*/ 7431 w 1157138"/>
              <a:gd name="csY5" fmla="*/ 203255 h 1173845"/>
              <a:gd name="csX6" fmla="*/ 153615 w 1157138"/>
              <a:gd name="csY6" fmla="*/ 11288 h 1173845"/>
              <a:gd name="csX7" fmla="*/ 575043 w 1157138"/>
              <a:gd name="csY7" fmla="*/ 63087 h 1173845"/>
              <a:gd name="csX8" fmla="*/ 894130 w 1157138"/>
              <a:gd name="csY8" fmla="*/ 397414 h 1173845"/>
              <a:gd name="csX0" fmla="*/ 894130 w 1157138"/>
              <a:gd name="csY0" fmla="*/ 393531 h 1169962"/>
              <a:gd name="csX1" fmla="*/ 1157020 w 1157138"/>
              <a:gd name="csY1" fmla="*/ 755481 h 1169962"/>
              <a:gd name="csX2" fmla="*/ 858888 w 1157138"/>
              <a:gd name="csY2" fmla="*/ 1079331 h 1169962"/>
              <a:gd name="csX3" fmla="*/ 409308 w 1157138"/>
              <a:gd name="csY3" fmla="*/ 1131719 h 1169962"/>
              <a:gd name="csX4" fmla="*/ 264528 w 1157138"/>
              <a:gd name="csY4" fmla="*/ 680234 h 1169962"/>
              <a:gd name="csX5" fmla="*/ 7431 w 1157138"/>
              <a:gd name="csY5" fmla="*/ 199372 h 1169962"/>
              <a:gd name="csX6" fmla="*/ 153615 w 1157138"/>
              <a:gd name="csY6" fmla="*/ 7405 h 1169962"/>
              <a:gd name="csX7" fmla="*/ 575043 w 1157138"/>
              <a:gd name="csY7" fmla="*/ 59204 h 1169962"/>
              <a:gd name="csX8" fmla="*/ 894130 w 1157138"/>
              <a:gd name="csY8" fmla="*/ 393531 h 1169962"/>
              <a:gd name="csX0" fmla="*/ 894130 w 1157138"/>
              <a:gd name="csY0" fmla="*/ 395565 h 1171996"/>
              <a:gd name="csX1" fmla="*/ 1157020 w 1157138"/>
              <a:gd name="csY1" fmla="*/ 757515 h 1171996"/>
              <a:gd name="csX2" fmla="*/ 858888 w 1157138"/>
              <a:gd name="csY2" fmla="*/ 1081365 h 1171996"/>
              <a:gd name="csX3" fmla="*/ 409308 w 1157138"/>
              <a:gd name="csY3" fmla="*/ 1133753 h 1171996"/>
              <a:gd name="csX4" fmla="*/ 264528 w 1157138"/>
              <a:gd name="csY4" fmla="*/ 682268 h 1171996"/>
              <a:gd name="csX5" fmla="*/ 7431 w 1157138"/>
              <a:gd name="csY5" fmla="*/ 201406 h 1171996"/>
              <a:gd name="csX6" fmla="*/ 153615 w 1157138"/>
              <a:gd name="csY6" fmla="*/ 9439 h 1171996"/>
              <a:gd name="csX7" fmla="*/ 575043 w 1157138"/>
              <a:gd name="csY7" fmla="*/ 61238 h 1171996"/>
              <a:gd name="csX8" fmla="*/ 894130 w 1157138"/>
              <a:gd name="csY8" fmla="*/ 395565 h 1171996"/>
              <a:gd name="csX0" fmla="*/ 894130 w 1157138"/>
              <a:gd name="csY0" fmla="*/ 399389 h 1175820"/>
              <a:gd name="csX1" fmla="*/ 1157020 w 1157138"/>
              <a:gd name="csY1" fmla="*/ 761339 h 1175820"/>
              <a:gd name="csX2" fmla="*/ 858888 w 1157138"/>
              <a:gd name="csY2" fmla="*/ 1085189 h 1175820"/>
              <a:gd name="csX3" fmla="*/ 409308 w 1157138"/>
              <a:gd name="csY3" fmla="*/ 1137577 h 1175820"/>
              <a:gd name="csX4" fmla="*/ 264528 w 1157138"/>
              <a:gd name="csY4" fmla="*/ 686092 h 1175820"/>
              <a:gd name="csX5" fmla="*/ 7431 w 1157138"/>
              <a:gd name="csY5" fmla="*/ 205230 h 1175820"/>
              <a:gd name="csX6" fmla="*/ 68687 w 1157138"/>
              <a:gd name="csY6" fmla="*/ 10814 h 1175820"/>
              <a:gd name="csX7" fmla="*/ 575043 w 1157138"/>
              <a:gd name="csY7" fmla="*/ 65062 h 1175820"/>
              <a:gd name="csX8" fmla="*/ 894130 w 1157138"/>
              <a:gd name="csY8" fmla="*/ 399389 h 11758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157138" h="1175820">
                <a:moveTo>
                  <a:pt x="894130" y="399389"/>
                </a:moveTo>
                <a:cubicBezTo>
                  <a:pt x="1005573" y="532739"/>
                  <a:pt x="1153210" y="644182"/>
                  <a:pt x="1157020" y="761339"/>
                </a:cubicBezTo>
                <a:cubicBezTo>
                  <a:pt x="1161783" y="878497"/>
                  <a:pt x="1022718" y="1002322"/>
                  <a:pt x="858888" y="1085189"/>
                </a:cubicBezTo>
                <a:cubicBezTo>
                  <a:pt x="695058" y="1169009"/>
                  <a:pt x="506463" y="1211872"/>
                  <a:pt x="409308" y="1137577"/>
                </a:cubicBezTo>
                <a:cubicBezTo>
                  <a:pt x="312153" y="1062329"/>
                  <a:pt x="306438" y="869924"/>
                  <a:pt x="264528" y="686092"/>
                </a:cubicBezTo>
                <a:cubicBezTo>
                  <a:pt x="221665" y="502259"/>
                  <a:pt x="-47814" y="326198"/>
                  <a:pt x="7431" y="205230"/>
                </a:cubicBezTo>
                <a:cubicBezTo>
                  <a:pt x="23597" y="102641"/>
                  <a:pt x="5981" y="34150"/>
                  <a:pt x="68687" y="10814"/>
                </a:cubicBezTo>
                <a:cubicBezTo>
                  <a:pt x="131393" y="-12522"/>
                  <a:pt x="437469" y="300"/>
                  <a:pt x="575043" y="65062"/>
                </a:cubicBezTo>
                <a:cubicBezTo>
                  <a:pt x="712617" y="129824"/>
                  <a:pt x="782688" y="266039"/>
                  <a:pt x="894130" y="399389"/>
                </a:cubicBezTo>
                <a:close/>
              </a:path>
            </a:pathLst>
          </a:custGeom>
          <a:solidFill>
            <a:schemeClr val="accent4">
              <a:lumMod val="75000"/>
            </a:schemeClr>
          </a:solidFill>
          <a:ln w="9525" cap="flat">
            <a:noFill/>
            <a:prstDash val="solid"/>
            <a:miter/>
          </a:ln>
        </p:spPr>
        <p:txBody>
          <a:bodyPr/>
          <a:lstStyle/>
          <a:p>
            <a:endParaRPr lang="en-US"/>
          </a:p>
        </p:txBody>
      </p:sp>
      <p:sp>
        <p:nvSpPr>
          <p:cNvPr id="6" name="Graphic 127">
            <a:extLst>
              <a:ext uri="{FF2B5EF4-FFF2-40B4-BE49-F238E27FC236}">
                <a16:creationId xmlns:a16="http://schemas.microsoft.com/office/drawing/2014/main" id="{3ACD483B-0764-A33D-AD28-A12A93192416}"/>
              </a:ext>
            </a:extLst>
          </p:cNvPr>
          <p:cNvSpPr/>
          <p:nvPr/>
        </p:nvSpPr>
        <p:spPr>
          <a:xfrm rot="6026319" flipV="1">
            <a:off x="8696004" y="-7945449"/>
            <a:ext cx="3829558" cy="15209314"/>
          </a:xfrm>
          <a:custGeom>
            <a:avLst/>
            <a:gdLst>
              <a:gd name="csX0" fmla="*/ 3086062 w 3829558"/>
              <a:gd name="csY0" fmla="*/ 3905196 h 15209314"/>
              <a:gd name="csX1" fmla="*/ 3809673 w 3829558"/>
              <a:gd name="csY1" fmla="*/ 9695864 h 15209314"/>
              <a:gd name="csX2" fmla="*/ 2440601 w 3829558"/>
              <a:gd name="csY2" fmla="*/ 13914361 h 15209314"/>
              <a:gd name="csX3" fmla="*/ 741562 w 3829558"/>
              <a:gd name="csY3" fmla="*/ 14802979 h 15209314"/>
              <a:gd name="csX4" fmla="*/ 290029 w 3829558"/>
              <a:gd name="csY4" fmla="*/ 9051372 h 15209314"/>
              <a:gd name="csX5" fmla="*/ 64262 w 3829558"/>
              <a:gd name="csY5" fmla="*/ 2928692 h 15209314"/>
              <a:gd name="csX6" fmla="*/ 1517273 w 3829558"/>
              <a:gd name="csY6" fmla="*/ 18711 h 15209314"/>
              <a:gd name="csX7" fmla="*/ 3086062 w 3829558"/>
              <a:gd name="csY7" fmla="*/ 3905196 h 152093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829558" h="15209314">
                <a:moveTo>
                  <a:pt x="3086062" y="3905196"/>
                </a:moveTo>
                <a:cubicBezTo>
                  <a:pt x="3540489" y="5838674"/>
                  <a:pt x="3922556" y="7938157"/>
                  <a:pt x="3809673" y="9695864"/>
                </a:cubicBezTo>
                <a:cubicBezTo>
                  <a:pt x="3699684" y="11443806"/>
                  <a:pt x="3094745" y="12849972"/>
                  <a:pt x="2440601" y="13914361"/>
                </a:cubicBezTo>
                <a:cubicBezTo>
                  <a:pt x="1786456" y="14978750"/>
                  <a:pt x="1083106" y="15701363"/>
                  <a:pt x="741562" y="14802979"/>
                </a:cubicBezTo>
                <a:cubicBezTo>
                  <a:pt x="400018" y="13894831"/>
                  <a:pt x="420279" y="11365686"/>
                  <a:pt x="290029" y="9051372"/>
                </a:cubicBezTo>
                <a:cubicBezTo>
                  <a:pt x="156884" y="6746823"/>
                  <a:pt x="-126771" y="4657104"/>
                  <a:pt x="64262" y="2928692"/>
                </a:cubicBezTo>
                <a:cubicBezTo>
                  <a:pt x="255295" y="1190516"/>
                  <a:pt x="923912" y="-176590"/>
                  <a:pt x="1517273" y="18711"/>
                </a:cubicBezTo>
                <a:cubicBezTo>
                  <a:pt x="2110634" y="214012"/>
                  <a:pt x="2634528" y="1971719"/>
                  <a:pt x="3086062" y="3905196"/>
                </a:cubicBezTo>
                <a:close/>
              </a:path>
            </a:pathLst>
          </a:custGeom>
          <a:solidFill>
            <a:schemeClr val="accent4">
              <a:lumMod val="60000"/>
              <a:lumOff val="40000"/>
            </a:schemeClr>
          </a:solidFill>
          <a:ln w="28908" cap="flat">
            <a:noFill/>
            <a:prstDash val="solid"/>
            <a:miter/>
          </a:ln>
        </p:spPr>
        <p:txBody>
          <a:bodyPr/>
          <a:lstStyle/>
          <a:p>
            <a:endParaRPr lang="en-US"/>
          </a:p>
        </p:txBody>
      </p:sp>
      <p:sp>
        <p:nvSpPr>
          <p:cNvPr id="7" name="Graphic 129">
            <a:extLst>
              <a:ext uri="{FF2B5EF4-FFF2-40B4-BE49-F238E27FC236}">
                <a16:creationId xmlns:a16="http://schemas.microsoft.com/office/drawing/2014/main" id="{050BAB46-29D2-32D8-F0A3-D34041D7BB66}"/>
              </a:ext>
            </a:extLst>
          </p:cNvPr>
          <p:cNvSpPr/>
          <p:nvPr/>
        </p:nvSpPr>
        <p:spPr>
          <a:xfrm rot="16826319" flipH="1">
            <a:off x="9664497" y="-5159000"/>
            <a:ext cx="1717428" cy="10587099"/>
          </a:xfrm>
          <a:custGeom>
            <a:avLst/>
            <a:gdLst>
              <a:gd name="csX0" fmla="*/ 714496 w 977405"/>
              <a:gd name="csY0" fmla="*/ 349032 h 1125362"/>
              <a:gd name="csX1" fmla="*/ 977386 w 977405"/>
              <a:gd name="csY1" fmla="*/ 710982 h 1125362"/>
              <a:gd name="csX2" fmla="*/ 679254 w 977405"/>
              <a:gd name="csY2" fmla="*/ 1034832 h 1125362"/>
              <a:gd name="csX3" fmla="*/ 229674 w 977405"/>
              <a:gd name="csY3" fmla="*/ 1087220 h 1125362"/>
              <a:gd name="csX4" fmla="*/ 84894 w 977405"/>
              <a:gd name="csY4" fmla="*/ 635735 h 1125362"/>
              <a:gd name="csX5" fmla="*/ 19171 w 977405"/>
              <a:gd name="csY5" fmla="*/ 154722 h 1125362"/>
              <a:gd name="csX6" fmla="*/ 395409 w 977405"/>
              <a:gd name="csY6" fmla="*/ 14705 h 1125362"/>
              <a:gd name="csX7" fmla="*/ 714496 w 977405"/>
              <a:gd name="csY7" fmla="*/ 349032 h 11253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977405" h="1125362">
                <a:moveTo>
                  <a:pt x="714496" y="349032"/>
                </a:moveTo>
                <a:cubicBezTo>
                  <a:pt x="825939" y="482382"/>
                  <a:pt x="973576" y="593825"/>
                  <a:pt x="977386" y="710982"/>
                </a:cubicBezTo>
                <a:cubicBezTo>
                  <a:pt x="982149" y="828140"/>
                  <a:pt x="843084" y="951965"/>
                  <a:pt x="679254" y="1034832"/>
                </a:cubicBezTo>
                <a:cubicBezTo>
                  <a:pt x="515424" y="1118652"/>
                  <a:pt x="326829" y="1161515"/>
                  <a:pt x="229674" y="1087220"/>
                </a:cubicBezTo>
                <a:cubicBezTo>
                  <a:pt x="132519" y="1011972"/>
                  <a:pt x="126804" y="819567"/>
                  <a:pt x="84894" y="635735"/>
                </a:cubicBezTo>
                <a:cubicBezTo>
                  <a:pt x="42031" y="451902"/>
                  <a:pt x="-36074" y="275690"/>
                  <a:pt x="19171" y="154722"/>
                </a:cubicBezTo>
                <a:cubicBezTo>
                  <a:pt x="74416" y="34707"/>
                  <a:pt x="263011" y="-31015"/>
                  <a:pt x="395409" y="14705"/>
                </a:cubicBezTo>
                <a:cubicBezTo>
                  <a:pt x="527806" y="60425"/>
                  <a:pt x="603054" y="215682"/>
                  <a:pt x="714496" y="349032"/>
                </a:cubicBezTo>
                <a:close/>
              </a:path>
            </a:pathLst>
          </a:custGeom>
          <a:solidFill>
            <a:schemeClr val="accent4">
              <a:lumMod val="75000"/>
            </a:schemeClr>
          </a:solidFill>
          <a:ln w="9525" cap="flat">
            <a:noFill/>
            <a:prstDash val="solid"/>
            <a:miter/>
          </a:ln>
        </p:spPr>
        <p:txBody>
          <a:bodyPr/>
          <a:lstStyle/>
          <a:p>
            <a:endParaRPr lang="en-US"/>
          </a:p>
        </p:txBody>
      </p:sp>
      <p:sp>
        <p:nvSpPr>
          <p:cNvPr id="9" name="Content Placeholder 2">
            <a:extLst>
              <a:ext uri="{FF2B5EF4-FFF2-40B4-BE49-F238E27FC236}">
                <a16:creationId xmlns:a16="http://schemas.microsoft.com/office/drawing/2014/main" id="{E9DA3ACE-FDD0-0A20-51EC-32996D93DDDA}"/>
              </a:ext>
            </a:extLst>
          </p:cNvPr>
          <p:cNvSpPr txBox="1">
            <a:spLocks/>
          </p:cNvSpPr>
          <p:nvPr/>
        </p:nvSpPr>
        <p:spPr>
          <a:xfrm>
            <a:off x="1767561" y="5520871"/>
            <a:ext cx="8571885" cy="1337129"/>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3200"/>
              <a:t>XXXX XXXXXXXXXXXXXXX</a:t>
            </a:r>
          </a:p>
          <a:p>
            <a:pPr marL="0" indent="0">
              <a:buFont typeface="Arial" panose="020B0604020202020204" pitchFamily="34" charset="0"/>
              <a:buNone/>
            </a:pPr>
            <a:r>
              <a:rPr lang="en-US" sz="3200"/>
              <a:t>XX XX XXXXXXXXXX XXXXXXXXXXXXX</a:t>
            </a:r>
          </a:p>
        </p:txBody>
      </p:sp>
    </p:spTree>
    <p:extLst>
      <p:ext uri="{BB962C8B-B14F-4D97-AF65-F5344CB8AC3E}">
        <p14:creationId xmlns:p14="http://schemas.microsoft.com/office/powerpoint/2010/main" val="3849702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9" decel="10000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400" fill="hold"/>
                                        <p:tgtEl>
                                          <p:spTgt spid="2"/>
                                        </p:tgtEl>
                                        <p:attrNameLst>
                                          <p:attrName>ppt_x</p:attrName>
                                        </p:attrNameLst>
                                      </p:cBhvr>
                                      <p:tavLst>
                                        <p:tav tm="0">
                                          <p:val>
                                            <p:strVal val="0-#ppt_w/2"/>
                                          </p:val>
                                        </p:tav>
                                        <p:tav tm="100000">
                                          <p:val>
                                            <p:strVal val="#ppt_x"/>
                                          </p:val>
                                        </p:tav>
                                      </p:tavLst>
                                    </p:anim>
                                    <p:anim calcmode="lin" valueType="num">
                                      <p:cBhvr additive="base">
                                        <p:cTn id="8" dur="40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12" decel="100000" fill="hold" grpId="0" nodeType="withEffect">
                                  <p:stCondLst>
                                    <p:cond delay="10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0-#ppt_w/2"/>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par>
                                <p:cTn id="13" presetID="2" presetClass="entr" presetSubtype="3" decel="100000" fill="hold" grpId="0" nodeType="withEffect">
                                  <p:stCondLst>
                                    <p:cond delay="10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1+#ppt_w/2"/>
                                          </p:val>
                                        </p:tav>
                                        <p:tav tm="100000">
                                          <p:val>
                                            <p:strVal val="#ppt_x"/>
                                          </p:val>
                                        </p:tav>
                                      </p:tavLst>
                                    </p:anim>
                                    <p:anim calcmode="lin" valueType="num">
                                      <p:cBhvr additive="base">
                                        <p:cTn id="16" dur="500" fill="hold"/>
                                        <p:tgtEl>
                                          <p:spTgt spid="6"/>
                                        </p:tgtEl>
                                        <p:attrNameLst>
                                          <p:attrName>ppt_y</p:attrName>
                                        </p:attrNameLst>
                                      </p:cBhvr>
                                      <p:tavLst>
                                        <p:tav tm="0">
                                          <p:val>
                                            <p:strVal val="0-#ppt_h/2"/>
                                          </p:val>
                                        </p:tav>
                                        <p:tav tm="100000">
                                          <p:val>
                                            <p:strVal val="#ppt_y"/>
                                          </p:val>
                                        </p:tav>
                                      </p:tavLst>
                                    </p:anim>
                                  </p:childTnLst>
                                </p:cTn>
                              </p:par>
                              <p:par>
                                <p:cTn id="17" presetID="22" presetClass="entr" presetSubtype="1" fill="hold" nodeType="withEffect">
                                  <p:stCondLst>
                                    <p:cond delay="100"/>
                                  </p:stCondLst>
                                  <p:childTnLst>
                                    <p:set>
                                      <p:cBhvr>
                                        <p:cTn id="18" dur="1" fill="hold">
                                          <p:stCondLst>
                                            <p:cond delay="0"/>
                                          </p:stCondLst>
                                        </p:cTn>
                                        <p:tgtEl>
                                          <p:spTgt spid="3">
                                            <p:txEl>
                                              <p:pRg st="0" end="0"/>
                                            </p:txEl>
                                          </p:spTgt>
                                        </p:tgtEl>
                                        <p:attrNameLst>
                                          <p:attrName>style.visibility</p:attrName>
                                        </p:attrNameLst>
                                      </p:cBhvr>
                                      <p:to>
                                        <p:strVal val="visible"/>
                                      </p:to>
                                    </p:set>
                                    <p:animEffect transition="in" filter="wipe(up)">
                                      <p:cBhvr>
                                        <p:cTn id="19" dur="500"/>
                                        <p:tgtEl>
                                          <p:spTgt spid="3">
                                            <p:txEl>
                                              <p:pRg st="0" end="0"/>
                                            </p:txEl>
                                          </p:spTgt>
                                        </p:tgtEl>
                                      </p:cBhvr>
                                    </p:animEffect>
                                  </p:childTnLst>
                                </p:cTn>
                              </p:par>
                              <p:par>
                                <p:cTn id="20" presetID="22" presetClass="entr" presetSubtype="1" fill="hold" nodeType="withEffect">
                                  <p:stCondLst>
                                    <p:cond delay="100"/>
                                  </p:stCondLst>
                                  <p:childTnLst>
                                    <p:set>
                                      <p:cBhvr>
                                        <p:cTn id="21" dur="1" fill="hold">
                                          <p:stCondLst>
                                            <p:cond delay="0"/>
                                          </p:stCondLst>
                                        </p:cTn>
                                        <p:tgtEl>
                                          <p:spTgt spid="3">
                                            <p:txEl>
                                              <p:pRg st="1" end="1"/>
                                            </p:txEl>
                                          </p:spTgt>
                                        </p:tgtEl>
                                        <p:attrNameLst>
                                          <p:attrName>style.visibility</p:attrName>
                                        </p:attrNameLst>
                                      </p:cBhvr>
                                      <p:to>
                                        <p:strVal val="visible"/>
                                      </p:to>
                                    </p:set>
                                    <p:animEffect transition="in" filter="wipe(up)">
                                      <p:cBhvr>
                                        <p:cTn id="22" dur="500"/>
                                        <p:tgtEl>
                                          <p:spTgt spid="3">
                                            <p:txEl>
                                              <p:pRg st="1" end="1"/>
                                            </p:txEl>
                                          </p:spTgt>
                                        </p:tgtEl>
                                      </p:cBhvr>
                                    </p:animEffect>
                                  </p:childTnLst>
                                </p:cTn>
                              </p:par>
                              <p:par>
                                <p:cTn id="23" presetID="2" presetClass="entr" presetSubtype="12" decel="100000" fill="hold" grpId="0" nodeType="withEffect">
                                  <p:stCondLst>
                                    <p:cond delay="15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0-#ppt_w/2"/>
                                          </p:val>
                                        </p:tav>
                                        <p:tav tm="100000">
                                          <p:val>
                                            <p:strVal val="#ppt_x"/>
                                          </p:val>
                                        </p:tav>
                                      </p:tavLst>
                                    </p:anim>
                                    <p:anim calcmode="lin" valueType="num">
                                      <p:cBhvr additive="base">
                                        <p:cTn id="26" dur="500" fill="hold"/>
                                        <p:tgtEl>
                                          <p:spTgt spid="9"/>
                                        </p:tgtEl>
                                        <p:attrNameLst>
                                          <p:attrName>ppt_y</p:attrName>
                                        </p:attrNameLst>
                                      </p:cBhvr>
                                      <p:tavLst>
                                        <p:tav tm="0">
                                          <p:val>
                                            <p:strVal val="1+#ppt_h/2"/>
                                          </p:val>
                                        </p:tav>
                                        <p:tav tm="100000">
                                          <p:val>
                                            <p:strVal val="#ppt_y"/>
                                          </p:val>
                                        </p:tav>
                                      </p:tavLst>
                                    </p:anim>
                                  </p:childTnLst>
                                </p:cTn>
                              </p:par>
                              <p:par>
                                <p:cTn id="27" presetID="2" presetClass="entr" presetSubtype="12" decel="100000" fill="hold" grpId="0" nodeType="withEffect">
                                  <p:stCondLst>
                                    <p:cond delay="200"/>
                                  </p:stCondLst>
                                  <p:childTnLst>
                                    <p:set>
                                      <p:cBhvr>
                                        <p:cTn id="28" dur="1" fill="hold">
                                          <p:stCondLst>
                                            <p:cond delay="0"/>
                                          </p:stCondLst>
                                        </p:cTn>
                                        <p:tgtEl>
                                          <p:spTgt spid="5"/>
                                        </p:tgtEl>
                                        <p:attrNameLst>
                                          <p:attrName>style.visibility</p:attrName>
                                        </p:attrNameLst>
                                      </p:cBhvr>
                                      <p:to>
                                        <p:strVal val="visible"/>
                                      </p:to>
                                    </p:set>
                                    <p:anim calcmode="lin" valueType="num">
                                      <p:cBhvr additive="base">
                                        <p:cTn id="29" dur="500" fill="hold"/>
                                        <p:tgtEl>
                                          <p:spTgt spid="5"/>
                                        </p:tgtEl>
                                        <p:attrNameLst>
                                          <p:attrName>ppt_x</p:attrName>
                                        </p:attrNameLst>
                                      </p:cBhvr>
                                      <p:tavLst>
                                        <p:tav tm="0">
                                          <p:val>
                                            <p:strVal val="0-#ppt_w/2"/>
                                          </p:val>
                                        </p:tav>
                                        <p:tav tm="100000">
                                          <p:val>
                                            <p:strVal val="#ppt_x"/>
                                          </p:val>
                                        </p:tav>
                                      </p:tavLst>
                                    </p:anim>
                                    <p:anim calcmode="lin" valueType="num">
                                      <p:cBhvr additive="base">
                                        <p:cTn id="30" dur="500" fill="hold"/>
                                        <p:tgtEl>
                                          <p:spTgt spid="5"/>
                                        </p:tgtEl>
                                        <p:attrNameLst>
                                          <p:attrName>ppt_y</p:attrName>
                                        </p:attrNameLst>
                                      </p:cBhvr>
                                      <p:tavLst>
                                        <p:tav tm="0">
                                          <p:val>
                                            <p:strVal val="1+#ppt_h/2"/>
                                          </p:val>
                                        </p:tav>
                                        <p:tav tm="100000">
                                          <p:val>
                                            <p:strVal val="#ppt_y"/>
                                          </p:val>
                                        </p:tav>
                                      </p:tavLst>
                                    </p:anim>
                                  </p:childTnLst>
                                </p:cTn>
                              </p:par>
                              <p:par>
                                <p:cTn id="31" presetID="2" presetClass="entr" presetSubtype="3" decel="100000" fill="hold" grpId="0" nodeType="withEffect">
                                  <p:stCondLst>
                                    <p:cond delay="200"/>
                                  </p:stCondLst>
                                  <p:childTnLst>
                                    <p:set>
                                      <p:cBhvr>
                                        <p:cTn id="32" dur="1" fill="hold">
                                          <p:stCondLst>
                                            <p:cond delay="0"/>
                                          </p:stCondLst>
                                        </p:cTn>
                                        <p:tgtEl>
                                          <p:spTgt spid="7"/>
                                        </p:tgtEl>
                                        <p:attrNameLst>
                                          <p:attrName>style.visibility</p:attrName>
                                        </p:attrNameLst>
                                      </p:cBhvr>
                                      <p:to>
                                        <p:strVal val="visible"/>
                                      </p:to>
                                    </p:set>
                                    <p:anim calcmode="lin" valueType="num">
                                      <p:cBhvr additive="base">
                                        <p:cTn id="33" dur="500" fill="hold"/>
                                        <p:tgtEl>
                                          <p:spTgt spid="7"/>
                                        </p:tgtEl>
                                        <p:attrNameLst>
                                          <p:attrName>ppt_x</p:attrName>
                                        </p:attrNameLst>
                                      </p:cBhvr>
                                      <p:tavLst>
                                        <p:tav tm="0">
                                          <p:val>
                                            <p:strVal val="1+#ppt_w/2"/>
                                          </p:val>
                                        </p:tav>
                                        <p:tav tm="100000">
                                          <p:val>
                                            <p:strVal val="#ppt_x"/>
                                          </p:val>
                                        </p:tav>
                                      </p:tavLst>
                                    </p:anim>
                                    <p:anim calcmode="lin" valueType="num">
                                      <p:cBhvr additive="base">
                                        <p:cTn id="34" dur="500" fill="hold"/>
                                        <p:tgtEl>
                                          <p:spTgt spid="7"/>
                                        </p:tgtEl>
                                        <p:attrNameLst>
                                          <p:attrName>ppt_y</p:attrName>
                                        </p:attrNameLst>
                                      </p:cBhvr>
                                      <p:tavLst>
                                        <p:tav tm="0">
                                          <p:val>
                                            <p:strVal val="0-#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xit" presetSubtype="8" accel="100000" fill="hold" grpId="1" nodeType="clickEffect">
                                  <p:stCondLst>
                                    <p:cond delay="0"/>
                                  </p:stCondLst>
                                  <p:childTnLst>
                                    <p:anim calcmode="lin" valueType="num">
                                      <p:cBhvr additive="base">
                                        <p:cTn id="38" dur="500"/>
                                        <p:tgtEl>
                                          <p:spTgt spid="2"/>
                                        </p:tgtEl>
                                        <p:attrNameLst>
                                          <p:attrName>ppt_x</p:attrName>
                                        </p:attrNameLst>
                                      </p:cBhvr>
                                      <p:tavLst>
                                        <p:tav tm="0">
                                          <p:val>
                                            <p:strVal val="ppt_x"/>
                                          </p:val>
                                        </p:tav>
                                        <p:tav tm="100000">
                                          <p:val>
                                            <p:strVal val="0-ppt_w/2"/>
                                          </p:val>
                                        </p:tav>
                                      </p:tavLst>
                                    </p:anim>
                                    <p:anim calcmode="lin" valueType="num">
                                      <p:cBhvr additive="base">
                                        <p:cTn id="39" dur="500"/>
                                        <p:tgtEl>
                                          <p:spTgt spid="2"/>
                                        </p:tgtEl>
                                        <p:attrNameLst>
                                          <p:attrName>ppt_y</p:attrName>
                                        </p:attrNameLst>
                                      </p:cBhvr>
                                      <p:tavLst>
                                        <p:tav tm="0">
                                          <p:val>
                                            <p:strVal val="ppt_y"/>
                                          </p:val>
                                        </p:tav>
                                        <p:tav tm="100000">
                                          <p:val>
                                            <p:strVal val="ppt_y"/>
                                          </p:val>
                                        </p:tav>
                                      </p:tavLst>
                                    </p:anim>
                                    <p:set>
                                      <p:cBhvr>
                                        <p:cTn id="40" dur="1" fill="hold">
                                          <p:stCondLst>
                                            <p:cond delay="499"/>
                                          </p:stCondLst>
                                        </p:cTn>
                                        <p:tgtEl>
                                          <p:spTgt spid="2"/>
                                        </p:tgtEl>
                                        <p:attrNameLst>
                                          <p:attrName>style.visibility</p:attrName>
                                        </p:attrNameLst>
                                      </p:cBhvr>
                                      <p:to>
                                        <p:strVal val="hidden"/>
                                      </p:to>
                                    </p:set>
                                  </p:childTnLst>
                                </p:cTn>
                              </p:par>
                              <p:par>
                                <p:cTn id="41" presetID="2" presetClass="exit" presetSubtype="8" accel="100000" fill="hold" grpId="0" nodeType="withEffect">
                                  <p:stCondLst>
                                    <p:cond delay="100"/>
                                  </p:stCondLst>
                                  <p:childTnLst>
                                    <p:anim calcmode="lin" valueType="num">
                                      <p:cBhvr additive="base">
                                        <p:cTn id="42" dur="500"/>
                                        <p:tgtEl>
                                          <p:spTgt spid="3">
                                            <p:txEl>
                                              <p:pRg st="0" end="0"/>
                                            </p:txEl>
                                          </p:spTgt>
                                        </p:tgtEl>
                                        <p:attrNameLst>
                                          <p:attrName>ppt_x</p:attrName>
                                        </p:attrNameLst>
                                      </p:cBhvr>
                                      <p:tavLst>
                                        <p:tav tm="0">
                                          <p:val>
                                            <p:strVal val="ppt_x"/>
                                          </p:val>
                                        </p:tav>
                                        <p:tav tm="100000">
                                          <p:val>
                                            <p:strVal val="0-ppt_w/2"/>
                                          </p:val>
                                        </p:tav>
                                      </p:tavLst>
                                    </p:anim>
                                    <p:anim calcmode="lin" valueType="num">
                                      <p:cBhvr additive="base">
                                        <p:cTn id="43" dur="500"/>
                                        <p:tgtEl>
                                          <p:spTgt spid="3">
                                            <p:txEl>
                                              <p:pRg st="0" end="0"/>
                                            </p:txEl>
                                          </p:spTgt>
                                        </p:tgtEl>
                                        <p:attrNameLst>
                                          <p:attrName>ppt_y</p:attrName>
                                        </p:attrNameLst>
                                      </p:cBhvr>
                                      <p:tavLst>
                                        <p:tav tm="0">
                                          <p:val>
                                            <p:strVal val="ppt_y"/>
                                          </p:val>
                                        </p:tav>
                                        <p:tav tm="100000">
                                          <p:val>
                                            <p:strVal val="ppt_y"/>
                                          </p:val>
                                        </p:tav>
                                      </p:tavLst>
                                    </p:anim>
                                    <p:set>
                                      <p:cBhvr>
                                        <p:cTn id="44" dur="1" fill="hold">
                                          <p:stCondLst>
                                            <p:cond delay="499"/>
                                          </p:stCondLst>
                                        </p:cTn>
                                        <p:tgtEl>
                                          <p:spTgt spid="3">
                                            <p:txEl>
                                              <p:pRg st="0" end="0"/>
                                            </p:txEl>
                                          </p:spTgt>
                                        </p:tgtEl>
                                        <p:attrNameLst>
                                          <p:attrName>style.visibility</p:attrName>
                                        </p:attrNameLst>
                                      </p:cBhvr>
                                      <p:to>
                                        <p:strVal val="hidden"/>
                                      </p:to>
                                    </p:set>
                                  </p:childTnLst>
                                </p:cTn>
                              </p:par>
                              <p:par>
                                <p:cTn id="45" presetID="2" presetClass="exit" presetSubtype="8" accel="100000" fill="hold" grpId="0" nodeType="withEffect">
                                  <p:stCondLst>
                                    <p:cond delay="100"/>
                                  </p:stCondLst>
                                  <p:childTnLst>
                                    <p:anim calcmode="lin" valueType="num">
                                      <p:cBhvr additive="base">
                                        <p:cTn id="46" dur="500"/>
                                        <p:tgtEl>
                                          <p:spTgt spid="3">
                                            <p:txEl>
                                              <p:pRg st="1" end="1"/>
                                            </p:txEl>
                                          </p:spTgt>
                                        </p:tgtEl>
                                        <p:attrNameLst>
                                          <p:attrName>ppt_x</p:attrName>
                                        </p:attrNameLst>
                                      </p:cBhvr>
                                      <p:tavLst>
                                        <p:tav tm="0">
                                          <p:val>
                                            <p:strVal val="ppt_x"/>
                                          </p:val>
                                        </p:tav>
                                        <p:tav tm="100000">
                                          <p:val>
                                            <p:strVal val="0-ppt_w/2"/>
                                          </p:val>
                                        </p:tav>
                                      </p:tavLst>
                                    </p:anim>
                                    <p:anim calcmode="lin" valueType="num">
                                      <p:cBhvr additive="base">
                                        <p:cTn id="47" dur="500"/>
                                        <p:tgtEl>
                                          <p:spTgt spid="3">
                                            <p:txEl>
                                              <p:pRg st="1" end="1"/>
                                            </p:txEl>
                                          </p:spTgt>
                                        </p:tgtEl>
                                        <p:attrNameLst>
                                          <p:attrName>ppt_y</p:attrName>
                                        </p:attrNameLst>
                                      </p:cBhvr>
                                      <p:tavLst>
                                        <p:tav tm="0">
                                          <p:val>
                                            <p:strVal val="ppt_y"/>
                                          </p:val>
                                        </p:tav>
                                        <p:tav tm="100000">
                                          <p:val>
                                            <p:strVal val="ppt_y"/>
                                          </p:val>
                                        </p:tav>
                                      </p:tavLst>
                                    </p:anim>
                                    <p:set>
                                      <p:cBhvr>
                                        <p:cTn id="48" dur="1" fill="hold">
                                          <p:stCondLst>
                                            <p:cond delay="499"/>
                                          </p:stCondLst>
                                        </p:cTn>
                                        <p:tgtEl>
                                          <p:spTgt spid="3">
                                            <p:txEl>
                                              <p:pRg st="1" end="1"/>
                                            </p:txEl>
                                          </p:spTgt>
                                        </p:tgtEl>
                                        <p:attrNameLst>
                                          <p:attrName>style.visibility</p:attrName>
                                        </p:attrNameLst>
                                      </p:cBhvr>
                                      <p:to>
                                        <p:strVal val="hidden"/>
                                      </p:to>
                                    </p:set>
                                  </p:childTnLst>
                                </p:cTn>
                              </p:par>
                              <p:par>
                                <p:cTn id="49" presetID="2" presetClass="exit" presetSubtype="8" accel="100000" fill="hold" grpId="1" nodeType="withEffect">
                                  <p:stCondLst>
                                    <p:cond delay="300"/>
                                  </p:stCondLst>
                                  <p:childTnLst>
                                    <p:anim calcmode="lin" valueType="num">
                                      <p:cBhvr additive="base">
                                        <p:cTn id="50" dur="500"/>
                                        <p:tgtEl>
                                          <p:spTgt spid="9"/>
                                        </p:tgtEl>
                                        <p:attrNameLst>
                                          <p:attrName>ppt_x</p:attrName>
                                        </p:attrNameLst>
                                      </p:cBhvr>
                                      <p:tavLst>
                                        <p:tav tm="0">
                                          <p:val>
                                            <p:strVal val="ppt_x"/>
                                          </p:val>
                                        </p:tav>
                                        <p:tav tm="100000">
                                          <p:val>
                                            <p:strVal val="0-ppt_w/2"/>
                                          </p:val>
                                        </p:tav>
                                      </p:tavLst>
                                    </p:anim>
                                    <p:anim calcmode="lin" valueType="num">
                                      <p:cBhvr additive="base">
                                        <p:cTn id="51" dur="500"/>
                                        <p:tgtEl>
                                          <p:spTgt spid="9"/>
                                        </p:tgtEl>
                                        <p:attrNameLst>
                                          <p:attrName>ppt_y</p:attrName>
                                        </p:attrNameLst>
                                      </p:cBhvr>
                                      <p:tavLst>
                                        <p:tav tm="0">
                                          <p:val>
                                            <p:strVal val="ppt_y"/>
                                          </p:val>
                                        </p:tav>
                                        <p:tav tm="100000">
                                          <p:val>
                                            <p:strVal val="ppt_y"/>
                                          </p:val>
                                        </p:tav>
                                      </p:tavLst>
                                    </p:anim>
                                    <p:set>
                                      <p:cBhvr>
                                        <p:cTn id="52"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build="p"/>
      <p:bldP spid="4" grpId="0" animBg="1"/>
      <p:bldP spid="5" grpId="0" animBg="1"/>
      <p:bldP spid="6" grpId="0" animBg="1"/>
      <p:bldP spid="7" grpId="0" animBg="1"/>
      <p:bldP spid="9" grpId="0"/>
      <p:bldP spid="9" grpId="1"/>
    </p:bld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2" name="cas">
            <a:extLst>
              <a:ext uri="{FF2B5EF4-FFF2-40B4-BE49-F238E27FC236}">
                <a16:creationId xmlns:a16="http://schemas.microsoft.com/office/drawing/2014/main" id="{7F5E3235-6AE4-A062-05A2-EFA51FD3AB22}"/>
              </a:ext>
            </a:extLst>
          </p:cNvPr>
          <p:cNvSpPr>
            <a:spLocks noGrp="1"/>
          </p:cNvSpPr>
          <p:nvPr>
            <p:ph type="title"/>
          </p:nvPr>
        </p:nvSpPr>
        <p:spPr>
          <a:xfrm>
            <a:off x="831850" y="1709738"/>
            <a:ext cx="10515600" cy="2852737"/>
          </a:xfrm>
        </p:spPr>
        <p:txBody>
          <a:bodyPr/>
          <a:lstStyle/>
          <a:p>
            <a:r>
              <a:rPr lang="en-US"/>
              <a:t>XXX XXXXXXX</a:t>
            </a:r>
          </a:p>
        </p:txBody>
      </p:sp>
      <p:sp>
        <p:nvSpPr>
          <p:cNvPr id="5" name="Text Placeholder 4">
            <a:extLst>
              <a:ext uri="{FF2B5EF4-FFF2-40B4-BE49-F238E27FC236}">
                <a16:creationId xmlns:a16="http://schemas.microsoft.com/office/drawing/2014/main" id="{890B33BA-AF40-06AE-5BC7-BC3AFB95EE58}"/>
              </a:ext>
            </a:extLst>
          </p:cNvPr>
          <p:cNvSpPr>
            <a:spLocks noGrp="1"/>
          </p:cNvSpPr>
          <p:nvPr>
            <p:ph type="body" idx="1"/>
          </p:nvPr>
        </p:nvSpPr>
        <p:spPr/>
        <p:txBody>
          <a:bodyPr/>
          <a:lstStyle/>
          <a:p>
            <a:r>
              <a:rPr lang="en-US">
                <a:solidFill>
                  <a:schemeClr val="accent2">
                    <a:lumMod val="75000"/>
                  </a:schemeClr>
                </a:solidFill>
              </a:rPr>
              <a:t>XXXXXXXXXXXXXX XXXX XXXXX XXXXX XXXXX XXXX XX</a:t>
            </a:r>
          </a:p>
        </p:txBody>
      </p:sp>
      <p:sp>
        <p:nvSpPr>
          <p:cNvPr id="3" name="Graphic 127">
            <a:extLst>
              <a:ext uri="{FF2B5EF4-FFF2-40B4-BE49-F238E27FC236}">
                <a16:creationId xmlns:a16="http://schemas.microsoft.com/office/drawing/2014/main" id="{F1AAAE17-08F8-8651-6446-DC7B5ACE9ECD}"/>
              </a:ext>
            </a:extLst>
          </p:cNvPr>
          <p:cNvSpPr/>
          <p:nvPr/>
        </p:nvSpPr>
        <p:spPr>
          <a:xfrm rot="15863717" flipV="1">
            <a:off x="-6888420" y="-5476918"/>
            <a:ext cx="8708360" cy="35367078"/>
          </a:xfrm>
          <a:custGeom>
            <a:avLst/>
            <a:gdLst>
              <a:gd name="csX0" fmla="*/ 3086062 w 3829558"/>
              <a:gd name="csY0" fmla="*/ 3905196 h 15209314"/>
              <a:gd name="csX1" fmla="*/ 3809673 w 3829558"/>
              <a:gd name="csY1" fmla="*/ 9695864 h 15209314"/>
              <a:gd name="csX2" fmla="*/ 2440601 w 3829558"/>
              <a:gd name="csY2" fmla="*/ 13914361 h 15209314"/>
              <a:gd name="csX3" fmla="*/ 741562 w 3829558"/>
              <a:gd name="csY3" fmla="*/ 14802979 h 15209314"/>
              <a:gd name="csX4" fmla="*/ 290029 w 3829558"/>
              <a:gd name="csY4" fmla="*/ 9051372 h 15209314"/>
              <a:gd name="csX5" fmla="*/ 64262 w 3829558"/>
              <a:gd name="csY5" fmla="*/ 2928692 h 15209314"/>
              <a:gd name="csX6" fmla="*/ 1517273 w 3829558"/>
              <a:gd name="csY6" fmla="*/ 18711 h 15209314"/>
              <a:gd name="csX7" fmla="*/ 3086062 w 3829558"/>
              <a:gd name="csY7" fmla="*/ 3905196 h 15209314"/>
              <a:gd name="csX0" fmla="*/ 3085962 w 3829559"/>
              <a:gd name="csY0" fmla="*/ 3972473 h 15276692"/>
              <a:gd name="csX1" fmla="*/ 3809573 w 3829559"/>
              <a:gd name="csY1" fmla="*/ 9763141 h 15276692"/>
              <a:gd name="csX2" fmla="*/ 2440501 w 3829559"/>
              <a:gd name="csY2" fmla="*/ 13981638 h 15276692"/>
              <a:gd name="csX3" fmla="*/ 741462 w 3829559"/>
              <a:gd name="csY3" fmla="*/ 14870256 h 15276692"/>
              <a:gd name="csX4" fmla="*/ 289929 w 3829559"/>
              <a:gd name="csY4" fmla="*/ 9118649 h 15276692"/>
              <a:gd name="csX5" fmla="*/ 64162 w 3829559"/>
              <a:gd name="csY5" fmla="*/ 2995969 h 15276692"/>
              <a:gd name="csX6" fmla="*/ 1517173 w 3829559"/>
              <a:gd name="csY6" fmla="*/ 85988 h 15276692"/>
              <a:gd name="csX7" fmla="*/ 2420764 w 3829559"/>
              <a:gd name="csY7" fmla="*/ 1056665 h 15276692"/>
              <a:gd name="csX8" fmla="*/ 3085962 w 3829559"/>
              <a:gd name="csY8" fmla="*/ 3972473 h 15276692"/>
              <a:gd name="csX0" fmla="*/ 3085962 w 3829559"/>
              <a:gd name="csY0" fmla="*/ 4586462 h 15890681"/>
              <a:gd name="csX1" fmla="*/ 3809573 w 3829559"/>
              <a:gd name="csY1" fmla="*/ 10377130 h 15890681"/>
              <a:gd name="csX2" fmla="*/ 2440501 w 3829559"/>
              <a:gd name="csY2" fmla="*/ 14595627 h 15890681"/>
              <a:gd name="csX3" fmla="*/ 741462 w 3829559"/>
              <a:gd name="csY3" fmla="*/ 15484245 h 15890681"/>
              <a:gd name="csX4" fmla="*/ 289929 w 3829559"/>
              <a:gd name="csY4" fmla="*/ 9732638 h 15890681"/>
              <a:gd name="csX5" fmla="*/ 64162 w 3829559"/>
              <a:gd name="csY5" fmla="*/ 3609958 h 15890681"/>
              <a:gd name="csX6" fmla="*/ 1108934 w 3829559"/>
              <a:gd name="csY6" fmla="*/ 50945 h 15890681"/>
              <a:gd name="csX7" fmla="*/ 2420764 w 3829559"/>
              <a:gd name="csY7" fmla="*/ 1670654 h 15890681"/>
              <a:gd name="csX8" fmla="*/ 3085962 w 3829559"/>
              <a:gd name="csY8" fmla="*/ 4586462 h 15890681"/>
              <a:gd name="csX0" fmla="*/ 3085962 w 3829559"/>
              <a:gd name="csY0" fmla="*/ 4248689 h 15552908"/>
              <a:gd name="csX1" fmla="*/ 3809573 w 3829559"/>
              <a:gd name="csY1" fmla="*/ 10039357 h 15552908"/>
              <a:gd name="csX2" fmla="*/ 2440501 w 3829559"/>
              <a:gd name="csY2" fmla="*/ 14257854 h 15552908"/>
              <a:gd name="csX3" fmla="*/ 741462 w 3829559"/>
              <a:gd name="csY3" fmla="*/ 15146472 h 15552908"/>
              <a:gd name="csX4" fmla="*/ 289929 w 3829559"/>
              <a:gd name="csY4" fmla="*/ 9394865 h 15552908"/>
              <a:gd name="csX5" fmla="*/ 64162 w 3829559"/>
              <a:gd name="csY5" fmla="*/ 3272185 h 15552908"/>
              <a:gd name="csX6" fmla="*/ 1028672 w 3829559"/>
              <a:gd name="csY6" fmla="*/ 65596 h 15552908"/>
              <a:gd name="csX7" fmla="*/ 2420764 w 3829559"/>
              <a:gd name="csY7" fmla="*/ 1332881 h 15552908"/>
              <a:gd name="csX8" fmla="*/ 3085962 w 3829559"/>
              <a:gd name="csY8" fmla="*/ 4248689 h 155529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829559" h="15552908">
                <a:moveTo>
                  <a:pt x="3085962" y="4248689"/>
                </a:moveTo>
                <a:cubicBezTo>
                  <a:pt x="3540389" y="6182167"/>
                  <a:pt x="3922456" y="8281650"/>
                  <a:pt x="3809573" y="10039357"/>
                </a:cubicBezTo>
                <a:cubicBezTo>
                  <a:pt x="3699584" y="11787299"/>
                  <a:pt x="3094645" y="13193465"/>
                  <a:pt x="2440501" y="14257854"/>
                </a:cubicBezTo>
                <a:cubicBezTo>
                  <a:pt x="1786356" y="15322243"/>
                  <a:pt x="1083006" y="16044856"/>
                  <a:pt x="741462" y="15146472"/>
                </a:cubicBezTo>
                <a:cubicBezTo>
                  <a:pt x="399918" y="14238324"/>
                  <a:pt x="420179" y="11709179"/>
                  <a:pt x="289929" y="9394865"/>
                </a:cubicBezTo>
                <a:cubicBezTo>
                  <a:pt x="156784" y="7090316"/>
                  <a:pt x="-126871" y="5000597"/>
                  <a:pt x="64162" y="3272185"/>
                </a:cubicBezTo>
                <a:cubicBezTo>
                  <a:pt x="255195" y="1534009"/>
                  <a:pt x="635905" y="388813"/>
                  <a:pt x="1028672" y="65596"/>
                </a:cubicBezTo>
                <a:cubicBezTo>
                  <a:pt x="1421439" y="-257621"/>
                  <a:pt x="2159299" y="685134"/>
                  <a:pt x="2420764" y="1332881"/>
                </a:cubicBezTo>
                <a:cubicBezTo>
                  <a:pt x="2682229" y="1980628"/>
                  <a:pt x="2836406" y="2840858"/>
                  <a:pt x="3085962" y="4248689"/>
                </a:cubicBezTo>
                <a:close/>
              </a:path>
            </a:pathLst>
          </a:custGeom>
          <a:solidFill>
            <a:schemeClr val="accent4">
              <a:lumMod val="60000"/>
              <a:lumOff val="40000"/>
            </a:schemeClr>
          </a:solidFill>
          <a:ln w="28908" cap="flat">
            <a:noFill/>
            <a:prstDash val="solid"/>
            <a:miter/>
          </a:ln>
        </p:spPr>
        <p:txBody>
          <a:bodyPr/>
          <a:lstStyle/>
          <a:p>
            <a:endParaRPr lang="en-US"/>
          </a:p>
        </p:txBody>
      </p:sp>
      <p:sp>
        <p:nvSpPr>
          <p:cNvPr id="4" name="Graphic 129">
            <a:extLst>
              <a:ext uri="{FF2B5EF4-FFF2-40B4-BE49-F238E27FC236}">
                <a16:creationId xmlns:a16="http://schemas.microsoft.com/office/drawing/2014/main" id="{0ED048B6-721C-CF79-180D-6CD0FBFA0D7B}"/>
              </a:ext>
            </a:extLst>
          </p:cNvPr>
          <p:cNvSpPr/>
          <p:nvPr/>
        </p:nvSpPr>
        <p:spPr>
          <a:xfrm rot="5063717" flipH="1">
            <a:off x="-1475411" y="-1126050"/>
            <a:ext cx="4623562" cy="25154352"/>
          </a:xfrm>
          <a:custGeom>
            <a:avLst/>
            <a:gdLst>
              <a:gd name="csX0" fmla="*/ 714496 w 977405"/>
              <a:gd name="csY0" fmla="*/ 349032 h 1125362"/>
              <a:gd name="csX1" fmla="*/ 977386 w 977405"/>
              <a:gd name="csY1" fmla="*/ 710982 h 1125362"/>
              <a:gd name="csX2" fmla="*/ 679254 w 977405"/>
              <a:gd name="csY2" fmla="*/ 1034832 h 1125362"/>
              <a:gd name="csX3" fmla="*/ 229674 w 977405"/>
              <a:gd name="csY3" fmla="*/ 1087220 h 1125362"/>
              <a:gd name="csX4" fmla="*/ 84894 w 977405"/>
              <a:gd name="csY4" fmla="*/ 635735 h 1125362"/>
              <a:gd name="csX5" fmla="*/ 19171 w 977405"/>
              <a:gd name="csY5" fmla="*/ 154722 h 1125362"/>
              <a:gd name="csX6" fmla="*/ 395409 w 977405"/>
              <a:gd name="csY6" fmla="*/ 14705 h 1125362"/>
              <a:gd name="csX7" fmla="*/ 714496 w 977405"/>
              <a:gd name="csY7" fmla="*/ 349032 h 1125362"/>
              <a:gd name="csX0" fmla="*/ 758349 w 1021357"/>
              <a:gd name="csY0" fmla="*/ 397414 h 1173845"/>
              <a:gd name="csX1" fmla="*/ 1021239 w 1021357"/>
              <a:gd name="csY1" fmla="*/ 759364 h 1173845"/>
              <a:gd name="csX2" fmla="*/ 723107 w 1021357"/>
              <a:gd name="csY2" fmla="*/ 1083214 h 1173845"/>
              <a:gd name="csX3" fmla="*/ 273527 w 1021357"/>
              <a:gd name="csY3" fmla="*/ 1135602 h 1173845"/>
              <a:gd name="csX4" fmla="*/ 128747 w 1021357"/>
              <a:gd name="csY4" fmla="*/ 684117 h 1173845"/>
              <a:gd name="csX5" fmla="*/ 63024 w 1021357"/>
              <a:gd name="csY5" fmla="*/ 203104 h 1173845"/>
              <a:gd name="csX6" fmla="*/ 17834 w 1021357"/>
              <a:gd name="csY6" fmla="*/ 11288 h 1173845"/>
              <a:gd name="csX7" fmla="*/ 439262 w 1021357"/>
              <a:gd name="csY7" fmla="*/ 63087 h 1173845"/>
              <a:gd name="csX8" fmla="*/ 758349 w 1021357"/>
              <a:gd name="csY8" fmla="*/ 397414 h 1173845"/>
              <a:gd name="csX0" fmla="*/ 894130 w 1157138"/>
              <a:gd name="csY0" fmla="*/ 397414 h 1173845"/>
              <a:gd name="csX1" fmla="*/ 1157020 w 1157138"/>
              <a:gd name="csY1" fmla="*/ 759364 h 1173845"/>
              <a:gd name="csX2" fmla="*/ 858888 w 1157138"/>
              <a:gd name="csY2" fmla="*/ 1083214 h 1173845"/>
              <a:gd name="csX3" fmla="*/ 409308 w 1157138"/>
              <a:gd name="csY3" fmla="*/ 1135602 h 1173845"/>
              <a:gd name="csX4" fmla="*/ 264528 w 1157138"/>
              <a:gd name="csY4" fmla="*/ 684117 h 1173845"/>
              <a:gd name="csX5" fmla="*/ 7431 w 1157138"/>
              <a:gd name="csY5" fmla="*/ 203255 h 1173845"/>
              <a:gd name="csX6" fmla="*/ 153615 w 1157138"/>
              <a:gd name="csY6" fmla="*/ 11288 h 1173845"/>
              <a:gd name="csX7" fmla="*/ 575043 w 1157138"/>
              <a:gd name="csY7" fmla="*/ 63087 h 1173845"/>
              <a:gd name="csX8" fmla="*/ 894130 w 1157138"/>
              <a:gd name="csY8" fmla="*/ 397414 h 1173845"/>
              <a:gd name="csX0" fmla="*/ 894130 w 1157138"/>
              <a:gd name="csY0" fmla="*/ 393531 h 1169962"/>
              <a:gd name="csX1" fmla="*/ 1157020 w 1157138"/>
              <a:gd name="csY1" fmla="*/ 755481 h 1169962"/>
              <a:gd name="csX2" fmla="*/ 858888 w 1157138"/>
              <a:gd name="csY2" fmla="*/ 1079331 h 1169962"/>
              <a:gd name="csX3" fmla="*/ 409308 w 1157138"/>
              <a:gd name="csY3" fmla="*/ 1131719 h 1169962"/>
              <a:gd name="csX4" fmla="*/ 264528 w 1157138"/>
              <a:gd name="csY4" fmla="*/ 680234 h 1169962"/>
              <a:gd name="csX5" fmla="*/ 7431 w 1157138"/>
              <a:gd name="csY5" fmla="*/ 199372 h 1169962"/>
              <a:gd name="csX6" fmla="*/ 153615 w 1157138"/>
              <a:gd name="csY6" fmla="*/ 7405 h 1169962"/>
              <a:gd name="csX7" fmla="*/ 575043 w 1157138"/>
              <a:gd name="csY7" fmla="*/ 59204 h 1169962"/>
              <a:gd name="csX8" fmla="*/ 894130 w 1157138"/>
              <a:gd name="csY8" fmla="*/ 393531 h 1169962"/>
              <a:gd name="csX0" fmla="*/ 894130 w 1157138"/>
              <a:gd name="csY0" fmla="*/ 395565 h 1171996"/>
              <a:gd name="csX1" fmla="*/ 1157020 w 1157138"/>
              <a:gd name="csY1" fmla="*/ 757515 h 1171996"/>
              <a:gd name="csX2" fmla="*/ 858888 w 1157138"/>
              <a:gd name="csY2" fmla="*/ 1081365 h 1171996"/>
              <a:gd name="csX3" fmla="*/ 409308 w 1157138"/>
              <a:gd name="csY3" fmla="*/ 1133753 h 1171996"/>
              <a:gd name="csX4" fmla="*/ 264528 w 1157138"/>
              <a:gd name="csY4" fmla="*/ 682268 h 1171996"/>
              <a:gd name="csX5" fmla="*/ 7431 w 1157138"/>
              <a:gd name="csY5" fmla="*/ 201406 h 1171996"/>
              <a:gd name="csX6" fmla="*/ 153615 w 1157138"/>
              <a:gd name="csY6" fmla="*/ 9439 h 1171996"/>
              <a:gd name="csX7" fmla="*/ 575043 w 1157138"/>
              <a:gd name="csY7" fmla="*/ 61238 h 1171996"/>
              <a:gd name="csX8" fmla="*/ 894130 w 1157138"/>
              <a:gd name="csY8" fmla="*/ 395565 h 1171996"/>
              <a:gd name="csX0" fmla="*/ 894130 w 1157138"/>
              <a:gd name="csY0" fmla="*/ 399389 h 1175820"/>
              <a:gd name="csX1" fmla="*/ 1157020 w 1157138"/>
              <a:gd name="csY1" fmla="*/ 761339 h 1175820"/>
              <a:gd name="csX2" fmla="*/ 858888 w 1157138"/>
              <a:gd name="csY2" fmla="*/ 1085189 h 1175820"/>
              <a:gd name="csX3" fmla="*/ 409308 w 1157138"/>
              <a:gd name="csY3" fmla="*/ 1137577 h 1175820"/>
              <a:gd name="csX4" fmla="*/ 264528 w 1157138"/>
              <a:gd name="csY4" fmla="*/ 686092 h 1175820"/>
              <a:gd name="csX5" fmla="*/ 7431 w 1157138"/>
              <a:gd name="csY5" fmla="*/ 205230 h 1175820"/>
              <a:gd name="csX6" fmla="*/ 68687 w 1157138"/>
              <a:gd name="csY6" fmla="*/ 10814 h 1175820"/>
              <a:gd name="csX7" fmla="*/ 575043 w 1157138"/>
              <a:gd name="csY7" fmla="*/ 65062 h 1175820"/>
              <a:gd name="csX8" fmla="*/ 894130 w 1157138"/>
              <a:gd name="csY8" fmla="*/ 399389 h 11758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157138" h="1175820">
                <a:moveTo>
                  <a:pt x="894130" y="399389"/>
                </a:moveTo>
                <a:cubicBezTo>
                  <a:pt x="1005573" y="532739"/>
                  <a:pt x="1153210" y="644182"/>
                  <a:pt x="1157020" y="761339"/>
                </a:cubicBezTo>
                <a:cubicBezTo>
                  <a:pt x="1161783" y="878497"/>
                  <a:pt x="1022718" y="1002322"/>
                  <a:pt x="858888" y="1085189"/>
                </a:cubicBezTo>
                <a:cubicBezTo>
                  <a:pt x="695058" y="1169009"/>
                  <a:pt x="506463" y="1211872"/>
                  <a:pt x="409308" y="1137577"/>
                </a:cubicBezTo>
                <a:cubicBezTo>
                  <a:pt x="312153" y="1062329"/>
                  <a:pt x="306438" y="869924"/>
                  <a:pt x="264528" y="686092"/>
                </a:cubicBezTo>
                <a:cubicBezTo>
                  <a:pt x="221665" y="502259"/>
                  <a:pt x="-47814" y="326198"/>
                  <a:pt x="7431" y="205230"/>
                </a:cubicBezTo>
                <a:cubicBezTo>
                  <a:pt x="23597" y="102641"/>
                  <a:pt x="5981" y="34150"/>
                  <a:pt x="68687" y="10814"/>
                </a:cubicBezTo>
                <a:cubicBezTo>
                  <a:pt x="131393" y="-12522"/>
                  <a:pt x="437469" y="300"/>
                  <a:pt x="575043" y="65062"/>
                </a:cubicBezTo>
                <a:cubicBezTo>
                  <a:pt x="712617" y="129824"/>
                  <a:pt x="782688" y="266039"/>
                  <a:pt x="894130" y="399389"/>
                </a:cubicBezTo>
                <a:close/>
              </a:path>
            </a:pathLst>
          </a:custGeom>
          <a:solidFill>
            <a:schemeClr val="accent4">
              <a:lumMod val="75000"/>
            </a:schemeClr>
          </a:solidFill>
          <a:ln w="9525" cap="flat">
            <a:noFill/>
            <a:prstDash val="solid"/>
            <a:miter/>
          </a:ln>
        </p:spPr>
        <p:txBody>
          <a:bodyPr/>
          <a:lstStyle/>
          <a:p>
            <a:endParaRPr lang="en-US"/>
          </a:p>
        </p:txBody>
      </p:sp>
      <p:sp>
        <p:nvSpPr>
          <p:cNvPr id="6" name="Graphic 127">
            <a:extLst>
              <a:ext uri="{FF2B5EF4-FFF2-40B4-BE49-F238E27FC236}">
                <a16:creationId xmlns:a16="http://schemas.microsoft.com/office/drawing/2014/main" id="{68225903-5E01-5307-CE24-A23E71DC6959}"/>
              </a:ext>
            </a:extLst>
          </p:cNvPr>
          <p:cNvSpPr/>
          <p:nvPr/>
        </p:nvSpPr>
        <p:spPr>
          <a:xfrm rot="6026319" flipV="1">
            <a:off x="11523660" y="-22516162"/>
            <a:ext cx="8708357" cy="34585750"/>
          </a:xfrm>
          <a:custGeom>
            <a:avLst/>
            <a:gdLst>
              <a:gd name="csX0" fmla="*/ 3086062 w 3829558"/>
              <a:gd name="csY0" fmla="*/ 3905196 h 15209314"/>
              <a:gd name="csX1" fmla="*/ 3809673 w 3829558"/>
              <a:gd name="csY1" fmla="*/ 9695864 h 15209314"/>
              <a:gd name="csX2" fmla="*/ 2440601 w 3829558"/>
              <a:gd name="csY2" fmla="*/ 13914361 h 15209314"/>
              <a:gd name="csX3" fmla="*/ 741562 w 3829558"/>
              <a:gd name="csY3" fmla="*/ 14802979 h 15209314"/>
              <a:gd name="csX4" fmla="*/ 290029 w 3829558"/>
              <a:gd name="csY4" fmla="*/ 9051372 h 15209314"/>
              <a:gd name="csX5" fmla="*/ 64262 w 3829558"/>
              <a:gd name="csY5" fmla="*/ 2928692 h 15209314"/>
              <a:gd name="csX6" fmla="*/ 1517273 w 3829558"/>
              <a:gd name="csY6" fmla="*/ 18711 h 15209314"/>
              <a:gd name="csX7" fmla="*/ 3086062 w 3829558"/>
              <a:gd name="csY7" fmla="*/ 3905196 h 152093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829558" h="15209314">
                <a:moveTo>
                  <a:pt x="3086062" y="3905196"/>
                </a:moveTo>
                <a:cubicBezTo>
                  <a:pt x="3540489" y="5838674"/>
                  <a:pt x="3922556" y="7938157"/>
                  <a:pt x="3809673" y="9695864"/>
                </a:cubicBezTo>
                <a:cubicBezTo>
                  <a:pt x="3699684" y="11443806"/>
                  <a:pt x="3094745" y="12849972"/>
                  <a:pt x="2440601" y="13914361"/>
                </a:cubicBezTo>
                <a:cubicBezTo>
                  <a:pt x="1786456" y="14978750"/>
                  <a:pt x="1083106" y="15701363"/>
                  <a:pt x="741562" y="14802979"/>
                </a:cubicBezTo>
                <a:cubicBezTo>
                  <a:pt x="400018" y="13894831"/>
                  <a:pt x="420279" y="11365686"/>
                  <a:pt x="290029" y="9051372"/>
                </a:cubicBezTo>
                <a:cubicBezTo>
                  <a:pt x="156884" y="6746823"/>
                  <a:pt x="-126771" y="4657104"/>
                  <a:pt x="64262" y="2928692"/>
                </a:cubicBezTo>
                <a:cubicBezTo>
                  <a:pt x="255295" y="1190516"/>
                  <a:pt x="923912" y="-176590"/>
                  <a:pt x="1517273" y="18711"/>
                </a:cubicBezTo>
                <a:cubicBezTo>
                  <a:pt x="2110634" y="214012"/>
                  <a:pt x="2634528" y="1971719"/>
                  <a:pt x="3086062" y="3905196"/>
                </a:cubicBezTo>
                <a:close/>
              </a:path>
            </a:pathLst>
          </a:custGeom>
          <a:solidFill>
            <a:schemeClr val="accent4">
              <a:lumMod val="60000"/>
              <a:lumOff val="40000"/>
            </a:schemeClr>
          </a:solidFill>
          <a:ln w="28908" cap="flat">
            <a:noFill/>
            <a:prstDash val="solid"/>
            <a:miter/>
          </a:ln>
        </p:spPr>
        <p:txBody>
          <a:bodyPr/>
          <a:lstStyle/>
          <a:p>
            <a:endParaRPr lang="en-US"/>
          </a:p>
        </p:txBody>
      </p:sp>
      <p:sp>
        <p:nvSpPr>
          <p:cNvPr id="7" name="Graphic 129">
            <a:extLst>
              <a:ext uri="{FF2B5EF4-FFF2-40B4-BE49-F238E27FC236}">
                <a16:creationId xmlns:a16="http://schemas.microsoft.com/office/drawing/2014/main" id="{961FEFE3-2624-9AC9-6DBC-283A6C4F28A0}"/>
              </a:ext>
            </a:extLst>
          </p:cNvPr>
          <p:cNvSpPr/>
          <p:nvPr/>
        </p:nvSpPr>
        <p:spPr>
          <a:xfrm rot="16826319" flipH="1">
            <a:off x="13725999" y="-16179819"/>
            <a:ext cx="3905406" cy="24074903"/>
          </a:xfrm>
          <a:custGeom>
            <a:avLst/>
            <a:gdLst>
              <a:gd name="csX0" fmla="*/ 714496 w 977405"/>
              <a:gd name="csY0" fmla="*/ 349032 h 1125362"/>
              <a:gd name="csX1" fmla="*/ 977386 w 977405"/>
              <a:gd name="csY1" fmla="*/ 710982 h 1125362"/>
              <a:gd name="csX2" fmla="*/ 679254 w 977405"/>
              <a:gd name="csY2" fmla="*/ 1034832 h 1125362"/>
              <a:gd name="csX3" fmla="*/ 229674 w 977405"/>
              <a:gd name="csY3" fmla="*/ 1087220 h 1125362"/>
              <a:gd name="csX4" fmla="*/ 84894 w 977405"/>
              <a:gd name="csY4" fmla="*/ 635735 h 1125362"/>
              <a:gd name="csX5" fmla="*/ 19171 w 977405"/>
              <a:gd name="csY5" fmla="*/ 154722 h 1125362"/>
              <a:gd name="csX6" fmla="*/ 395409 w 977405"/>
              <a:gd name="csY6" fmla="*/ 14705 h 1125362"/>
              <a:gd name="csX7" fmla="*/ 714496 w 977405"/>
              <a:gd name="csY7" fmla="*/ 349032 h 11253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977405" h="1125362">
                <a:moveTo>
                  <a:pt x="714496" y="349032"/>
                </a:moveTo>
                <a:cubicBezTo>
                  <a:pt x="825939" y="482382"/>
                  <a:pt x="973576" y="593825"/>
                  <a:pt x="977386" y="710982"/>
                </a:cubicBezTo>
                <a:cubicBezTo>
                  <a:pt x="982149" y="828140"/>
                  <a:pt x="843084" y="951965"/>
                  <a:pt x="679254" y="1034832"/>
                </a:cubicBezTo>
                <a:cubicBezTo>
                  <a:pt x="515424" y="1118652"/>
                  <a:pt x="326829" y="1161515"/>
                  <a:pt x="229674" y="1087220"/>
                </a:cubicBezTo>
                <a:cubicBezTo>
                  <a:pt x="132519" y="1011972"/>
                  <a:pt x="126804" y="819567"/>
                  <a:pt x="84894" y="635735"/>
                </a:cubicBezTo>
                <a:cubicBezTo>
                  <a:pt x="42031" y="451902"/>
                  <a:pt x="-36074" y="275690"/>
                  <a:pt x="19171" y="154722"/>
                </a:cubicBezTo>
                <a:cubicBezTo>
                  <a:pt x="74416" y="34707"/>
                  <a:pt x="263011" y="-31015"/>
                  <a:pt x="395409" y="14705"/>
                </a:cubicBezTo>
                <a:cubicBezTo>
                  <a:pt x="527806" y="60425"/>
                  <a:pt x="603054" y="215682"/>
                  <a:pt x="714496" y="349032"/>
                </a:cubicBezTo>
                <a:close/>
              </a:path>
            </a:pathLst>
          </a:custGeom>
          <a:solidFill>
            <a:schemeClr val="accent4">
              <a:lumMod val="75000"/>
            </a:schemeClr>
          </a:solidFill>
          <a:ln w="9525" cap="flat">
            <a:noFill/>
            <a:prstDash val="solid"/>
            <a:miter/>
          </a:ln>
        </p:spPr>
        <p:txBody>
          <a:bodyPr/>
          <a:lstStyle/>
          <a:p>
            <a:endParaRPr lang="en-US"/>
          </a:p>
        </p:txBody>
      </p:sp>
      <p:sp>
        <p:nvSpPr>
          <p:cNvPr id="9" name="tfg">
            <a:extLst>
              <a:ext uri="{FF2B5EF4-FFF2-40B4-BE49-F238E27FC236}">
                <a16:creationId xmlns:a16="http://schemas.microsoft.com/office/drawing/2014/main" id="{1ED78866-1EF4-811E-688F-EAD0F6A73DCE}"/>
              </a:ext>
            </a:extLst>
          </p:cNvPr>
          <p:cNvSpPr txBox="1">
            <a:spLocks/>
          </p:cNvSpPr>
          <p:nvPr/>
        </p:nvSpPr>
        <p:spPr>
          <a:xfrm>
            <a:off x="831850" y="1709738"/>
            <a:ext cx="10515600" cy="2852737"/>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t>XXXX XXX XXXX</a:t>
            </a:r>
          </a:p>
        </p:txBody>
      </p:sp>
      <p:sp>
        <p:nvSpPr>
          <p:cNvPr id="10" name="Freeform: Shape 9">
            <a:extLst>
              <a:ext uri="{FF2B5EF4-FFF2-40B4-BE49-F238E27FC236}">
                <a16:creationId xmlns:a16="http://schemas.microsoft.com/office/drawing/2014/main" id="{577B9DD1-16F2-4B7C-29EF-19E106B3868D}"/>
              </a:ext>
            </a:extLst>
          </p:cNvPr>
          <p:cNvSpPr/>
          <p:nvPr/>
        </p:nvSpPr>
        <p:spPr>
          <a:xfrm>
            <a:off x="0" y="6976514"/>
            <a:ext cx="12192000" cy="1589314"/>
          </a:xfrm>
          <a:custGeom>
            <a:avLst/>
            <a:gdLst>
              <a:gd name="csX0" fmla="*/ 0 w 8572500"/>
              <a:gd name="csY0" fmla="*/ 9525 h 990600"/>
              <a:gd name="csX1" fmla="*/ 390525 w 8572500"/>
              <a:gd name="csY1" fmla="*/ 38100 h 990600"/>
              <a:gd name="csX2" fmla="*/ 781050 w 8572500"/>
              <a:gd name="csY2" fmla="*/ 0 h 990600"/>
              <a:gd name="csX3" fmla="*/ 1171575 w 8572500"/>
              <a:gd name="csY3" fmla="*/ 28575 h 990600"/>
              <a:gd name="csX4" fmla="*/ 1562100 w 8572500"/>
              <a:gd name="csY4" fmla="*/ 9525 h 990600"/>
              <a:gd name="csX5" fmla="*/ 1952625 w 8572500"/>
              <a:gd name="csY5" fmla="*/ 38100 h 990600"/>
              <a:gd name="csX6" fmla="*/ 2333625 w 8572500"/>
              <a:gd name="csY6" fmla="*/ 19050 h 990600"/>
              <a:gd name="csX7" fmla="*/ 2724150 w 8572500"/>
              <a:gd name="csY7" fmla="*/ 104775 h 990600"/>
              <a:gd name="csX8" fmla="*/ 3114675 w 8572500"/>
              <a:gd name="csY8" fmla="*/ 114300 h 990600"/>
              <a:gd name="csX9" fmla="*/ 3505200 w 8572500"/>
              <a:gd name="csY9" fmla="*/ 190500 h 990600"/>
              <a:gd name="csX10" fmla="*/ 3895725 w 8572500"/>
              <a:gd name="csY10" fmla="*/ 47625 h 990600"/>
              <a:gd name="csX11" fmla="*/ 4286250 w 8572500"/>
              <a:gd name="csY11" fmla="*/ 190500 h 990600"/>
              <a:gd name="csX12" fmla="*/ 4676775 w 8572500"/>
              <a:gd name="csY12" fmla="*/ 190500 h 990600"/>
              <a:gd name="csX13" fmla="*/ 5067300 w 8572500"/>
              <a:gd name="csY13" fmla="*/ 66675 h 990600"/>
              <a:gd name="csX14" fmla="*/ 5457825 w 8572500"/>
              <a:gd name="csY14" fmla="*/ 85725 h 990600"/>
              <a:gd name="csX15" fmla="*/ 5848350 w 8572500"/>
              <a:gd name="csY15" fmla="*/ 47625 h 990600"/>
              <a:gd name="csX16" fmla="*/ 6238875 w 8572500"/>
              <a:gd name="csY16" fmla="*/ 28575 h 990600"/>
              <a:gd name="csX17" fmla="*/ 6619875 w 8572500"/>
              <a:gd name="csY17" fmla="*/ 180975 h 990600"/>
              <a:gd name="csX18" fmla="*/ 7010400 w 8572500"/>
              <a:gd name="csY18" fmla="*/ 114300 h 990600"/>
              <a:gd name="csX19" fmla="*/ 7400925 w 8572500"/>
              <a:gd name="csY19" fmla="*/ 180975 h 990600"/>
              <a:gd name="csX20" fmla="*/ 7791450 w 8572500"/>
              <a:gd name="csY20" fmla="*/ 38100 h 990600"/>
              <a:gd name="csX21" fmla="*/ 8181975 w 8572500"/>
              <a:gd name="csY21" fmla="*/ 171450 h 990600"/>
              <a:gd name="csX22" fmla="*/ 8572500 w 8572500"/>
              <a:gd name="csY22" fmla="*/ 171450 h 990600"/>
              <a:gd name="csX23" fmla="*/ 8572500 w 8572500"/>
              <a:gd name="csY23" fmla="*/ 990600 h 990600"/>
              <a:gd name="csX24" fmla="*/ 8181975 w 8572500"/>
              <a:gd name="csY24" fmla="*/ 990600 h 990600"/>
              <a:gd name="csX25" fmla="*/ 7791450 w 8572500"/>
              <a:gd name="csY25" fmla="*/ 990600 h 990600"/>
              <a:gd name="csX26" fmla="*/ 7400925 w 8572500"/>
              <a:gd name="csY26" fmla="*/ 990600 h 990600"/>
              <a:gd name="csX27" fmla="*/ 7010400 w 8572500"/>
              <a:gd name="csY27" fmla="*/ 990600 h 990600"/>
              <a:gd name="csX28" fmla="*/ 6619875 w 8572500"/>
              <a:gd name="csY28" fmla="*/ 990600 h 990600"/>
              <a:gd name="csX29" fmla="*/ 6238875 w 8572500"/>
              <a:gd name="csY29" fmla="*/ 990600 h 990600"/>
              <a:gd name="csX30" fmla="*/ 5848350 w 8572500"/>
              <a:gd name="csY30" fmla="*/ 990600 h 990600"/>
              <a:gd name="csX31" fmla="*/ 5457825 w 8572500"/>
              <a:gd name="csY31" fmla="*/ 990600 h 990600"/>
              <a:gd name="csX32" fmla="*/ 5067300 w 8572500"/>
              <a:gd name="csY32" fmla="*/ 990600 h 990600"/>
              <a:gd name="csX33" fmla="*/ 4676775 w 8572500"/>
              <a:gd name="csY33" fmla="*/ 990600 h 990600"/>
              <a:gd name="csX34" fmla="*/ 4286250 w 8572500"/>
              <a:gd name="csY34" fmla="*/ 990600 h 990600"/>
              <a:gd name="csX35" fmla="*/ 3895725 w 8572500"/>
              <a:gd name="csY35" fmla="*/ 990600 h 990600"/>
              <a:gd name="csX36" fmla="*/ 3505200 w 8572500"/>
              <a:gd name="csY36" fmla="*/ 990600 h 990600"/>
              <a:gd name="csX37" fmla="*/ 3114675 w 8572500"/>
              <a:gd name="csY37" fmla="*/ 990600 h 990600"/>
              <a:gd name="csX38" fmla="*/ 2724150 w 8572500"/>
              <a:gd name="csY38" fmla="*/ 990600 h 990600"/>
              <a:gd name="csX39" fmla="*/ 2333625 w 8572500"/>
              <a:gd name="csY39" fmla="*/ 990600 h 990600"/>
              <a:gd name="csX40" fmla="*/ 1952625 w 8572500"/>
              <a:gd name="csY40" fmla="*/ 990600 h 990600"/>
              <a:gd name="csX41" fmla="*/ 1562100 w 8572500"/>
              <a:gd name="csY41" fmla="*/ 990600 h 990600"/>
              <a:gd name="csX42" fmla="*/ 1171575 w 8572500"/>
              <a:gd name="csY42" fmla="*/ 990600 h 990600"/>
              <a:gd name="csX43" fmla="*/ 781050 w 8572500"/>
              <a:gd name="csY43" fmla="*/ 990600 h 990600"/>
              <a:gd name="csX44" fmla="*/ 390525 w 8572500"/>
              <a:gd name="csY44" fmla="*/ 990600 h 990600"/>
              <a:gd name="csX45" fmla="*/ 0 w 8572500"/>
              <a:gd name="csY45" fmla="*/ 990600 h 990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990600">
                <a:moveTo>
                  <a:pt x="0" y="9525"/>
                </a:moveTo>
                <a:lnTo>
                  <a:pt x="390525" y="38100"/>
                </a:lnTo>
                <a:lnTo>
                  <a:pt x="781050" y="0"/>
                </a:lnTo>
                <a:lnTo>
                  <a:pt x="1171575" y="28575"/>
                </a:lnTo>
                <a:lnTo>
                  <a:pt x="1562100" y="9525"/>
                </a:lnTo>
                <a:lnTo>
                  <a:pt x="1952625" y="38100"/>
                </a:lnTo>
                <a:lnTo>
                  <a:pt x="2333625" y="19050"/>
                </a:lnTo>
                <a:lnTo>
                  <a:pt x="2724150" y="104775"/>
                </a:lnTo>
                <a:lnTo>
                  <a:pt x="3114675" y="114300"/>
                </a:lnTo>
                <a:lnTo>
                  <a:pt x="3505200" y="190500"/>
                </a:lnTo>
                <a:lnTo>
                  <a:pt x="3895725" y="47625"/>
                </a:lnTo>
                <a:lnTo>
                  <a:pt x="4286250" y="190500"/>
                </a:lnTo>
                <a:lnTo>
                  <a:pt x="4676775" y="190500"/>
                </a:lnTo>
                <a:lnTo>
                  <a:pt x="5067300" y="66675"/>
                </a:lnTo>
                <a:lnTo>
                  <a:pt x="5457825" y="85725"/>
                </a:lnTo>
                <a:lnTo>
                  <a:pt x="5848350" y="47625"/>
                </a:lnTo>
                <a:lnTo>
                  <a:pt x="6238875" y="28575"/>
                </a:lnTo>
                <a:lnTo>
                  <a:pt x="6619875" y="180975"/>
                </a:lnTo>
                <a:lnTo>
                  <a:pt x="7010400" y="114300"/>
                </a:lnTo>
                <a:lnTo>
                  <a:pt x="7400925" y="180975"/>
                </a:lnTo>
                <a:lnTo>
                  <a:pt x="7791450" y="38100"/>
                </a:lnTo>
                <a:lnTo>
                  <a:pt x="8181975" y="171450"/>
                </a:lnTo>
                <a:lnTo>
                  <a:pt x="8572500" y="171450"/>
                </a:lnTo>
                <a:lnTo>
                  <a:pt x="8572500" y="990600"/>
                </a:lnTo>
                <a:lnTo>
                  <a:pt x="8181975" y="990600"/>
                </a:lnTo>
                <a:lnTo>
                  <a:pt x="7791450" y="990600"/>
                </a:lnTo>
                <a:lnTo>
                  <a:pt x="7400925" y="990600"/>
                </a:lnTo>
                <a:lnTo>
                  <a:pt x="7010400" y="990600"/>
                </a:lnTo>
                <a:lnTo>
                  <a:pt x="6619875" y="990600"/>
                </a:lnTo>
                <a:lnTo>
                  <a:pt x="6238875" y="990600"/>
                </a:lnTo>
                <a:lnTo>
                  <a:pt x="5848350" y="990600"/>
                </a:lnTo>
                <a:lnTo>
                  <a:pt x="5457825" y="990600"/>
                </a:lnTo>
                <a:lnTo>
                  <a:pt x="5067300" y="990600"/>
                </a:lnTo>
                <a:lnTo>
                  <a:pt x="4676775" y="990600"/>
                </a:lnTo>
                <a:lnTo>
                  <a:pt x="4286250" y="990600"/>
                </a:lnTo>
                <a:lnTo>
                  <a:pt x="3895725" y="990600"/>
                </a:lnTo>
                <a:lnTo>
                  <a:pt x="3505200" y="990600"/>
                </a:lnTo>
                <a:lnTo>
                  <a:pt x="3114675" y="990600"/>
                </a:lnTo>
                <a:lnTo>
                  <a:pt x="2724150" y="990600"/>
                </a:lnTo>
                <a:lnTo>
                  <a:pt x="2333625" y="990600"/>
                </a:lnTo>
                <a:lnTo>
                  <a:pt x="1952625" y="990600"/>
                </a:lnTo>
                <a:lnTo>
                  <a:pt x="1562100" y="990600"/>
                </a:lnTo>
                <a:lnTo>
                  <a:pt x="1171575" y="990600"/>
                </a:lnTo>
                <a:lnTo>
                  <a:pt x="781050" y="990600"/>
                </a:lnTo>
                <a:lnTo>
                  <a:pt x="390525" y="990600"/>
                </a:lnTo>
                <a:lnTo>
                  <a:pt x="0" y="990600"/>
                </a:lnTo>
                <a:close/>
              </a:path>
            </a:pathLst>
          </a:custGeom>
          <a:solidFill>
            <a:schemeClr val="accent2">
              <a:lumMod val="20000"/>
              <a:lumOff val="80000"/>
            </a:schemeClr>
          </a:solidFill>
          <a:ln w="9525" cap="flat">
            <a:noFill/>
            <a:prstDash val="solid"/>
            <a:miter/>
          </a:ln>
        </p:spPr>
        <p:txBody>
          <a:bodyPr/>
          <a:lstStyle/>
          <a:p>
            <a:endParaRPr lang="en-US"/>
          </a:p>
        </p:txBody>
      </p:sp>
      <p:sp>
        <p:nvSpPr>
          <p:cNvPr id="11" name="Freeform: Shape 10">
            <a:extLst>
              <a:ext uri="{FF2B5EF4-FFF2-40B4-BE49-F238E27FC236}">
                <a16:creationId xmlns:a16="http://schemas.microsoft.com/office/drawing/2014/main" id="{4128EA61-E644-664A-87F7-E72CB08128F9}"/>
              </a:ext>
            </a:extLst>
          </p:cNvPr>
          <p:cNvSpPr/>
          <p:nvPr/>
        </p:nvSpPr>
        <p:spPr>
          <a:xfrm>
            <a:off x="0" y="8081906"/>
            <a:ext cx="12192000" cy="1314240"/>
          </a:xfrm>
          <a:custGeom>
            <a:avLst/>
            <a:gdLst>
              <a:gd name="csX0" fmla="*/ 0 w 8572500"/>
              <a:gd name="csY0" fmla="*/ 38100 h 819150"/>
              <a:gd name="csX1" fmla="*/ 390525 w 8572500"/>
              <a:gd name="csY1" fmla="*/ 95250 h 819150"/>
              <a:gd name="csX2" fmla="*/ 781050 w 8572500"/>
              <a:gd name="csY2" fmla="*/ 66675 h 819150"/>
              <a:gd name="csX3" fmla="*/ 1171575 w 8572500"/>
              <a:gd name="csY3" fmla="*/ 19050 h 819150"/>
              <a:gd name="csX4" fmla="*/ 1562100 w 8572500"/>
              <a:gd name="csY4" fmla="*/ 142875 h 819150"/>
              <a:gd name="csX5" fmla="*/ 1952625 w 8572500"/>
              <a:gd name="csY5" fmla="*/ 161925 h 819150"/>
              <a:gd name="csX6" fmla="*/ 2333625 w 8572500"/>
              <a:gd name="csY6" fmla="*/ 47625 h 819150"/>
              <a:gd name="csX7" fmla="*/ 2724150 w 8572500"/>
              <a:gd name="csY7" fmla="*/ 123825 h 819150"/>
              <a:gd name="csX8" fmla="*/ 3114675 w 8572500"/>
              <a:gd name="csY8" fmla="*/ 95250 h 819150"/>
              <a:gd name="csX9" fmla="*/ 3505200 w 8572500"/>
              <a:gd name="csY9" fmla="*/ 190500 h 819150"/>
              <a:gd name="csX10" fmla="*/ 3895725 w 8572500"/>
              <a:gd name="csY10" fmla="*/ 142875 h 819150"/>
              <a:gd name="csX11" fmla="*/ 4286250 w 8572500"/>
              <a:gd name="csY11" fmla="*/ 28575 h 819150"/>
              <a:gd name="csX12" fmla="*/ 4676775 w 8572500"/>
              <a:gd name="csY12" fmla="*/ 190500 h 819150"/>
              <a:gd name="csX13" fmla="*/ 5067300 w 8572500"/>
              <a:gd name="csY13" fmla="*/ 142875 h 819150"/>
              <a:gd name="csX14" fmla="*/ 5457825 w 8572500"/>
              <a:gd name="csY14" fmla="*/ 0 h 819150"/>
              <a:gd name="csX15" fmla="*/ 5848350 w 8572500"/>
              <a:gd name="csY15" fmla="*/ 47625 h 819150"/>
              <a:gd name="csX16" fmla="*/ 6238875 w 8572500"/>
              <a:gd name="csY16" fmla="*/ 142875 h 819150"/>
              <a:gd name="csX17" fmla="*/ 6619875 w 8572500"/>
              <a:gd name="csY17" fmla="*/ 57150 h 819150"/>
              <a:gd name="csX18" fmla="*/ 7010400 w 8572500"/>
              <a:gd name="csY18" fmla="*/ 114300 h 819150"/>
              <a:gd name="csX19" fmla="*/ 7400925 w 8572500"/>
              <a:gd name="csY19" fmla="*/ 66675 h 819150"/>
              <a:gd name="csX20" fmla="*/ 7791450 w 8572500"/>
              <a:gd name="csY20" fmla="*/ 171450 h 819150"/>
              <a:gd name="csX21" fmla="*/ 8181975 w 8572500"/>
              <a:gd name="csY21" fmla="*/ 57150 h 819150"/>
              <a:gd name="csX22" fmla="*/ 8572500 w 8572500"/>
              <a:gd name="csY22" fmla="*/ 28575 h 819150"/>
              <a:gd name="csX23" fmla="*/ 8572500 w 8572500"/>
              <a:gd name="csY23" fmla="*/ 819150 h 819150"/>
              <a:gd name="csX24" fmla="*/ 8181975 w 8572500"/>
              <a:gd name="csY24" fmla="*/ 819150 h 819150"/>
              <a:gd name="csX25" fmla="*/ 7791450 w 8572500"/>
              <a:gd name="csY25" fmla="*/ 819150 h 819150"/>
              <a:gd name="csX26" fmla="*/ 7400925 w 8572500"/>
              <a:gd name="csY26" fmla="*/ 819150 h 819150"/>
              <a:gd name="csX27" fmla="*/ 7010400 w 8572500"/>
              <a:gd name="csY27" fmla="*/ 819150 h 819150"/>
              <a:gd name="csX28" fmla="*/ 6619875 w 8572500"/>
              <a:gd name="csY28" fmla="*/ 819150 h 819150"/>
              <a:gd name="csX29" fmla="*/ 6238875 w 8572500"/>
              <a:gd name="csY29" fmla="*/ 819150 h 819150"/>
              <a:gd name="csX30" fmla="*/ 5848350 w 8572500"/>
              <a:gd name="csY30" fmla="*/ 819150 h 819150"/>
              <a:gd name="csX31" fmla="*/ 5457825 w 8572500"/>
              <a:gd name="csY31" fmla="*/ 819150 h 819150"/>
              <a:gd name="csX32" fmla="*/ 5067300 w 8572500"/>
              <a:gd name="csY32" fmla="*/ 819150 h 819150"/>
              <a:gd name="csX33" fmla="*/ 4676775 w 8572500"/>
              <a:gd name="csY33" fmla="*/ 819150 h 819150"/>
              <a:gd name="csX34" fmla="*/ 4286250 w 8572500"/>
              <a:gd name="csY34" fmla="*/ 819150 h 819150"/>
              <a:gd name="csX35" fmla="*/ 3895725 w 8572500"/>
              <a:gd name="csY35" fmla="*/ 819150 h 819150"/>
              <a:gd name="csX36" fmla="*/ 3505200 w 8572500"/>
              <a:gd name="csY36" fmla="*/ 819150 h 819150"/>
              <a:gd name="csX37" fmla="*/ 3114675 w 8572500"/>
              <a:gd name="csY37" fmla="*/ 819150 h 819150"/>
              <a:gd name="csX38" fmla="*/ 2724150 w 8572500"/>
              <a:gd name="csY38" fmla="*/ 819150 h 819150"/>
              <a:gd name="csX39" fmla="*/ 2333625 w 8572500"/>
              <a:gd name="csY39" fmla="*/ 819150 h 819150"/>
              <a:gd name="csX40" fmla="*/ 1952625 w 8572500"/>
              <a:gd name="csY40" fmla="*/ 819150 h 819150"/>
              <a:gd name="csX41" fmla="*/ 1562100 w 8572500"/>
              <a:gd name="csY41" fmla="*/ 819150 h 819150"/>
              <a:gd name="csX42" fmla="*/ 1171575 w 8572500"/>
              <a:gd name="csY42" fmla="*/ 819150 h 819150"/>
              <a:gd name="csX43" fmla="*/ 781050 w 8572500"/>
              <a:gd name="csY43" fmla="*/ 819150 h 819150"/>
              <a:gd name="csX44" fmla="*/ 390525 w 8572500"/>
              <a:gd name="csY44" fmla="*/ 819150 h 819150"/>
              <a:gd name="csX45" fmla="*/ 0 w 8572500"/>
              <a:gd name="csY45" fmla="*/ 819150 h 8191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819150">
                <a:moveTo>
                  <a:pt x="0" y="38100"/>
                </a:moveTo>
                <a:lnTo>
                  <a:pt x="390525" y="95250"/>
                </a:lnTo>
                <a:lnTo>
                  <a:pt x="781050" y="66675"/>
                </a:lnTo>
                <a:lnTo>
                  <a:pt x="1171575" y="19050"/>
                </a:lnTo>
                <a:lnTo>
                  <a:pt x="1562100" y="142875"/>
                </a:lnTo>
                <a:lnTo>
                  <a:pt x="1952625" y="161925"/>
                </a:lnTo>
                <a:lnTo>
                  <a:pt x="2333625" y="47625"/>
                </a:lnTo>
                <a:lnTo>
                  <a:pt x="2724150" y="123825"/>
                </a:lnTo>
                <a:lnTo>
                  <a:pt x="3114675" y="95250"/>
                </a:lnTo>
                <a:lnTo>
                  <a:pt x="3505200" y="190500"/>
                </a:lnTo>
                <a:lnTo>
                  <a:pt x="3895725" y="142875"/>
                </a:lnTo>
                <a:lnTo>
                  <a:pt x="4286250" y="28575"/>
                </a:lnTo>
                <a:lnTo>
                  <a:pt x="4676775" y="190500"/>
                </a:lnTo>
                <a:lnTo>
                  <a:pt x="5067300" y="142875"/>
                </a:lnTo>
                <a:lnTo>
                  <a:pt x="5457825" y="0"/>
                </a:lnTo>
                <a:lnTo>
                  <a:pt x="5848350" y="47625"/>
                </a:lnTo>
                <a:lnTo>
                  <a:pt x="6238875" y="142875"/>
                </a:lnTo>
                <a:lnTo>
                  <a:pt x="6619875" y="57150"/>
                </a:lnTo>
                <a:lnTo>
                  <a:pt x="7010400" y="114300"/>
                </a:lnTo>
                <a:lnTo>
                  <a:pt x="7400925" y="66675"/>
                </a:lnTo>
                <a:lnTo>
                  <a:pt x="7791450" y="171450"/>
                </a:lnTo>
                <a:lnTo>
                  <a:pt x="8181975" y="57150"/>
                </a:lnTo>
                <a:lnTo>
                  <a:pt x="8572500" y="28575"/>
                </a:lnTo>
                <a:lnTo>
                  <a:pt x="8572500" y="819150"/>
                </a:lnTo>
                <a:lnTo>
                  <a:pt x="8181975" y="819150"/>
                </a:lnTo>
                <a:lnTo>
                  <a:pt x="7791450" y="819150"/>
                </a:lnTo>
                <a:lnTo>
                  <a:pt x="7400925" y="819150"/>
                </a:lnTo>
                <a:lnTo>
                  <a:pt x="7010400" y="819150"/>
                </a:lnTo>
                <a:lnTo>
                  <a:pt x="6619875" y="819150"/>
                </a:lnTo>
                <a:lnTo>
                  <a:pt x="6238875" y="819150"/>
                </a:lnTo>
                <a:lnTo>
                  <a:pt x="5848350" y="819150"/>
                </a:lnTo>
                <a:lnTo>
                  <a:pt x="5457825" y="819150"/>
                </a:lnTo>
                <a:lnTo>
                  <a:pt x="5067300" y="819150"/>
                </a:lnTo>
                <a:lnTo>
                  <a:pt x="4676775" y="819150"/>
                </a:lnTo>
                <a:lnTo>
                  <a:pt x="4286250" y="819150"/>
                </a:lnTo>
                <a:lnTo>
                  <a:pt x="3895725" y="819150"/>
                </a:lnTo>
                <a:lnTo>
                  <a:pt x="3505200" y="819150"/>
                </a:lnTo>
                <a:lnTo>
                  <a:pt x="3114675" y="819150"/>
                </a:lnTo>
                <a:lnTo>
                  <a:pt x="2724150" y="819150"/>
                </a:lnTo>
                <a:lnTo>
                  <a:pt x="2333625" y="819150"/>
                </a:lnTo>
                <a:lnTo>
                  <a:pt x="1952625" y="819150"/>
                </a:lnTo>
                <a:lnTo>
                  <a:pt x="1562100" y="819150"/>
                </a:lnTo>
                <a:lnTo>
                  <a:pt x="1171575" y="819150"/>
                </a:lnTo>
                <a:lnTo>
                  <a:pt x="781050" y="819150"/>
                </a:lnTo>
                <a:lnTo>
                  <a:pt x="390525" y="819150"/>
                </a:lnTo>
                <a:lnTo>
                  <a:pt x="0" y="819150"/>
                </a:lnTo>
                <a:close/>
              </a:path>
            </a:pathLst>
          </a:custGeom>
          <a:solidFill>
            <a:schemeClr val="accent2">
              <a:lumMod val="40000"/>
              <a:lumOff val="60000"/>
            </a:schemeClr>
          </a:solidFill>
          <a:ln w="9525" cap="flat">
            <a:noFill/>
            <a:prstDash val="solid"/>
            <a:miter/>
          </a:ln>
        </p:spPr>
        <p:txBody>
          <a:bodyPr/>
          <a:lstStyle/>
          <a:p>
            <a:endParaRPr lang="en-US"/>
          </a:p>
        </p:txBody>
      </p:sp>
      <p:sp>
        <p:nvSpPr>
          <p:cNvPr id="12" name="Freeform: Shape 11">
            <a:extLst>
              <a:ext uri="{FF2B5EF4-FFF2-40B4-BE49-F238E27FC236}">
                <a16:creationId xmlns:a16="http://schemas.microsoft.com/office/drawing/2014/main" id="{CAC90459-E349-3547-0551-28740E15652B}"/>
              </a:ext>
            </a:extLst>
          </p:cNvPr>
          <p:cNvSpPr/>
          <p:nvPr/>
        </p:nvSpPr>
        <p:spPr>
          <a:xfrm>
            <a:off x="0" y="9019965"/>
            <a:ext cx="12192000" cy="1023885"/>
          </a:xfrm>
          <a:custGeom>
            <a:avLst/>
            <a:gdLst>
              <a:gd name="csX0" fmla="*/ 0 w 8572500"/>
              <a:gd name="csY0" fmla="*/ 76200 h 638175"/>
              <a:gd name="csX1" fmla="*/ 390525 w 8572500"/>
              <a:gd name="csY1" fmla="*/ 9525 h 638175"/>
              <a:gd name="csX2" fmla="*/ 781050 w 8572500"/>
              <a:gd name="csY2" fmla="*/ 123825 h 638175"/>
              <a:gd name="csX3" fmla="*/ 1171575 w 8572500"/>
              <a:gd name="csY3" fmla="*/ 142875 h 638175"/>
              <a:gd name="csX4" fmla="*/ 1562100 w 8572500"/>
              <a:gd name="csY4" fmla="*/ 76200 h 638175"/>
              <a:gd name="csX5" fmla="*/ 1952625 w 8572500"/>
              <a:gd name="csY5" fmla="*/ 76200 h 638175"/>
              <a:gd name="csX6" fmla="*/ 2333625 w 8572500"/>
              <a:gd name="csY6" fmla="*/ 171450 h 638175"/>
              <a:gd name="csX7" fmla="*/ 2724150 w 8572500"/>
              <a:gd name="csY7" fmla="*/ 76200 h 638175"/>
              <a:gd name="csX8" fmla="*/ 3114675 w 8572500"/>
              <a:gd name="csY8" fmla="*/ 123825 h 638175"/>
              <a:gd name="csX9" fmla="*/ 3505200 w 8572500"/>
              <a:gd name="csY9" fmla="*/ 142875 h 638175"/>
              <a:gd name="csX10" fmla="*/ 3895725 w 8572500"/>
              <a:gd name="csY10" fmla="*/ 19050 h 638175"/>
              <a:gd name="csX11" fmla="*/ 4286250 w 8572500"/>
              <a:gd name="csY11" fmla="*/ 123825 h 638175"/>
              <a:gd name="csX12" fmla="*/ 4676775 w 8572500"/>
              <a:gd name="csY12" fmla="*/ 142875 h 638175"/>
              <a:gd name="csX13" fmla="*/ 5067300 w 8572500"/>
              <a:gd name="csY13" fmla="*/ 152400 h 638175"/>
              <a:gd name="csX14" fmla="*/ 5457825 w 8572500"/>
              <a:gd name="csY14" fmla="*/ 133350 h 638175"/>
              <a:gd name="csX15" fmla="*/ 5848350 w 8572500"/>
              <a:gd name="csY15" fmla="*/ 0 h 638175"/>
              <a:gd name="csX16" fmla="*/ 6238875 w 8572500"/>
              <a:gd name="csY16" fmla="*/ 66675 h 638175"/>
              <a:gd name="csX17" fmla="*/ 6619875 w 8572500"/>
              <a:gd name="csY17" fmla="*/ 28575 h 638175"/>
              <a:gd name="csX18" fmla="*/ 7010400 w 8572500"/>
              <a:gd name="csY18" fmla="*/ 28575 h 638175"/>
              <a:gd name="csX19" fmla="*/ 7400925 w 8572500"/>
              <a:gd name="csY19" fmla="*/ 47625 h 638175"/>
              <a:gd name="csX20" fmla="*/ 7791450 w 8572500"/>
              <a:gd name="csY20" fmla="*/ 161925 h 638175"/>
              <a:gd name="csX21" fmla="*/ 8181975 w 8572500"/>
              <a:gd name="csY21" fmla="*/ 47625 h 638175"/>
              <a:gd name="csX22" fmla="*/ 8572500 w 8572500"/>
              <a:gd name="csY22" fmla="*/ 47625 h 638175"/>
              <a:gd name="csX23" fmla="*/ 8572500 w 8572500"/>
              <a:gd name="csY23" fmla="*/ 638175 h 638175"/>
              <a:gd name="csX24" fmla="*/ 8181975 w 8572500"/>
              <a:gd name="csY24" fmla="*/ 638175 h 638175"/>
              <a:gd name="csX25" fmla="*/ 7791450 w 8572500"/>
              <a:gd name="csY25" fmla="*/ 638175 h 638175"/>
              <a:gd name="csX26" fmla="*/ 7400925 w 8572500"/>
              <a:gd name="csY26" fmla="*/ 638175 h 638175"/>
              <a:gd name="csX27" fmla="*/ 7010400 w 8572500"/>
              <a:gd name="csY27" fmla="*/ 638175 h 638175"/>
              <a:gd name="csX28" fmla="*/ 6619875 w 8572500"/>
              <a:gd name="csY28" fmla="*/ 638175 h 638175"/>
              <a:gd name="csX29" fmla="*/ 6238875 w 8572500"/>
              <a:gd name="csY29" fmla="*/ 638175 h 638175"/>
              <a:gd name="csX30" fmla="*/ 5848350 w 8572500"/>
              <a:gd name="csY30" fmla="*/ 638175 h 638175"/>
              <a:gd name="csX31" fmla="*/ 5457825 w 8572500"/>
              <a:gd name="csY31" fmla="*/ 638175 h 638175"/>
              <a:gd name="csX32" fmla="*/ 5067300 w 8572500"/>
              <a:gd name="csY32" fmla="*/ 638175 h 638175"/>
              <a:gd name="csX33" fmla="*/ 4676775 w 8572500"/>
              <a:gd name="csY33" fmla="*/ 638175 h 638175"/>
              <a:gd name="csX34" fmla="*/ 4286250 w 8572500"/>
              <a:gd name="csY34" fmla="*/ 638175 h 638175"/>
              <a:gd name="csX35" fmla="*/ 3895725 w 8572500"/>
              <a:gd name="csY35" fmla="*/ 638175 h 638175"/>
              <a:gd name="csX36" fmla="*/ 3505200 w 8572500"/>
              <a:gd name="csY36" fmla="*/ 638175 h 638175"/>
              <a:gd name="csX37" fmla="*/ 3114675 w 8572500"/>
              <a:gd name="csY37" fmla="*/ 638175 h 638175"/>
              <a:gd name="csX38" fmla="*/ 2724150 w 8572500"/>
              <a:gd name="csY38" fmla="*/ 638175 h 638175"/>
              <a:gd name="csX39" fmla="*/ 2333625 w 8572500"/>
              <a:gd name="csY39" fmla="*/ 638175 h 638175"/>
              <a:gd name="csX40" fmla="*/ 1952625 w 8572500"/>
              <a:gd name="csY40" fmla="*/ 638175 h 638175"/>
              <a:gd name="csX41" fmla="*/ 1562100 w 8572500"/>
              <a:gd name="csY41" fmla="*/ 638175 h 638175"/>
              <a:gd name="csX42" fmla="*/ 1171575 w 8572500"/>
              <a:gd name="csY42" fmla="*/ 638175 h 638175"/>
              <a:gd name="csX43" fmla="*/ 781050 w 8572500"/>
              <a:gd name="csY43" fmla="*/ 638175 h 638175"/>
              <a:gd name="csX44" fmla="*/ 390525 w 8572500"/>
              <a:gd name="csY44" fmla="*/ 638175 h 638175"/>
              <a:gd name="csX45" fmla="*/ 0 w 8572500"/>
              <a:gd name="csY45" fmla="*/ 638175 h 6381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638175">
                <a:moveTo>
                  <a:pt x="0" y="76200"/>
                </a:moveTo>
                <a:lnTo>
                  <a:pt x="390525" y="9525"/>
                </a:lnTo>
                <a:lnTo>
                  <a:pt x="781050" y="123825"/>
                </a:lnTo>
                <a:lnTo>
                  <a:pt x="1171575" y="142875"/>
                </a:lnTo>
                <a:lnTo>
                  <a:pt x="1562100" y="76200"/>
                </a:lnTo>
                <a:lnTo>
                  <a:pt x="1952625" y="76200"/>
                </a:lnTo>
                <a:lnTo>
                  <a:pt x="2333625" y="171450"/>
                </a:lnTo>
                <a:lnTo>
                  <a:pt x="2724150" y="76200"/>
                </a:lnTo>
                <a:lnTo>
                  <a:pt x="3114675" y="123825"/>
                </a:lnTo>
                <a:lnTo>
                  <a:pt x="3505200" y="142875"/>
                </a:lnTo>
                <a:lnTo>
                  <a:pt x="3895725" y="19050"/>
                </a:lnTo>
                <a:lnTo>
                  <a:pt x="4286250" y="123825"/>
                </a:lnTo>
                <a:lnTo>
                  <a:pt x="4676775" y="142875"/>
                </a:lnTo>
                <a:lnTo>
                  <a:pt x="5067300" y="152400"/>
                </a:lnTo>
                <a:lnTo>
                  <a:pt x="5457825" y="133350"/>
                </a:lnTo>
                <a:lnTo>
                  <a:pt x="5848350" y="0"/>
                </a:lnTo>
                <a:lnTo>
                  <a:pt x="6238875" y="66675"/>
                </a:lnTo>
                <a:lnTo>
                  <a:pt x="6619875" y="28575"/>
                </a:lnTo>
                <a:lnTo>
                  <a:pt x="7010400" y="28575"/>
                </a:lnTo>
                <a:lnTo>
                  <a:pt x="7400925" y="47625"/>
                </a:lnTo>
                <a:lnTo>
                  <a:pt x="7791450" y="161925"/>
                </a:lnTo>
                <a:lnTo>
                  <a:pt x="8181975" y="47625"/>
                </a:lnTo>
                <a:lnTo>
                  <a:pt x="8572500" y="47625"/>
                </a:lnTo>
                <a:lnTo>
                  <a:pt x="8572500" y="638175"/>
                </a:lnTo>
                <a:lnTo>
                  <a:pt x="8181975" y="638175"/>
                </a:lnTo>
                <a:lnTo>
                  <a:pt x="7791450" y="638175"/>
                </a:lnTo>
                <a:lnTo>
                  <a:pt x="7400925" y="638175"/>
                </a:lnTo>
                <a:lnTo>
                  <a:pt x="7010400" y="638175"/>
                </a:lnTo>
                <a:lnTo>
                  <a:pt x="6619875" y="638175"/>
                </a:lnTo>
                <a:lnTo>
                  <a:pt x="6238875" y="638175"/>
                </a:lnTo>
                <a:lnTo>
                  <a:pt x="5848350" y="638175"/>
                </a:lnTo>
                <a:lnTo>
                  <a:pt x="5457825" y="638175"/>
                </a:lnTo>
                <a:lnTo>
                  <a:pt x="5067300" y="638175"/>
                </a:lnTo>
                <a:lnTo>
                  <a:pt x="4676775" y="638175"/>
                </a:lnTo>
                <a:lnTo>
                  <a:pt x="4286250" y="638175"/>
                </a:lnTo>
                <a:lnTo>
                  <a:pt x="3895725" y="638175"/>
                </a:lnTo>
                <a:lnTo>
                  <a:pt x="3505200" y="638175"/>
                </a:lnTo>
                <a:lnTo>
                  <a:pt x="3114675" y="638175"/>
                </a:lnTo>
                <a:lnTo>
                  <a:pt x="2724150" y="638175"/>
                </a:lnTo>
                <a:lnTo>
                  <a:pt x="2333625" y="638175"/>
                </a:lnTo>
                <a:lnTo>
                  <a:pt x="1952625" y="638175"/>
                </a:lnTo>
                <a:lnTo>
                  <a:pt x="1562100" y="638175"/>
                </a:lnTo>
                <a:lnTo>
                  <a:pt x="1171575" y="638175"/>
                </a:lnTo>
                <a:lnTo>
                  <a:pt x="781050" y="638175"/>
                </a:lnTo>
                <a:lnTo>
                  <a:pt x="390525" y="638175"/>
                </a:lnTo>
                <a:lnTo>
                  <a:pt x="0" y="638175"/>
                </a:lnTo>
                <a:close/>
              </a:path>
            </a:pathLst>
          </a:custGeom>
          <a:solidFill>
            <a:schemeClr val="accent2">
              <a:lumMod val="60000"/>
              <a:lumOff val="40000"/>
            </a:schemeClr>
          </a:solidFill>
          <a:ln w="9525" cap="flat">
            <a:noFill/>
            <a:prstDash val="solid"/>
            <a:miter/>
          </a:ln>
        </p:spPr>
        <p:txBody>
          <a:bodyPr/>
          <a:lstStyle/>
          <a:p>
            <a:endParaRPr lang="en-US"/>
          </a:p>
        </p:txBody>
      </p:sp>
      <p:sp>
        <p:nvSpPr>
          <p:cNvPr id="13" name="Freeform: Shape 12">
            <a:extLst>
              <a:ext uri="{FF2B5EF4-FFF2-40B4-BE49-F238E27FC236}">
                <a16:creationId xmlns:a16="http://schemas.microsoft.com/office/drawing/2014/main" id="{80885831-BCB2-0D34-5474-99CCF223DAD8}"/>
              </a:ext>
            </a:extLst>
          </p:cNvPr>
          <p:cNvSpPr/>
          <p:nvPr/>
        </p:nvSpPr>
        <p:spPr>
          <a:xfrm>
            <a:off x="0" y="9725990"/>
            <a:ext cx="12192000" cy="748811"/>
          </a:xfrm>
          <a:custGeom>
            <a:avLst/>
            <a:gdLst>
              <a:gd name="csX0" fmla="*/ 0 w 8572500"/>
              <a:gd name="csY0" fmla="*/ 152400 h 466725"/>
              <a:gd name="csX1" fmla="*/ 390525 w 8572500"/>
              <a:gd name="csY1" fmla="*/ 104775 h 466725"/>
              <a:gd name="csX2" fmla="*/ 781050 w 8572500"/>
              <a:gd name="csY2" fmla="*/ 57150 h 466725"/>
              <a:gd name="csX3" fmla="*/ 1171575 w 8572500"/>
              <a:gd name="csY3" fmla="*/ 28575 h 466725"/>
              <a:gd name="csX4" fmla="*/ 1562100 w 8572500"/>
              <a:gd name="csY4" fmla="*/ 123825 h 466725"/>
              <a:gd name="csX5" fmla="*/ 1952625 w 8572500"/>
              <a:gd name="csY5" fmla="*/ 133350 h 466725"/>
              <a:gd name="csX6" fmla="*/ 2333625 w 8572500"/>
              <a:gd name="csY6" fmla="*/ 9525 h 466725"/>
              <a:gd name="csX7" fmla="*/ 2724150 w 8572500"/>
              <a:gd name="csY7" fmla="*/ 57150 h 466725"/>
              <a:gd name="csX8" fmla="*/ 3114675 w 8572500"/>
              <a:gd name="csY8" fmla="*/ 28575 h 466725"/>
              <a:gd name="csX9" fmla="*/ 3505200 w 8572500"/>
              <a:gd name="csY9" fmla="*/ 171450 h 466725"/>
              <a:gd name="csX10" fmla="*/ 3895725 w 8572500"/>
              <a:gd name="csY10" fmla="*/ 152400 h 466725"/>
              <a:gd name="csX11" fmla="*/ 4286250 w 8572500"/>
              <a:gd name="csY11" fmla="*/ 161925 h 466725"/>
              <a:gd name="csX12" fmla="*/ 4676775 w 8572500"/>
              <a:gd name="csY12" fmla="*/ 95250 h 466725"/>
              <a:gd name="csX13" fmla="*/ 5067300 w 8572500"/>
              <a:gd name="csY13" fmla="*/ 171450 h 466725"/>
              <a:gd name="csX14" fmla="*/ 5457825 w 8572500"/>
              <a:gd name="csY14" fmla="*/ 114300 h 466725"/>
              <a:gd name="csX15" fmla="*/ 5848350 w 8572500"/>
              <a:gd name="csY15" fmla="*/ 95250 h 466725"/>
              <a:gd name="csX16" fmla="*/ 6238875 w 8572500"/>
              <a:gd name="csY16" fmla="*/ 104775 h 466725"/>
              <a:gd name="csX17" fmla="*/ 6619875 w 8572500"/>
              <a:gd name="csY17" fmla="*/ 152400 h 466725"/>
              <a:gd name="csX18" fmla="*/ 7010400 w 8572500"/>
              <a:gd name="csY18" fmla="*/ 95250 h 466725"/>
              <a:gd name="csX19" fmla="*/ 7400925 w 8572500"/>
              <a:gd name="csY19" fmla="*/ 28575 h 466725"/>
              <a:gd name="csX20" fmla="*/ 7791450 w 8572500"/>
              <a:gd name="csY20" fmla="*/ 123825 h 466725"/>
              <a:gd name="csX21" fmla="*/ 8181975 w 8572500"/>
              <a:gd name="csY21" fmla="*/ 0 h 466725"/>
              <a:gd name="csX22" fmla="*/ 8572500 w 8572500"/>
              <a:gd name="csY22" fmla="*/ 85725 h 466725"/>
              <a:gd name="csX23" fmla="*/ 8572500 w 8572500"/>
              <a:gd name="csY23" fmla="*/ 466725 h 466725"/>
              <a:gd name="csX24" fmla="*/ 8181975 w 8572500"/>
              <a:gd name="csY24" fmla="*/ 466725 h 466725"/>
              <a:gd name="csX25" fmla="*/ 7791450 w 8572500"/>
              <a:gd name="csY25" fmla="*/ 466725 h 466725"/>
              <a:gd name="csX26" fmla="*/ 7400925 w 8572500"/>
              <a:gd name="csY26" fmla="*/ 466725 h 466725"/>
              <a:gd name="csX27" fmla="*/ 7010400 w 8572500"/>
              <a:gd name="csY27" fmla="*/ 466725 h 466725"/>
              <a:gd name="csX28" fmla="*/ 6619875 w 8572500"/>
              <a:gd name="csY28" fmla="*/ 466725 h 466725"/>
              <a:gd name="csX29" fmla="*/ 6238875 w 8572500"/>
              <a:gd name="csY29" fmla="*/ 466725 h 466725"/>
              <a:gd name="csX30" fmla="*/ 5848350 w 8572500"/>
              <a:gd name="csY30" fmla="*/ 466725 h 466725"/>
              <a:gd name="csX31" fmla="*/ 5457825 w 8572500"/>
              <a:gd name="csY31" fmla="*/ 466725 h 466725"/>
              <a:gd name="csX32" fmla="*/ 5067300 w 8572500"/>
              <a:gd name="csY32" fmla="*/ 466725 h 466725"/>
              <a:gd name="csX33" fmla="*/ 4676775 w 8572500"/>
              <a:gd name="csY33" fmla="*/ 466725 h 466725"/>
              <a:gd name="csX34" fmla="*/ 4286250 w 8572500"/>
              <a:gd name="csY34" fmla="*/ 466725 h 466725"/>
              <a:gd name="csX35" fmla="*/ 3895725 w 8572500"/>
              <a:gd name="csY35" fmla="*/ 466725 h 466725"/>
              <a:gd name="csX36" fmla="*/ 3505200 w 8572500"/>
              <a:gd name="csY36" fmla="*/ 466725 h 466725"/>
              <a:gd name="csX37" fmla="*/ 3114675 w 8572500"/>
              <a:gd name="csY37" fmla="*/ 466725 h 466725"/>
              <a:gd name="csX38" fmla="*/ 2724150 w 8572500"/>
              <a:gd name="csY38" fmla="*/ 466725 h 466725"/>
              <a:gd name="csX39" fmla="*/ 2333625 w 8572500"/>
              <a:gd name="csY39" fmla="*/ 466725 h 466725"/>
              <a:gd name="csX40" fmla="*/ 1952625 w 8572500"/>
              <a:gd name="csY40" fmla="*/ 466725 h 466725"/>
              <a:gd name="csX41" fmla="*/ 1562100 w 8572500"/>
              <a:gd name="csY41" fmla="*/ 466725 h 466725"/>
              <a:gd name="csX42" fmla="*/ 1171575 w 8572500"/>
              <a:gd name="csY42" fmla="*/ 466725 h 466725"/>
              <a:gd name="csX43" fmla="*/ 781050 w 8572500"/>
              <a:gd name="csY43" fmla="*/ 466725 h 466725"/>
              <a:gd name="csX44" fmla="*/ 390525 w 8572500"/>
              <a:gd name="csY44" fmla="*/ 466725 h 466725"/>
              <a:gd name="csX45" fmla="*/ 0 w 8572500"/>
              <a:gd name="csY45" fmla="*/ 466725 h 4667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466725">
                <a:moveTo>
                  <a:pt x="0" y="152400"/>
                </a:moveTo>
                <a:lnTo>
                  <a:pt x="390525" y="104775"/>
                </a:lnTo>
                <a:lnTo>
                  <a:pt x="781050" y="57150"/>
                </a:lnTo>
                <a:lnTo>
                  <a:pt x="1171575" y="28575"/>
                </a:lnTo>
                <a:lnTo>
                  <a:pt x="1562100" y="123825"/>
                </a:lnTo>
                <a:lnTo>
                  <a:pt x="1952625" y="133350"/>
                </a:lnTo>
                <a:lnTo>
                  <a:pt x="2333625" y="9525"/>
                </a:lnTo>
                <a:lnTo>
                  <a:pt x="2724150" y="57150"/>
                </a:lnTo>
                <a:lnTo>
                  <a:pt x="3114675" y="28575"/>
                </a:lnTo>
                <a:lnTo>
                  <a:pt x="3505200" y="171450"/>
                </a:lnTo>
                <a:lnTo>
                  <a:pt x="3895725" y="152400"/>
                </a:lnTo>
                <a:lnTo>
                  <a:pt x="4286250" y="161925"/>
                </a:lnTo>
                <a:lnTo>
                  <a:pt x="4676775" y="95250"/>
                </a:lnTo>
                <a:lnTo>
                  <a:pt x="5067300" y="171450"/>
                </a:lnTo>
                <a:lnTo>
                  <a:pt x="5457825" y="114300"/>
                </a:lnTo>
                <a:lnTo>
                  <a:pt x="5848350" y="95250"/>
                </a:lnTo>
                <a:lnTo>
                  <a:pt x="6238875" y="104775"/>
                </a:lnTo>
                <a:lnTo>
                  <a:pt x="6619875" y="152400"/>
                </a:lnTo>
                <a:lnTo>
                  <a:pt x="7010400" y="95250"/>
                </a:lnTo>
                <a:lnTo>
                  <a:pt x="7400925" y="28575"/>
                </a:lnTo>
                <a:lnTo>
                  <a:pt x="7791450" y="123825"/>
                </a:lnTo>
                <a:lnTo>
                  <a:pt x="8181975" y="0"/>
                </a:lnTo>
                <a:lnTo>
                  <a:pt x="8572500" y="85725"/>
                </a:lnTo>
                <a:lnTo>
                  <a:pt x="8572500" y="466725"/>
                </a:lnTo>
                <a:lnTo>
                  <a:pt x="8181975" y="466725"/>
                </a:lnTo>
                <a:lnTo>
                  <a:pt x="7791450" y="466725"/>
                </a:lnTo>
                <a:lnTo>
                  <a:pt x="7400925" y="466725"/>
                </a:lnTo>
                <a:lnTo>
                  <a:pt x="7010400" y="466725"/>
                </a:lnTo>
                <a:lnTo>
                  <a:pt x="6619875" y="466725"/>
                </a:lnTo>
                <a:lnTo>
                  <a:pt x="6238875" y="466725"/>
                </a:lnTo>
                <a:lnTo>
                  <a:pt x="5848350" y="466725"/>
                </a:lnTo>
                <a:lnTo>
                  <a:pt x="5457825" y="466725"/>
                </a:lnTo>
                <a:lnTo>
                  <a:pt x="5067300" y="466725"/>
                </a:lnTo>
                <a:lnTo>
                  <a:pt x="4676775" y="466725"/>
                </a:lnTo>
                <a:lnTo>
                  <a:pt x="4286250" y="466725"/>
                </a:lnTo>
                <a:lnTo>
                  <a:pt x="3895725" y="466725"/>
                </a:lnTo>
                <a:lnTo>
                  <a:pt x="3505200" y="466725"/>
                </a:lnTo>
                <a:lnTo>
                  <a:pt x="3114675" y="466725"/>
                </a:lnTo>
                <a:lnTo>
                  <a:pt x="2724150" y="466725"/>
                </a:lnTo>
                <a:lnTo>
                  <a:pt x="2333625" y="466725"/>
                </a:lnTo>
                <a:lnTo>
                  <a:pt x="1952625" y="466725"/>
                </a:lnTo>
                <a:lnTo>
                  <a:pt x="1562100" y="466725"/>
                </a:lnTo>
                <a:lnTo>
                  <a:pt x="1171575" y="466725"/>
                </a:lnTo>
                <a:lnTo>
                  <a:pt x="781050" y="466725"/>
                </a:lnTo>
                <a:lnTo>
                  <a:pt x="390525" y="466725"/>
                </a:lnTo>
                <a:lnTo>
                  <a:pt x="0" y="466725"/>
                </a:lnTo>
                <a:close/>
              </a:path>
            </a:pathLst>
          </a:custGeom>
          <a:solidFill>
            <a:schemeClr val="accent2"/>
          </a:solidFill>
          <a:ln w="9525" cap="flat">
            <a:noFill/>
            <a:prstDash val="solid"/>
            <a:miter/>
          </a:ln>
        </p:spPr>
        <p:txBody>
          <a:bodyPr/>
          <a:lstStyle/>
          <a:p>
            <a:endParaRPr lang="en-US"/>
          </a:p>
        </p:txBody>
      </p:sp>
      <p:sp>
        <p:nvSpPr>
          <p:cNvPr id="14" name="Freeform: Shape 13">
            <a:extLst>
              <a:ext uri="{FF2B5EF4-FFF2-40B4-BE49-F238E27FC236}">
                <a16:creationId xmlns:a16="http://schemas.microsoft.com/office/drawing/2014/main" id="{E79262B0-07C7-C814-B7B1-CCCFD0978069}"/>
              </a:ext>
            </a:extLst>
          </p:cNvPr>
          <p:cNvSpPr/>
          <p:nvPr/>
        </p:nvSpPr>
        <p:spPr>
          <a:xfrm>
            <a:off x="0" y="10211609"/>
            <a:ext cx="12192000" cy="458456"/>
          </a:xfrm>
          <a:custGeom>
            <a:avLst/>
            <a:gdLst>
              <a:gd name="csX0" fmla="*/ 0 w 8572500"/>
              <a:gd name="csY0" fmla="*/ 142875 h 285750"/>
              <a:gd name="csX1" fmla="*/ 390525 w 8572500"/>
              <a:gd name="csY1" fmla="*/ 38100 h 285750"/>
              <a:gd name="csX2" fmla="*/ 781050 w 8572500"/>
              <a:gd name="csY2" fmla="*/ 123825 h 285750"/>
              <a:gd name="csX3" fmla="*/ 1171575 w 8572500"/>
              <a:gd name="csY3" fmla="*/ 114300 h 285750"/>
              <a:gd name="csX4" fmla="*/ 1562100 w 8572500"/>
              <a:gd name="csY4" fmla="*/ 66675 h 285750"/>
              <a:gd name="csX5" fmla="*/ 1952625 w 8572500"/>
              <a:gd name="csY5" fmla="*/ 57150 h 285750"/>
              <a:gd name="csX6" fmla="*/ 2333625 w 8572500"/>
              <a:gd name="csY6" fmla="*/ 57150 h 285750"/>
              <a:gd name="csX7" fmla="*/ 2724150 w 8572500"/>
              <a:gd name="csY7" fmla="*/ 152400 h 285750"/>
              <a:gd name="csX8" fmla="*/ 3114675 w 8572500"/>
              <a:gd name="csY8" fmla="*/ 19050 h 285750"/>
              <a:gd name="csX9" fmla="*/ 3505200 w 8572500"/>
              <a:gd name="csY9" fmla="*/ 66675 h 285750"/>
              <a:gd name="csX10" fmla="*/ 3895725 w 8572500"/>
              <a:gd name="csY10" fmla="*/ 114300 h 285750"/>
              <a:gd name="csX11" fmla="*/ 4286250 w 8572500"/>
              <a:gd name="csY11" fmla="*/ 133350 h 285750"/>
              <a:gd name="csX12" fmla="*/ 4676775 w 8572500"/>
              <a:gd name="csY12" fmla="*/ 28575 h 285750"/>
              <a:gd name="csX13" fmla="*/ 5067300 w 8572500"/>
              <a:gd name="csY13" fmla="*/ 133350 h 285750"/>
              <a:gd name="csX14" fmla="*/ 5457825 w 8572500"/>
              <a:gd name="csY14" fmla="*/ 85725 h 285750"/>
              <a:gd name="csX15" fmla="*/ 5848350 w 8572500"/>
              <a:gd name="csY15" fmla="*/ 38100 h 285750"/>
              <a:gd name="csX16" fmla="*/ 6238875 w 8572500"/>
              <a:gd name="csY16" fmla="*/ 142875 h 285750"/>
              <a:gd name="csX17" fmla="*/ 6619875 w 8572500"/>
              <a:gd name="csY17" fmla="*/ 0 h 285750"/>
              <a:gd name="csX18" fmla="*/ 7010400 w 8572500"/>
              <a:gd name="csY18" fmla="*/ 57150 h 285750"/>
              <a:gd name="csX19" fmla="*/ 7400925 w 8572500"/>
              <a:gd name="csY19" fmla="*/ 85725 h 285750"/>
              <a:gd name="csX20" fmla="*/ 7791450 w 8572500"/>
              <a:gd name="csY20" fmla="*/ 76200 h 285750"/>
              <a:gd name="csX21" fmla="*/ 8181975 w 8572500"/>
              <a:gd name="csY21" fmla="*/ 95250 h 285750"/>
              <a:gd name="csX22" fmla="*/ 8572500 w 8572500"/>
              <a:gd name="csY22" fmla="*/ 142875 h 285750"/>
              <a:gd name="csX23" fmla="*/ 8572500 w 8572500"/>
              <a:gd name="csY23" fmla="*/ 285750 h 285750"/>
              <a:gd name="csX24" fmla="*/ 8181975 w 8572500"/>
              <a:gd name="csY24" fmla="*/ 285750 h 285750"/>
              <a:gd name="csX25" fmla="*/ 7791450 w 8572500"/>
              <a:gd name="csY25" fmla="*/ 285750 h 285750"/>
              <a:gd name="csX26" fmla="*/ 7400925 w 8572500"/>
              <a:gd name="csY26" fmla="*/ 285750 h 285750"/>
              <a:gd name="csX27" fmla="*/ 7010400 w 8572500"/>
              <a:gd name="csY27" fmla="*/ 285750 h 285750"/>
              <a:gd name="csX28" fmla="*/ 6619875 w 8572500"/>
              <a:gd name="csY28" fmla="*/ 285750 h 285750"/>
              <a:gd name="csX29" fmla="*/ 6238875 w 8572500"/>
              <a:gd name="csY29" fmla="*/ 285750 h 285750"/>
              <a:gd name="csX30" fmla="*/ 5848350 w 8572500"/>
              <a:gd name="csY30" fmla="*/ 285750 h 285750"/>
              <a:gd name="csX31" fmla="*/ 5457825 w 8572500"/>
              <a:gd name="csY31" fmla="*/ 285750 h 285750"/>
              <a:gd name="csX32" fmla="*/ 5067300 w 8572500"/>
              <a:gd name="csY32" fmla="*/ 285750 h 285750"/>
              <a:gd name="csX33" fmla="*/ 4676775 w 8572500"/>
              <a:gd name="csY33" fmla="*/ 285750 h 285750"/>
              <a:gd name="csX34" fmla="*/ 4286250 w 8572500"/>
              <a:gd name="csY34" fmla="*/ 285750 h 285750"/>
              <a:gd name="csX35" fmla="*/ 3895725 w 8572500"/>
              <a:gd name="csY35" fmla="*/ 285750 h 285750"/>
              <a:gd name="csX36" fmla="*/ 3505200 w 8572500"/>
              <a:gd name="csY36" fmla="*/ 285750 h 285750"/>
              <a:gd name="csX37" fmla="*/ 3114675 w 8572500"/>
              <a:gd name="csY37" fmla="*/ 285750 h 285750"/>
              <a:gd name="csX38" fmla="*/ 2724150 w 8572500"/>
              <a:gd name="csY38" fmla="*/ 285750 h 285750"/>
              <a:gd name="csX39" fmla="*/ 2333625 w 8572500"/>
              <a:gd name="csY39" fmla="*/ 285750 h 285750"/>
              <a:gd name="csX40" fmla="*/ 1952625 w 8572500"/>
              <a:gd name="csY40" fmla="*/ 285750 h 285750"/>
              <a:gd name="csX41" fmla="*/ 1562100 w 8572500"/>
              <a:gd name="csY41" fmla="*/ 285750 h 285750"/>
              <a:gd name="csX42" fmla="*/ 1171575 w 8572500"/>
              <a:gd name="csY42" fmla="*/ 285750 h 285750"/>
              <a:gd name="csX43" fmla="*/ 781050 w 8572500"/>
              <a:gd name="csY43" fmla="*/ 285750 h 285750"/>
              <a:gd name="csX44" fmla="*/ 390525 w 8572500"/>
              <a:gd name="csY44" fmla="*/ 285750 h 285750"/>
              <a:gd name="csX45" fmla="*/ 0 w 8572500"/>
              <a:gd name="csY45" fmla="*/ 285750 h 285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285750">
                <a:moveTo>
                  <a:pt x="0" y="142875"/>
                </a:moveTo>
                <a:lnTo>
                  <a:pt x="390525" y="38100"/>
                </a:lnTo>
                <a:lnTo>
                  <a:pt x="781050" y="123825"/>
                </a:lnTo>
                <a:lnTo>
                  <a:pt x="1171575" y="114300"/>
                </a:lnTo>
                <a:lnTo>
                  <a:pt x="1562100" y="66675"/>
                </a:lnTo>
                <a:lnTo>
                  <a:pt x="1952625" y="57150"/>
                </a:lnTo>
                <a:lnTo>
                  <a:pt x="2333625" y="57150"/>
                </a:lnTo>
                <a:lnTo>
                  <a:pt x="2724150" y="152400"/>
                </a:lnTo>
                <a:lnTo>
                  <a:pt x="3114675" y="19050"/>
                </a:lnTo>
                <a:lnTo>
                  <a:pt x="3505200" y="66675"/>
                </a:lnTo>
                <a:lnTo>
                  <a:pt x="3895725" y="114300"/>
                </a:lnTo>
                <a:lnTo>
                  <a:pt x="4286250" y="133350"/>
                </a:lnTo>
                <a:lnTo>
                  <a:pt x="4676775" y="28575"/>
                </a:lnTo>
                <a:lnTo>
                  <a:pt x="5067300" y="133350"/>
                </a:lnTo>
                <a:lnTo>
                  <a:pt x="5457825" y="85725"/>
                </a:lnTo>
                <a:lnTo>
                  <a:pt x="5848350" y="38100"/>
                </a:lnTo>
                <a:lnTo>
                  <a:pt x="6238875" y="142875"/>
                </a:lnTo>
                <a:lnTo>
                  <a:pt x="6619875" y="0"/>
                </a:lnTo>
                <a:lnTo>
                  <a:pt x="7010400" y="57150"/>
                </a:lnTo>
                <a:lnTo>
                  <a:pt x="7400925" y="85725"/>
                </a:lnTo>
                <a:lnTo>
                  <a:pt x="7791450" y="76200"/>
                </a:lnTo>
                <a:lnTo>
                  <a:pt x="8181975" y="95250"/>
                </a:lnTo>
                <a:lnTo>
                  <a:pt x="8572500" y="142875"/>
                </a:lnTo>
                <a:lnTo>
                  <a:pt x="8572500" y="285750"/>
                </a:lnTo>
                <a:lnTo>
                  <a:pt x="8181975" y="285750"/>
                </a:lnTo>
                <a:lnTo>
                  <a:pt x="7791450" y="285750"/>
                </a:lnTo>
                <a:lnTo>
                  <a:pt x="7400925" y="285750"/>
                </a:lnTo>
                <a:lnTo>
                  <a:pt x="7010400" y="285750"/>
                </a:lnTo>
                <a:lnTo>
                  <a:pt x="6619875" y="285750"/>
                </a:lnTo>
                <a:lnTo>
                  <a:pt x="6238875" y="285750"/>
                </a:lnTo>
                <a:lnTo>
                  <a:pt x="5848350" y="285750"/>
                </a:lnTo>
                <a:lnTo>
                  <a:pt x="5457825" y="285750"/>
                </a:lnTo>
                <a:lnTo>
                  <a:pt x="5067300" y="285750"/>
                </a:lnTo>
                <a:lnTo>
                  <a:pt x="4676775" y="285750"/>
                </a:lnTo>
                <a:lnTo>
                  <a:pt x="4286250" y="285750"/>
                </a:lnTo>
                <a:lnTo>
                  <a:pt x="3895725" y="285750"/>
                </a:lnTo>
                <a:lnTo>
                  <a:pt x="3505200" y="285750"/>
                </a:lnTo>
                <a:lnTo>
                  <a:pt x="3114675" y="285750"/>
                </a:lnTo>
                <a:lnTo>
                  <a:pt x="2724150" y="285750"/>
                </a:lnTo>
                <a:lnTo>
                  <a:pt x="2333625" y="285750"/>
                </a:lnTo>
                <a:lnTo>
                  <a:pt x="1952625" y="285750"/>
                </a:lnTo>
                <a:lnTo>
                  <a:pt x="1562100" y="285750"/>
                </a:lnTo>
                <a:lnTo>
                  <a:pt x="1171575" y="285750"/>
                </a:lnTo>
                <a:lnTo>
                  <a:pt x="781050" y="285750"/>
                </a:lnTo>
                <a:lnTo>
                  <a:pt x="390525" y="285750"/>
                </a:lnTo>
                <a:lnTo>
                  <a:pt x="0" y="285750"/>
                </a:lnTo>
                <a:close/>
              </a:path>
            </a:pathLst>
          </a:custGeom>
          <a:solidFill>
            <a:schemeClr val="accent2">
              <a:lumMod val="50000"/>
            </a:schemeClr>
          </a:solidFill>
          <a:ln w="9525" cap="flat">
            <a:noFill/>
            <a:prstDash val="solid"/>
            <a:miter/>
          </a:ln>
        </p:spPr>
        <p:txBody>
          <a:bodyPr/>
          <a:lstStyle/>
          <a:p>
            <a:endParaRPr lang="en-US"/>
          </a:p>
        </p:txBody>
      </p:sp>
      <p:sp>
        <p:nvSpPr>
          <p:cNvPr id="15" name="Freeform: Shape 14">
            <a:extLst>
              <a:ext uri="{FF2B5EF4-FFF2-40B4-BE49-F238E27FC236}">
                <a16:creationId xmlns:a16="http://schemas.microsoft.com/office/drawing/2014/main" id="{4552BAB2-3063-FD70-2BCB-C3EBF94FFF9C}"/>
              </a:ext>
            </a:extLst>
          </p:cNvPr>
          <p:cNvSpPr/>
          <p:nvPr/>
        </p:nvSpPr>
        <p:spPr>
          <a:xfrm rot="13500000">
            <a:off x="2061854" y="-7219828"/>
            <a:ext cx="12192000" cy="1847657"/>
          </a:xfrm>
          <a:custGeom>
            <a:avLst/>
            <a:gdLst>
              <a:gd name="csX0" fmla="*/ 0 w 8572500"/>
              <a:gd name="csY0" fmla="*/ 9525 h 990600"/>
              <a:gd name="csX1" fmla="*/ 390525 w 8572500"/>
              <a:gd name="csY1" fmla="*/ 38100 h 990600"/>
              <a:gd name="csX2" fmla="*/ 781050 w 8572500"/>
              <a:gd name="csY2" fmla="*/ 0 h 990600"/>
              <a:gd name="csX3" fmla="*/ 1171575 w 8572500"/>
              <a:gd name="csY3" fmla="*/ 28575 h 990600"/>
              <a:gd name="csX4" fmla="*/ 1562100 w 8572500"/>
              <a:gd name="csY4" fmla="*/ 9525 h 990600"/>
              <a:gd name="csX5" fmla="*/ 1952625 w 8572500"/>
              <a:gd name="csY5" fmla="*/ 38100 h 990600"/>
              <a:gd name="csX6" fmla="*/ 2333625 w 8572500"/>
              <a:gd name="csY6" fmla="*/ 19050 h 990600"/>
              <a:gd name="csX7" fmla="*/ 2724150 w 8572500"/>
              <a:gd name="csY7" fmla="*/ 104775 h 990600"/>
              <a:gd name="csX8" fmla="*/ 3114675 w 8572500"/>
              <a:gd name="csY8" fmla="*/ 114300 h 990600"/>
              <a:gd name="csX9" fmla="*/ 3505200 w 8572500"/>
              <a:gd name="csY9" fmla="*/ 190500 h 990600"/>
              <a:gd name="csX10" fmla="*/ 3895725 w 8572500"/>
              <a:gd name="csY10" fmla="*/ 47625 h 990600"/>
              <a:gd name="csX11" fmla="*/ 4286250 w 8572500"/>
              <a:gd name="csY11" fmla="*/ 190500 h 990600"/>
              <a:gd name="csX12" fmla="*/ 4676775 w 8572500"/>
              <a:gd name="csY12" fmla="*/ 190500 h 990600"/>
              <a:gd name="csX13" fmla="*/ 5067300 w 8572500"/>
              <a:gd name="csY13" fmla="*/ 66675 h 990600"/>
              <a:gd name="csX14" fmla="*/ 5457825 w 8572500"/>
              <a:gd name="csY14" fmla="*/ 85725 h 990600"/>
              <a:gd name="csX15" fmla="*/ 5848350 w 8572500"/>
              <a:gd name="csY15" fmla="*/ 47625 h 990600"/>
              <a:gd name="csX16" fmla="*/ 6238875 w 8572500"/>
              <a:gd name="csY16" fmla="*/ 28575 h 990600"/>
              <a:gd name="csX17" fmla="*/ 6619875 w 8572500"/>
              <a:gd name="csY17" fmla="*/ 180975 h 990600"/>
              <a:gd name="csX18" fmla="*/ 7010400 w 8572500"/>
              <a:gd name="csY18" fmla="*/ 114300 h 990600"/>
              <a:gd name="csX19" fmla="*/ 7400925 w 8572500"/>
              <a:gd name="csY19" fmla="*/ 180975 h 990600"/>
              <a:gd name="csX20" fmla="*/ 7791450 w 8572500"/>
              <a:gd name="csY20" fmla="*/ 38100 h 990600"/>
              <a:gd name="csX21" fmla="*/ 8181975 w 8572500"/>
              <a:gd name="csY21" fmla="*/ 171450 h 990600"/>
              <a:gd name="csX22" fmla="*/ 8572500 w 8572500"/>
              <a:gd name="csY22" fmla="*/ 171450 h 990600"/>
              <a:gd name="csX23" fmla="*/ 8572500 w 8572500"/>
              <a:gd name="csY23" fmla="*/ 990600 h 990600"/>
              <a:gd name="csX24" fmla="*/ 8181975 w 8572500"/>
              <a:gd name="csY24" fmla="*/ 990600 h 990600"/>
              <a:gd name="csX25" fmla="*/ 7791450 w 8572500"/>
              <a:gd name="csY25" fmla="*/ 990600 h 990600"/>
              <a:gd name="csX26" fmla="*/ 7400925 w 8572500"/>
              <a:gd name="csY26" fmla="*/ 990600 h 990600"/>
              <a:gd name="csX27" fmla="*/ 7010400 w 8572500"/>
              <a:gd name="csY27" fmla="*/ 990600 h 990600"/>
              <a:gd name="csX28" fmla="*/ 6619875 w 8572500"/>
              <a:gd name="csY28" fmla="*/ 990600 h 990600"/>
              <a:gd name="csX29" fmla="*/ 6238875 w 8572500"/>
              <a:gd name="csY29" fmla="*/ 990600 h 990600"/>
              <a:gd name="csX30" fmla="*/ 5848350 w 8572500"/>
              <a:gd name="csY30" fmla="*/ 990600 h 990600"/>
              <a:gd name="csX31" fmla="*/ 5457825 w 8572500"/>
              <a:gd name="csY31" fmla="*/ 990600 h 990600"/>
              <a:gd name="csX32" fmla="*/ 5067300 w 8572500"/>
              <a:gd name="csY32" fmla="*/ 990600 h 990600"/>
              <a:gd name="csX33" fmla="*/ 4676775 w 8572500"/>
              <a:gd name="csY33" fmla="*/ 990600 h 990600"/>
              <a:gd name="csX34" fmla="*/ 4286250 w 8572500"/>
              <a:gd name="csY34" fmla="*/ 990600 h 990600"/>
              <a:gd name="csX35" fmla="*/ 3895725 w 8572500"/>
              <a:gd name="csY35" fmla="*/ 990600 h 990600"/>
              <a:gd name="csX36" fmla="*/ 3505200 w 8572500"/>
              <a:gd name="csY36" fmla="*/ 990600 h 990600"/>
              <a:gd name="csX37" fmla="*/ 3114675 w 8572500"/>
              <a:gd name="csY37" fmla="*/ 990600 h 990600"/>
              <a:gd name="csX38" fmla="*/ 2724150 w 8572500"/>
              <a:gd name="csY38" fmla="*/ 990600 h 990600"/>
              <a:gd name="csX39" fmla="*/ 2333625 w 8572500"/>
              <a:gd name="csY39" fmla="*/ 990600 h 990600"/>
              <a:gd name="csX40" fmla="*/ 1952625 w 8572500"/>
              <a:gd name="csY40" fmla="*/ 990600 h 990600"/>
              <a:gd name="csX41" fmla="*/ 1562100 w 8572500"/>
              <a:gd name="csY41" fmla="*/ 990600 h 990600"/>
              <a:gd name="csX42" fmla="*/ 1171575 w 8572500"/>
              <a:gd name="csY42" fmla="*/ 990600 h 990600"/>
              <a:gd name="csX43" fmla="*/ 781050 w 8572500"/>
              <a:gd name="csY43" fmla="*/ 990600 h 990600"/>
              <a:gd name="csX44" fmla="*/ 390525 w 8572500"/>
              <a:gd name="csY44" fmla="*/ 990600 h 990600"/>
              <a:gd name="csX45" fmla="*/ 0 w 8572500"/>
              <a:gd name="csY45" fmla="*/ 990600 h 990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990600">
                <a:moveTo>
                  <a:pt x="0" y="9525"/>
                </a:moveTo>
                <a:lnTo>
                  <a:pt x="390525" y="38100"/>
                </a:lnTo>
                <a:lnTo>
                  <a:pt x="781050" y="0"/>
                </a:lnTo>
                <a:lnTo>
                  <a:pt x="1171575" y="28575"/>
                </a:lnTo>
                <a:lnTo>
                  <a:pt x="1562100" y="9525"/>
                </a:lnTo>
                <a:lnTo>
                  <a:pt x="1952625" y="38100"/>
                </a:lnTo>
                <a:lnTo>
                  <a:pt x="2333625" y="19050"/>
                </a:lnTo>
                <a:lnTo>
                  <a:pt x="2724150" y="104775"/>
                </a:lnTo>
                <a:lnTo>
                  <a:pt x="3114675" y="114300"/>
                </a:lnTo>
                <a:lnTo>
                  <a:pt x="3505200" y="190500"/>
                </a:lnTo>
                <a:lnTo>
                  <a:pt x="3895725" y="47625"/>
                </a:lnTo>
                <a:lnTo>
                  <a:pt x="4286250" y="190500"/>
                </a:lnTo>
                <a:lnTo>
                  <a:pt x="4676775" y="190500"/>
                </a:lnTo>
                <a:lnTo>
                  <a:pt x="5067300" y="66675"/>
                </a:lnTo>
                <a:lnTo>
                  <a:pt x="5457825" y="85725"/>
                </a:lnTo>
                <a:lnTo>
                  <a:pt x="5848350" y="47625"/>
                </a:lnTo>
                <a:lnTo>
                  <a:pt x="6238875" y="28575"/>
                </a:lnTo>
                <a:lnTo>
                  <a:pt x="6619875" y="180975"/>
                </a:lnTo>
                <a:lnTo>
                  <a:pt x="7010400" y="114300"/>
                </a:lnTo>
                <a:lnTo>
                  <a:pt x="7400925" y="180975"/>
                </a:lnTo>
                <a:lnTo>
                  <a:pt x="7791450" y="38100"/>
                </a:lnTo>
                <a:lnTo>
                  <a:pt x="8181975" y="171450"/>
                </a:lnTo>
                <a:lnTo>
                  <a:pt x="8572500" y="171450"/>
                </a:lnTo>
                <a:lnTo>
                  <a:pt x="8572500" y="990600"/>
                </a:lnTo>
                <a:lnTo>
                  <a:pt x="8181975" y="990600"/>
                </a:lnTo>
                <a:lnTo>
                  <a:pt x="7791450" y="990600"/>
                </a:lnTo>
                <a:lnTo>
                  <a:pt x="7400925" y="990600"/>
                </a:lnTo>
                <a:lnTo>
                  <a:pt x="7010400" y="990600"/>
                </a:lnTo>
                <a:lnTo>
                  <a:pt x="6619875" y="990600"/>
                </a:lnTo>
                <a:lnTo>
                  <a:pt x="6238875" y="990600"/>
                </a:lnTo>
                <a:lnTo>
                  <a:pt x="5848350" y="990600"/>
                </a:lnTo>
                <a:lnTo>
                  <a:pt x="5457825" y="990600"/>
                </a:lnTo>
                <a:lnTo>
                  <a:pt x="5067300" y="990600"/>
                </a:lnTo>
                <a:lnTo>
                  <a:pt x="4676775" y="990600"/>
                </a:lnTo>
                <a:lnTo>
                  <a:pt x="4286250" y="990600"/>
                </a:lnTo>
                <a:lnTo>
                  <a:pt x="3895725" y="990600"/>
                </a:lnTo>
                <a:lnTo>
                  <a:pt x="3505200" y="990600"/>
                </a:lnTo>
                <a:lnTo>
                  <a:pt x="3114675" y="990600"/>
                </a:lnTo>
                <a:lnTo>
                  <a:pt x="2724150" y="990600"/>
                </a:lnTo>
                <a:lnTo>
                  <a:pt x="2333625" y="990600"/>
                </a:lnTo>
                <a:lnTo>
                  <a:pt x="1952625" y="990600"/>
                </a:lnTo>
                <a:lnTo>
                  <a:pt x="1562100" y="990600"/>
                </a:lnTo>
                <a:lnTo>
                  <a:pt x="1171575" y="990600"/>
                </a:lnTo>
                <a:lnTo>
                  <a:pt x="781050" y="990600"/>
                </a:lnTo>
                <a:lnTo>
                  <a:pt x="390525" y="990600"/>
                </a:lnTo>
                <a:lnTo>
                  <a:pt x="0" y="990600"/>
                </a:lnTo>
                <a:close/>
              </a:path>
            </a:pathLst>
          </a:custGeom>
          <a:solidFill>
            <a:schemeClr val="accent2">
              <a:lumMod val="20000"/>
              <a:lumOff val="80000"/>
            </a:schemeClr>
          </a:solidFill>
          <a:ln w="9525" cap="flat">
            <a:noFill/>
            <a:prstDash val="solid"/>
            <a:miter/>
          </a:ln>
        </p:spPr>
        <p:txBody>
          <a:bodyPr/>
          <a:lstStyle/>
          <a:p>
            <a:endParaRPr lang="en-US"/>
          </a:p>
        </p:txBody>
      </p:sp>
      <p:sp>
        <p:nvSpPr>
          <p:cNvPr id="16" name="Freeform: Shape 15">
            <a:extLst>
              <a:ext uri="{FF2B5EF4-FFF2-40B4-BE49-F238E27FC236}">
                <a16:creationId xmlns:a16="http://schemas.microsoft.com/office/drawing/2014/main" id="{41642978-8E0E-3F11-624C-371A19AD507B}"/>
              </a:ext>
            </a:extLst>
          </p:cNvPr>
          <p:cNvSpPr/>
          <p:nvPr/>
        </p:nvSpPr>
        <p:spPr>
          <a:xfrm rot="13500000">
            <a:off x="1756664" y="-8224860"/>
            <a:ext cx="12192000" cy="1527870"/>
          </a:xfrm>
          <a:custGeom>
            <a:avLst/>
            <a:gdLst>
              <a:gd name="csX0" fmla="*/ 0 w 8572500"/>
              <a:gd name="csY0" fmla="*/ 38100 h 819150"/>
              <a:gd name="csX1" fmla="*/ 390525 w 8572500"/>
              <a:gd name="csY1" fmla="*/ 95250 h 819150"/>
              <a:gd name="csX2" fmla="*/ 781050 w 8572500"/>
              <a:gd name="csY2" fmla="*/ 66675 h 819150"/>
              <a:gd name="csX3" fmla="*/ 1171575 w 8572500"/>
              <a:gd name="csY3" fmla="*/ 19050 h 819150"/>
              <a:gd name="csX4" fmla="*/ 1562100 w 8572500"/>
              <a:gd name="csY4" fmla="*/ 142875 h 819150"/>
              <a:gd name="csX5" fmla="*/ 1952625 w 8572500"/>
              <a:gd name="csY5" fmla="*/ 161925 h 819150"/>
              <a:gd name="csX6" fmla="*/ 2333625 w 8572500"/>
              <a:gd name="csY6" fmla="*/ 47625 h 819150"/>
              <a:gd name="csX7" fmla="*/ 2724150 w 8572500"/>
              <a:gd name="csY7" fmla="*/ 123825 h 819150"/>
              <a:gd name="csX8" fmla="*/ 3114675 w 8572500"/>
              <a:gd name="csY8" fmla="*/ 95250 h 819150"/>
              <a:gd name="csX9" fmla="*/ 3505200 w 8572500"/>
              <a:gd name="csY9" fmla="*/ 190500 h 819150"/>
              <a:gd name="csX10" fmla="*/ 3895725 w 8572500"/>
              <a:gd name="csY10" fmla="*/ 142875 h 819150"/>
              <a:gd name="csX11" fmla="*/ 4286250 w 8572500"/>
              <a:gd name="csY11" fmla="*/ 28575 h 819150"/>
              <a:gd name="csX12" fmla="*/ 4676775 w 8572500"/>
              <a:gd name="csY12" fmla="*/ 190500 h 819150"/>
              <a:gd name="csX13" fmla="*/ 5067300 w 8572500"/>
              <a:gd name="csY13" fmla="*/ 142875 h 819150"/>
              <a:gd name="csX14" fmla="*/ 5457825 w 8572500"/>
              <a:gd name="csY14" fmla="*/ 0 h 819150"/>
              <a:gd name="csX15" fmla="*/ 5848350 w 8572500"/>
              <a:gd name="csY15" fmla="*/ 47625 h 819150"/>
              <a:gd name="csX16" fmla="*/ 6238875 w 8572500"/>
              <a:gd name="csY16" fmla="*/ 142875 h 819150"/>
              <a:gd name="csX17" fmla="*/ 6619875 w 8572500"/>
              <a:gd name="csY17" fmla="*/ 57150 h 819150"/>
              <a:gd name="csX18" fmla="*/ 7010400 w 8572500"/>
              <a:gd name="csY18" fmla="*/ 114300 h 819150"/>
              <a:gd name="csX19" fmla="*/ 7400925 w 8572500"/>
              <a:gd name="csY19" fmla="*/ 66675 h 819150"/>
              <a:gd name="csX20" fmla="*/ 7791450 w 8572500"/>
              <a:gd name="csY20" fmla="*/ 171450 h 819150"/>
              <a:gd name="csX21" fmla="*/ 8181975 w 8572500"/>
              <a:gd name="csY21" fmla="*/ 57150 h 819150"/>
              <a:gd name="csX22" fmla="*/ 8572500 w 8572500"/>
              <a:gd name="csY22" fmla="*/ 28575 h 819150"/>
              <a:gd name="csX23" fmla="*/ 8572500 w 8572500"/>
              <a:gd name="csY23" fmla="*/ 819150 h 819150"/>
              <a:gd name="csX24" fmla="*/ 8181975 w 8572500"/>
              <a:gd name="csY24" fmla="*/ 819150 h 819150"/>
              <a:gd name="csX25" fmla="*/ 7791450 w 8572500"/>
              <a:gd name="csY25" fmla="*/ 819150 h 819150"/>
              <a:gd name="csX26" fmla="*/ 7400925 w 8572500"/>
              <a:gd name="csY26" fmla="*/ 819150 h 819150"/>
              <a:gd name="csX27" fmla="*/ 7010400 w 8572500"/>
              <a:gd name="csY27" fmla="*/ 819150 h 819150"/>
              <a:gd name="csX28" fmla="*/ 6619875 w 8572500"/>
              <a:gd name="csY28" fmla="*/ 819150 h 819150"/>
              <a:gd name="csX29" fmla="*/ 6238875 w 8572500"/>
              <a:gd name="csY29" fmla="*/ 819150 h 819150"/>
              <a:gd name="csX30" fmla="*/ 5848350 w 8572500"/>
              <a:gd name="csY30" fmla="*/ 819150 h 819150"/>
              <a:gd name="csX31" fmla="*/ 5457825 w 8572500"/>
              <a:gd name="csY31" fmla="*/ 819150 h 819150"/>
              <a:gd name="csX32" fmla="*/ 5067300 w 8572500"/>
              <a:gd name="csY32" fmla="*/ 819150 h 819150"/>
              <a:gd name="csX33" fmla="*/ 4676775 w 8572500"/>
              <a:gd name="csY33" fmla="*/ 819150 h 819150"/>
              <a:gd name="csX34" fmla="*/ 4286250 w 8572500"/>
              <a:gd name="csY34" fmla="*/ 819150 h 819150"/>
              <a:gd name="csX35" fmla="*/ 3895725 w 8572500"/>
              <a:gd name="csY35" fmla="*/ 819150 h 819150"/>
              <a:gd name="csX36" fmla="*/ 3505200 w 8572500"/>
              <a:gd name="csY36" fmla="*/ 819150 h 819150"/>
              <a:gd name="csX37" fmla="*/ 3114675 w 8572500"/>
              <a:gd name="csY37" fmla="*/ 819150 h 819150"/>
              <a:gd name="csX38" fmla="*/ 2724150 w 8572500"/>
              <a:gd name="csY38" fmla="*/ 819150 h 819150"/>
              <a:gd name="csX39" fmla="*/ 2333625 w 8572500"/>
              <a:gd name="csY39" fmla="*/ 819150 h 819150"/>
              <a:gd name="csX40" fmla="*/ 1952625 w 8572500"/>
              <a:gd name="csY40" fmla="*/ 819150 h 819150"/>
              <a:gd name="csX41" fmla="*/ 1562100 w 8572500"/>
              <a:gd name="csY41" fmla="*/ 819150 h 819150"/>
              <a:gd name="csX42" fmla="*/ 1171575 w 8572500"/>
              <a:gd name="csY42" fmla="*/ 819150 h 819150"/>
              <a:gd name="csX43" fmla="*/ 781050 w 8572500"/>
              <a:gd name="csY43" fmla="*/ 819150 h 819150"/>
              <a:gd name="csX44" fmla="*/ 390525 w 8572500"/>
              <a:gd name="csY44" fmla="*/ 819150 h 819150"/>
              <a:gd name="csX45" fmla="*/ 0 w 8572500"/>
              <a:gd name="csY45" fmla="*/ 819150 h 8191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819150">
                <a:moveTo>
                  <a:pt x="0" y="38100"/>
                </a:moveTo>
                <a:lnTo>
                  <a:pt x="390525" y="95250"/>
                </a:lnTo>
                <a:lnTo>
                  <a:pt x="781050" y="66675"/>
                </a:lnTo>
                <a:lnTo>
                  <a:pt x="1171575" y="19050"/>
                </a:lnTo>
                <a:lnTo>
                  <a:pt x="1562100" y="142875"/>
                </a:lnTo>
                <a:lnTo>
                  <a:pt x="1952625" y="161925"/>
                </a:lnTo>
                <a:lnTo>
                  <a:pt x="2333625" y="47625"/>
                </a:lnTo>
                <a:lnTo>
                  <a:pt x="2724150" y="123825"/>
                </a:lnTo>
                <a:lnTo>
                  <a:pt x="3114675" y="95250"/>
                </a:lnTo>
                <a:lnTo>
                  <a:pt x="3505200" y="190500"/>
                </a:lnTo>
                <a:lnTo>
                  <a:pt x="3895725" y="142875"/>
                </a:lnTo>
                <a:lnTo>
                  <a:pt x="4286250" y="28575"/>
                </a:lnTo>
                <a:lnTo>
                  <a:pt x="4676775" y="190500"/>
                </a:lnTo>
                <a:lnTo>
                  <a:pt x="5067300" y="142875"/>
                </a:lnTo>
                <a:lnTo>
                  <a:pt x="5457825" y="0"/>
                </a:lnTo>
                <a:lnTo>
                  <a:pt x="5848350" y="47625"/>
                </a:lnTo>
                <a:lnTo>
                  <a:pt x="6238875" y="142875"/>
                </a:lnTo>
                <a:lnTo>
                  <a:pt x="6619875" y="57150"/>
                </a:lnTo>
                <a:lnTo>
                  <a:pt x="7010400" y="114300"/>
                </a:lnTo>
                <a:lnTo>
                  <a:pt x="7400925" y="66675"/>
                </a:lnTo>
                <a:lnTo>
                  <a:pt x="7791450" y="171450"/>
                </a:lnTo>
                <a:lnTo>
                  <a:pt x="8181975" y="57150"/>
                </a:lnTo>
                <a:lnTo>
                  <a:pt x="8572500" y="28575"/>
                </a:lnTo>
                <a:lnTo>
                  <a:pt x="8572500" y="819150"/>
                </a:lnTo>
                <a:lnTo>
                  <a:pt x="8181975" y="819150"/>
                </a:lnTo>
                <a:lnTo>
                  <a:pt x="7791450" y="819150"/>
                </a:lnTo>
                <a:lnTo>
                  <a:pt x="7400925" y="819150"/>
                </a:lnTo>
                <a:lnTo>
                  <a:pt x="7010400" y="819150"/>
                </a:lnTo>
                <a:lnTo>
                  <a:pt x="6619875" y="819150"/>
                </a:lnTo>
                <a:lnTo>
                  <a:pt x="6238875" y="819150"/>
                </a:lnTo>
                <a:lnTo>
                  <a:pt x="5848350" y="819150"/>
                </a:lnTo>
                <a:lnTo>
                  <a:pt x="5457825" y="819150"/>
                </a:lnTo>
                <a:lnTo>
                  <a:pt x="5067300" y="819150"/>
                </a:lnTo>
                <a:lnTo>
                  <a:pt x="4676775" y="819150"/>
                </a:lnTo>
                <a:lnTo>
                  <a:pt x="4286250" y="819150"/>
                </a:lnTo>
                <a:lnTo>
                  <a:pt x="3895725" y="819150"/>
                </a:lnTo>
                <a:lnTo>
                  <a:pt x="3505200" y="819150"/>
                </a:lnTo>
                <a:lnTo>
                  <a:pt x="3114675" y="819150"/>
                </a:lnTo>
                <a:lnTo>
                  <a:pt x="2724150" y="819150"/>
                </a:lnTo>
                <a:lnTo>
                  <a:pt x="2333625" y="819150"/>
                </a:lnTo>
                <a:lnTo>
                  <a:pt x="1952625" y="819150"/>
                </a:lnTo>
                <a:lnTo>
                  <a:pt x="1562100" y="819150"/>
                </a:lnTo>
                <a:lnTo>
                  <a:pt x="1171575" y="819150"/>
                </a:lnTo>
                <a:lnTo>
                  <a:pt x="781050" y="819150"/>
                </a:lnTo>
                <a:lnTo>
                  <a:pt x="390525" y="819150"/>
                </a:lnTo>
                <a:lnTo>
                  <a:pt x="0" y="819150"/>
                </a:lnTo>
                <a:close/>
              </a:path>
            </a:pathLst>
          </a:custGeom>
          <a:solidFill>
            <a:schemeClr val="accent2">
              <a:lumMod val="40000"/>
              <a:lumOff val="60000"/>
            </a:schemeClr>
          </a:solidFill>
          <a:ln w="9525" cap="flat">
            <a:noFill/>
            <a:prstDash val="solid"/>
            <a:miter/>
          </a:ln>
        </p:spPr>
        <p:txBody>
          <a:bodyPr/>
          <a:lstStyle/>
          <a:p>
            <a:endParaRPr lang="en-US"/>
          </a:p>
        </p:txBody>
      </p:sp>
      <p:sp>
        <p:nvSpPr>
          <p:cNvPr id="17" name="Freeform: Shape 16">
            <a:extLst>
              <a:ext uri="{FF2B5EF4-FFF2-40B4-BE49-F238E27FC236}">
                <a16:creationId xmlns:a16="http://schemas.microsoft.com/office/drawing/2014/main" id="{6297058C-3F81-C93E-1314-ACE58A11FE8B}"/>
              </a:ext>
            </a:extLst>
          </p:cNvPr>
          <p:cNvSpPr/>
          <p:nvPr/>
        </p:nvSpPr>
        <p:spPr>
          <a:xfrm rot="13500000">
            <a:off x="1637319" y="-9239690"/>
            <a:ext cx="12192000" cy="1190317"/>
          </a:xfrm>
          <a:custGeom>
            <a:avLst/>
            <a:gdLst>
              <a:gd name="csX0" fmla="*/ 0 w 8572500"/>
              <a:gd name="csY0" fmla="*/ 76200 h 638175"/>
              <a:gd name="csX1" fmla="*/ 390525 w 8572500"/>
              <a:gd name="csY1" fmla="*/ 9525 h 638175"/>
              <a:gd name="csX2" fmla="*/ 781050 w 8572500"/>
              <a:gd name="csY2" fmla="*/ 123825 h 638175"/>
              <a:gd name="csX3" fmla="*/ 1171575 w 8572500"/>
              <a:gd name="csY3" fmla="*/ 142875 h 638175"/>
              <a:gd name="csX4" fmla="*/ 1562100 w 8572500"/>
              <a:gd name="csY4" fmla="*/ 76200 h 638175"/>
              <a:gd name="csX5" fmla="*/ 1952625 w 8572500"/>
              <a:gd name="csY5" fmla="*/ 76200 h 638175"/>
              <a:gd name="csX6" fmla="*/ 2333625 w 8572500"/>
              <a:gd name="csY6" fmla="*/ 171450 h 638175"/>
              <a:gd name="csX7" fmla="*/ 2724150 w 8572500"/>
              <a:gd name="csY7" fmla="*/ 76200 h 638175"/>
              <a:gd name="csX8" fmla="*/ 3114675 w 8572500"/>
              <a:gd name="csY8" fmla="*/ 123825 h 638175"/>
              <a:gd name="csX9" fmla="*/ 3505200 w 8572500"/>
              <a:gd name="csY9" fmla="*/ 142875 h 638175"/>
              <a:gd name="csX10" fmla="*/ 3895725 w 8572500"/>
              <a:gd name="csY10" fmla="*/ 19050 h 638175"/>
              <a:gd name="csX11" fmla="*/ 4286250 w 8572500"/>
              <a:gd name="csY11" fmla="*/ 123825 h 638175"/>
              <a:gd name="csX12" fmla="*/ 4676775 w 8572500"/>
              <a:gd name="csY12" fmla="*/ 142875 h 638175"/>
              <a:gd name="csX13" fmla="*/ 5067300 w 8572500"/>
              <a:gd name="csY13" fmla="*/ 152400 h 638175"/>
              <a:gd name="csX14" fmla="*/ 5457825 w 8572500"/>
              <a:gd name="csY14" fmla="*/ 133350 h 638175"/>
              <a:gd name="csX15" fmla="*/ 5848350 w 8572500"/>
              <a:gd name="csY15" fmla="*/ 0 h 638175"/>
              <a:gd name="csX16" fmla="*/ 6238875 w 8572500"/>
              <a:gd name="csY16" fmla="*/ 66675 h 638175"/>
              <a:gd name="csX17" fmla="*/ 6619875 w 8572500"/>
              <a:gd name="csY17" fmla="*/ 28575 h 638175"/>
              <a:gd name="csX18" fmla="*/ 7010400 w 8572500"/>
              <a:gd name="csY18" fmla="*/ 28575 h 638175"/>
              <a:gd name="csX19" fmla="*/ 7400925 w 8572500"/>
              <a:gd name="csY19" fmla="*/ 47625 h 638175"/>
              <a:gd name="csX20" fmla="*/ 7791450 w 8572500"/>
              <a:gd name="csY20" fmla="*/ 161925 h 638175"/>
              <a:gd name="csX21" fmla="*/ 8181975 w 8572500"/>
              <a:gd name="csY21" fmla="*/ 47625 h 638175"/>
              <a:gd name="csX22" fmla="*/ 8572500 w 8572500"/>
              <a:gd name="csY22" fmla="*/ 47625 h 638175"/>
              <a:gd name="csX23" fmla="*/ 8572500 w 8572500"/>
              <a:gd name="csY23" fmla="*/ 638175 h 638175"/>
              <a:gd name="csX24" fmla="*/ 8181975 w 8572500"/>
              <a:gd name="csY24" fmla="*/ 638175 h 638175"/>
              <a:gd name="csX25" fmla="*/ 7791450 w 8572500"/>
              <a:gd name="csY25" fmla="*/ 638175 h 638175"/>
              <a:gd name="csX26" fmla="*/ 7400925 w 8572500"/>
              <a:gd name="csY26" fmla="*/ 638175 h 638175"/>
              <a:gd name="csX27" fmla="*/ 7010400 w 8572500"/>
              <a:gd name="csY27" fmla="*/ 638175 h 638175"/>
              <a:gd name="csX28" fmla="*/ 6619875 w 8572500"/>
              <a:gd name="csY28" fmla="*/ 638175 h 638175"/>
              <a:gd name="csX29" fmla="*/ 6238875 w 8572500"/>
              <a:gd name="csY29" fmla="*/ 638175 h 638175"/>
              <a:gd name="csX30" fmla="*/ 5848350 w 8572500"/>
              <a:gd name="csY30" fmla="*/ 638175 h 638175"/>
              <a:gd name="csX31" fmla="*/ 5457825 w 8572500"/>
              <a:gd name="csY31" fmla="*/ 638175 h 638175"/>
              <a:gd name="csX32" fmla="*/ 5067300 w 8572500"/>
              <a:gd name="csY32" fmla="*/ 638175 h 638175"/>
              <a:gd name="csX33" fmla="*/ 4676775 w 8572500"/>
              <a:gd name="csY33" fmla="*/ 638175 h 638175"/>
              <a:gd name="csX34" fmla="*/ 4286250 w 8572500"/>
              <a:gd name="csY34" fmla="*/ 638175 h 638175"/>
              <a:gd name="csX35" fmla="*/ 3895725 w 8572500"/>
              <a:gd name="csY35" fmla="*/ 638175 h 638175"/>
              <a:gd name="csX36" fmla="*/ 3505200 w 8572500"/>
              <a:gd name="csY36" fmla="*/ 638175 h 638175"/>
              <a:gd name="csX37" fmla="*/ 3114675 w 8572500"/>
              <a:gd name="csY37" fmla="*/ 638175 h 638175"/>
              <a:gd name="csX38" fmla="*/ 2724150 w 8572500"/>
              <a:gd name="csY38" fmla="*/ 638175 h 638175"/>
              <a:gd name="csX39" fmla="*/ 2333625 w 8572500"/>
              <a:gd name="csY39" fmla="*/ 638175 h 638175"/>
              <a:gd name="csX40" fmla="*/ 1952625 w 8572500"/>
              <a:gd name="csY40" fmla="*/ 638175 h 638175"/>
              <a:gd name="csX41" fmla="*/ 1562100 w 8572500"/>
              <a:gd name="csY41" fmla="*/ 638175 h 638175"/>
              <a:gd name="csX42" fmla="*/ 1171575 w 8572500"/>
              <a:gd name="csY42" fmla="*/ 638175 h 638175"/>
              <a:gd name="csX43" fmla="*/ 781050 w 8572500"/>
              <a:gd name="csY43" fmla="*/ 638175 h 638175"/>
              <a:gd name="csX44" fmla="*/ 390525 w 8572500"/>
              <a:gd name="csY44" fmla="*/ 638175 h 638175"/>
              <a:gd name="csX45" fmla="*/ 0 w 8572500"/>
              <a:gd name="csY45" fmla="*/ 638175 h 6381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638175">
                <a:moveTo>
                  <a:pt x="0" y="76200"/>
                </a:moveTo>
                <a:lnTo>
                  <a:pt x="390525" y="9525"/>
                </a:lnTo>
                <a:lnTo>
                  <a:pt x="781050" y="123825"/>
                </a:lnTo>
                <a:lnTo>
                  <a:pt x="1171575" y="142875"/>
                </a:lnTo>
                <a:lnTo>
                  <a:pt x="1562100" y="76200"/>
                </a:lnTo>
                <a:lnTo>
                  <a:pt x="1952625" y="76200"/>
                </a:lnTo>
                <a:lnTo>
                  <a:pt x="2333625" y="171450"/>
                </a:lnTo>
                <a:lnTo>
                  <a:pt x="2724150" y="76200"/>
                </a:lnTo>
                <a:lnTo>
                  <a:pt x="3114675" y="123825"/>
                </a:lnTo>
                <a:lnTo>
                  <a:pt x="3505200" y="142875"/>
                </a:lnTo>
                <a:lnTo>
                  <a:pt x="3895725" y="19050"/>
                </a:lnTo>
                <a:lnTo>
                  <a:pt x="4286250" y="123825"/>
                </a:lnTo>
                <a:lnTo>
                  <a:pt x="4676775" y="142875"/>
                </a:lnTo>
                <a:lnTo>
                  <a:pt x="5067300" y="152400"/>
                </a:lnTo>
                <a:lnTo>
                  <a:pt x="5457825" y="133350"/>
                </a:lnTo>
                <a:lnTo>
                  <a:pt x="5848350" y="0"/>
                </a:lnTo>
                <a:lnTo>
                  <a:pt x="6238875" y="66675"/>
                </a:lnTo>
                <a:lnTo>
                  <a:pt x="6619875" y="28575"/>
                </a:lnTo>
                <a:lnTo>
                  <a:pt x="7010400" y="28575"/>
                </a:lnTo>
                <a:lnTo>
                  <a:pt x="7400925" y="47625"/>
                </a:lnTo>
                <a:lnTo>
                  <a:pt x="7791450" y="161925"/>
                </a:lnTo>
                <a:lnTo>
                  <a:pt x="8181975" y="47625"/>
                </a:lnTo>
                <a:lnTo>
                  <a:pt x="8572500" y="47625"/>
                </a:lnTo>
                <a:lnTo>
                  <a:pt x="8572500" y="638175"/>
                </a:lnTo>
                <a:lnTo>
                  <a:pt x="8181975" y="638175"/>
                </a:lnTo>
                <a:lnTo>
                  <a:pt x="7791450" y="638175"/>
                </a:lnTo>
                <a:lnTo>
                  <a:pt x="7400925" y="638175"/>
                </a:lnTo>
                <a:lnTo>
                  <a:pt x="7010400" y="638175"/>
                </a:lnTo>
                <a:lnTo>
                  <a:pt x="6619875" y="638175"/>
                </a:lnTo>
                <a:lnTo>
                  <a:pt x="6238875" y="638175"/>
                </a:lnTo>
                <a:lnTo>
                  <a:pt x="5848350" y="638175"/>
                </a:lnTo>
                <a:lnTo>
                  <a:pt x="5457825" y="638175"/>
                </a:lnTo>
                <a:lnTo>
                  <a:pt x="5067300" y="638175"/>
                </a:lnTo>
                <a:lnTo>
                  <a:pt x="4676775" y="638175"/>
                </a:lnTo>
                <a:lnTo>
                  <a:pt x="4286250" y="638175"/>
                </a:lnTo>
                <a:lnTo>
                  <a:pt x="3895725" y="638175"/>
                </a:lnTo>
                <a:lnTo>
                  <a:pt x="3505200" y="638175"/>
                </a:lnTo>
                <a:lnTo>
                  <a:pt x="3114675" y="638175"/>
                </a:lnTo>
                <a:lnTo>
                  <a:pt x="2724150" y="638175"/>
                </a:lnTo>
                <a:lnTo>
                  <a:pt x="2333625" y="638175"/>
                </a:lnTo>
                <a:lnTo>
                  <a:pt x="1952625" y="638175"/>
                </a:lnTo>
                <a:lnTo>
                  <a:pt x="1562100" y="638175"/>
                </a:lnTo>
                <a:lnTo>
                  <a:pt x="1171575" y="638175"/>
                </a:lnTo>
                <a:lnTo>
                  <a:pt x="781050" y="638175"/>
                </a:lnTo>
                <a:lnTo>
                  <a:pt x="390525" y="638175"/>
                </a:lnTo>
                <a:lnTo>
                  <a:pt x="0" y="638175"/>
                </a:lnTo>
                <a:close/>
              </a:path>
            </a:pathLst>
          </a:custGeom>
          <a:solidFill>
            <a:schemeClr val="accent2">
              <a:lumMod val="60000"/>
              <a:lumOff val="40000"/>
            </a:schemeClr>
          </a:solidFill>
          <a:ln w="9525" cap="flat">
            <a:noFill/>
            <a:prstDash val="solid"/>
            <a:miter/>
          </a:ln>
        </p:spPr>
        <p:txBody>
          <a:bodyPr/>
          <a:lstStyle/>
          <a:p>
            <a:endParaRPr lang="en-US"/>
          </a:p>
        </p:txBody>
      </p:sp>
      <p:sp>
        <p:nvSpPr>
          <p:cNvPr id="18" name="Freeform: Shape 17">
            <a:extLst>
              <a:ext uri="{FF2B5EF4-FFF2-40B4-BE49-F238E27FC236}">
                <a16:creationId xmlns:a16="http://schemas.microsoft.com/office/drawing/2014/main" id="{E7EF37CF-0032-4070-815D-FA70ADFBE021}"/>
              </a:ext>
            </a:extLst>
          </p:cNvPr>
          <p:cNvSpPr/>
          <p:nvPr/>
        </p:nvSpPr>
        <p:spPr>
          <a:xfrm rot="13500000">
            <a:off x="1477699" y="-9992599"/>
            <a:ext cx="12192000" cy="870530"/>
          </a:xfrm>
          <a:custGeom>
            <a:avLst/>
            <a:gdLst>
              <a:gd name="csX0" fmla="*/ 0 w 8572500"/>
              <a:gd name="csY0" fmla="*/ 152400 h 466725"/>
              <a:gd name="csX1" fmla="*/ 390525 w 8572500"/>
              <a:gd name="csY1" fmla="*/ 104775 h 466725"/>
              <a:gd name="csX2" fmla="*/ 781050 w 8572500"/>
              <a:gd name="csY2" fmla="*/ 57150 h 466725"/>
              <a:gd name="csX3" fmla="*/ 1171575 w 8572500"/>
              <a:gd name="csY3" fmla="*/ 28575 h 466725"/>
              <a:gd name="csX4" fmla="*/ 1562100 w 8572500"/>
              <a:gd name="csY4" fmla="*/ 123825 h 466725"/>
              <a:gd name="csX5" fmla="*/ 1952625 w 8572500"/>
              <a:gd name="csY5" fmla="*/ 133350 h 466725"/>
              <a:gd name="csX6" fmla="*/ 2333625 w 8572500"/>
              <a:gd name="csY6" fmla="*/ 9525 h 466725"/>
              <a:gd name="csX7" fmla="*/ 2724150 w 8572500"/>
              <a:gd name="csY7" fmla="*/ 57150 h 466725"/>
              <a:gd name="csX8" fmla="*/ 3114675 w 8572500"/>
              <a:gd name="csY8" fmla="*/ 28575 h 466725"/>
              <a:gd name="csX9" fmla="*/ 3505200 w 8572500"/>
              <a:gd name="csY9" fmla="*/ 171450 h 466725"/>
              <a:gd name="csX10" fmla="*/ 3895725 w 8572500"/>
              <a:gd name="csY10" fmla="*/ 152400 h 466725"/>
              <a:gd name="csX11" fmla="*/ 4286250 w 8572500"/>
              <a:gd name="csY11" fmla="*/ 161925 h 466725"/>
              <a:gd name="csX12" fmla="*/ 4676775 w 8572500"/>
              <a:gd name="csY12" fmla="*/ 95250 h 466725"/>
              <a:gd name="csX13" fmla="*/ 5067300 w 8572500"/>
              <a:gd name="csY13" fmla="*/ 171450 h 466725"/>
              <a:gd name="csX14" fmla="*/ 5457825 w 8572500"/>
              <a:gd name="csY14" fmla="*/ 114300 h 466725"/>
              <a:gd name="csX15" fmla="*/ 5848350 w 8572500"/>
              <a:gd name="csY15" fmla="*/ 95250 h 466725"/>
              <a:gd name="csX16" fmla="*/ 6238875 w 8572500"/>
              <a:gd name="csY16" fmla="*/ 104775 h 466725"/>
              <a:gd name="csX17" fmla="*/ 6619875 w 8572500"/>
              <a:gd name="csY17" fmla="*/ 152400 h 466725"/>
              <a:gd name="csX18" fmla="*/ 7010400 w 8572500"/>
              <a:gd name="csY18" fmla="*/ 95250 h 466725"/>
              <a:gd name="csX19" fmla="*/ 7400925 w 8572500"/>
              <a:gd name="csY19" fmla="*/ 28575 h 466725"/>
              <a:gd name="csX20" fmla="*/ 7791450 w 8572500"/>
              <a:gd name="csY20" fmla="*/ 123825 h 466725"/>
              <a:gd name="csX21" fmla="*/ 8181975 w 8572500"/>
              <a:gd name="csY21" fmla="*/ 0 h 466725"/>
              <a:gd name="csX22" fmla="*/ 8572500 w 8572500"/>
              <a:gd name="csY22" fmla="*/ 85725 h 466725"/>
              <a:gd name="csX23" fmla="*/ 8572500 w 8572500"/>
              <a:gd name="csY23" fmla="*/ 466725 h 466725"/>
              <a:gd name="csX24" fmla="*/ 8181975 w 8572500"/>
              <a:gd name="csY24" fmla="*/ 466725 h 466725"/>
              <a:gd name="csX25" fmla="*/ 7791450 w 8572500"/>
              <a:gd name="csY25" fmla="*/ 466725 h 466725"/>
              <a:gd name="csX26" fmla="*/ 7400925 w 8572500"/>
              <a:gd name="csY26" fmla="*/ 466725 h 466725"/>
              <a:gd name="csX27" fmla="*/ 7010400 w 8572500"/>
              <a:gd name="csY27" fmla="*/ 466725 h 466725"/>
              <a:gd name="csX28" fmla="*/ 6619875 w 8572500"/>
              <a:gd name="csY28" fmla="*/ 466725 h 466725"/>
              <a:gd name="csX29" fmla="*/ 6238875 w 8572500"/>
              <a:gd name="csY29" fmla="*/ 466725 h 466725"/>
              <a:gd name="csX30" fmla="*/ 5848350 w 8572500"/>
              <a:gd name="csY30" fmla="*/ 466725 h 466725"/>
              <a:gd name="csX31" fmla="*/ 5457825 w 8572500"/>
              <a:gd name="csY31" fmla="*/ 466725 h 466725"/>
              <a:gd name="csX32" fmla="*/ 5067300 w 8572500"/>
              <a:gd name="csY32" fmla="*/ 466725 h 466725"/>
              <a:gd name="csX33" fmla="*/ 4676775 w 8572500"/>
              <a:gd name="csY33" fmla="*/ 466725 h 466725"/>
              <a:gd name="csX34" fmla="*/ 4286250 w 8572500"/>
              <a:gd name="csY34" fmla="*/ 466725 h 466725"/>
              <a:gd name="csX35" fmla="*/ 3895725 w 8572500"/>
              <a:gd name="csY35" fmla="*/ 466725 h 466725"/>
              <a:gd name="csX36" fmla="*/ 3505200 w 8572500"/>
              <a:gd name="csY36" fmla="*/ 466725 h 466725"/>
              <a:gd name="csX37" fmla="*/ 3114675 w 8572500"/>
              <a:gd name="csY37" fmla="*/ 466725 h 466725"/>
              <a:gd name="csX38" fmla="*/ 2724150 w 8572500"/>
              <a:gd name="csY38" fmla="*/ 466725 h 466725"/>
              <a:gd name="csX39" fmla="*/ 2333625 w 8572500"/>
              <a:gd name="csY39" fmla="*/ 466725 h 466725"/>
              <a:gd name="csX40" fmla="*/ 1952625 w 8572500"/>
              <a:gd name="csY40" fmla="*/ 466725 h 466725"/>
              <a:gd name="csX41" fmla="*/ 1562100 w 8572500"/>
              <a:gd name="csY41" fmla="*/ 466725 h 466725"/>
              <a:gd name="csX42" fmla="*/ 1171575 w 8572500"/>
              <a:gd name="csY42" fmla="*/ 466725 h 466725"/>
              <a:gd name="csX43" fmla="*/ 781050 w 8572500"/>
              <a:gd name="csY43" fmla="*/ 466725 h 466725"/>
              <a:gd name="csX44" fmla="*/ 390525 w 8572500"/>
              <a:gd name="csY44" fmla="*/ 466725 h 466725"/>
              <a:gd name="csX45" fmla="*/ 0 w 8572500"/>
              <a:gd name="csY45" fmla="*/ 466725 h 4667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466725">
                <a:moveTo>
                  <a:pt x="0" y="152400"/>
                </a:moveTo>
                <a:lnTo>
                  <a:pt x="390525" y="104775"/>
                </a:lnTo>
                <a:lnTo>
                  <a:pt x="781050" y="57150"/>
                </a:lnTo>
                <a:lnTo>
                  <a:pt x="1171575" y="28575"/>
                </a:lnTo>
                <a:lnTo>
                  <a:pt x="1562100" y="123825"/>
                </a:lnTo>
                <a:lnTo>
                  <a:pt x="1952625" y="133350"/>
                </a:lnTo>
                <a:lnTo>
                  <a:pt x="2333625" y="9525"/>
                </a:lnTo>
                <a:lnTo>
                  <a:pt x="2724150" y="57150"/>
                </a:lnTo>
                <a:lnTo>
                  <a:pt x="3114675" y="28575"/>
                </a:lnTo>
                <a:lnTo>
                  <a:pt x="3505200" y="171450"/>
                </a:lnTo>
                <a:lnTo>
                  <a:pt x="3895725" y="152400"/>
                </a:lnTo>
                <a:lnTo>
                  <a:pt x="4286250" y="161925"/>
                </a:lnTo>
                <a:lnTo>
                  <a:pt x="4676775" y="95250"/>
                </a:lnTo>
                <a:lnTo>
                  <a:pt x="5067300" y="171450"/>
                </a:lnTo>
                <a:lnTo>
                  <a:pt x="5457825" y="114300"/>
                </a:lnTo>
                <a:lnTo>
                  <a:pt x="5848350" y="95250"/>
                </a:lnTo>
                <a:lnTo>
                  <a:pt x="6238875" y="104775"/>
                </a:lnTo>
                <a:lnTo>
                  <a:pt x="6619875" y="152400"/>
                </a:lnTo>
                <a:lnTo>
                  <a:pt x="7010400" y="95250"/>
                </a:lnTo>
                <a:lnTo>
                  <a:pt x="7400925" y="28575"/>
                </a:lnTo>
                <a:lnTo>
                  <a:pt x="7791450" y="123825"/>
                </a:lnTo>
                <a:lnTo>
                  <a:pt x="8181975" y="0"/>
                </a:lnTo>
                <a:lnTo>
                  <a:pt x="8572500" y="85725"/>
                </a:lnTo>
                <a:lnTo>
                  <a:pt x="8572500" y="466725"/>
                </a:lnTo>
                <a:lnTo>
                  <a:pt x="8181975" y="466725"/>
                </a:lnTo>
                <a:lnTo>
                  <a:pt x="7791450" y="466725"/>
                </a:lnTo>
                <a:lnTo>
                  <a:pt x="7400925" y="466725"/>
                </a:lnTo>
                <a:lnTo>
                  <a:pt x="7010400" y="466725"/>
                </a:lnTo>
                <a:lnTo>
                  <a:pt x="6619875" y="466725"/>
                </a:lnTo>
                <a:lnTo>
                  <a:pt x="6238875" y="466725"/>
                </a:lnTo>
                <a:lnTo>
                  <a:pt x="5848350" y="466725"/>
                </a:lnTo>
                <a:lnTo>
                  <a:pt x="5457825" y="466725"/>
                </a:lnTo>
                <a:lnTo>
                  <a:pt x="5067300" y="466725"/>
                </a:lnTo>
                <a:lnTo>
                  <a:pt x="4676775" y="466725"/>
                </a:lnTo>
                <a:lnTo>
                  <a:pt x="4286250" y="466725"/>
                </a:lnTo>
                <a:lnTo>
                  <a:pt x="3895725" y="466725"/>
                </a:lnTo>
                <a:lnTo>
                  <a:pt x="3505200" y="466725"/>
                </a:lnTo>
                <a:lnTo>
                  <a:pt x="3114675" y="466725"/>
                </a:lnTo>
                <a:lnTo>
                  <a:pt x="2724150" y="466725"/>
                </a:lnTo>
                <a:lnTo>
                  <a:pt x="2333625" y="466725"/>
                </a:lnTo>
                <a:lnTo>
                  <a:pt x="1952625" y="466725"/>
                </a:lnTo>
                <a:lnTo>
                  <a:pt x="1562100" y="466725"/>
                </a:lnTo>
                <a:lnTo>
                  <a:pt x="1171575" y="466725"/>
                </a:lnTo>
                <a:lnTo>
                  <a:pt x="781050" y="466725"/>
                </a:lnTo>
                <a:lnTo>
                  <a:pt x="390525" y="466725"/>
                </a:lnTo>
                <a:lnTo>
                  <a:pt x="0" y="466725"/>
                </a:lnTo>
                <a:close/>
              </a:path>
            </a:pathLst>
          </a:custGeom>
          <a:solidFill>
            <a:schemeClr val="accent2"/>
          </a:solidFill>
          <a:ln w="9525" cap="flat">
            <a:noFill/>
            <a:prstDash val="solid"/>
            <a:miter/>
          </a:ln>
        </p:spPr>
        <p:txBody>
          <a:bodyPr/>
          <a:lstStyle/>
          <a:p>
            <a:endParaRPr lang="en-US"/>
          </a:p>
        </p:txBody>
      </p:sp>
    </p:spTree>
    <p:extLst>
      <p:ext uri="{BB962C8B-B14F-4D97-AF65-F5344CB8AC3E}">
        <p14:creationId xmlns:p14="http://schemas.microsoft.com/office/powerpoint/2010/main" val="846948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iterate type="lt">
                                    <p:tmAbs val="50"/>
                                  </p:iterate>
                                  <p:childTnLst>
                                    <p:set>
                                      <p:cBhvr>
                                        <p:cTn id="6" dur="1" fill="hold">
                                          <p:stCondLst>
                                            <p:cond delay="0"/>
                                          </p:stCondLst>
                                        </p:cTn>
                                        <p:tgtEl>
                                          <p:spTgt spid="2"/>
                                        </p:tgtEl>
                                        <p:attrNameLst>
                                          <p:attrName>style.visibility</p:attrName>
                                        </p:attrNameLst>
                                      </p:cBhvr>
                                      <p:to>
                                        <p:strVal val="hidden"/>
                                      </p:to>
                                    </p:set>
                                  </p:childTnLst>
                                </p:cTn>
                              </p:par>
                            </p:childTnLst>
                          </p:cTn>
                        </p:par>
                        <p:par>
                          <p:cTn id="7" fill="hold">
                            <p:stCondLst>
                              <p:cond delay="451"/>
                            </p:stCondLst>
                            <p:childTnLst>
                              <p:par>
                                <p:cTn id="8" presetID="1" presetClass="entr" presetSubtype="0" fill="hold" grpId="0" nodeType="afterEffect">
                                  <p:stCondLst>
                                    <p:cond delay="100"/>
                                  </p:stCondLst>
                                  <p:iterate type="lt">
                                    <p:tmAbs val="50"/>
                                  </p:iterate>
                                  <p:childTnLst>
                                    <p:set>
                                      <p:cBhvr>
                                        <p:cTn id="9" dur="1" fill="hold">
                                          <p:stCondLst>
                                            <p:cond delay="0"/>
                                          </p:stCondLst>
                                        </p:cTn>
                                        <p:tgtEl>
                                          <p:spTgt spid="9"/>
                                        </p:tgtEl>
                                        <p:attrNameLst>
                                          <p:attrName>style.visibility</p:attrName>
                                        </p:attrNameLst>
                                      </p:cBhvr>
                                      <p:to>
                                        <p:strVal val="visible"/>
                                      </p:to>
                                    </p:set>
                                  </p:childTnLst>
                                </p:cTn>
                              </p:par>
                            </p:childTnLst>
                          </p:cTn>
                        </p:par>
                        <p:par>
                          <p:cTn id="10" fill="hold">
                            <p:stCondLst>
                              <p:cond delay="1052"/>
                            </p:stCondLst>
                            <p:childTnLst>
                              <p:par>
                                <p:cTn id="11" presetID="1" presetClass="entr" presetSubtype="0" fill="hold" nodeType="afterEffect">
                                  <p:stCondLst>
                                    <p:cond delay="400"/>
                                  </p:stCondLst>
                                  <p:iterate type="lt">
                                    <p:tmAbs val="10"/>
                                  </p:iterate>
                                  <p:childTnLst>
                                    <p:set>
                                      <p:cBhvr>
                                        <p:cTn id="12"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p:bld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D18B3-E985-BA86-E15D-56AB1612C141}"/>
              </a:ext>
            </a:extLst>
          </p:cNvPr>
          <p:cNvSpPr>
            <a:spLocks noGrp="1"/>
          </p:cNvSpPr>
          <p:nvPr>
            <p:ph type="title"/>
          </p:nvPr>
        </p:nvSpPr>
        <p:spPr/>
        <p:txBody>
          <a:bodyPr/>
          <a:lstStyle/>
          <a:p>
            <a:r>
              <a:rPr lang="en-US"/>
              <a:t>XXXX XX XXXX XXX XXXXX</a:t>
            </a:r>
          </a:p>
        </p:txBody>
      </p:sp>
      <p:sp>
        <p:nvSpPr>
          <p:cNvPr id="3" name="Content Placeholder 2">
            <a:extLst>
              <a:ext uri="{FF2B5EF4-FFF2-40B4-BE49-F238E27FC236}">
                <a16:creationId xmlns:a16="http://schemas.microsoft.com/office/drawing/2014/main" id="{72C7220E-EBF9-3E53-ECCC-7B92CB5E32E7}"/>
              </a:ext>
            </a:extLst>
          </p:cNvPr>
          <p:cNvSpPr>
            <a:spLocks noGrp="1"/>
          </p:cNvSpPr>
          <p:nvPr>
            <p:ph idx="1"/>
          </p:nvPr>
        </p:nvSpPr>
        <p:spPr/>
        <p:txBody>
          <a:bodyPr/>
          <a:lstStyle/>
          <a:p>
            <a:pPr marL="0" indent="0">
              <a:buNone/>
            </a:pPr>
            <a:r>
              <a:rPr lang="en-US"/>
              <a:t>XXXX XXX XXXX XX X XXXXX XXXXXXX XXXX XXXXXXX XX XXXXXXXXX XXXXXX XX XX XXX XX XXXXXXX XX XXXXXXXX XXXX XX XXXXXX XXXXXXXX XXXX XXXXXXX XXX XXX XXXXXXXXXX </a:t>
            </a:r>
          </a:p>
          <a:p>
            <a:pPr marL="0" indent="0">
              <a:buNone/>
            </a:pPr>
            <a:r>
              <a:rPr lang="en-US"/>
              <a:t>XXXX XXXXX XXXX XXXXXXX XXXXXXX X XXXXXX XXXXXXXXXXXXX XXX XXXXXXXXXXX XXXXXXXX X XXX XXXXXXXX XXX X XXXXXXX XXXXXXX XXXXXXXX</a:t>
            </a:r>
            <a:endParaRPr lang="en-US" b="1"/>
          </a:p>
        </p:txBody>
      </p:sp>
      <p:sp>
        <p:nvSpPr>
          <p:cNvPr id="220" name="Freeform: Shape 219">
            <a:extLst>
              <a:ext uri="{FF2B5EF4-FFF2-40B4-BE49-F238E27FC236}">
                <a16:creationId xmlns:a16="http://schemas.microsoft.com/office/drawing/2014/main" id="{89F33320-CDFD-E1DE-2A45-1702D2BE4BF4}"/>
              </a:ext>
            </a:extLst>
          </p:cNvPr>
          <p:cNvSpPr/>
          <p:nvPr/>
        </p:nvSpPr>
        <p:spPr>
          <a:xfrm rot="13500000">
            <a:off x="5147312" y="223469"/>
            <a:ext cx="12192000" cy="1847657"/>
          </a:xfrm>
          <a:custGeom>
            <a:avLst/>
            <a:gdLst>
              <a:gd name="csX0" fmla="*/ 0 w 8572500"/>
              <a:gd name="csY0" fmla="*/ 9525 h 990600"/>
              <a:gd name="csX1" fmla="*/ 390525 w 8572500"/>
              <a:gd name="csY1" fmla="*/ 38100 h 990600"/>
              <a:gd name="csX2" fmla="*/ 781050 w 8572500"/>
              <a:gd name="csY2" fmla="*/ 0 h 990600"/>
              <a:gd name="csX3" fmla="*/ 1171575 w 8572500"/>
              <a:gd name="csY3" fmla="*/ 28575 h 990600"/>
              <a:gd name="csX4" fmla="*/ 1562100 w 8572500"/>
              <a:gd name="csY4" fmla="*/ 9525 h 990600"/>
              <a:gd name="csX5" fmla="*/ 1952625 w 8572500"/>
              <a:gd name="csY5" fmla="*/ 38100 h 990600"/>
              <a:gd name="csX6" fmla="*/ 2333625 w 8572500"/>
              <a:gd name="csY6" fmla="*/ 19050 h 990600"/>
              <a:gd name="csX7" fmla="*/ 2724150 w 8572500"/>
              <a:gd name="csY7" fmla="*/ 104775 h 990600"/>
              <a:gd name="csX8" fmla="*/ 3114675 w 8572500"/>
              <a:gd name="csY8" fmla="*/ 114300 h 990600"/>
              <a:gd name="csX9" fmla="*/ 3505200 w 8572500"/>
              <a:gd name="csY9" fmla="*/ 190500 h 990600"/>
              <a:gd name="csX10" fmla="*/ 3895725 w 8572500"/>
              <a:gd name="csY10" fmla="*/ 47625 h 990600"/>
              <a:gd name="csX11" fmla="*/ 4286250 w 8572500"/>
              <a:gd name="csY11" fmla="*/ 190500 h 990600"/>
              <a:gd name="csX12" fmla="*/ 4676775 w 8572500"/>
              <a:gd name="csY12" fmla="*/ 190500 h 990600"/>
              <a:gd name="csX13" fmla="*/ 5067300 w 8572500"/>
              <a:gd name="csY13" fmla="*/ 66675 h 990600"/>
              <a:gd name="csX14" fmla="*/ 5457825 w 8572500"/>
              <a:gd name="csY14" fmla="*/ 85725 h 990600"/>
              <a:gd name="csX15" fmla="*/ 5848350 w 8572500"/>
              <a:gd name="csY15" fmla="*/ 47625 h 990600"/>
              <a:gd name="csX16" fmla="*/ 6238875 w 8572500"/>
              <a:gd name="csY16" fmla="*/ 28575 h 990600"/>
              <a:gd name="csX17" fmla="*/ 6619875 w 8572500"/>
              <a:gd name="csY17" fmla="*/ 180975 h 990600"/>
              <a:gd name="csX18" fmla="*/ 7010400 w 8572500"/>
              <a:gd name="csY18" fmla="*/ 114300 h 990600"/>
              <a:gd name="csX19" fmla="*/ 7400925 w 8572500"/>
              <a:gd name="csY19" fmla="*/ 180975 h 990600"/>
              <a:gd name="csX20" fmla="*/ 7791450 w 8572500"/>
              <a:gd name="csY20" fmla="*/ 38100 h 990600"/>
              <a:gd name="csX21" fmla="*/ 8181975 w 8572500"/>
              <a:gd name="csY21" fmla="*/ 171450 h 990600"/>
              <a:gd name="csX22" fmla="*/ 8572500 w 8572500"/>
              <a:gd name="csY22" fmla="*/ 171450 h 990600"/>
              <a:gd name="csX23" fmla="*/ 8572500 w 8572500"/>
              <a:gd name="csY23" fmla="*/ 990600 h 990600"/>
              <a:gd name="csX24" fmla="*/ 8181975 w 8572500"/>
              <a:gd name="csY24" fmla="*/ 990600 h 990600"/>
              <a:gd name="csX25" fmla="*/ 7791450 w 8572500"/>
              <a:gd name="csY25" fmla="*/ 990600 h 990600"/>
              <a:gd name="csX26" fmla="*/ 7400925 w 8572500"/>
              <a:gd name="csY26" fmla="*/ 990600 h 990600"/>
              <a:gd name="csX27" fmla="*/ 7010400 w 8572500"/>
              <a:gd name="csY27" fmla="*/ 990600 h 990600"/>
              <a:gd name="csX28" fmla="*/ 6619875 w 8572500"/>
              <a:gd name="csY28" fmla="*/ 990600 h 990600"/>
              <a:gd name="csX29" fmla="*/ 6238875 w 8572500"/>
              <a:gd name="csY29" fmla="*/ 990600 h 990600"/>
              <a:gd name="csX30" fmla="*/ 5848350 w 8572500"/>
              <a:gd name="csY30" fmla="*/ 990600 h 990600"/>
              <a:gd name="csX31" fmla="*/ 5457825 w 8572500"/>
              <a:gd name="csY31" fmla="*/ 990600 h 990600"/>
              <a:gd name="csX32" fmla="*/ 5067300 w 8572500"/>
              <a:gd name="csY32" fmla="*/ 990600 h 990600"/>
              <a:gd name="csX33" fmla="*/ 4676775 w 8572500"/>
              <a:gd name="csY33" fmla="*/ 990600 h 990600"/>
              <a:gd name="csX34" fmla="*/ 4286250 w 8572500"/>
              <a:gd name="csY34" fmla="*/ 990600 h 990600"/>
              <a:gd name="csX35" fmla="*/ 3895725 w 8572500"/>
              <a:gd name="csY35" fmla="*/ 990600 h 990600"/>
              <a:gd name="csX36" fmla="*/ 3505200 w 8572500"/>
              <a:gd name="csY36" fmla="*/ 990600 h 990600"/>
              <a:gd name="csX37" fmla="*/ 3114675 w 8572500"/>
              <a:gd name="csY37" fmla="*/ 990600 h 990600"/>
              <a:gd name="csX38" fmla="*/ 2724150 w 8572500"/>
              <a:gd name="csY38" fmla="*/ 990600 h 990600"/>
              <a:gd name="csX39" fmla="*/ 2333625 w 8572500"/>
              <a:gd name="csY39" fmla="*/ 990600 h 990600"/>
              <a:gd name="csX40" fmla="*/ 1952625 w 8572500"/>
              <a:gd name="csY40" fmla="*/ 990600 h 990600"/>
              <a:gd name="csX41" fmla="*/ 1562100 w 8572500"/>
              <a:gd name="csY41" fmla="*/ 990600 h 990600"/>
              <a:gd name="csX42" fmla="*/ 1171575 w 8572500"/>
              <a:gd name="csY42" fmla="*/ 990600 h 990600"/>
              <a:gd name="csX43" fmla="*/ 781050 w 8572500"/>
              <a:gd name="csY43" fmla="*/ 990600 h 990600"/>
              <a:gd name="csX44" fmla="*/ 390525 w 8572500"/>
              <a:gd name="csY44" fmla="*/ 990600 h 990600"/>
              <a:gd name="csX45" fmla="*/ 0 w 8572500"/>
              <a:gd name="csY45" fmla="*/ 990600 h 990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990600">
                <a:moveTo>
                  <a:pt x="0" y="9525"/>
                </a:moveTo>
                <a:lnTo>
                  <a:pt x="390525" y="38100"/>
                </a:lnTo>
                <a:lnTo>
                  <a:pt x="781050" y="0"/>
                </a:lnTo>
                <a:lnTo>
                  <a:pt x="1171575" y="28575"/>
                </a:lnTo>
                <a:lnTo>
                  <a:pt x="1562100" y="9525"/>
                </a:lnTo>
                <a:lnTo>
                  <a:pt x="1952625" y="38100"/>
                </a:lnTo>
                <a:lnTo>
                  <a:pt x="2333625" y="19050"/>
                </a:lnTo>
                <a:lnTo>
                  <a:pt x="2724150" y="104775"/>
                </a:lnTo>
                <a:lnTo>
                  <a:pt x="3114675" y="114300"/>
                </a:lnTo>
                <a:lnTo>
                  <a:pt x="3505200" y="190500"/>
                </a:lnTo>
                <a:lnTo>
                  <a:pt x="3895725" y="47625"/>
                </a:lnTo>
                <a:lnTo>
                  <a:pt x="4286250" y="190500"/>
                </a:lnTo>
                <a:lnTo>
                  <a:pt x="4676775" y="190500"/>
                </a:lnTo>
                <a:lnTo>
                  <a:pt x="5067300" y="66675"/>
                </a:lnTo>
                <a:lnTo>
                  <a:pt x="5457825" y="85725"/>
                </a:lnTo>
                <a:lnTo>
                  <a:pt x="5848350" y="47625"/>
                </a:lnTo>
                <a:lnTo>
                  <a:pt x="6238875" y="28575"/>
                </a:lnTo>
                <a:lnTo>
                  <a:pt x="6619875" y="180975"/>
                </a:lnTo>
                <a:lnTo>
                  <a:pt x="7010400" y="114300"/>
                </a:lnTo>
                <a:lnTo>
                  <a:pt x="7400925" y="180975"/>
                </a:lnTo>
                <a:lnTo>
                  <a:pt x="7791450" y="38100"/>
                </a:lnTo>
                <a:lnTo>
                  <a:pt x="8181975" y="171450"/>
                </a:lnTo>
                <a:lnTo>
                  <a:pt x="8572500" y="171450"/>
                </a:lnTo>
                <a:lnTo>
                  <a:pt x="8572500" y="990600"/>
                </a:lnTo>
                <a:lnTo>
                  <a:pt x="8181975" y="990600"/>
                </a:lnTo>
                <a:lnTo>
                  <a:pt x="7791450" y="990600"/>
                </a:lnTo>
                <a:lnTo>
                  <a:pt x="7400925" y="990600"/>
                </a:lnTo>
                <a:lnTo>
                  <a:pt x="7010400" y="990600"/>
                </a:lnTo>
                <a:lnTo>
                  <a:pt x="6619875" y="990600"/>
                </a:lnTo>
                <a:lnTo>
                  <a:pt x="6238875" y="990600"/>
                </a:lnTo>
                <a:lnTo>
                  <a:pt x="5848350" y="990600"/>
                </a:lnTo>
                <a:lnTo>
                  <a:pt x="5457825" y="990600"/>
                </a:lnTo>
                <a:lnTo>
                  <a:pt x="5067300" y="990600"/>
                </a:lnTo>
                <a:lnTo>
                  <a:pt x="4676775" y="990600"/>
                </a:lnTo>
                <a:lnTo>
                  <a:pt x="4286250" y="990600"/>
                </a:lnTo>
                <a:lnTo>
                  <a:pt x="3895725" y="990600"/>
                </a:lnTo>
                <a:lnTo>
                  <a:pt x="3505200" y="990600"/>
                </a:lnTo>
                <a:lnTo>
                  <a:pt x="3114675" y="990600"/>
                </a:lnTo>
                <a:lnTo>
                  <a:pt x="2724150" y="990600"/>
                </a:lnTo>
                <a:lnTo>
                  <a:pt x="2333625" y="990600"/>
                </a:lnTo>
                <a:lnTo>
                  <a:pt x="1952625" y="990600"/>
                </a:lnTo>
                <a:lnTo>
                  <a:pt x="1562100" y="990600"/>
                </a:lnTo>
                <a:lnTo>
                  <a:pt x="1171575" y="990600"/>
                </a:lnTo>
                <a:lnTo>
                  <a:pt x="781050" y="990600"/>
                </a:lnTo>
                <a:lnTo>
                  <a:pt x="390525" y="990600"/>
                </a:lnTo>
                <a:lnTo>
                  <a:pt x="0" y="990600"/>
                </a:lnTo>
                <a:close/>
              </a:path>
            </a:pathLst>
          </a:custGeom>
          <a:solidFill>
            <a:schemeClr val="accent2">
              <a:lumMod val="20000"/>
              <a:lumOff val="80000"/>
            </a:schemeClr>
          </a:solidFill>
          <a:ln w="9525" cap="flat">
            <a:noFill/>
            <a:prstDash val="solid"/>
            <a:miter/>
          </a:ln>
        </p:spPr>
        <p:txBody>
          <a:bodyPr/>
          <a:lstStyle/>
          <a:p>
            <a:endParaRPr lang="en-US"/>
          </a:p>
        </p:txBody>
      </p:sp>
      <p:sp>
        <p:nvSpPr>
          <p:cNvPr id="221" name="Freeform: Shape 220">
            <a:extLst>
              <a:ext uri="{FF2B5EF4-FFF2-40B4-BE49-F238E27FC236}">
                <a16:creationId xmlns:a16="http://schemas.microsoft.com/office/drawing/2014/main" id="{80EB48A8-B527-74C7-E240-38BA91F81581}"/>
              </a:ext>
            </a:extLst>
          </p:cNvPr>
          <p:cNvSpPr/>
          <p:nvPr/>
        </p:nvSpPr>
        <p:spPr>
          <a:xfrm rot="13500000">
            <a:off x="5452502" y="78174"/>
            <a:ext cx="12192000" cy="1527870"/>
          </a:xfrm>
          <a:custGeom>
            <a:avLst/>
            <a:gdLst>
              <a:gd name="csX0" fmla="*/ 0 w 8572500"/>
              <a:gd name="csY0" fmla="*/ 38100 h 819150"/>
              <a:gd name="csX1" fmla="*/ 390525 w 8572500"/>
              <a:gd name="csY1" fmla="*/ 95250 h 819150"/>
              <a:gd name="csX2" fmla="*/ 781050 w 8572500"/>
              <a:gd name="csY2" fmla="*/ 66675 h 819150"/>
              <a:gd name="csX3" fmla="*/ 1171575 w 8572500"/>
              <a:gd name="csY3" fmla="*/ 19050 h 819150"/>
              <a:gd name="csX4" fmla="*/ 1562100 w 8572500"/>
              <a:gd name="csY4" fmla="*/ 142875 h 819150"/>
              <a:gd name="csX5" fmla="*/ 1952625 w 8572500"/>
              <a:gd name="csY5" fmla="*/ 161925 h 819150"/>
              <a:gd name="csX6" fmla="*/ 2333625 w 8572500"/>
              <a:gd name="csY6" fmla="*/ 47625 h 819150"/>
              <a:gd name="csX7" fmla="*/ 2724150 w 8572500"/>
              <a:gd name="csY7" fmla="*/ 123825 h 819150"/>
              <a:gd name="csX8" fmla="*/ 3114675 w 8572500"/>
              <a:gd name="csY8" fmla="*/ 95250 h 819150"/>
              <a:gd name="csX9" fmla="*/ 3505200 w 8572500"/>
              <a:gd name="csY9" fmla="*/ 190500 h 819150"/>
              <a:gd name="csX10" fmla="*/ 3895725 w 8572500"/>
              <a:gd name="csY10" fmla="*/ 142875 h 819150"/>
              <a:gd name="csX11" fmla="*/ 4286250 w 8572500"/>
              <a:gd name="csY11" fmla="*/ 28575 h 819150"/>
              <a:gd name="csX12" fmla="*/ 4676775 w 8572500"/>
              <a:gd name="csY12" fmla="*/ 190500 h 819150"/>
              <a:gd name="csX13" fmla="*/ 5067300 w 8572500"/>
              <a:gd name="csY13" fmla="*/ 142875 h 819150"/>
              <a:gd name="csX14" fmla="*/ 5457825 w 8572500"/>
              <a:gd name="csY14" fmla="*/ 0 h 819150"/>
              <a:gd name="csX15" fmla="*/ 5848350 w 8572500"/>
              <a:gd name="csY15" fmla="*/ 47625 h 819150"/>
              <a:gd name="csX16" fmla="*/ 6238875 w 8572500"/>
              <a:gd name="csY16" fmla="*/ 142875 h 819150"/>
              <a:gd name="csX17" fmla="*/ 6619875 w 8572500"/>
              <a:gd name="csY17" fmla="*/ 57150 h 819150"/>
              <a:gd name="csX18" fmla="*/ 7010400 w 8572500"/>
              <a:gd name="csY18" fmla="*/ 114300 h 819150"/>
              <a:gd name="csX19" fmla="*/ 7400925 w 8572500"/>
              <a:gd name="csY19" fmla="*/ 66675 h 819150"/>
              <a:gd name="csX20" fmla="*/ 7791450 w 8572500"/>
              <a:gd name="csY20" fmla="*/ 171450 h 819150"/>
              <a:gd name="csX21" fmla="*/ 8181975 w 8572500"/>
              <a:gd name="csY21" fmla="*/ 57150 h 819150"/>
              <a:gd name="csX22" fmla="*/ 8572500 w 8572500"/>
              <a:gd name="csY22" fmla="*/ 28575 h 819150"/>
              <a:gd name="csX23" fmla="*/ 8572500 w 8572500"/>
              <a:gd name="csY23" fmla="*/ 819150 h 819150"/>
              <a:gd name="csX24" fmla="*/ 8181975 w 8572500"/>
              <a:gd name="csY24" fmla="*/ 819150 h 819150"/>
              <a:gd name="csX25" fmla="*/ 7791450 w 8572500"/>
              <a:gd name="csY25" fmla="*/ 819150 h 819150"/>
              <a:gd name="csX26" fmla="*/ 7400925 w 8572500"/>
              <a:gd name="csY26" fmla="*/ 819150 h 819150"/>
              <a:gd name="csX27" fmla="*/ 7010400 w 8572500"/>
              <a:gd name="csY27" fmla="*/ 819150 h 819150"/>
              <a:gd name="csX28" fmla="*/ 6619875 w 8572500"/>
              <a:gd name="csY28" fmla="*/ 819150 h 819150"/>
              <a:gd name="csX29" fmla="*/ 6238875 w 8572500"/>
              <a:gd name="csY29" fmla="*/ 819150 h 819150"/>
              <a:gd name="csX30" fmla="*/ 5848350 w 8572500"/>
              <a:gd name="csY30" fmla="*/ 819150 h 819150"/>
              <a:gd name="csX31" fmla="*/ 5457825 w 8572500"/>
              <a:gd name="csY31" fmla="*/ 819150 h 819150"/>
              <a:gd name="csX32" fmla="*/ 5067300 w 8572500"/>
              <a:gd name="csY32" fmla="*/ 819150 h 819150"/>
              <a:gd name="csX33" fmla="*/ 4676775 w 8572500"/>
              <a:gd name="csY33" fmla="*/ 819150 h 819150"/>
              <a:gd name="csX34" fmla="*/ 4286250 w 8572500"/>
              <a:gd name="csY34" fmla="*/ 819150 h 819150"/>
              <a:gd name="csX35" fmla="*/ 3895725 w 8572500"/>
              <a:gd name="csY35" fmla="*/ 819150 h 819150"/>
              <a:gd name="csX36" fmla="*/ 3505200 w 8572500"/>
              <a:gd name="csY36" fmla="*/ 819150 h 819150"/>
              <a:gd name="csX37" fmla="*/ 3114675 w 8572500"/>
              <a:gd name="csY37" fmla="*/ 819150 h 819150"/>
              <a:gd name="csX38" fmla="*/ 2724150 w 8572500"/>
              <a:gd name="csY38" fmla="*/ 819150 h 819150"/>
              <a:gd name="csX39" fmla="*/ 2333625 w 8572500"/>
              <a:gd name="csY39" fmla="*/ 819150 h 819150"/>
              <a:gd name="csX40" fmla="*/ 1952625 w 8572500"/>
              <a:gd name="csY40" fmla="*/ 819150 h 819150"/>
              <a:gd name="csX41" fmla="*/ 1562100 w 8572500"/>
              <a:gd name="csY41" fmla="*/ 819150 h 819150"/>
              <a:gd name="csX42" fmla="*/ 1171575 w 8572500"/>
              <a:gd name="csY42" fmla="*/ 819150 h 819150"/>
              <a:gd name="csX43" fmla="*/ 781050 w 8572500"/>
              <a:gd name="csY43" fmla="*/ 819150 h 819150"/>
              <a:gd name="csX44" fmla="*/ 390525 w 8572500"/>
              <a:gd name="csY44" fmla="*/ 819150 h 819150"/>
              <a:gd name="csX45" fmla="*/ 0 w 8572500"/>
              <a:gd name="csY45" fmla="*/ 819150 h 8191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819150">
                <a:moveTo>
                  <a:pt x="0" y="38100"/>
                </a:moveTo>
                <a:lnTo>
                  <a:pt x="390525" y="95250"/>
                </a:lnTo>
                <a:lnTo>
                  <a:pt x="781050" y="66675"/>
                </a:lnTo>
                <a:lnTo>
                  <a:pt x="1171575" y="19050"/>
                </a:lnTo>
                <a:lnTo>
                  <a:pt x="1562100" y="142875"/>
                </a:lnTo>
                <a:lnTo>
                  <a:pt x="1952625" y="161925"/>
                </a:lnTo>
                <a:lnTo>
                  <a:pt x="2333625" y="47625"/>
                </a:lnTo>
                <a:lnTo>
                  <a:pt x="2724150" y="123825"/>
                </a:lnTo>
                <a:lnTo>
                  <a:pt x="3114675" y="95250"/>
                </a:lnTo>
                <a:lnTo>
                  <a:pt x="3505200" y="190500"/>
                </a:lnTo>
                <a:lnTo>
                  <a:pt x="3895725" y="142875"/>
                </a:lnTo>
                <a:lnTo>
                  <a:pt x="4286250" y="28575"/>
                </a:lnTo>
                <a:lnTo>
                  <a:pt x="4676775" y="190500"/>
                </a:lnTo>
                <a:lnTo>
                  <a:pt x="5067300" y="142875"/>
                </a:lnTo>
                <a:lnTo>
                  <a:pt x="5457825" y="0"/>
                </a:lnTo>
                <a:lnTo>
                  <a:pt x="5848350" y="47625"/>
                </a:lnTo>
                <a:lnTo>
                  <a:pt x="6238875" y="142875"/>
                </a:lnTo>
                <a:lnTo>
                  <a:pt x="6619875" y="57150"/>
                </a:lnTo>
                <a:lnTo>
                  <a:pt x="7010400" y="114300"/>
                </a:lnTo>
                <a:lnTo>
                  <a:pt x="7400925" y="66675"/>
                </a:lnTo>
                <a:lnTo>
                  <a:pt x="7791450" y="171450"/>
                </a:lnTo>
                <a:lnTo>
                  <a:pt x="8181975" y="57150"/>
                </a:lnTo>
                <a:lnTo>
                  <a:pt x="8572500" y="28575"/>
                </a:lnTo>
                <a:lnTo>
                  <a:pt x="8572500" y="819150"/>
                </a:lnTo>
                <a:lnTo>
                  <a:pt x="8181975" y="819150"/>
                </a:lnTo>
                <a:lnTo>
                  <a:pt x="7791450" y="819150"/>
                </a:lnTo>
                <a:lnTo>
                  <a:pt x="7400925" y="819150"/>
                </a:lnTo>
                <a:lnTo>
                  <a:pt x="7010400" y="819150"/>
                </a:lnTo>
                <a:lnTo>
                  <a:pt x="6619875" y="819150"/>
                </a:lnTo>
                <a:lnTo>
                  <a:pt x="6238875" y="819150"/>
                </a:lnTo>
                <a:lnTo>
                  <a:pt x="5848350" y="819150"/>
                </a:lnTo>
                <a:lnTo>
                  <a:pt x="5457825" y="819150"/>
                </a:lnTo>
                <a:lnTo>
                  <a:pt x="5067300" y="819150"/>
                </a:lnTo>
                <a:lnTo>
                  <a:pt x="4676775" y="819150"/>
                </a:lnTo>
                <a:lnTo>
                  <a:pt x="4286250" y="819150"/>
                </a:lnTo>
                <a:lnTo>
                  <a:pt x="3895725" y="819150"/>
                </a:lnTo>
                <a:lnTo>
                  <a:pt x="3505200" y="819150"/>
                </a:lnTo>
                <a:lnTo>
                  <a:pt x="3114675" y="819150"/>
                </a:lnTo>
                <a:lnTo>
                  <a:pt x="2724150" y="819150"/>
                </a:lnTo>
                <a:lnTo>
                  <a:pt x="2333625" y="819150"/>
                </a:lnTo>
                <a:lnTo>
                  <a:pt x="1952625" y="819150"/>
                </a:lnTo>
                <a:lnTo>
                  <a:pt x="1562100" y="819150"/>
                </a:lnTo>
                <a:lnTo>
                  <a:pt x="1171575" y="819150"/>
                </a:lnTo>
                <a:lnTo>
                  <a:pt x="781050" y="819150"/>
                </a:lnTo>
                <a:lnTo>
                  <a:pt x="390525" y="819150"/>
                </a:lnTo>
                <a:lnTo>
                  <a:pt x="0" y="819150"/>
                </a:lnTo>
                <a:close/>
              </a:path>
            </a:pathLst>
          </a:custGeom>
          <a:solidFill>
            <a:schemeClr val="accent2">
              <a:lumMod val="40000"/>
              <a:lumOff val="60000"/>
            </a:schemeClr>
          </a:solidFill>
          <a:ln w="9525" cap="flat">
            <a:noFill/>
            <a:prstDash val="solid"/>
            <a:miter/>
          </a:ln>
        </p:spPr>
        <p:txBody>
          <a:bodyPr/>
          <a:lstStyle/>
          <a:p>
            <a:endParaRPr lang="en-US"/>
          </a:p>
        </p:txBody>
      </p:sp>
      <p:sp>
        <p:nvSpPr>
          <p:cNvPr id="222" name="Freeform: Shape 221">
            <a:extLst>
              <a:ext uri="{FF2B5EF4-FFF2-40B4-BE49-F238E27FC236}">
                <a16:creationId xmlns:a16="http://schemas.microsoft.com/office/drawing/2014/main" id="{FA83419E-15BC-4699-7FD4-11D8FBA913FF}"/>
              </a:ext>
            </a:extLst>
          </p:cNvPr>
          <p:cNvSpPr/>
          <p:nvPr/>
        </p:nvSpPr>
        <p:spPr>
          <a:xfrm rot="13500000">
            <a:off x="5774646" y="-75194"/>
            <a:ext cx="12192000" cy="1190317"/>
          </a:xfrm>
          <a:custGeom>
            <a:avLst/>
            <a:gdLst>
              <a:gd name="csX0" fmla="*/ 0 w 8572500"/>
              <a:gd name="csY0" fmla="*/ 76200 h 638175"/>
              <a:gd name="csX1" fmla="*/ 390525 w 8572500"/>
              <a:gd name="csY1" fmla="*/ 9525 h 638175"/>
              <a:gd name="csX2" fmla="*/ 781050 w 8572500"/>
              <a:gd name="csY2" fmla="*/ 123825 h 638175"/>
              <a:gd name="csX3" fmla="*/ 1171575 w 8572500"/>
              <a:gd name="csY3" fmla="*/ 142875 h 638175"/>
              <a:gd name="csX4" fmla="*/ 1562100 w 8572500"/>
              <a:gd name="csY4" fmla="*/ 76200 h 638175"/>
              <a:gd name="csX5" fmla="*/ 1952625 w 8572500"/>
              <a:gd name="csY5" fmla="*/ 76200 h 638175"/>
              <a:gd name="csX6" fmla="*/ 2333625 w 8572500"/>
              <a:gd name="csY6" fmla="*/ 171450 h 638175"/>
              <a:gd name="csX7" fmla="*/ 2724150 w 8572500"/>
              <a:gd name="csY7" fmla="*/ 76200 h 638175"/>
              <a:gd name="csX8" fmla="*/ 3114675 w 8572500"/>
              <a:gd name="csY8" fmla="*/ 123825 h 638175"/>
              <a:gd name="csX9" fmla="*/ 3505200 w 8572500"/>
              <a:gd name="csY9" fmla="*/ 142875 h 638175"/>
              <a:gd name="csX10" fmla="*/ 3895725 w 8572500"/>
              <a:gd name="csY10" fmla="*/ 19050 h 638175"/>
              <a:gd name="csX11" fmla="*/ 4286250 w 8572500"/>
              <a:gd name="csY11" fmla="*/ 123825 h 638175"/>
              <a:gd name="csX12" fmla="*/ 4676775 w 8572500"/>
              <a:gd name="csY12" fmla="*/ 142875 h 638175"/>
              <a:gd name="csX13" fmla="*/ 5067300 w 8572500"/>
              <a:gd name="csY13" fmla="*/ 152400 h 638175"/>
              <a:gd name="csX14" fmla="*/ 5457825 w 8572500"/>
              <a:gd name="csY14" fmla="*/ 133350 h 638175"/>
              <a:gd name="csX15" fmla="*/ 5848350 w 8572500"/>
              <a:gd name="csY15" fmla="*/ 0 h 638175"/>
              <a:gd name="csX16" fmla="*/ 6238875 w 8572500"/>
              <a:gd name="csY16" fmla="*/ 66675 h 638175"/>
              <a:gd name="csX17" fmla="*/ 6619875 w 8572500"/>
              <a:gd name="csY17" fmla="*/ 28575 h 638175"/>
              <a:gd name="csX18" fmla="*/ 7010400 w 8572500"/>
              <a:gd name="csY18" fmla="*/ 28575 h 638175"/>
              <a:gd name="csX19" fmla="*/ 7400925 w 8572500"/>
              <a:gd name="csY19" fmla="*/ 47625 h 638175"/>
              <a:gd name="csX20" fmla="*/ 7791450 w 8572500"/>
              <a:gd name="csY20" fmla="*/ 161925 h 638175"/>
              <a:gd name="csX21" fmla="*/ 8181975 w 8572500"/>
              <a:gd name="csY21" fmla="*/ 47625 h 638175"/>
              <a:gd name="csX22" fmla="*/ 8572500 w 8572500"/>
              <a:gd name="csY22" fmla="*/ 47625 h 638175"/>
              <a:gd name="csX23" fmla="*/ 8572500 w 8572500"/>
              <a:gd name="csY23" fmla="*/ 638175 h 638175"/>
              <a:gd name="csX24" fmla="*/ 8181975 w 8572500"/>
              <a:gd name="csY24" fmla="*/ 638175 h 638175"/>
              <a:gd name="csX25" fmla="*/ 7791450 w 8572500"/>
              <a:gd name="csY25" fmla="*/ 638175 h 638175"/>
              <a:gd name="csX26" fmla="*/ 7400925 w 8572500"/>
              <a:gd name="csY26" fmla="*/ 638175 h 638175"/>
              <a:gd name="csX27" fmla="*/ 7010400 w 8572500"/>
              <a:gd name="csY27" fmla="*/ 638175 h 638175"/>
              <a:gd name="csX28" fmla="*/ 6619875 w 8572500"/>
              <a:gd name="csY28" fmla="*/ 638175 h 638175"/>
              <a:gd name="csX29" fmla="*/ 6238875 w 8572500"/>
              <a:gd name="csY29" fmla="*/ 638175 h 638175"/>
              <a:gd name="csX30" fmla="*/ 5848350 w 8572500"/>
              <a:gd name="csY30" fmla="*/ 638175 h 638175"/>
              <a:gd name="csX31" fmla="*/ 5457825 w 8572500"/>
              <a:gd name="csY31" fmla="*/ 638175 h 638175"/>
              <a:gd name="csX32" fmla="*/ 5067300 w 8572500"/>
              <a:gd name="csY32" fmla="*/ 638175 h 638175"/>
              <a:gd name="csX33" fmla="*/ 4676775 w 8572500"/>
              <a:gd name="csY33" fmla="*/ 638175 h 638175"/>
              <a:gd name="csX34" fmla="*/ 4286250 w 8572500"/>
              <a:gd name="csY34" fmla="*/ 638175 h 638175"/>
              <a:gd name="csX35" fmla="*/ 3895725 w 8572500"/>
              <a:gd name="csY35" fmla="*/ 638175 h 638175"/>
              <a:gd name="csX36" fmla="*/ 3505200 w 8572500"/>
              <a:gd name="csY36" fmla="*/ 638175 h 638175"/>
              <a:gd name="csX37" fmla="*/ 3114675 w 8572500"/>
              <a:gd name="csY37" fmla="*/ 638175 h 638175"/>
              <a:gd name="csX38" fmla="*/ 2724150 w 8572500"/>
              <a:gd name="csY38" fmla="*/ 638175 h 638175"/>
              <a:gd name="csX39" fmla="*/ 2333625 w 8572500"/>
              <a:gd name="csY39" fmla="*/ 638175 h 638175"/>
              <a:gd name="csX40" fmla="*/ 1952625 w 8572500"/>
              <a:gd name="csY40" fmla="*/ 638175 h 638175"/>
              <a:gd name="csX41" fmla="*/ 1562100 w 8572500"/>
              <a:gd name="csY41" fmla="*/ 638175 h 638175"/>
              <a:gd name="csX42" fmla="*/ 1171575 w 8572500"/>
              <a:gd name="csY42" fmla="*/ 638175 h 638175"/>
              <a:gd name="csX43" fmla="*/ 781050 w 8572500"/>
              <a:gd name="csY43" fmla="*/ 638175 h 638175"/>
              <a:gd name="csX44" fmla="*/ 390525 w 8572500"/>
              <a:gd name="csY44" fmla="*/ 638175 h 638175"/>
              <a:gd name="csX45" fmla="*/ 0 w 8572500"/>
              <a:gd name="csY45" fmla="*/ 638175 h 6381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638175">
                <a:moveTo>
                  <a:pt x="0" y="76200"/>
                </a:moveTo>
                <a:lnTo>
                  <a:pt x="390525" y="9525"/>
                </a:lnTo>
                <a:lnTo>
                  <a:pt x="781050" y="123825"/>
                </a:lnTo>
                <a:lnTo>
                  <a:pt x="1171575" y="142875"/>
                </a:lnTo>
                <a:lnTo>
                  <a:pt x="1562100" y="76200"/>
                </a:lnTo>
                <a:lnTo>
                  <a:pt x="1952625" y="76200"/>
                </a:lnTo>
                <a:lnTo>
                  <a:pt x="2333625" y="171450"/>
                </a:lnTo>
                <a:lnTo>
                  <a:pt x="2724150" y="76200"/>
                </a:lnTo>
                <a:lnTo>
                  <a:pt x="3114675" y="123825"/>
                </a:lnTo>
                <a:lnTo>
                  <a:pt x="3505200" y="142875"/>
                </a:lnTo>
                <a:lnTo>
                  <a:pt x="3895725" y="19050"/>
                </a:lnTo>
                <a:lnTo>
                  <a:pt x="4286250" y="123825"/>
                </a:lnTo>
                <a:lnTo>
                  <a:pt x="4676775" y="142875"/>
                </a:lnTo>
                <a:lnTo>
                  <a:pt x="5067300" y="152400"/>
                </a:lnTo>
                <a:lnTo>
                  <a:pt x="5457825" y="133350"/>
                </a:lnTo>
                <a:lnTo>
                  <a:pt x="5848350" y="0"/>
                </a:lnTo>
                <a:lnTo>
                  <a:pt x="6238875" y="66675"/>
                </a:lnTo>
                <a:lnTo>
                  <a:pt x="6619875" y="28575"/>
                </a:lnTo>
                <a:lnTo>
                  <a:pt x="7010400" y="28575"/>
                </a:lnTo>
                <a:lnTo>
                  <a:pt x="7400925" y="47625"/>
                </a:lnTo>
                <a:lnTo>
                  <a:pt x="7791450" y="161925"/>
                </a:lnTo>
                <a:lnTo>
                  <a:pt x="8181975" y="47625"/>
                </a:lnTo>
                <a:lnTo>
                  <a:pt x="8572500" y="47625"/>
                </a:lnTo>
                <a:lnTo>
                  <a:pt x="8572500" y="638175"/>
                </a:lnTo>
                <a:lnTo>
                  <a:pt x="8181975" y="638175"/>
                </a:lnTo>
                <a:lnTo>
                  <a:pt x="7791450" y="638175"/>
                </a:lnTo>
                <a:lnTo>
                  <a:pt x="7400925" y="638175"/>
                </a:lnTo>
                <a:lnTo>
                  <a:pt x="7010400" y="638175"/>
                </a:lnTo>
                <a:lnTo>
                  <a:pt x="6619875" y="638175"/>
                </a:lnTo>
                <a:lnTo>
                  <a:pt x="6238875" y="638175"/>
                </a:lnTo>
                <a:lnTo>
                  <a:pt x="5848350" y="638175"/>
                </a:lnTo>
                <a:lnTo>
                  <a:pt x="5457825" y="638175"/>
                </a:lnTo>
                <a:lnTo>
                  <a:pt x="5067300" y="638175"/>
                </a:lnTo>
                <a:lnTo>
                  <a:pt x="4676775" y="638175"/>
                </a:lnTo>
                <a:lnTo>
                  <a:pt x="4286250" y="638175"/>
                </a:lnTo>
                <a:lnTo>
                  <a:pt x="3895725" y="638175"/>
                </a:lnTo>
                <a:lnTo>
                  <a:pt x="3505200" y="638175"/>
                </a:lnTo>
                <a:lnTo>
                  <a:pt x="3114675" y="638175"/>
                </a:lnTo>
                <a:lnTo>
                  <a:pt x="2724150" y="638175"/>
                </a:lnTo>
                <a:lnTo>
                  <a:pt x="2333625" y="638175"/>
                </a:lnTo>
                <a:lnTo>
                  <a:pt x="1952625" y="638175"/>
                </a:lnTo>
                <a:lnTo>
                  <a:pt x="1562100" y="638175"/>
                </a:lnTo>
                <a:lnTo>
                  <a:pt x="1171575" y="638175"/>
                </a:lnTo>
                <a:lnTo>
                  <a:pt x="781050" y="638175"/>
                </a:lnTo>
                <a:lnTo>
                  <a:pt x="390525" y="638175"/>
                </a:lnTo>
                <a:lnTo>
                  <a:pt x="0" y="638175"/>
                </a:lnTo>
                <a:close/>
              </a:path>
            </a:pathLst>
          </a:custGeom>
          <a:solidFill>
            <a:schemeClr val="accent2">
              <a:lumMod val="60000"/>
              <a:lumOff val="40000"/>
            </a:schemeClr>
          </a:solidFill>
          <a:ln w="9525" cap="flat">
            <a:noFill/>
            <a:prstDash val="solid"/>
            <a:miter/>
          </a:ln>
        </p:spPr>
        <p:txBody>
          <a:bodyPr/>
          <a:lstStyle/>
          <a:p>
            <a:endParaRPr lang="en-US"/>
          </a:p>
        </p:txBody>
      </p:sp>
      <p:sp>
        <p:nvSpPr>
          <p:cNvPr id="223" name="Freeform: Shape 222">
            <a:extLst>
              <a:ext uri="{FF2B5EF4-FFF2-40B4-BE49-F238E27FC236}">
                <a16:creationId xmlns:a16="http://schemas.microsoft.com/office/drawing/2014/main" id="{4FD679EE-68B6-BBBE-B9B7-FCD614B0B344}"/>
              </a:ext>
            </a:extLst>
          </p:cNvPr>
          <p:cNvSpPr/>
          <p:nvPr/>
        </p:nvSpPr>
        <p:spPr>
          <a:xfrm rot="13500000">
            <a:off x="6079835" y="-220490"/>
            <a:ext cx="12192000" cy="870530"/>
          </a:xfrm>
          <a:custGeom>
            <a:avLst/>
            <a:gdLst>
              <a:gd name="csX0" fmla="*/ 0 w 8572500"/>
              <a:gd name="csY0" fmla="*/ 152400 h 466725"/>
              <a:gd name="csX1" fmla="*/ 390525 w 8572500"/>
              <a:gd name="csY1" fmla="*/ 104775 h 466725"/>
              <a:gd name="csX2" fmla="*/ 781050 w 8572500"/>
              <a:gd name="csY2" fmla="*/ 57150 h 466725"/>
              <a:gd name="csX3" fmla="*/ 1171575 w 8572500"/>
              <a:gd name="csY3" fmla="*/ 28575 h 466725"/>
              <a:gd name="csX4" fmla="*/ 1562100 w 8572500"/>
              <a:gd name="csY4" fmla="*/ 123825 h 466725"/>
              <a:gd name="csX5" fmla="*/ 1952625 w 8572500"/>
              <a:gd name="csY5" fmla="*/ 133350 h 466725"/>
              <a:gd name="csX6" fmla="*/ 2333625 w 8572500"/>
              <a:gd name="csY6" fmla="*/ 9525 h 466725"/>
              <a:gd name="csX7" fmla="*/ 2724150 w 8572500"/>
              <a:gd name="csY7" fmla="*/ 57150 h 466725"/>
              <a:gd name="csX8" fmla="*/ 3114675 w 8572500"/>
              <a:gd name="csY8" fmla="*/ 28575 h 466725"/>
              <a:gd name="csX9" fmla="*/ 3505200 w 8572500"/>
              <a:gd name="csY9" fmla="*/ 171450 h 466725"/>
              <a:gd name="csX10" fmla="*/ 3895725 w 8572500"/>
              <a:gd name="csY10" fmla="*/ 152400 h 466725"/>
              <a:gd name="csX11" fmla="*/ 4286250 w 8572500"/>
              <a:gd name="csY11" fmla="*/ 161925 h 466725"/>
              <a:gd name="csX12" fmla="*/ 4676775 w 8572500"/>
              <a:gd name="csY12" fmla="*/ 95250 h 466725"/>
              <a:gd name="csX13" fmla="*/ 5067300 w 8572500"/>
              <a:gd name="csY13" fmla="*/ 171450 h 466725"/>
              <a:gd name="csX14" fmla="*/ 5457825 w 8572500"/>
              <a:gd name="csY14" fmla="*/ 114300 h 466725"/>
              <a:gd name="csX15" fmla="*/ 5848350 w 8572500"/>
              <a:gd name="csY15" fmla="*/ 95250 h 466725"/>
              <a:gd name="csX16" fmla="*/ 6238875 w 8572500"/>
              <a:gd name="csY16" fmla="*/ 104775 h 466725"/>
              <a:gd name="csX17" fmla="*/ 6619875 w 8572500"/>
              <a:gd name="csY17" fmla="*/ 152400 h 466725"/>
              <a:gd name="csX18" fmla="*/ 7010400 w 8572500"/>
              <a:gd name="csY18" fmla="*/ 95250 h 466725"/>
              <a:gd name="csX19" fmla="*/ 7400925 w 8572500"/>
              <a:gd name="csY19" fmla="*/ 28575 h 466725"/>
              <a:gd name="csX20" fmla="*/ 7791450 w 8572500"/>
              <a:gd name="csY20" fmla="*/ 123825 h 466725"/>
              <a:gd name="csX21" fmla="*/ 8181975 w 8572500"/>
              <a:gd name="csY21" fmla="*/ 0 h 466725"/>
              <a:gd name="csX22" fmla="*/ 8572500 w 8572500"/>
              <a:gd name="csY22" fmla="*/ 85725 h 466725"/>
              <a:gd name="csX23" fmla="*/ 8572500 w 8572500"/>
              <a:gd name="csY23" fmla="*/ 466725 h 466725"/>
              <a:gd name="csX24" fmla="*/ 8181975 w 8572500"/>
              <a:gd name="csY24" fmla="*/ 466725 h 466725"/>
              <a:gd name="csX25" fmla="*/ 7791450 w 8572500"/>
              <a:gd name="csY25" fmla="*/ 466725 h 466725"/>
              <a:gd name="csX26" fmla="*/ 7400925 w 8572500"/>
              <a:gd name="csY26" fmla="*/ 466725 h 466725"/>
              <a:gd name="csX27" fmla="*/ 7010400 w 8572500"/>
              <a:gd name="csY27" fmla="*/ 466725 h 466725"/>
              <a:gd name="csX28" fmla="*/ 6619875 w 8572500"/>
              <a:gd name="csY28" fmla="*/ 466725 h 466725"/>
              <a:gd name="csX29" fmla="*/ 6238875 w 8572500"/>
              <a:gd name="csY29" fmla="*/ 466725 h 466725"/>
              <a:gd name="csX30" fmla="*/ 5848350 w 8572500"/>
              <a:gd name="csY30" fmla="*/ 466725 h 466725"/>
              <a:gd name="csX31" fmla="*/ 5457825 w 8572500"/>
              <a:gd name="csY31" fmla="*/ 466725 h 466725"/>
              <a:gd name="csX32" fmla="*/ 5067300 w 8572500"/>
              <a:gd name="csY32" fmla="*/ 466725 h 466725"/>
              <a:gd name="csX33" fmla="*/ 4676775 w 8572500"/>
              <a:gd name="csY33" fmla="*/ 466725 h 466725"/>
              <a:gd name="csX34" fmla="*/ 4286250 w 8572500"/>
              <a:gd name="csY34" fmla="*/ 466725 h 466725"/>
              <a:gd name="csX35" fmla="*/ 3895725 w 8572500"/>
              <a:gd name="csY35" fmla="*/ 466725 h 466725"/>
              <a:gd name="csX36" fmla="*/ 3505200 w 8572500"/>
              <a:gd name="csY36" fmla="*/ 466725 h 466725"/>
              <a:gd name="csX37" fmla="*/ 3114675 w 8572500"/>
              <a:gd name="csY37" fmla="*/ 466725 h 466725"/>
              <a:gd name="csX38" fmla="*/ 2724150 w 8572500"/>
              <a:gd name="csY38" fmla="*/ 466725 h 466725"/>
              <a:gd name="csX39" fmla="*/ 2333625 w 8572500"/>
              <a:gd name="csY39" fmla="*/ 466725 h 466725"/>
              <a:gd name="csX40" fmla="*/ 1952625 w 8572500"/>
              <a:gd name="csY40" fmla="*/ 466725 h 466725"/>
              <a:gd name="csX41" fmla="*/ 1562100 w 8572500"/>
              <a:gd name="csY41" fmla="*/ 466725 h 466725"/>
              <a:gd name="csX42" fmla="*/ 1171575 w 8572500"/>
              <a:gd name="csY42" fmla="*/ 466725 h 466725"/>
              <a:gd name="csX43" fmla="*/ 781050 w 8572500"/>
              <a:gd name="csY43" fmla="*/ 466725 h 466725"/>
              <a:gd name="csX44" fmla="*/ 390525 w 8572500"/>
              <a:gd name="csY44" fmla="*/ 466725 h 466725"/>
              <a:gd name="csX45" fmla="*/ 0 w 8572500"/>
              <a:gd name="csY45" fmla="*/ 466725 h 4667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466725">
                <a:moveTo>
                  <a:pt x="0" y="152400"/>
                </a:moveTo>
                <a:lnTo>
                  <a:pt x="390525" y="104775"/>
                </a:lnTo>
                <a:lnTo>
                  <a:pt x="781050" y="57150"/>
                </a:lnTo>
                <a:lnTo>
                  <a:pt x="1171575" y="28575"/>
                </a:lnTo>
                <a:lnTo>
                  <a:pt x="1562100" y="123825"/>
                </a:lnTo>
                <a:lnTo>
                  <a:pt x="1952625" y="133350"/>
                </a:lnTo>
                <a:lnTo>
                  <a:pt x="2333625" y="9525"/>
                </a:lnTo>
                <a:lnTo>
                  <a:pt x="2724150" y="57150"/>
                </a:lnTo>
                <a:lnTo>
                  <a:pt x="3114675" y="28575"/>
                </a:lnTo>
                <a:lnTo>
                  <a:pt x="3505200" y="171450"/>
                </a:lnTo>
                <a:lnTo>
                  <a:pt x="3895725" y="152400"/>
                </a:lnTo>
                <a:lnTo>
                  <a:pt x="4286250" y="161925"/>
                </a:lnTo>
                <a:lnTo>
                  <a:pt x="4676775" y="95250"/>
                </a:lnTo>
                <a:lnTo>
                  <a:pt x="5067300" y="171450"/>
                </a:lnTo>
                <a:lnTo>
                  <a:pt x="5457825" y="114300"/>
                </a:lnTo>
                <a:lnTo>
                  <a:pt x="5848350" y="95250"/>
                </a:lnTo>
                <a:lnTo>
                  <a:pt x="6238875" y="104775"/>
                </a:lnTo>
                <a:lnTo>
                  <a:pt x="6619875" y="152400"/>
                </a:lnTo>
                <a:lnTo>
                  <a:pt x="7010400" y="95250"/>
                </a:lnTo>
                <a:lnTo>
                  <a:pt x="7400925" y="28575"/>
                </a:lnTo>
                <a:lnTo>
                  <a:pt x="7791450" y="123825"/>
                </a:lnTo>
                <a:lnTo>
                  <a:pt x="8181975" y="0"/>
                </a:lnTo>
                <a:lnTo>
                  <a:pt x="8572500" y="85725"/>
                </a:lnTo>
                <a:lnTo>
                  <a:pt x="8572500" y="466725"/>
                </a:lnTo>
                <a:lnTo>
                  <a:pt x="8181975" y="466725"/>
                </a:lnTo>
                <a:lnTo>
                  <a:pt x="7791450" y="466725"/>
                </a:lnTo>
                <a:lnTo>
                  <a:pt x="7400925" y="466725"/>
                </a:lnTo>
                <a:lnTo>
                  <a:pt x="7010400" y="466725"/>
                </a:lnTo>
                <a:lnTo>
                  <a:pt x="6619875" y="466725"/>
                </a:lnTo>
                <a:lnTo>
                  <a:pt x="6238875" y="466725"/>
                </a:lnTo>
                <a:lnTo>
                  <a:pt x="5848350" y="466725"/>
                </a:lnTo>
                <a:lnTo>
                  <a:pt x="5457825" y="466725"/>
                </a:lnTo>
                <a:lnTo>
                  <a:pt x="5067300" y="466725"/>
                </a:lnTo>
                <a:lnTo>
                  <a:pt x="4676775" y="466725"/>
                </a:lnTo>
                <a:lnTo>
                  <a:pt x="4286250" y="466725"/>
                </a:lnTo>
                <a:lnTo>
                  <a:pt x="3895725" y="466725"/>
                </a:lnTo>
                <a:lnTo>
                  <a:pt x="3505200" y="466725"/>
                </a:lnTo>
                <a:lnTo>
                  <a:pt x="3114675" y="466725"/>
                </a:lnTo>
                <a:lnTo>
                  <a:pt x="2724150" y="466725"/>
                </a:lnTo>
                <a:lnTo>
                  <a:pt x="2333625" y="466725"/>
                </a:lnTo>
                <a:lnTo>
                  <a:pt x="1952625" y="466725"/>
                </a:lnTo>
                <a:lnTo>
                  <a:pt x="1562100" y="466725"/>
                </a:lnTo>
                <a:lnTo>
                  <a:pt x="1171575" y="466725"/>
                </a:lnTo>
                <a:lnTo>
                  <a:pt x="781050" y="466725"/>
                </a:lnTo>
                <a:lnTo>
                  <a:pt x="390525" y="466725"/>
                </a:lnTo>
                <a:lnTo>
                  <a:pt x="0" y="466725"/>
                </a:lnTo>
                <a:close/>
              </a:path>
            </a:pathLst>
          </a:custGeom>
          <a:solidFill>
            <a:schemeClr val="accent2"/>
          </a:solidFill>
          <a:ln w="9525" cap="flat">
            <a:noFill/>
            <a:prstDash val="solid"/>
            <a:miter/>
          </a:ln>
        </p:spPr>
        <p:txBody>
          <a:bodyPr/>
          <a:lstStyle/>
          <a:p>
            <a:endParaRPr lang="en-US"/>
          </a:p>
        </p:txBody>
      </p:sp>
      <p:cxnSp>
        <p:nvCxnSpPr>
          <p:cNvPr id="228" name="Straight Connector 227">
            <a:extLst>
              <a:ext uri="{FF2B5EF4-FFF2-40B4-BE49-F238E27FC236}">
                <a16:creationId xmlns:a16="http://schemas.microsoft.com/office/drawing/2014/main" id="{F3AE1FE2-5DE9-8107-CD15-2558E6204924}"/>
              </a:ext>
            </a:extLst>
          </p:cNvPr>
          <p:cNvCxnSpPr/>
          <p:nvPr/>
        </p:nvCxnSpPr>
        <p:spPr>
          <a:xfrm>
            <a:off x="952500" y="1384300"/>
            <a:ext cx="6019800" cy="0"/>
          </a:xfrm>
          <a:prstGeom prst="line">
            <a:avLst/>
          </a:prstGeom>
        </p:spPr>
        <p:style>
          <a:lnRef idx="2">
            <a:schemeClr val="accent1"/>
          </a:lnRef>
          <a:fillRef idx="0">
            <a:schemeClr val="accent1"/>
          </a:fillRef>
          <a:effectRef idx="1">
            <a:schemeClr val="accent1"/>
          </a:effectRef>
          <a:fontRef idx="minor">
            <a:schemeClr val="tx1"/>
          </a:fontRef>
        </p:style>
      </p:cxnSp>
      <p:grpSp>
        <p:nvGrpSpPr>
          <p:cNvPr id="236" name="Group 235">
            <a:extLst>
              <a:ext uri="{FF2B5EF4-FFF2-40B4-BE49-F238E27FC236}">
                <a16:creationId xmlns:a16="http://schemas.microsoft.com/office/drawing/2014/main" id="{A665C667-694F-2F1F-085B-38AA6D309C1F}"/>
              </a:ext>
            </a:extLst>
          </p:cNvPr>
          <p:cNvGrpSpPr/>
          <p:nvPr/>
        </p:nvGrpSpPr>
        <p:grpSpPr>
          <a:xfrm>
            <a:off x="0" y="5268686"/>
            <a:ext cx="24384000" cy="1589314"/>
            <a:chOff x="0" y="5268686"/>
            <a:chExt cx="24384000" cy="1589314"/>
          </a:xfrm>
        </p:grpSpPr>
        <p:sp>
          <p:nvSpPr>
            <p:cNvPr id="206" name="Freeform: Shape 205">
              <a:extLst>
                <a:ext uri="{FF2B5EF4-FFF2-40B4-BE49-F238E27FC236}">
                  <a16:creationId xmlns:a16="http://schemas.microsoft.com/office/drawing/2014/main" id="{34D65BDE-26C5-3140-E479-B18A047F7F6F}"/>
                </a:ext>
              </a:extLst>
            </p:cNvPr>
            <p:cNvSpPr/>
            <p:nvPr/>
          </p:nvSpPr>
          <p:spPr>
            <a:xfrm>
              <a:off x="0" y="5268686"/>
              <a:ext cx="12192000" cy="1589314"/>
            </a:xfrm>
            <a:custGeom>
              <a:avLst/>
              <a:gdLst>
                <a:gd name="csX0" fmla="*/ 0 w 8572500"/>
                <a:gd name="csY0" fmla="*/ 9525 h 990600"/>
                <a:gd name="csX1" fmla="*/ 390525 w 8572500"/>
                <a:gd name="csY1" fmla="*/ 38100 h 990600"/>
                <a:gd name="csX2" fmla="*/ 781050 w 8572500"/>
                <a:gd name="csY2" fmla="*/ 0 h 990600"/>
                <a:gd name="csX3" fmla="*/ 1171575 w 8572500"/>
                <a:gd name="csY3" fmla="*/ 28575 h 990600"/>
                <a:gd name="csX4" fmla="*/ 1562100 w 8572500"/>
                <a:gd name="csY4" fmla="*/ 9525 h 990600"/>
                <a:gd name="csX5" fmla="*/ 1952625 w 8572500"/>
                <a:gd name="csY5" fmla="*/ 38100 h 990600"/>
                <a:gd name="csX6" fmla="*/ 2333625 w 8572500"/>
                <a:gd name="csY6" fmla="*/ 19050 h 990600"/>
                <a:gd name="csX7" fmla="*/ 2724150 w 8572500"/>
                <a:gd name="csY7" fmla="*/ 104775 h 990600"/>
                <a:gd name="csX8" fmla="*/ 3114675 w 8572500"/>
                <a:gd name="csY8" fmla="*/ 114300 h 990600"/>
                <a:gd name="csX9" fmla="*/ 3505200 w 8572500"/>
                <a:gd name="csY9" fmla="*/ 190500 h 990600"/>
                <a:gd name="csX10" fmla="*/ 3895725 w 8572500"/>
                <a:gd name="csY10" fmla="*/ 47625 h 990600"/>
                <a:gd name="csX11" fmla="*/ 4286250 w 8572500"/>
                <a:gd name="csY11" fmla="*/ 190500 h 990600"/>
                <a:gd name="csX12" fmla="*/ 4676775 w 8572500"/>
                <a:gd name="csY12" fmla="*/ 190500 h 990600"/>
                <a:gd name="csX13" fmla="*/ 5067300 w 8572500"/>
                <a:gd name="csY13" fmla="*/ 66675 h 990600"/>
                <a:gd name="csX14" fmla="*/ 5457825 w 8572500"/>
                <a:gd name="csY14" fmla="*/ 85725 h 990600"/>
                <a:gd name="csX15" fmla="*/ 5848350 w 8572500"/>
                <a:gd name="csY15" fmla="*/ 47625 h 990600"/>
                <a:gd name="csX16" fmla="*/ 6238875 w 8572500"/>
                <a:gd name="csY16" fmla="*/ 28575 h 990600"/>
                <a:gd name="csX17" fmla="*/ 6619875 w 8572500"/>
                <a:gd name="csY17" fmla="*/ 180975 h 990600"/>
                <a:gd name="csX18" fmla="*/ 7010400 w 8572500"/>
                <a:gd name="csY18" fmla="*/ 114300 h 990600"/>
                <a:gd name="csX19" fmla="*/ 7400925 w 8572500"/>
                <a:gd name="csY19" fmla="*/ 180975 h 990600"/>
                <a:gd name="csX20" fmla="*/ 7791450 w 8572500"/>
                <a:gd name="csY20" fmla="*/ 38100 h 990600"/>
                <a:gd name="csX21" fmla="*/ 8181975 w 8572500"/>
                <a:gd name="csY21" fmla="*/ 171450 h 990600"/>
                <a:gd name="csX22" fmla="*/ 8572500 w 8572500"/>
                <a:gd name="csY22" fmla="*/ 171450 h 990600"/>
                <a:gd name="csX23" fmla="*/ 8572500 w 8572500"/>
                <a:gd name="csY23" fmla="*/ 990600 h 990600"/>
                <a:gd name="csX24" fmla="*/ 8181975 w 8572500"/>
                <a:gd name="csY24" fmla="*/ 990600 h 990600"/>
                <a:gd name="csX25" fmla="*/ 7791450 w 8572500"/>
                <a:gd name="csY25" fmla="*/ 990600 h 990600"/>
                <a:gd name="csX26" fmla="*/ 7400925 w 8572500"/>
                <a:gd name="csY26" fmla="*/ 990600 h 990600"/>
                <a:gd name="csX27" fmla="*/ 7010400 w 8572500"/>
                <a:gd name="csY27" fmla="*/ 990600 h 990600"/>
                <a:gd name="csX28" fmla="*/ 6619875 w 8572500"/>
                <a:gd name="csY28" fmla="*/ 990600 h 990600"/>
                <a:gd name="csX29" fmla="*/ 6238875 w 8572500"/>
                <a:gd name="csY29" fmla="*/ 990600 h 990600"/>
                <a:gd name="csX30" fmla="*/ 5848350 w 8572500"/>
                <a:gd name="csY30" fmla="*/ 990600 h 990600"/>
                <a:gd name="csX31" fmla="*/ 5457825 w 8572500"/>
                <a:gd name="csY31" fmla="*/ 990600 h 990600"/>
                <a:gd name="csX32" fmla="*/ 5067300 w 8572500"/>
                <a:gd name="csY32" fmla="*/ 990600 h 990600"/>
                <a:gd name="csX33" fmla="*/ 4676775 w 8572500"/>
                <a:gd name="csY33" fmla="*/ 990600 h 990600"/>
                <a:gd name="csX34" fmla="*/ 4286250 w 8572500"/>
                <a:gd name="csY34" fmla="*/ 990600 h 990600"/>
                <a:gd name="csX35" fmla="*/ 3895725 w 8572500"/>
                <a:gd name="csY35" fmla="*/ 990600 h 990600"/>
                <a:gd name="csX36" fmla="*/ 3505200 w 8572500"/>
                <a:gd name="csY36" fmla="*/ 990600 h 990600"/>
                <a:gd name="csX37" fmla="*/ 3114675 w 8572500"/>
                <a:gd name="csY37" fmla="*/ 990600 h 990600"/>
                <a:gd name="csX38" fmla="*/ 2724150 w 8572500"/>
                <a:gd name="csY38" fmla="*/ 990600 h 990600"/>
                <a:gd name="csX39" fmla="*/ 2333625 w 8572500"/>
                <a:gd name="csY39" fmla="*/ 990600 h 990600"/>
                <a:gd name="csX40" fmla="*/ 1952625 w 8572500"/>
                <a:gd name="csY40" fmla="*/ 990600 h 990600"/>
                <a:gd name="csX41" fmla="*/ 1562100 w 8572500"/>
                <a:gd name="csY41" fmla="*/ 990600 h 990600"/>
                <a:gd name="csX42" fmla="*/ 1171575 w 8572500"/>
                <a:gd name="csY42" fmla="*/ 990600 h 990600"/>
                <a:gd name="csX43" fmla="*/ 781050 w 8572500"/>
                <a:gd name="csY43" fmla="*/ 990600 h 990600"/>
                <a:gd name="csX44" fmla="*/ 390525 w 8572500"/>
                <a:gd name="csY44" fmla="*/ 990600 h 990600"/>
                <a:gd name="csX45" fmla="*/ 0 w 8572500"/>
                <a:gd name="csY45" fmla="*/ 990600 h 990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990600">
                  <a:moveTo>
                    <a:pt x="0" y="9525"/>
                  </a:moveTo>
                  <a:lnTo>
                    <a:pt x="390525" y="38100"/>
                  </a:lnTo>
                  <a:lnTo>
                    <a:pt x="781050" y="0"/>
                  </a:lnTo>
                  <a:lnTo>
                    <a:pt x="1171575" y="28575"/>
                  </a:lnTo>
                  <a:lnTo>
                    <a:pt x="1562100" y="9525"/>
                  </a:lnTo>
                  <a:lnTo>
                    <a:pt x="1952625" y="38100"/>
                  </a:lnTo>
                  <a:lnTo>
                    <a:pt x="2333625" y="19050"/>
                  </a:lnTo>
                  <a:lnTo>
                    <a:pt x="2724150" y="104775"/>
                  </a:lnTo>
                  <a:lnTo>
                    <a:pt x="3114675" y="114300"/>
                  </a:lnTo>
                  <a:lnTo>
                    <a:pt x="3505200" y="190500"/>
                  </a:lnTo>
                  <a:lnTo>
                    <a:pt x="3895725" y="47625"/>
                  </a:lnTo>
                  <a:lnTo>
                    <a:pt x="4286250" y="190500"/>
                  </a:lnTo>
                  <a:lnTo>
                    <a:pt x="4676775" y="190500"/>
                  </a:lnTo>
                  <a:lnTo>
                    <a:pt x="5067300" y="66675"/>
                  </a:lnTo>
                  <a:lnTo>
                    <a:pt x="5457825" y="85725"/>
                  </a:lnTo>
                  <a:lnTo>
                    <a:pt x="5848350" y="47625"/>
                  </a:lnTo>
                  <a:lnTo>
                    <a:pt x="6238875" y="28575"/>
                  </a:lnTo>
                  <a:lnTo>
                    <a:pt x="6619875" y="180975"/>
                  </a:lnTo>
                  <a:lnTo>
                    <a:pt x="7010400" y="114300"/>
                  </a:lnTo>
                  <a:lnTo>
                    <a:pt x="7400925" y="180975"/>
                  </a:lnTo>
                  <a:lnTo>
                    <a:pt x="7791450" y="38100"/>
                  </a:lnTo>
                  <a:lnTo>
                    <a:pt x="8181975" y="171450"/>
                  </a:lnTo>
                  <a:lnTo>
                    <a:pt x="8572500" y="171450"/>
                  </a:lnTo>
                  <a:lnTo>
                    <a:pt x="8572500" y="990600"/>
                  </a:lnTo>
                  <a:lnTo>
                    <a:pt x="8181975" y="990600"/>
                  </a:lnTo>
                  <a:lnTo>
                    <a:pt x="7791450" y="990600"/>
                  </a:lnTo>
                  <a:lnTo>
                    <a:pt x="7400925" y="990600"/>
                  </a:lnTo>
                  <a:lnTo>
                    <a:pt x="7010400" y="990600"/>
                  </a:lnTo>
                  <a:lnTo>
                    <a:pt x="6619875" y="990600"/>
                  </a:lnTo>
                  <a:lnTo>
                    <a:pt x="6238875" y="990600"/>
                  </a:lnTo>
                  <a:lnTo>
                    <a:pt x="5848350" y="990600"/>
                  </a:lnTo>
                  <a:lnTo>
                    <a:pt x="5457825" y="990600"/>
                  </a:lnTo>
                  <a:lnTo>
                    <a:pt x="5067300" y="990600"/>
                  </a:lnTo>
                  <a:lnTo>
                    <a:pt x="4676775" y="990600"/>
                  </a:lnTo>
                  <a:lnTo>
                    <a:pt x="4286250" y="990600"/>
                  </a:lnTo>
                  <a:lnTo>
                    <a:pt x="3895725" y="990600"/>
                  </a:lnTo>
                  <a:lnTo>
                    <a:pt x="3505200" y="990600"/>
                  </a:lnTo>
                  <a:lnTo>
                    <a:pt x="3114675" y="990600"/>
                  </a:lnTo>
                  <a:lnTo>
                    <a:pt x="2724150" y="990600"/>
                  </a:lnTo>
                  <a:lnTo>
                    <a:pt x="2333625" y="990600"/>
                  </a:lnTo>
                  <a:lnTo>
                    <a:pt x="1952625" y="990600"/>
                  </a:lnTo>
                  <a:lnTo>
                    <a:pt x="1562100" y="990600"/>
                  </a:lnTo>
                  <a:lnTo>
                    <a:pt x="1171575" y="990600"/>
                  </a:lnTo>
                  <a:lnTo>
                    <a:pt x="781050" y="990600"/>
                  </a:lnTo>
                  <a:lnTo>
                    <a:pt x="390525" y="990600"/>
                  </a:lnTo>
                  <a:lnTo>
                    <a:pt x="0" y="990600"/>
                  </a:lnTo>
                  <a:close/>
                </a:path>
              </a:pathLst>
            </a:custGeom>
            <a:solidFill>
              <a:schemeClr val="accent2">
                <a:lumMod val="20000"/>
                <a:lumOff val="80000"/>
              </a:schemeClr>
            </a:solidFill>
            <a:ln w="9525" cap="flat">
              <a:noFill/>
              <a:prstDash val="solid"/>
              <a:miter/>
            </a:ln>
          </p:spPr>
          <p:txBody>
            <a:bodyPr/>
            <a:lstStyle/>
            <a:p>
              <a:endParaRPr lang="en-US"/>
            </a:p>
          </p:txBody>
        </p:sp>
        <p:sp>
          <p:nvSpPr>
            <p:cNvPr id="207" name="Freeform: Shape 206">
              <a:extLst>
                <a:ext uri="{FF2B5EF4-FFF2-40B4-BE49-F238E27FC236}">
                  <a16:creationId xmlns:a16="http://schemas.microsoft.com/office/drawing/2014/main" id="{AD9CCE13-7420-3DB2-31B4-D4A53520A379}"/>
                </a:ext>
              </a:extLst>
            </p:cNvPr>
            <p:cNvSpPr/>
            <p:nvPr/>
          </p:nvSpPr>
          <p:spPr>
            <a:xfrm>
              <a:off x="0" y="5543760"/>
              <a:ext cx="12192000" cy="1314240"/>
            </a:xfrm>
            <a:custGeom>
              <a:avLst/>
              <a:gdLst>
                <a:gd name="csX0" fmla="*/ 0 w 8572500"/>
                <a:gd name="csY0" fmla="*/ 38100 h 819150"/>
                <a:gd name="csX1" fmla="*/ 390525 w 8572500"/>
                <a:gd name="csY1" fmla="*/ 95250 h 819150"/>
                <a:gd name="csX2" fmla="*/ 781050 w 8572500"/>
                <a:gd name="csY2" fmla="*/ 66675 h 819150"/>
                <a:gd name="csX3" fmla="*/ 1171575 w 8572500"/>
                <a:gd name="csY3" fmla="*/ 19050 h 819150"/>
                <a:gd name="csX4" fmla="*/ 1562100 w 8572500"/>
                <a:gd name="csY4" fmla="*/ 142875 h 819150"/>
                <a:gd name="csX5" fmla="*/ 1952625 w 8572500"/>
                <a:gd name="csY5" fmla="*/ 161925 h 819150"/>
                <a:gd name="csX6" fmla="*/ 2333625 w 8572500"/>
                <a:gd name="csY6" fmla="*/ 47625 h 819150"/>
                <a:gd name="csX7" fmla="*/ 2724150 w 8572500"/>
                <a:gd name="csY7" fmla="*/ 123825 h 819150"/>
                <a:gd name="csX8" fmla="*/ 3114675 w 8572500"/>
                <a:gd name="csY8" fmla="*/ 95250 h 819150"/>
                <a:gd name="csX9" fmla="*/ 3505200 w 8572500"/>
                <a:gd name="csY9" fmla="*/ 190500 h 819150"/>
                <a:gd name="csX10" fmla="*/ 3895725 w 8572500"/>
                <a:gd name="csY10" fmla="*/ 142875 h 819150"/>
                <a:gd name="csX11" fmla="*/ 4286250 w 8572500"/>
                <a:gd name="csY11" fmla="*/ 28575 h 819150"/>
                <a:gd name="csX12" fmla="*/ 4676775 w 8572500"/>
                <a:gd name="csY12" fmla="*/ 190500 h 819150"/>
                <a:gd name="csX13" fmla="*/ 5067300 w 8572500"/>
                <a:gd name="csY13" fmla="*/ 142875 h 819150"/>
                <a:gd name="csX14" fmla="*/ 5457825 w 8572500"/>
                <a:gd name="csY14" fmla="*/ 0 h 819150"/>
                <a:gd name="csX15" fmla="*/ 5848350 w 8572500"/>
                <a:gd name="csY15" fmla="*/ 47625 h 819150"/>
                <a:gd name="csX16" fmla="*/ 6238875 w 8572500"/>
                <a:gd name="csY16" fmla="*/ 142875 h 819150"/>
                <a:gd name="csX17" fmla="*/ 6619875 w 8572500"/>
                <a:gd name="csY17" fmla="*/ 57150 h 819150"/>
                <a:gd name="csX18" fmla="*/ 7010400 w 8572500"/>
                <a:gd name="csY18" fmla="*/ 114300 h 819150"/>
                <a:gd name="csX19" fmla="*/ 7400925 w 8572500"/>
                <a:gd name="csY19" fmla="*/ 66675 h 819150"/>
                <a:gd name="csX20" fmla="*/ 7791450 w 8572500"/>
                <a:gd name="csY20" fmla="*/ 171450 h 819150"/>
                <a:gd name="csX21" fmla="*/ 8181975 w 8572500"/>
                <a:gd name="csY21" fmla="*/ 57150 h 819150"/>
                <a:gd name="csX22" fmla="*/ 8572500 w 8572500"/>
                <a:gd name="csY22" fmla="*/ 28575 h 819150"/>
                <a:gd name="csX23" fmla="*/ 8572500 w 8572500"/>
                <a:gd name="csY23" fmla="*/ 819150 h 819150"/>
                <a:gd name="csX24" fmla="*/ 8181975 w 8572500"/>
                <a:gd name="csY24" fmla="*/ 819150 h 819150"/>
                <a:gd name="csX25" fmla="*/ 7791450 w 8572500"/>
                <a:gd name="csY25" fmla="*/ 819150 h 819150"/>
                <a:gd name="csX26" fmla="*/ 7400925 w 8572500"/>
                <a:gd name="csY26" fmla="*/ 819150 h 819150"/>
                <a:gd name="csX27" fmla="*/ 7010400 w 8572500"/>
                <a:gd name="csY27" fmla="*/ 819150 h 819150"/>
                <a:gd name="csX28" fmla="*/ 6619875 w 8572500"/>
                <a:gd name="csY28" fmla="*/ 819150 h 819150"/>
                <a:gd name="csX29" fmla="*/ 6238875 w 8572500"/>
                <a:gd name="csY29" fmla="*/ 819150 h 819150"/>
                <a:gd name="csX30" fmla="*/ 5848350 w 8572500"/>
                <a:gd name="csY30" fmla="*/ 819150 h 819150"/>
                <a:gd name="csX31" fmla="*/ 5457825 w 8572500"/>
                <a:gd name="csY31" fmla="*/ 819150 h 819150"/>
                <a:gd name="csX32" fmla="*/ 5067300 w 8572500"/>
                <a:gd name="csY32" fmla="*/ 819150 h 819150"/>
                <a:gd name="csX33" fmla="*/ 4676775 w 8572500"/>
                <a:gd name="csY33" fmla="*/ 819150 h 819150"/>
                <a:gd name="csX34" fmla="*/ 4286250 w 8572500"/>
                <a:gd name="csY34" fmla="*/ 819150 h 819150"/>
                <a:gd name="csX35" fmla="*/ 3895725 w 8572500"/>
                <a:gd name="csY35" fmla="*/ 819150 h 819150"/>
                <a:gd name="csX36" fmla="*/ 3505200 w 8572500"/>
                <a:gd name="csY36" fmla="*/ 819150 h 819150"/>
                <a:gd name="csX37" fmla="*/ 3114675 w 8572500"/>
                <a:gd name="csY37" fmla="*/ 819150 h 819150"/>
                <a:gd name="csX38" fmla="*/ 2724150 w 8572500"/>
                <a:gd name="csY38" fmla="*/ 819150 h 819150"/>
                <a:gd name="csX39" fmla="*/ 2333625 w 8572500"/>
                <a:gd name="csY39" fmla="*/ 819150 h 819150"/>
                <a:gd name="csX40" fmla="*/ 1952625 w 8572500"/>
                <a:gd name="csY40" fmla="*/ 819150 h 819150"/>
                <a:gd name="csX41" fmla="*/ 1562100 w 8572500"/>
                <a:gd name="csY41" fmla="*/ 819150 h 819150"/>
                <a:gd name="csX42" fmla="*/ 1171575 w 8572500"/>
                <a:gd name="csY42" fmla="*/ 819150 h 819150"/>
                <a:gd name="csX43" fmla="*/ 781050 w 8572500"/>
                <a:gd name="csY43" fmla="*/ 819150 h 819150"/>
                <a:gd name="csX44" fmla="*/ 390525 w 8572500"/>
                <a:gd name="csY44" fmla="*/ 819150 h 819150"/>
                <a:gd name="csX45" fmla="*/ 0 w 8572500"/>
                <a:gd name="csY45" fmla="*/ 819150 h 8191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819150">
                  <a:moveTo>
                    <a:pt x="0" y="38100"/>
                  </a:moveTo>
                  <a:lnTo>
                    <a:pt x="390525" y="95250"/>
                  </a:lnTo>
                  <a:lnTo>
                    <a:pt x="781050" y="66675"/>
                  </a:lnTo>
                  <a:lnTo>
                    <a:pt x="1171575" y="19050"/>
                  </a:lnTo>
                  <a:lnTo>
                    <a:pt x="1562100" y="142875"/>
                  </a:lnTo>
                  <a:lnTo>
                    <a:pt x="1952625" y="161925"/>
                  </a:lnTo>
                  <a:lnTo>
                    <a:pt x="2333625" y="47625"/>
                  </a:lnTo>
                  <a:lnTo>
                    <a:pt x="2724150" y="123825"/>
                  </a:lnTo>
                  <a:lnTo>
                    <a:pt x="3114675" y="95250"/>
                  </a:lnTo>
                  <a:lnTo>
                    <a:pt x="3505200" y="190500"/>
                  </a:lnTo>
                  <a:lnTo>
                    <a:pt x="3895725" y="142875"/>
                  </a:lnTo>
                  <a:lnTo>
                    <a:pt x="4286250" y="28575"/>
                  </a:lnTo>
                  <a:lnTo>
                    <a:pt x="4676775" y="190500"/>
                  </a:lnTo>
                  <a:lnTo>
                    <a:pt x="5067300" y="142875"/>
                  </a:lnTo>
                  <a:lnTo>
                    <a:pt x="5457825" y="0"/>
                  </a:lnTo>
                  <a:lnTo>
                    <a:pt x="5848350" y="47625"/>
                  </a:lnTo>
                  <a:lnTo>
                    <a:pt x="6238875" y="142875"/>
                  </a:lnTo>
                  <a:lnTo>
                    <a:pt x="6619875" y="57150"/>
                  </a:lnTo>
                  <a:lnTo>
                    <a:pt x="7010400" y="114300"/>
                  </a:lnTo>
                  <a:lnTo>
                    <a:pt x="7400925" y="66675"/>
                  </a:lnTo>
                  <a:lnTo>
                    <a:pt x="7791450" y="171450"/>
                  </a:lnTo>
                  <a:lnTo>
                    <a:pt x="8181975" y="57150"/>
                  </a:lnTo>
                  <a:lnTo>
                    <a:pt x="8572500" y="28575"/>
                  </a:lnTo>
                  <a:lnTo>
                    <a:pt x="8572500" y="819150"/>
                  </a:lnTo>
                  <a:lnTo>
                    <a:pt x="8181975" y="819150"/>
                  </a:lnTo>
                  <a:lnTo>
                    <a:pt x="7791450" y="819150"/>
                  </a:lnTo>
                  <a:lnTo>
                    <a:pt x="7400925" y="819150"/>
                  </a:lnTo>
                  <a:lnTo>
                    <a:pt x="7010400" y="819150"/>
                  </a:lnTo>
                  <a:lnTo>
                    <a:pt x="6619875" y="819150"/>
                  </a:lnTo>
                  <a:lnTo>
                    <a:pt x="6238875" y="819150"/>
                  </a:lnTo>
                  <a:lnTo>
                    <a:pt x="5848350" y="819150"/>
                  </a:lnTo>
                  <a:lnTo>
                    <a:pt x="5457825" y="819150"/>
                  </a:lnTo>
                  <a:lnTo>
                    <a:pt x="5067300" y="819150"/>
                  </a:lnTo>
                  <a:lnTo>
                    <a:pt x="4676775" y="819150"/>
                  </a:lnTo>
                  <a:lnTo>
                    <a:pt x="4286250" y="819150"/>
                  </a:lnTo>
                  <a:lnTo>
                    <a:pt x="3895725" y="819150"/>
                  </a:lnTo>
                  <a:lnTo>
                    <a:pt x="3505200" y="819150"/>
                  </a:lnTo>
                  <a:lnTo>
                    <a:pt x="3114675" y="819150"/>
                  </a:lnTo>
                  <a:lnTo>
                    <a:pt x="2724150" y="819150"/>
                  </a:lnTo>
                  <a:lnTo>
                    <a:pt x="2333625" y="819150"/>
                  </a:lnTo>
                  <a:lnTo>
                    <a:pt x="1952625" y="819150"/>
                  </a:lnTo>
                  <a:lnTo>
                    <a:pt x="1562100" y="819150"/>
                  </a:lnTo>
                  <a:lnTo>
                    <a:pt x="1171575" y="819150"/>
                  </a:lnTo>
                  <a:lnTo>
                    <a:pt x="781050" y="819150"/>
                  </a:lnTo>
                  <a:lnTo>
                    <a:pt x="390525" y="819150"/>
                  </a:lnTo>
                  <a:lnTo>
                    <a:pt x="0" y="819150"/>
                  </a:lnTo>
                  <a:close/>
                </a:path>
              </a:pathLst>
            </a:custGeom>
            <a:solidFill>
              <a:schemeClr val="accent2">
                <a:lumMod val="40000"/>
                <a:lumOff val="60000"/>
              </a:schemeClr>
            </a:solidFill>
            <a:ln w="9525" cap="flat">
              <a:noFill/>
              <a:prstDash val="solid"/>
              <a:miter/>
            </a:ln>
          </p:spPr>
          <p:txBody>
            <a:bodyPr/>
            <a:lstStyle/>
            <a:p>
              <a:endParaRPr lang="en-US"/>
            </a:p>
          </p:txBody>
        </p:sp>
        <p:sp>
          <p:nvSpPr>
            <p:cNvPr id="208" name="Freeform: Shape 207">
              <a:extLst>
                <a:ext uri="{FF2B5EF4-FFF2-40B4-BE49-F238E27FC236}">
                  <a16:creationId xmlns:a16="http://schemas.microsoft.com/office/drawing/2014/main" id="{97C96B04-7B60-41A7-C120-56D3020E1960}"/>
                </a:ext>
              </a:extLst>
            </p:cNvPr>
            <p:cNvSpPr/>
            <p:nvPr/>
          </p:nvSpPr>
          <p:spPr>
            <a:xfrm>
              <a:off x="0" y="5834115"/>
              <a:ext cx="12192000" cy="1023885"/>
            </a:xfrm>
            <a:custGeom>
              <a:avLst/>
              <a:gdLst>
                <a:gd name="csX0" fmla="*/ 0 w 8572500"/>
                <a:gd name="csY0" fmla="*/ 76200 h 638175"/>
                <a:gd name="csX1" fmla="*/ 390525 w 8572500"/>
                <a:gd name="csY1" fmla="*/ 9525 h 638175"/>
                <a:gd name="csX2" fmla="*/ 781050 w 8572500"/>
                <a:gd name="csY2" fmla="*/ 123825 h 638175"/>
                <a:gd name="csX3" fmla="*/ 1171575 w 8572500"/>
                <a:gd name="csY3" fmla="*/ 142875 h 638175"/>
                <a:gd name="csX4" fmla="*/ 1562100 w 8572500"/>
                <a:gd name="csY4" fmla="*/ 76200 h 638175"/>
                <a:gd name="csX5" fmla="*/ 1952625 w 8572500"/>
                <a:gd name="csY5" fmla="*/ 76200 h 638175"/>
                <a:gd name="csX6" fmla="*/ 2333625 w 8572500"/>
                <a:gd name="csY6" fmla="*/ 171450 h 638175"/>
                <a:gd name="csX7" fmla="*/ 2724150 w 8572500"/>
                <a:gd name="csY7" fmla="*/ 76200 h 638175"/>
                <a:gd name="csX8" fmla="*/ 3114675 w 8572500"/>
                <a:gd name="csY8" fmla="*/ 123825 h 638175"/>
                <a:gd name="csX9" fmla="*/ 3505200 w 8572500"/>
                <a:gd name="csY9" fmla="*/ 142875 h 638175"/>
                <a:gd name="csX10" fmla="*/ 3895725 w 8572500"/>
                <a:gd name="csY10" fmla="*/ 19050 h 638175"/>
                <a:gd name="csX11" fmla="*/ 4286250 w 8572500"/>
                <a:gd name="csY11" fmla="*/ 123825 h 638175"/>
                <a:gd name="csX12" fmla="*/ 4676775 w 8572500"/>
                <a:gd name="csY12" fmla="*/ 142875 h 638175"/>
                <a:gd name="csX13" fmla="*/ 5067300 w 8572500"/>
                <a:gd name="csY13" fmla="*/ 152400 h 638175"/>
                <a:gd name="csX14" fmla="*/ 5457825 w 8572500"/>
                <a:gd name="csY14" fmla="*/ 133350 h 638175"/>
                <a:gd name="csX15" fmla="*/ 5848350 w 8572500"/>
                <a:gd name="csY15" fmla="*/ 0 h 638175"/>
                <a:gd name="csX16" fmla="*/ 6238875 w 8572500"/>
                <a:gd name="csY16" fmla="*/ 66675 h 638175"/>
                <a:gd name="csX17" fmla="*/ 6619875 w 8572500"/>
                <a:gd name="csY17" fmla="*/ 28575 h 638175"/>
                <a:gd name="csX18" fmla="*/ 7010400 w 8572500"/>
                <a:gd name="csY18" fmla="*/ 28575 h 638175"/>
                <a:gd name="csX19" fmla="*/ 7400925 w 8572500"/>
                <a:gd name="csY19" fmla="*/ 47625 h 638175"/>
                <a:gd name="csX20" fmla="*/ 7791450 w 8572500"/>
                <a:gd name="csY20" fmla="*/ 161925 h 638175"/>
                <a:gd name="csX21" fmla="*/ 8181975 w 8572500"/>
                <a:gd name="csY21" fmla="*/ 47625 h 638175"/>
                <a:gd name="csX22" fmla="*/ 8572500 w 8572500"/>
                <a:gd name="csY22" fmla="*/ 47625 h 638175"/>
                <a:gd name="csX23" fmla="*/ 8572500 w 8572500"/>
                <a:gd name="csY23" fmla="*/ 638175 h 638175"/>
                <a:gd name="csX24" fmla="*/ 8181975 w 8572500"/>
                <a:gd name="csY24" fmla="*/ 638175 h 638175"/>
                <a:gd name="csX25" fmla="*/ 7791450 w 8572500"/>
                <a:gd name="csY25" fmla="*/ 638175 h 638175"/>
                <a:gd name="csX26" fmla="*/ 7400925 w 8572500"/>
                <a:gd name="csY26" fmla="*/ 638175 h 638175"/>
                <a:gd name="csX27" fmla="*/ 7010400 w 8572500"/>
                <a:gd name="csY27" fmla="*/ 638175 h 638175"/>
                <a:gd name="csX28" fmla="*/ 6619875 w 8572500"/>
                <a:gd name="csY28" fmla="*/ 638175 h 638175"/>
                <a:gd name="csX29" fmla="*/ 6238875 w 8572500"/>
                <a:gd name="csY29" fmla="*/ 638175 h 638175"/>
                <a:gd name="csX30" fmla="*/ 5848350 w 8572500"/>
                <a:gd name="csY30" fmla="*/ 638175 h 638175"/>
                <a:gd name="csX31" fmla="*/ 5457825 w 8572500"/>
                <a:gd name="csY31" fmla="*/ 638175 h 638175"/>
                <a:gd name="csX32" fmla="*/ 5067300 w 8572500"/>
                <a:gd name="csY32" fmla="*/ 638175 h 638175"/>
                <a:gd name="csX33" fmla="*/ 4676775 w 8572500"/>
                <a:gd name="csY33" fmla="*/ 638175 h 638175"/>
                <a:gd name="csX34" fmla="*/ 4286250 w 8572500"/>
                <a:gd name="csY34" fmla="*/ 638175 h 638175"/>
                <a:gd name="csX35" fmla="*/ 3895725 w 8572500"/>
                <a:gd name="csY35" fmla="*/ 638175 h 638175"/>
                <a:gd name="csX36" fmla="*/ 3505200 w 8572500"/>
                <a:gd name="csY36" fmla="*/ 638175 h 638175"/>
                <a:gd name="csX37" fmla="*/ 3114675 w 8572500"/>
                <a:gd name="csY37" fmla="*/ 638175 h 638175"/>
                <a:gd name="csX38" fmla="*/ 2724150 w 8572500"/>
                <a:gd name="csY38" fmla="*/ 638175 h 638175"/>
                <a:gd name="csX39" fmla="*/ 2333625 w 8572500"/>
                <a:gd name="csY39" fmla="*/ 638175 h 638175"/>
                <a:gd name="csX40" fmla="*/ 1952625 w 8572500"/>
                <a:gd name="csY40" fmla="*/ 638175 h 638175"/>
                <a:gd name="csX41" fmla="*/ 1562100 w 8572500"/>
                <a:gd name="csY41" fmla="*/ 638175 h 638175"/>
                <a:gd name="csX42" fmla="*/ 1171575 w 8572500"/>
                <a:gd name="csY42" fmla="*/ 638175 h 638175"/>
                <a:gd name="csX43" fmla="*/ 781050 w 8572500"/>
                <a:gd name="csY43" fmla="*/ 638175 h 638175"/>
                <a:gd name="csX44" fmla="*/ 390525 w 8572500"/>
                <a:gd name="csY44" fmla="*/ 638175 h 638175"/>
                <a:gd name="csX45" fmla="*/ 0 w 8572500"/>
                <a:gd name="csY45" fmla="*/ 638175 h 6381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638175">
                  <a:moveTo>
                    <a:pt x="0" y="76200"/>
                  </a:moveTo>
                  <a:lnTo>
                    <a:pt x="390525" y="9525"/>
                  </a:lnTo>
                  <a:lnTo>
                    <a:pt x="781050" y="123825"/>
                  </a:lnTo>
                  <a:lnTo>
                    <a:pt x="1171575" y="142875"/>
                  </a:lnTo>
                  <a:lnTo>
                    <a:pt x="1562100" y="76200"/>
                  </a:lnTo>
                  <a:lnTo>
                    <a:pt x="1952625" y="76200"/>
                  </a:lnTo>
                  <a:lnTo>
                    <a:pt x="2333625" y="171450"/>
                  </a:lnTo>
                  <a:lnTo>
                    <a:pt x="2724150" y="76200"/>
                  </a:lnTo>
                  <a:lnTo>
                    <a:pt x="3114675" y="123825"/>
                  </a:lnTo>
                  <a:lnTo>
                    <a:pt x="3505200" y="142875"/>
                  </a:lnTo>
                  <a:lnTo>
                    <a:pt x="3895725" y="19050"/>
                  </a:lnTo>
                  <a:lnTo>
                    <a:pt x="4286250" y="123825"/>
                  </a:lnTo>
                  <a:lnTo>
                    <a:pt x="4676775" y="142875"/>
                  </a:lnTo>
                  <a:lnTo>
                    <a:pt x="5067300" y="152400"/>
                  </a:lnTo>
                  <a:lnTo>
                    <a:pt x="5457825" y="133350"/>
                  </a:lnTo>
                  <a:lnTo>
                    <a:pt x="5848350" y="0"/>
                  </a:lnTo>
                  <a:lnTo>
                    <a:pt x="6238875" y="66675"/>
                  </a:lnTo>
                  <a:lnTo>
                    <a:pt x="6619875" y="28575"/>
                  </a:lnTo>
                  <a:lnTo>
                    <a:pt x="7010400" y="28575"/>
                  </a:lnTo>
                  <a:lnTo>
                    <a:pt x="7400925" y="47625"/>
                  </a:lnTo>
                  <a:lnTo>
                    <a:pt x="7791450" y="161925"/>
                  </a:lnTo>
                  <a:lnTo>
                    <a:pt x="8181975" y="47625"/>
                  </a:lnTo>
                  <a:lnTo>
                    <a:pt x="8572500" y="47625"/>
                  </a:lnTo>
                  <a:lnTo>
                    <a:pt x="8572500" y="638175"/>
                  </a:lnTo>
                  <a:lnTo>
                    <a:pt x="8181975" y="638175"/>
                  </a:lnTo>
                  <a:lnTo>
                    <a:pt x="7791450" y="638175"/>
                  </a:lnTo>
                  <a:lnTo>
                    <a:pt x="7400925" y="638175"/>
                  </a:lnTo>
                  <a:lnTo>
                    <a:pt x="7010400" y="638175"/>
                  </a:lnTo>
                  <a:lnTo>
                    <a:pt x="6619875" y="638175"/>
                  </a:lnTo>
                  <a:lnTo>
                    <a:pt x="6238875" y="638175"/>
                  </a:lnTo>
                  <a:lnTo>
                    <a:pt x="5848350" y="638175"/>
                  </a:lnTo>
                  <a:lnTo>
                    <a:pt x="5457825" y="638175"/>
                  </a:lnTo>
                  <a:lnTo>
                    <a:pt x="5067300" y="638175"/>
                  </a:lnTo>
                  <a:lnTo>
                    <a:pt x="4676775" y="638175"/>
                  </a:lnTo>
                  <a:lnTo>
                    <a:pt x="4286250" y="638175"/>
                  </a:lnTo>
                  <a:lnTo>
                    <a:pt x="3895725" y="638175"/>
                  </a:lnTo>
                  <a:lnTo>
                    <a:pt x="3505200" y="638175"/>
                  </a:lnTo>
                  <a:lnTo>
                    <a:pt x="3114675" y="638175"/>
                  </a:lnTo>
                  <a:lnTo>
                    <a:pt x="2724150" y="638175"/>
                  </a:lnTo>
                  <a:lnTo>
                    <a:pt x="2333625" y="638175"/>
                  </a:lnTo>
                  <a:lnTo>
                    <a:pt x="1952625" y="638175"/>
                  </a:lnTo>
                  <a:lnTo>
                    <a:pt x="1562100" y="638175"/>
                  </a:lnTo>
                  <a:lnTo>
                    <a:pt x="1171575" y="638175"/>
                  </a:lnTo>
                  <a:lnTo>
                    <a:pt x="781050" y="638175"/>
                  </a:lnTo>
                  <a:lnTo>
                    <a:pt x="390525" y="638175"/>
                  </a:lnTo>
                  <a:lnTo>
                    <a:pt x="0" y="638175"/>
                  </a:lnTo>
                  <a:close/>
                </a:path>
              </a:pathLst>
            </a:custGeom>
            <a:solidFill>
              <a:schemeClr val="accent2">
                <a:lumMod val="60000"/>
                <a:lumOff val="40000"/>
              </a:schemeClr>
            </a:solidFill>
            <a:ln w="9525" cap="flat">
              <a:noFill/>
              <a:prstDash val="solid"/>
              <a:miter/>
            </a:ln>
          </p:spPr>
          <p:txBody>
            <a:bodyPr/>
            <a:lstStyle/>
            <a:p>
              <a:endParaRPr lang="en-US"/>
            </a:p>
          </p:txBody>
        </p:sp>
        <p:sp>
          <p:nvSpPr>
            <p:cNvPr id="209" name="Freeform: Shape 208">
              <a:extLst>
                <a:ext uri="{FF2B5EF4-FFF2-40B4-BE49-F238E27FC236}">
                  <a16:creationId xmlns:a16="http://schemas.microsoft.com/office/drawing/2014/main" id="{20DA7648-727F-4B4A-0D4D-DF576A48B7B5}"/>
                </a:ext>
              </a:extLst>
            </p:cNvPr>
            <p:cNvSpPr/>
            <p:nvPr/>
          </p:nvSpPr>
          <p:spPr>
            <a:xfrm>
              <a:off x="0" y="6109189"/>
              <a:ext cx="12192000" cy="748811"/>
            </a:xfrm>
            <a:custGeom>
              <a:avLst/>
              <a:gdLst>
                <a:gd name="csX0" fmla="*/ 0 w 8572500"/>
                <a:gd name="csY0" fmla="*/ 152400 h 466725"/>
                <a:gd name="csX1" fmla="*/ 390525 w 8572500"/>
                <a:gd name="csY1" fmla="*/ 104775 h 466725"/>
                <a:gd name="csX2" fmla="*/ 781050 w 8572500"/>
                <a:gd name="csY2" fmla="*/ 57150 h 466725"/>
                <a:gd name="csX3" fmla="*/ 1171575 w 8572500"/>
                <a:gd name="csY3" fmla="*/ 28575 h 466725"/>
                <a:gd name="csX4" fmla="*/ 1562100 w 8572500"/>
                <a:gd name="csY4" fmla="*/ 123825 h 466725"/>
                <a:gd name="csX5" fmla="*/ 1952625 w 8572500"/>
                <a:gd name="csY5" fmla="*/ 133350 h 466725"/>
                <a:gd name="csX6" fmla="*/ 2333625 w 8572500"/>
                <a:gd name="csY6" fmla="*/ 9525 h 466725"/>
                <a:gd name="csX7" fmla="*/ 2724150 w 8572500"/>
                <a:gd name="csY7" fmla="*/ 57150 h 466725"/>
                <a:gd name="csX8" fmla="*/ 3114675 w 8572500"/>
                <a:gd name="csY8" fmla="*/ 28575 h 466725"/>
                <a:gd name="csX9" fmla="*/ 3505200 w 8572500"/>
                <a:gd name="csY9" fmla="*/ 171450 h 466725"/>
                <a:gd name="csX10" fmla="*/ 3895725 w 8572500"/>
                <a:gd name="csY10" fmla="*/ 152400 h 466725"/>
                <a:gd name="csX11" fmla="*/ 4286250 w 8572500"/>
                <a:gd name="csY11" fmla="*/ 161925 h 466725"/>
                <a:gd name="csX12" fmla="*/ 4676775 w 8572500"/>
                <a:gd name="csY12" fmla="*/ 95250 h 466725"/>
                <a:gd name="csX13" fmla="*/ 5067300 w 8572500"/>
                <a:gd name="csY13" fmla="*/ 171450 h 466725"/>
                <a:gd name="csX14" fmla="*/ 5457825 w 8572500"/>
                <a:gd name="csY14" fmla="*/ 114300 h 466725"/>
                <a:gd name="csX15" fmla="*/ 5848350 w 8572500"/>
                <a:gd name="csY15" fmla="*/ 95250 h 466725"/>
                <a:gd name="csX16" fmla="*/ 6238875 w 8572500"/>
                <a:gd name="csY16" fmla="*/ 104775 h 466725"/>
                <a:gd name="csX17" fmla="*/ 6619875 w 8572500"/>
                <a:gd name="csY17" fmla="*/ 152400 h 466725"/>
                <a:gd name="csX18" fmla="*/ 7010400 w 8572500"/>
                <a:gd name="csY18" fmla="*/ 95250 h 466725"/>
                <a:gd name="csX19" fmla="*/ 7400925 w 8572500"/>
                <a:gd name="csY19" fmla="*/ 28575 h 466725"/>
                <a:gd name="csX20" fmla="*/ 7791450 w 8572500"/>
                <a:gd name="csY20" fmla="*/ 123825 h 466725"/>
                <a:gd name="csX21" fmla="*/ 8181975 w 8572500"/>
                <a:gd name="csY21" fmla="*/ 0 h 466725"/>
                <a:gd name="csX22" fmla="*/ 8572500 w 8572500"/>
                <a:gd name="csY22" fmla="*/ 85725 h 466725"/>
                <a:gd name="csX23" fmla="*/ 8572500 w 8572500"/>
                <a:gd name="csY23" fmla="*/ 466725 h 466725"/>
                <a:gd name="csX24" fmla="*/ 8181975 w 8572500"/>
                <a:gd name="csY24" fmla="*/ 466725 h 466725"/>
                <a:gd name="csX25" fmla="*/ 7791450 w 8572500"/>
                <a:gd name="csY25" fmla="*/ 466725 h 466725"/>
                <a:gd name="csX26" fmla="*/ 7400925 w 8572500"/>
                <a:gd name="csY26" fmla="*/ 466725 h 466725"/>
                <a:gd name="csX27" fmla="*/ 7010400 w 8572500"/>
                <a:gd name="csY27" fmla="*/ 466725 h 466725"/>
                <a:gd name="csX28" fmla="*/ 6619875 w 8572500"/>
                <a:gd name="csY28" fmla="*/ 466725 h 466725"/>
                <a:gd name="csX29" fmla="*/ 6238875 w 8572500"/>
                <a:gd name="csY29" fmla="*/ 466725 h 466725"/>
                <a:gd name="csX30" fmla="*/ 5848350 w 8572500"/>
                <a:gd name="csY30" fmla="*/ 466725 h 466725"/>
                <a:gd name="csX31" fmla="*/ 5457825 w 8572500"/>
                <a:gd name="csY31" fmla="*/ 466725 h 466725"/>
                <a:gd name="csX32" fmla="*/ 5067300 w 8572500"/>
                <a:gd name="csY32" fmla="*/ 466725 h 466725"/>
                <a:gd name="csX33" fmla="*/ 4676775 w 8572500"/>
                <a:gd name="csY33" fmla="*/ 466725 h 466725"/>
                <a:gd name="csX34" fmla="*/ 4286250 w 8572500"/>
                <a:gd name="csY34" fmla="*/ 466725 h 466725"/>
                <a:gd name="csX35" fmla="*/ 3895725 w 8572500"/>
                <a:gd name="csY35" fmla="*/ 466725 h 466725"/>
                <a:gd name="csX36" fmla="*/ 3505200 w 8572500"/>
                <a:gd name="csY36" fmla="*/ 466725 h 466725"/>
                <a:gd name="csX37" fmla="*/ 3114675 w 8572500"/>
                <a:gd name="csY37" fmla="*/ 466725 h 466725"/>
                <a:gd name="csX38" fmla="*/ 2724150 w 8572500"/>
                <a:gd name="csY38" fmla="*/ 466725 h 466725"/>
                <a:gd name="csX39" fmla="*/ 2333625 w 8572500"/>
                <a:gd name="csY39" fmla="*/ 466725 h 466725"/>
                <a:gd name="csX40" fmla="*/ 1952625 w 8572500"/>
                <a:gd name="csY40" fmla="*/ 466725 h 466725"/>
                <a:gd name="csX41" fmla="*/ 1562100 w 8572500"/>
                <a:gd name="csY41" fmla="*/ 466725 h 466725"/>
                <a:gd name="csX42" fmla="*/ 1171575 w 8572500"/>
                <a:gd name="csY42" fmla="*/ 466725 h 466725"/>
                <a:gd name="csX43" fmla="*/ 781050 w 8572500"/>
                <a:gd name="csY43" fmla="*/ 466725 h 466725"/>
                <a:gd name="csX44" fmla="*/ 390525 w 8572500"/>
                <a:gd name="csY44" fmla="*/ 466725 h 466725"/>
                <a:gd name="csX45" fmla="*/ 0 w 8572500"/>
                <a:gd name="csY45" fmla="*/ 466725 h 4667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466725">
                  <a:moveTo>
                    <a:pt x="0" y="152400"/>
                  </a:moveTo>
                  <a:lnTo>
                    <a:pt x="390525" y="104775"/>
                  </a:lnTo>
                  <a:lnTo>
                    <a:pt x="781050" y="57150"/>
                  </a:lnTo>
                  <a:lnTo>
                    <a:pt x="1171575" y="28575"/>
                  </a:lnTo>
                  <a:lnTo>
                    <a:pt x="1562100" y="123825"/>
                  </a:lnTo>
                  <a:lnTo>
                    <a:pt x="1952625" y="133350"/>
                  </a:lnTo>
                  <a:lnTo>
                    <a:pt x="2333625" y="9525"/>
                  </a:lnTo>
                  <a:lnTo>
                    <a:pt x="2724150" y="57150"/>
                  </a:lnTo>
                  <a:lnTo>
                    <a:pt x="3114675" y="28575"/>
                  </a:lnTo>
                  <a:lnTo>
                    <a:pt x="3505200" y="171450"/>
                  </a:lnTo>
                  <a:lnTo>
                    <a:pt x="3895725" y="152400"/>
                  </a:lnTo>
                  <a:lnTo>
                    <a:pt x="4286250" y="161925"/>
                  </a:lnTo>
                  <a:lnTo>
                    <a:pt x="4676775" y="95250"/>
                  </a:lnTo>
                  <a:lnTo>
                    <a:pt x="5067300" y="171450"/>
                  </a:lnTo>
                  <a:lnTo>
                    <a:pt x="5457825" y="114300"/>
                  </a:lnTo>
                  <a:lnTo>
                    <a:pt x="5848350" y="95250"/>
                  </a:lnTo>
                  <a:lnTo>
                    <a:pt x="6238875" y="104775"/>
                  </a:lnTo>
                  <a:lnTo>
                    <a:pt x="6619875" y="152400"/>
                  </a:lnTo>
                  <a:lnTo>
                    <a:pt x="7010400" y="95250"/>
                  </a:lnTo>
                  <a:lnTo>
                    <a:pt x="7400925" y="28575"/>
                  </a:lnTo>
                  <a:lnTo>
                    <a:pt x="7791450" y="123825"/>
                  </a:lnTo>
                  <a:lnTo>
                    <a:pt x="8181975" y="0"/>
                  </a:lnTo>
                  <a:lnTo>
                    <a:pt x="8572500" y="85725"/>
                  </a:lnTo>
                  <a:lnTo>
                    <a:pt x="8572500" y="466725"/>
                  </a:lnTo>
                  <a:lnTo>
                    <a:pt x="8181975" y="466725"/>
                  </a:lnTo>
                  <a:lnTo>
                    <a:pt x="7791450" y="466725"/>
                  </a:lnTo>
                  <a:lnTo>
                    <a:pt x="7400925" y="466725"/>
                  </a:lnTo>
                  <a:lnTo>
                    <a:pt x="7010400" y="466725"/>
                  </a:lnTo>
                  <a:lnTo>
                    <a:pt x="6619875" y="466725"/>
                  </a:lnTo>
                  <a:lnTo>
                    <a:pt x="6238875" y="466725"/>
                  </a:lnTo>
                  <a:lnTo>
                    <a:pt x="5848350" y="466725"/>
                  </a:lnTo>
                  <a:lnTo>
                    <a:pt x="5457825" y="466725"/>
                  </a:lnTo>
                  <a:lnTo>
                    <a:pt x="5067300" y="466725"/>
                  </a:lnTo>
                  <a:lnTo>
                    <a:pt x="4676775" y="466725"/>
                  </a:lnTo>
                  <a:lnTo>
                    <a:pt x="4286250" y="466725"/>
                  </a:lnTo>
                  <a:lnTo>
                    <a:pt x="3895725" y="466725"/>
                  </a:lnTo>
                  <a:lnTo>
                    <a:pt x="3505200" y="466725"/>
                  </a:lnTo>
                  <a:lnTo>
                    <a:pt x="3114675" y="466725"/>
                  </a:lnTo>
                  <a:lnTo>
                    <a:pt x="2724150" y="466725"/>
                  </a:lnTo>
                  <a:lnTo>
                    <a:pt x="2333625" y="466725"/>
                  </a:lnTo>
                  <a:lnTo>
                    <a:pt x="1952625" y="466725"/>
                  </a:lnTo>
                  <a:lnTo>
                    <a:pt x="1562100" y="466725"/>
                  </a:lnTo>
                  <a:lnTo>
                    <a:pt x="1171575" y="466725"/>
                  </a:lnTo>
                  <a:lnTo>
                    <a:pt x="781050" y="466725"/>
                  </a:lnTo>
                  <a:lnTo>
                    <a:pt x="390525" y="466725"/>
                  </a:lnTo>
                  <a:lnTo>
                    <a:pt x="0" y="466725"/>
                  </a:lnTo>
                  <a:close/>
                </a:path>
              </a:pathLst>
            </a:custGeom>
            <a:solidFill>
              <a:schemeClr val="accent2"/>
            </a:solidFill>
            <a:ln w="9525" cap="flat">
              <a:noFill/>
              <a:prstDash val="solid"/>
              <a:miter/>
            </a:ln>
          </p:spPr>
          <p:txBody>
            <a:bodyPr/>
            <a:lstStyle/>
            <a:p>
              <a:endParaRPr lang="en-US"/>
            </a:p>
          </p:txBody>
        </p:sp>
        <p:sp>
          <p:nvSpPr>
            <p:cNvPr id="210" name="Freeform: Shape 209">
              <a:extLst>
                <a:ext uri="{FF2B5EF4-FFF2-40B4-BE49-F238E27FC236}">
                  <a16:creationId xmlns:a16="http://schemas.microsoft.com/office/drawing/2014/main" id="{9BC5D2D1-7518-BFDB-0340-296AC4D56196}"/>
                </a:ext>
              </a:extLst>
            </p:cNvPr>
            <p:cNvSpPr/>
            <p:nvPr/>
          </p:nvSpPr>
          <p:spPr>
            <a:xfrm>
              <a:off x="0" y="6399544"/>
              <a:ext cx="12192000" cy="458456"/>
            </a:xfrm>
            <a:custGeom>
              <a:avLst/>
              <a:gdLst>
                <a:gd name="csX0" fmla="*/ 0 w 8572500"/>
                <a:gd name="csY0" fmla="*/ 142875 h 285750"/>
                <a:gd name="csX1" fmla="*/ 390525 w 8572500"/>
                <a:gd name="csY1" fmla="*/ 38100 h 285750"/>
                <a:gd name="csX2" fmla="*/ 781050 w 8572500"/>
                <a:gd name="csY2" fmla="*/ 123825 h 285750"/>
                <a:gd name="csX3" fmla="*/ 1171575 w 8572500"/>
                <a:gd name="csY3" fmla="*/ 114300 h 285750"/>
                <a:gd name="csX4" fmla="*/ 1562100 w 8572500"/>
                <a:gd name="csY4" fmla="*/ 66675 h 285750"/>
                <a:gd name="csX5" fmla="*/ 1952625 w 8572500"/>
                <a:gd name="csY5" fmla="*/ 57150 h 285750"/>
                <a:gd name="csX6" fmla="*/ 2333625 w 8572500"/>
                <a:gd name="csY6" fmla="*/ 57150 h 285750"/>
                <a:gd name="csX7" fmla="*/ 2724150 w 8572500"/>
                <a:gd name="csY7" fmla="*/ 152400 h 285750"/>
                <a:gd name="csX8" fmla="*/ 3114675 w 8572500"/>
                <a:gd name="csY8" fmla="*/ 19050 h 285750"/>
                <a:gd name="csX9" fmla="*/ 3505200 w 8572500"/>
                <a:gd name="csY9" fmla="*/ 66675 h 285750"/>
                <a:gd name="csX10" fmla="*/ 3895725 w 8572500"/>
                <a:gd name="csY10" fmla="*/ 114300 h 285750"/>
                <a:gd name="csX11" fmla="*/ 4286250 w 8572500"/>
                <a:gd name="csY11" fmla="*/ 133350 h 285750"/>
                <a:gd name="csX12" fmla="*/ 4676775 w 8572500"/>
                <a:gd name="csY12" fmla="*/ 28575 h 285750"/>
                <a:gd name="csX13" fmla="*/ 5067300 w 8572500"/>
                <a:gd name="csY13" fmla="*/ 133350 h 285750"/>
                <a:gd name="csX14" fmla="*/ 5457825 w 8572500"/>
                <a:gd name="csY14" fmla="*/ 85725 h 285750"/>
                <a:gd name="csX15" fmla="*/ 5848350 w 8572500"/>
                <a:gd name="csY15" fmla="*/ 38100 h 285750"/>
                <a:gd name="csX16" fmla="*/ 6238875 w 8572500"/>
                <a:gd name="csY16" fmla="*/ 142875 h 285750"/>
                <a:gd name="csX17" fmla="*/ 6619875 w 8572500"/>
                <a:gd name="csY17" fmla="*/ 0 h 285750"/>
                <a:gd name="csX18" fmla="*/ 7010400 w 8572500"/>
                <a:gd name="csY18" fmla="*/ 57150 h 285750"/>
                <a:gd name="csX19" fmla="*/ 7400925 w 8572500"/>
                <a:gd name="csY19" fmla="*/ 85725 h 285750"/>
                <a:gd name="csX20" fmla="*/ 7791450 w 8572500"/>
                <a:gd name="csY20" fmla="*/ 76200 h 285750"/>
                <a:gd name="csX21" fmla="*/ 8181975 w 8572500"/>
                <a:gd name="csY21" fmla="*/ 95250 h 285750"/>
                <a:gd name="csX22" fmla="*/ 8572500 w 8572500"/>
                <a:gd name="csY22" fmla="*/ 142875 h 285750"/>
                <a:gd name="csX23" fmla="*/ 8572500 w 8572500"/>
                <a:gd name="csY23" fmla="*/ 285750 h 285750"/>
                <a:gd name="csX24" fmla="*/ 8181975 w 8572500"/>
                <a:gd name="csY24" fmla="*/ 285750 h 285750"/>
                <a:gd name="csX25" fmla="*/ 7791450 w 8572500"/>
                <a:gd name="csY25" fmla="*/ 285750 h 285750"/>
                <a:gd name="csX26" fmla="*/ 7400925 w 8572500"/>
                <a:gd name="csY26" fmla="*/ 285750 h 285750"/>
                <a:gd name="csX27" fmla="*/ 7010400 w 8572500"/>
                <a:gd name="csY27" fmla="*/ 285750 h 285750"/>
                <a:gd name="csX28" fmla="*/ 6619875 w 8572500"/>
                <a:gd name="csY28" fmla="*/ 285750 h 285750"/>
                <a:gd name="csX29" fmla="*/ 6238875 w 8572500"/>
                <a:gd name="csY29" fmla="*/ 285750 h 285750"/>
                <a:gd name="csX30" fmla="*/ 5848350 w 8572500"/>
                <a:gd name="csY30" fmla="*/ 285750 h 285750"/>
                <a:gd name="csX31" fmla="*/ 5457825 w 8572500"/>
                <a:gd name="csY31" fmla="*/ 285750 h 285750"/>
                <a:gd name="csX32" fmla="*/ 5067300 w 8572500"/>
                <a:gd name="csY32" fmla="*/ 285750 h 285750"/>
                <a:gd name="csX33" fmla="*/ 4676775 w 8572500"/>
                <a:gd name="csY33" fmla="*/ 285750 h 285750"/>
                <a:gd name="csX34" fmla="*/ 4286250 w 8572500"/>
                <a:gd name="csY34" fmla="*/ 285750 h 285750"/>
                <a:gd name="csX35" fmla="*/ 3895725 w 8572500"/>
                <a:gd name="csY35" fmla="*/ 285750 h 285750"/>
                <a:gd name="csX36" fmla="*/ 3505200 w 8572500"/>
                <a:gd name="csY36" fmla="*/ 285750 h 285750"/>
                <a:gd name="csX37" fmla="*/ 3114675 w 8572500"/>
                <a:gd name="csY37" fmla="*/ 285750 h 285750"/>
                <a:gd name="csX38" fmla="*/ 2724150 w 8572500"/>
                <a:gd name="csY38" fmla="*/ 285750 h 285750"/>
                <a:gd name="csX39" fmla="*/ 2333625 w 8572500"/>
                <a:gd name="csY39" fmla="*/ 285750 h 285750"/>
                <a:gd name="csX40" fmla="*/ 1952625 w 8572500"/>
                <a:gd name="csY40" fmla="*/ 285750 h 285750"/>
                <a:gd name="csX41" fmla="*/ 1562100 w 8572500"/>
                <a:gd name="csY41" fmla="*/ 285750 h 285750"/>
                <a:gd name="csX42" fmla="*/ 1171575 w 8572500"/>
                <a:gd name="csY42" fmla="*/ 285750 h 285750"/>
                <a:gd name="csX43" fmla="*/ 781050 w 8572500"/>
                <a:gd name="csY43" fmla="*/ 285750 h 285750"/>
                <a:gd name="csX44" fmla="*/ 390525 w 8572500"/>
                <a:gd name="csY44" fmla="*/ 285750 h 285750"/>
                <a:gd name="csX45" fmla="*/ 0 w 8572500"/>
                <a:gd name="csY45" fmla="*/ 285750 h 285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285750">
                  <a:moveTo>
                    <a:pt x="0" y="142875"/>
                  </a:moveTo>
                  <a:lnTo>
                    <a:pt x="390525" y="38100"/>
                  </a:lnTo>
                  <a:lnTo>
                    <a:pt x="781050" y="123825"/>
                  </a:lnTo>
                  <a:lnTo>
                    <a:pt x="1171575" y="114300"/>
                  </a:lnTo>
                  <a:lnTo>
                    <a:pt x="1562100" y="66675"/>
                  </a:lnTo>
                  <a:lnTo>
                    <a:pt x="1952625" y="57150"/>
                  </a:lnTo>
                  <a:lnTo>
                    <a:pt x="2333625" y="57150"/>
                  </a:lnTo>
                  <a:lnTo>
                    <a:pt x="2724150" y="152400"/>
                  </a:lnTo>
                  <a:lnTo>
                    <a:pt x="3114675" y="19050"/>
                  </a:lnTo>
                  <a:lnTo>
                    <a:pt x="3505200" y="66675"/>
                  </a:lnTo>
                  <a:lnTo>
                    <a:pt x="3895725" y="114300"/>
                  </a:lnTo>
                  <a:lnTo>
                    <a:pt x="4286250" y="133350"/>
                  </a:lnTo>
                  <a:lnTo>
                    <a:pt x="4676775" y="28575"/>
                  </a:lnTo>
                  <a:lnTo>
                    <a:pt x="5067300" y="133350"/>
                  </a:lnTo>
                  <a:lnTo>
                    <a:pt x="5457825" y="85725"/>
                  </a:lnTo>
                  <a:lnTo>
                    <a:pt x="5848350" y="38100"/>
                  </a:lnTo>
                  <a:lnTo>
                    <a:pt x="6238875" y="142875"/>
                  </a:lnTo>
                  <a:lnTo>
                    <a:pt x="6619875" y="0"/>
                  </a:lnTo>
                  <a:lnTo>
                    <a:pt x="7010400" y="57150"/>
                  </a:lnTo>
                  <a:lnTo>
                    <a:pt x="7400925" y="85725"/>
                  </a:lnTo>
                  <a:lnTo>
                    <a:pt x="7791450" y="76200"/>
                  </a:lnTo>
                  <a:lnTo>
                    <a:pt x="8181975" y="95250"/>
                  </a:lnTo>
                  <a:lnTo>
                    <a:pt x="8572500" y="142875"/>
                  </a:lnTo>
                  <a:lnTo>
                    <a:pt x="8572500" y="285750"/>
                  </a:lnTo>
                  <a:lnTo>
                    <a:pt x="8181975" y="285750"/>
                  </a:lnTo>
                  <a:lnTo>
                    <a:pt x="7791450" y="285750"/>
                  </a:lnTo>
                  <a:lnTo>
                    <a:pt x="7400925" y="285750"/>
                  </a:lnTo>
                  <a:lnTo>
                    <a:pt x="7010400" y="285750"/>
                  </a:lnTo>
                  <a:lnTo>
                    <a:pt x="6619875" y="285750"/>
                  </a:lnTo>
                  <a:lnTo>
                    <a:pt x="6238875" y="285750"/>
                  </a:lnTo>
                  <a:lnTo>
                    <a:pt x="5848350" y="285750"/>
                  </a:lnTo>
                  <a:lnTo>
                    <a:pt x="5457825" y="285750"/>
                  </a:lnTo>
                  <a:lnTo>
                    <a:pt x="5067300" y="285750"/>
                  </a:lnTo>
                  <a:lnTo>
                    <a:pt x="4676775" y="285750"/>
                  </a:lnTo>
                  <a:lnTo>
                    <a:pt x="4286250" y="285750"/>
                  </a:lnTo>
                  <a:lnTo>
                    <a:pt x="3895725" y="285750"/>
                  </a:lnTo>
                  <a:lnTo>
                    <a:pt x="3505200" y="285750"/>
                  </a:lnTo>
                  <a:lnTo>
                    <a:pt x="3114675" y="285750"/>
                  </a:lnTo>
                  <a:lnTo>
                    <a:pt x="2724150" y="285750"/>
                  </a:lnTo>
                  <a:lnTo>
                    <a:pt x="2333625" y="285750"/>
                  </a:lnTo>
                  <a:lnTo>
                    <a:pt x="1952625" y="285750"/>
                  </a:lnTo>
                  <a:lnTo>
                    <a:pt x="1562100" y="285750"/>
                  </a:lnTo>
                  <a:lnTo>
                    <a:pt x="1171575" y="285750"/>
                  </a:lnTo>
                  <a:lnTo>
                    <a:pt x="781050" y="285750"/>
                  </a:lnTo>
                  <a:lnTo>
                    <a:pt x="390525" y="285750"/>
                  </a:lnTo>
                  <a:lnTo>
                    <a:pt x="0" y="285750"/>
                  </a:lnTo>
                  <a:close/>
                </a:path>
              </a:pathLst>
            </a:custGeom>
            <a:solidFill>
              <a:schemeClr val="accent2">
                <a:lumMod val="50000"/>
              </a:schemeClr>
            </a:solidFill>
            <a:ln w="9525" cap="flat">
              <a:noFill/>
              <a:prstDash val="solid"/>
              <a:miter/>
            </a:ln>
          </p:spPr>
          <p:txBody>
            <a:bodyPr/>
            <a:lstStyle/>
            <a:p>
              <a:endParaRPr lang="en-US"/>
            </a:p>
          </p:txBody>
        </p:sp>
        <p:sp>
          <p:nvSpPr>
            <p:cNvPr id="229" name="Freeform: Shape 228">
              <a:extLst>
                <a:ext uri="{FF2B5EF4-FFF2-40B4-BE49-F238E27FC236}">
                  <a16:creationId xmlns:a16="http://schemas.microsoft.com/office/drawing/2014/main" id="{FAFD38D8-372F-7DF3-C03F-7C596CF95BB1}"/>
                </a:ext>
              </a:extLst>
            </p:cNvPr>
            <p:cNvSpPr/>
            <p:nvPr/>
          </p:nvSpPr>
          <p:spPr>
            <a:xfrm flipH="1">
              <a:off x="12192000" y="5268686"/>
              <a:ext cx="12192000" cy="1589314"/>
            </a:xfrm>
            <a:custGeom>
              <a:avLst/>
              <a:gdLst>
                <a:gd name="csX0" fmla="*/ 0 w 8572500"/>
                <a:gd name="csY0" fmla="*/ 9525 h 990600"/>
                <a:gd name="csX1" fmla="*/ 390525 w 8572500"/>
                <a:gd name="csY1" fmla="*/ 38100 h 990600"/>
                <a:gd name="csX2" fmla="*/ 781050 w 8572500"/>
                <a:gd name="csY2" fmla="*/ 0 h 990600"/>
                <a:gd name="csX3" fmla="*/ 1171575 w 8572500"/>
                <a:gd name="csY3" fmla="*/ 28575 h 990600"/>
                <a:gd name="csX4" fmla="*/ 1562100 w 8572500"/>
                <a:gd name="csY4" fmla="*/ 9525 h 990600"/>
                <a:gd name="csX5" fmla="*/ 1952625 w 8572500"/>
                <a:gd name="csY5" fmla="*/ 38100 h 990600"/>
                <a:gd name="csX6" fmla="*/ 2333625 w 8572500"/>
                <a:gd name="csY6" fmla="*/ 19050 h 990600"/>
                <a:gd name="csX7" fmla="*/ 2724150 w 8572500"/>
                <a:gd name="csY7" fmla="*/ 104775 h 990600"/>
                <a:gd name="csX8" fmla="*/ 3114675 w 8572500"/>
                <a:gd name="csY8" fmla="*/ 114300 h 990600"/>
                <a:gd name="csX9" fmla="*/ 3505200 w 8572500"/>
                <a:gd name="csY9" fmla="*/ 190500 h 990600"/>
                <a:gd name="csX10" fmla="*/ 3895725 w 8572500"/>
                <a:gd name="csY10" fmla="*/ 47625 h 990600"/>
                <a:gd name="csX11" fmla="*/ 4286250 w 8572500"/>
                <a:gd name="csY11" fmla="*/ 190500 h 990600"/>
                <a:gd name="csX12" fmla="*/ 4676775 w 8572500"/>
                <a:gd name="csY12" fmla="*/ 190500 h 990600"/>
                <a:gd name="csX13" fmla="*/ 5067300 w 8572500"/>
                <a:gd name="csY13" fmla="*/ 66675 h 990600"/>
                <a:gd name="csX14" fmla="*/ 5457825 w 8572500"/>
                <a:gd name="csY14" fmla="*/ 85725 h 990600"/>
                <a:gd name="csX15" fmla="*/ 5848350 w 8572500"/>
                <a:gd name="csY15" fmla="*/ 47625 h 990600"/>
                <a:gd name="csX16" fmla="*/ 6238875 w 8572500"/>
                <a:gd name="csY16" fmla="*/ 28575 h 990600"/>
                <a:gd name="csX17" fmla="*/ 6619875 w 8572500"/>
                <a:gd name="csY17" fmla="*/ 180975 h 990600"/>
                <a:gd name="csX18" fmla="*/ 7010400 w 8572500"/>
                <a:gd name="csY18" fmla="*/ 114300 h 990600"/>
                <a:gd name="csX19" fmla="*/ 7400925 w 8572500"/>
                <a:gd name="csY19" fmla="*/ 180975 h 990600"/>
                <a:gd name="csX20" fmla="*/ 7791450 w 8572500"/>
                <a:gd name="csY20" fmla="*/ 38100 h 990600"/>
                <a:gd name="csX21" fmla="*/ 8181975 w 8572500"/>
                <a:gd name="csY21" fmla="*/ 171450 h 990600"/>
                <a:gd name="csX22" fmla="*/ 8572500 w 8572500"/>
                <a:gd name="csY22" fmla="*/ 171450 h 990600"/>
                <a:gd name="csX23" fmla="*/ 8572500 w 8572500"/>
                <a:gd name="csY23" fmla="*/ 990600 h 990600"/>
                <a:gd name="csX24" fmla="*/ 8181975 w 8572500"/>
                <a:gd name="csY24" fmla="*/ 990600 h 990600"/>
                <a:gd name="csX25" fmla="*/ 7791450 w 8572500"/>
                <a:gd name="csY25" fmla="*/ 990600 h 990600"/>
                <a:gd name="csX26" fmla="*/ 7400925 w 8572500"/>
                <a:gd name="csY26" fmla="*/ 990600 h 990600"/>
                <a:gd name="csX27" fmla="*/ 7010400 w 8572500"/>
                <a:gd name="csY27" fmla="*/ 990600 h 990600"/>
                <a:gd name="csX28" fmla="*/ 6619875 w 8572500"/>
                <a:gd name="csY28" fmla="*/ 990600 h 990600"/>
                <a:gd name="csX29" fmla="*/ 6238875 w 8572500"/>
                <a:gd name="csY29" fmla="*/ 990600 h 990600"/>
                <a:gd name="csX30" fmla="*/ 5848350 w 8572500"/>
                <a:gd name="csY30" fmla="*/ 990600 h 990600"/>
                <a:gd name="csX31" fmla="*/ 5457825 w 8572500"/>
                <a:gd name="csY31" fmla="*/ 990600 h 990600"/>
                <a:gd name="csX32" fmla="*/ 5067300 w 8572500"/>
                <a:gd name="csY32" fmla="*/ 990600 h 990600"/>
                <a:gd name="csX33" fmla="*/ 4676775 w 8572500"/>
                <a:gd name="csY33" fmla="*/ 990600 h 990600"/>
                <a:gd name="csX34" fmla="*/ 4286250 w 8572500"/>
                <a:gd name="csY34" fmla="*/ 990600 h 990600"/>
                <a:gd name="csX35" fmla="*/ 3895725 w 8572500"/>
                <a:gd name="csY35" fmla="*/ 990600 h 990600"/>
                <a:gd name="csX36" fmla="*/ 3505200 w 8572500"/>
                <a:gd name="csY36" fmla="*/ 990600 h 990600"/>
                <a:gd name="csX37" fmla="*/ 3114675 w 8572500"/>
                <a:gd name="csY37" fmla="*/ 990600 h 990600"/>
                <a:gd name="csX38" fmla="*/ 2724150 w 8572500"/>
                <a:gd name="csY38" fmla="*/ 990600 h 990600"/>
                <a:gd name="csX39" fmla="*/ 2333625 w 8572500"/>
                <a:gd name="csY39" fmla="*/ 990600 h 990600"/>
                <a:gd name="csX40" fmla="*/ 1952625 w 8572500"/>
                <a:gd name="csY40" fmla="*/ 990600 h 990600"/>
                <a:gd name="csX41" fmla="*/ 1562100 w 8572500"/>
                <a:gd name="csY41" fmla="*/ 990600 h 990600"/>
                <a:gd name="csX42" fmla="*/ 1171575 w 8572500"/>
                <a:gd name="csY42" fmla="*/ 990600 h 990600"/>
                <a:gd name="csX43" fmla="*/ 781050 w 8572500"/>
                <a:gd name="csY43" fmla="*/ 990600 h 990600"/>
                <a:gd name="csX44" fmla="*/ 390525 w 8572500"/>
                <a:gd name="csY44" fmla="*/ 990600 h 990600"/>
                <a:gd name="csX45" fmla="*/ 0 w 8572500"/>
                <a:gd name="csY45" fmla="*/ 990600 h 990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990600">
                  <a:moveTo>
                    <a:pt x="0" y="9525"/>
                  </a:moveTo>
                  <a:lnTo>
                    <a:pt x="390525" y="38100"/>
                  </a:lnTo>
                  <a:lnTo>
                    <a:pt x="781050" y="0"/>
                  </a:lnTo>
                  <a:lnTo>
                    <a:pt x="1171575" y="28575"/>
                  </a:lnTo>
                  <a:lnTo>
                    <a:pt x="1562100" y="9525"/>
                  </a:lnTo>
                  <a:lnTo>
                    <a:pt x="1952625" y="38100"/>
                  </a:lnTo>
                  <a:lnTo>
                    <a:pt x="2333625" y="19050"/>
                  </a:lnTo>
                  <a:lnTo>
                    <a:pt x="2724150" y="104775"/>
                  </a:lnTo>
                  <a:lnTo>
                    <a:pt x="3114675" y="114300"/>
                  </a:lnTo>
                  <a:lnTo>
                    <a:pt x="3505200" y="190500"/>
                  </a:lnTo>
                  <a:lnTo>
                    <a:pt x="3895725" y="47625"/>
                  </a:lnTo>
                  <a:lnTo>
                    <a:pt x="4286250" y="190500"/>
                  </a:lnTo>
                  <a:lnTo>
                    <a:pt x="4676775" y="190500"/>
                  </a:lnTo>
                  <a:lnTo>
                    <a:pt x="5067300" y="66675"/>
                  </a:lnTo>
                  <a:lnTo>
                    <a:pt x="5457825" y="85725"/>
                  </a:lnTo>
                  <a:lnTo>
                    <a:pt x="5848350" y="47625"/>
                  </a:lnTo>
                  <a:lnTo>
                    <a:pt x="6238875" y="28575"/>
                  </a:lnTo>
                  <a:lnTo>
                    <a:pt x="6619875" y="180975"/>
                  </a:lnTo>
                  <a:lnTo>
                    <a:pt x="7010400" y="114300"/>
                  </a:lnTo>
                  <a:lnTo>
                    <a:pt x="7400925" y="180975"/>
                  </a:lnTo>
                  <a:lnTo>
                    <a:pt x="7791450" y="38100"/>
                  </a:lnTo>
                  <a:lnTo>
                    <a:pt x="8181975" y="171450"/>
                  </a:lnTo>
                  <a:lnTo>
                    <a:pt x="8572500" y="171450"/>
                  </a:lnTo>
                  <a:lnTo>
                    <a:pt x="8572500" y="990600"/>
                  </a:lnTo>
                  <a:lnTo>
                    <a:pt x="8181975" y="990600"/>
                  </a:lnTo>
                  <a:lnTo>
                    <a:pt x="7791450" y="990600"/>
                  </a:lnTo>
                  <a:lnTo>
                    <a:pt x="7400925" y="990600"/>
                  </a:lnTo>
                  <a:lnTo>
                    <a:pt x="7010400" y="990600"/>
                  </a:lnTo>
                  <a:lnTo>
                    <a:pt x="6619875" y="990600"/>
                  </a:lnTo>
                  <a:lnTo>
                    <a:pt x="6238875" y="990600"/>
                  </a:lnTo>
                  <a:lnTo>
                    <a:pt x="5848350" y="990600"/>
                  </a:lnTo>
                  <a:lnTo>
                    <a:pt x="5457825" y="990600"/>
                  </a:lnTo>
                  <a:lnTo>
                    <a:pt x="5067300" y="990600"/>
                  </a:lnTo>
                  <a:lnTo>
                    <a:pt x="4676775" y="990600"/>
                  </a:lnTo>
                  <a:lnTo>
                    <a:pt x="4286250" y="990600"/>
                  </a:lnTo>
                  <a:lnTo>
                    <a:pt x="3895725" y="990600"/>
                  </a:lnTo>
                  <a:lnTo>
                    <a:pt x="3505200" y="990600"/>
                  </a:lnTo>
                  <a:lnTo>
                    <a:pt x="3114675" y="990600"/>
                  </a:lnTo>
                  <a:lnTo>
                    <a:pt x="2724150" y="990600"/>
                  </a:lnTo>
                  <a:lnTo>
                    <a:pt x="2333625" y="990600"/>
                  </a:lnTo>
                  <a:lnTo>
                    <a:pt x="1952625" y="990600"/>
                  </a:lnTo>
                  <a:lnTo>
                    <a:pt x="1562100" y="990600"/>
                  </a:lnTo>
                  <a:lnTo>
                    <a:pt x="1171575" y="990600"/>
                  </a:lnTo>
                  <a:lnTo>
                    <a:pt x="781050" y="990600"/>
                  </a:lnTo>
                  <a:lnTo>
                    <a:pt x="390525" y="990600"/>
                  </a:lnTo>
                  <a:lnTo>
                    <a:pt x="0" y="990600"/>
                  </a:lnTo>
                  <a:close/>
                </a:path>
              </a:pathLst>
            </a:custGeom>
            <a:solidFill>
              <a:schemeClr val="accent2">
                <a:lumMod val="20000"/>
                <a:lumOff val="80000"/>
              </a:schemeClr>
            </a:solidFill>
            <a:ln w="9525" cap="flat">
              <a:noFill/>
              <a:prstDash val="solid"/>
              <a:miter/>
            </a:ln>
          </p:spPr>
          <p:txBody>
            <a:bodyPr/>
            <a:lstStyle/>
            <a:p>
              <a:endParaRPr lang="en-US"/>
            </a:p>
          </p:txBody>
        </p:sp>
        <p:sp>
          <p:nvSpPr>
            <p:cNvPr id="230" name="Freeform: Shape 229">
              <a:extLst>
                <a:ext uri="{FF2B5EF4-FFF2-40B4-BE49-F238E27FC236}">
                  <a16:creationId xmlns:a16="http://schemas.microsoft.com/office/drawing/2014/main" id="{F6F88202-72E7-E4C1-AB94-72F9C928762A}"/>
                </a:ext>
              </a:extLst>
            </p:cNvPr>
            <p:cNvSpPr/>
            <p:nvPr/>
          </p:nvSpPr>
          <p:spPr>
            <a:xfrm flipH="1">
              <a:off x="12192000" y="5543760"/>
              <a:ext cx="12192000" cy="1314240"/>
            </a:xfrm>
            <a:custGeom>
              <a:avLst/>
              <a:gdLst>
                <a:gd name="csX0" fmla="*/ 0 w 8572500"/>
                <a:gd name="csY0" fmla="*/ 38100 h 819150"/>
                <a:gd name="csX1" fmla="*/ 390525 w 8572500"/>
                <a:gd name="csY1" fmla="*/ 95250 h 819150"/>
                <a:gd name="csX2" fmla="*/ 781050 w 8572500"/>
                <a:gd name="csY2" fmla="*/ 66675 h 819150"/>
                <a:gd name="csX3" fmla="*/ 1171575 w 8572500"/>
                <a:gd name="csY3" fmla="*/ 19050 h 819150"/>
                <a:gd name="csX4" fmla="*/ 1562100 w 8572500"/>
                <a:gd name="csY4" fmla="*/ 142875 h 819150"/>
                <a:gd name="csX5" fmla="*/ 1952625 w 8572500"/>
                <a:gd name="csY5" fmla="*/ 161925 h 819150"/>
                <a:gd name="csX6" fmla="*/ 2333625 w 8572500"/>
                <a:gd name="csY6" fmla="*/ 47625 h 819150"/>
                <a:gd name="csX7" fmla="*/ 2724150 w 8572500"/>
                <a:gd name="csY7" fmla="*/ 123825 h 819150"/>
                <a:gd name="csX8" fmla="*/ 3114675 w 8572500"/>
                <a:gd name="csY8" fmla="*/ 95250 h 819150"/>
                <a:gd name="csX9" fmla="*/ 3505200 w 8572500"/>
                <a:gd name="csY9" fmla="*/ 190500 h 819150"/>
                <a:gd name="csX10" fmla="*/ 3895725 w 8572500"/>
                <a:gd name="csY10" fmla="*/ 142875 h 819150"/>
                <a:gd name="csX11" fmla="*/ 4286250 w 8572500"/>
                <a:gd name="csY11" fmla="*/ 28575 h 819150"/>
                <a:gd name="csX12" fmla="*/ 4676775 w 8572500"/>
                <a:gd name="csY12" fmla="*/ 190500 h 819150"/>
                <a:gd name="csX13" fmla="*/ 5067300 w 8572500"/>
                <a:gd name="csY13" fmla="*/ 142875 h 819150"/>
                <a:gd name="csX14" fmla="*/ 5457825 w 8572500"/>
                <a:gd name="csY14" fmla="*/ 0 h 819150"/>
                <a:gd name="csX15" fmla="*/ 5848350 w 8572500"/>
                <a:gd name="csY15" fmla="*/ 47625 h 819150"/>
                <a:gd name="csX16" fmla="*/ 6238875 w 8572500"/>
                <a:gd name="csY16" fmla="*/ 142875 h 819150"/>
                <a:gd name="csX17" fmla="*/ 6619875 w 8572500"/>
                <a:gd name="csY17" fmla="*/ 57150 h 819150"/>
                <a:gd name="csX18" fmla="*/ 7010400 w 8572500"/>
                <a:gd name="csY18" fmla="*/ 114300 h 819150"/>
                <a:gd name="csX19" fmla="*/ 7400925 w 8572500"/>
                <a:gd name="csY19" fmla="*/ 66675 h 819150"/>
                <a:gd name="csX20" fmla="*/ 7791450 w 8572500"/>
                <a:gd name="csY20" fmla="*/ 171450 h 819150"/>
                <a:gd name="csX21" fmla="*/ 8181975 w 8572500"/>
                <a:gd name="csY21" fmla="*/ 57150 h 819150"/>
                <a:gd name="csX22" fmla="*/ 8572500 w 8572500"/>
                <a:gd name="csY22" fmla="*/ 28575 h 819150"/>
                <a:gd name="csX23" fmla="*/ 8572500 w 8572500"/>
                <a:gd name="csY23" fmla="*/ 819150 h 819150"/>
                <a:gd name="csX24" fmla="*/ 8181975 w 8572500"/>
                <a:gd name="csY24" fmla="*/ 819150 h 819150"/>
                <a:gd name="csX25" fmla="*/ 7791450 w 8572500"/>
                <a:gd name="csY25" fmla="*/ 819150 h 819150"/>
                <a:gd name="csX26" fmla="*/ 7400925 w 8572500"/>
                <a:gd name="csY26" fmla="*/ 819150 h 819150"/>
                <a:gd name="csX27" fmla="*/ 7010400 w 8572500"/>
                <a:gd name="csY27" fmla="*/ 819150 h 819150"/>
                <a:gd name="csX28" fmla="*/ 6619875 w 8572500"/>
                <a:gd name="csY28" fmla="*/ 819150 h 819150"/>
                <a:gd name="csX29" fmla="*/ 6238875 w 8572500"/>
                <a:gd name="csY29" fmla="*/ 819150 h 819150"/>
                <a:gd name="csX30" fmla="*/ 5848350 w 8572500"/>
                <a:gd name="csY30" fmla="*/ 819150 h 819150"/>
                <a:gd name="csX31" fmla="*/ 5457825 w 8572500"/>
                <a:gd name="csY31" fmla="*/ 819150 h 819150"/>
                <a:gd name="csX32" fmla="*/ 5067300 w 8572500"/>
                <a:gd name="csY32" fmla="*/ 819150 h 819150"/>
                <a:gd name="csX33" fmla="*/ 4676775 w 8572500"/>
                <a:gd name="csY33" fmla="*/ 819150 h 819150"/>
                <a:gd name="csX34" fmla="*/ 4286250 w 8572500"/>
                <a:gd name="csY34" fmla="*/ 819150 h 819150"/>
                <a:gd name="csX35" fmla="*/ 3895725 w 8572500"/>
                <a:gd name="csY35" fmla="*/ 819150 h 819150"/>
                <a:gd name="csX36" fmla="*/ 3505200 w 8572500"/>
                <a:gd name="csY36" fmla="*/ 819150 h 819150"/>
                <a:gd name="csX37" fmla="*/ 3114675 w 8572500"/>
                <a:gd name="csY37" fmla="*/ 819150 h 819150"/>
                <a:gd name="csX38" fmla="*/ 2724150 w 8572500"/>
                <a:gd name="csY38" fmla="*/ 819150 h 819150"/>
                <a:gd name="csX39" fmla="*/ 2333625 w 8572500"/>
                <a:gd name="csY39" fmla="*/ 819150 h 819150"/>
                <a:gd name="csX40" fmla="*/ 1952625 w 8572500"/>
                <a:gd name="csY40" fmla="*/ 819150 h 819150"/>
                <a:gd name="csX41" fmla="*/ 1562100 w 8572500"/>
                <a:gd name="csY41" fmla="*/ 819150 h 819150"/>
                <a:gd name="csX42" fmla="*/ 1171575 w 8572500"/>
                <a:gd name="csY42" fmla="*/ 819150 h 819150"/>
                <a:gd name="csX43" fmla="*/ 781050 w 8572500"/>
                <a:gd name="csY43" fmla="*/ 819150 h 819150"/>
                <a:gd name="csX44" fmla="*/ 390525 w 8572500"/>
                <a:gd name="csY44" fmla="*/ 819150 h 819150"/>
                <a:gd name="csX45" fmla="*/ 0 w 8572500"/>
                <a:gd name="csY45" fmla="*/ 819150 h 8191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819150">
                  <a:moveTo>
                    <a:pt x="0" y="38100"/>
                  </a:moveTo>
                  <a:lnTo>
                    <a:pt x="390525" y="95250"/>
                  </a:lnTo>
                  <a:lnTo>
                    <a:pt x="781050" y="66675"/>
                  </a:lnTo>
                  <a:lnTo>
                    <a:pt x="1171575" y="19050"/>
                  </a:lnTo>
                  <a:lnTo>
                    <a:pt x="1562100" y="142875"/>
                  </a:lnTo>
                  <a:lnTo>
                    <a:pt x="1952625" y="161925"/>
                  </a:lnTo>
                  <a:lnTo>
                    <a:pt x="2333625" y="47625"/>
                  </a:lnTo>
                  <a:lnTo>
                    <a:pt x="2724150" y="123825"/>
                  </a:lnTo>
                  <a:lnTo>
                    <a:pt x="3114675" y="95250"/>
                  </a:lnTo>
                  <a:lnTo>
                    <a:pt x="3505200" y="190500"/>
                  </a:lnTo>
                  <a:lnTo>
                    <a:pt x="3895725" y="142875"/>
                  </a:lnTo>
                  <a:lnTo>
                    <a:pt x="4286250" y="28575"/>
                  </a:lnTo>
                  <a:lnTo>
                    <a:pt x="4676775" y="190500"/>
                  </a:lnTo>
                  <a:lnTo>
                    <a:pt x="5067300" y="142875"/>
                  </a:lnTo>
                  <a:lnTo>
                    <a:pt x="5457825" y="0"/>
                  </a:lnTo>
                  <a:lnTo>
                    <a:pt x="5848350" y="47625"/>
                  </a:lnTo>
                  <a:lnTo>
                    <a:pt x="6238875" y="142875"/>
                  </a:lnTo>
                  <a:lnTo>
                    <a:pt x="6619875" y="57150"/>
                  </a:lnTo>
                  <a:lnTo>
                    <a:pt x="7010400" y="114300"/>
                  </a:lnTo>
                  <a:lnTo>
                    <a:pt x="7400925" y="66675"/>
                  </a:lnTo>
                  <a:lnTo>
                    <a:pt x="7791450" y="171450"/>
                  </a:lnTo>
                  <a:lnTo>
                    <a:pt x="8181975" y="57150"/>
                  </a:lnTo>
                  <a:lnTo>
                    <a:pt x="8572500" y="28575"/>
                  </a:lnTo>
                  <a:lnTo>
                    <a:pt x="8572500" y="819150"/>
                  </a:lnTo>
                  <a:lnTo>
                    <a:pt x="8181975" y="819150"/>
                  </a:lnTo>
                  <a:lnTo>
                    <a:pt x="7791450" y="819150"/>
                  </a:lnTo>
                  <a:lnTo>
                    <a:pt x="7400925" y="819150"/>
                  </a:lnTo>
                  <a:lnTo>
                    <a:pt x="7010400" y="819150"/>
                  </a:lnTo>
                  <a:lnTo>
                    <a:pt x="6619875" y="819150"/>
                  </a:lnTo>
                  <a:lnTo>
                    <a:pt x="6238875" y="819150"/>
                  </a:lnTo>
                  <a:lnTo>
                    <a:pt x="5848350" y="819150"/>
                  </a:lnTo>
                  <a:lnTo>
                    <a:pt x="5457825" y="819150"/>
                  </a:lnTo>
                  <a:lnTo>
                    <a:pt x="5067300" y="819150"/>
                  </a:lnTo>
                  <a:lnTo>
                    <a:pt x="4676775" y="819150"/>
                  </a:lnTo>
                  <a:lnTo>
                    <a:pt x="4286250" y="819150"/>
                  </a:lnTo>
                  <a:lnTo>
                    <a:pt x="3895725" y="819150"/>
                  </a:lnTo>
                  <a:lnTo>
                    <a:pt x="3505200" y="819150"/>
                  </a:lnTo>
                  <a:lnTo>
                    <a:pt x="3114675" y="819150"/>
                  </a:lnTo>
                  <a:lnTo>
                    <a:pt x="2724150" y="819150"/>
                  </a:lnTo>
                  <a:lnTo>
                    <a:pt x="2333625" y="819150"/>
                  </a:lnTo>
                  <a:lnTo>
                    <a:pt x="1952625" y="819150"/>
                  </a:lnTo>
                  <a:lnTo>
                    <a:pt x="1562100" y="819150"/>
                  </a:lnTo>
                  <a:lnTo>
                    <a:pt x="1171575" y="819150"/>
                  </a:lnTo>
                  <a:lnTo>
                    <a:pt x="781050" y="819150"/>
                  </a:lnTo>
                  <a:lnTo>
                    <a:pt x="390525" y="819150"/>
                  </a:lnTo>
                  <a:lnTo>
                    <a:pt x="0" y="819150"/>
                  </a:lnTo>
                  <a:close/>
                </a:path>
              </a:pathLst>
            </a:custGeom>
            <a:solidFill>
              <a:schemeClr val="accent2">
                <a:lumMod val="40000"/>
                <a:lumOff val="60000"/>
              </a:schemeClr>
            </a:solidFill>
            <a:ln w="9525" cap="flat">
              <a:noFill/>
              <a:prstDash val="solid"/>
              <a:miter/>
            </a:ln>
          </p:spPr>
          <p:txBody>
            <a:bodyPr/>
            <a:lstStyle/>
            <a:p>
              <a:endParaRPr lang="en-US"/>
            </a:p>
          </p:txBody>
        </p:sp>
        <p:sp>
          <p:nvSpPr>
            <p:cNvPr id="231" name="Freeform: Shape 230">
              <a:extLst>
                <a:ext uri="{FF2B5EF4-FFF2-40B4-BE49-F238E27FC236}">
                  <a16:creationId xmlns:a16="http://schemas.microsoft.com/office/drawing/2014/main" id="{CC3F5892-1096-0822-D9CA-E1139591AB21}"/>
                </a:ext>
              </a:extLst>
            </p:cNvPr>
            <p:cNvSpPr/>
            <p:nvPr/>
          </p:nvSpPr>
          <p:spPr>
            <a:xfrm flipH="1">
              <a:off x="12192000" y="5834115"/>
              <a:ext cx="12192000" cy="1023885"/>
            </a:xfrm>
            <a:custGeom>
              <a:avLst/>
              <a:gdLst>
                <a:gd name="csX0" fmla="*/ 0 w 8572500"/>
                <a:gd name="csY0" fmla="*/ 76200 h 638175"/>
                <a:gd name="csX1" fmla="*/ 390525 w 8572500"/>
                <a:gd name="csY1" fmla="*/ 9525 h 638175"/>
                <a:gd name="csX2" fmla="*/ 781050 w 8572500"/>
                <a:gd name="csY2" fmla="*/ 123825 h 638175"/>
                <a:gd name="csX3" fmla="*/ 1171575 w 8572500"/>
                <a:gd name="csY3" fmla="*/ 142875 h 638175"/>
                <a:gd name="csX4" fmla="*/ 1562100 w 8572500"/>
                <a:gd name="csY4" fmla="*/ 76200 h 638175"/>
                <a:gd name="csX5" fmla="*/ 1952625 w 8572500"/>
                <a:gd name="csY5" fmla="*/ 76200 h 638175"/>
                <a:gd name="csX6" fmla="*/ 2333625 w 8572500"/>
                <a:gd name="csY6" fmla="*/ 171450 h 638175"/>
                <a:gd name="csX7" fmla="*/ 2724150 w 8572500"/>
                <a:gd name="csY7" fmla="*/ 76200 h 638175"/>
                <a:gd name="csX8" fmla="*/ 3114675 w 8572500"/>
                <a:gd name="csY8" fmla="*/ 123825 h 638175"/>
                <a:gd name="csX9" fmla="*/ 3505200 w 8572500"/>
                <a:gd name="csY9" fmla="*/ 142875 h 638175"/>
                <a:gd name="csX10" fmla="*/ 3895725 w 8572500"/>
                <a:gd name="csY10" fmla="*/ 19050 h 638175"/>
                <a:gd name="csX11" fmla="*/ 4286250 w 8572500"/>
                <a:gd name="csY11" fmla="*/ 123825 h 638175"/>
                <a:gd name="csX12" fmla="*/ 4676775 w 8572500"/>
                <a:gd name="csY12" fmla="*/ 142875 h 638175"/>
                <a:gd name="csX13" fmla="*/ 5067300 w 8572500"/>
                <a:gd name="csY13" fmla="*/ 152400 h 638175"/>
                <a:gd name="csX14" fmla="*/ 5457825 w 8572500"/>
                <a:gd name="csY14" fmla="*/ 133350 h 638175"/>
                <a:gd name="csX15" fmla="*/ 5848350 w 8572500"/>
                <a:gd name="csY15" fmla="*/ 0 h 638175"/>
                <a:gd name="csX16" fmla="*/ 6238875 w 8572500"/>
                <a:gd name="csY16" fmla="*/ 66675 h 638175"/>
                <a:gd name="csX17" fmla="*/ 6619875 w 8572500"/>
                <a:gd name="csY17" fmla="*/ 28575 h 638175"/>
                <a:gd name="csX18" fmla="*/ 7010400 w 8572500"/>
                <a:gd name="csY18" fmla="*/ 28575 h 638175"/>
                <a:gd name="csX19" fmla="*/ 7400925 w 8572500"/>
                <a:gd name="csY19" fmla="*/ 47625 h 638175"/>
                <a:gd name="csX20" fmla="*/ 7791450 w 8572500"/>
                <a:gd name="csY20" fmla="*/ 161925 h 638175"/>
                <a:gd name="csX21" fmla="*/ 8181975 w 8572500"/>
                <a:gd name="csY21" fmla="*/ 47625 h 638175"/>
                <a:gd name="csX22" fmla="*/ 8572500 w 8572500"/>
                <a:gd name="csY22" fmla="*/ 47625 h 638175"/>
                <a:gd name="csX23" fmla="*/ 8572500 w 8572500"/>
                <a:gd name="csY23" fmla="*/ 638175 h 638175"/>
                <a:gd name="csX24" fmla="*/ 8181975 w 8572500"/>
                <a:gd name="csY24" fmla="*/ 638175 h 638175"/>
                <a:gd name="csX25" fmla="*/ 7791450 w 8572500"/>
                <a:gd name="csY25" fmla="*/ 638175 h 638175"/>
                <a:gd name="csX26" fmla="*/ 7400925 w 8572500"/>
                <a:gd name="csY26" fmla="*/ 638175 h 638175"/>
                <a:gd name="csX27" fmla="*/ 7010400 w 8572500"/>
                <a:gd name="csY27" fmla="*/ 638175 h 638175"/>
                <a:gd name="csX28" fmla="*/ 6619875 w 8572500"/>
                <a:gd name="csY28" fmla="*/ 638175 h 638175"/>
                <a:gd name="csX29" fmla="*/ 6238875 w 8572500"/>
                <a:gd name="csY29" fmla="*/ 638175 h 638175"/>
                <a:gd name="csX30" fmla="*/ 5848350 w 8572500"/>
                <a:gd name="csY30" fmla="*/ 638175 h 638175"/>
                <a:gd name="csX31" fmla="*/ 5457825 w 8572500"/>
                <a:gd name="csY31" fmla="*/ 638175 h 638175"/>
                <a:gd name="csX32" fmla="*/ 5067300 w 8572500"/>
                <a:gd name="csY32" fmla="*/ 638175 h 638175"/>
                <a:gd name="csX33" fmla="*/ 4676775 w 8572500"/>
                <a:gd name="csY33" fmla="*/ 638175 h 638175"/>
                <a:gd name="csX34" fmla="*/ 4286250 w 8572500"/>
                <a:gd name="csY34" fmla="*/ 638175 h 638175"/>
                <a:gd name="csX35" fmla="*/ 3895725 w 8572500"/>
                <a:gd name="csY35" fmla="*/ 638175 h 638175"/>
                <a:gd name="csX36" fmla="*/ 3505200 w 8572500"/>
                <a:gd name="csY36" fmla="*/ 638175 h 638175"/>
                <a:gd name="csX37" fmla="*/ 3114675 w 8572500"/>
                <a:gd name="csY37" fmla="*/ 638175 h 638175"/>
                <a:gd name="csX38" fmla="*/ 2724150 w 8572500"/>
                <a:gd name="csY38" fmla="*/ 638175 h 638175"/>
                <a:gd name="csX39" fmla="*/ 2333625 w 8572500"/>
                <a:gd name="csY39" fmla="*/ 638175 h 638175"/>
                <a:gd name="csX40" fmla="*/ 1952625 w 8572500"/>
                <a:gd name="csY40" fmla="*/ 638175 h 638175"/>
                <a:gd name="csX41" fmla="*/ 1562100 w 8572500"/>
                <a:gd name="csY41" fmla="*/ 638175 h 638175"/>
                <a:gd name="csX42" fmla="*/ 1171575 w 8572500"/>
                <a:gd name="csY42" fmla="*/ 638175 h 638175"/>
                <a:gd name="csX43" fmla="*/ 781050 w 8572500"/>
                <a:gd name="csY43" fmla="*/ 638175 h 638175"/>
                <a:gd name="csX44" fmla="*/ 390525 w 8572500"/>
                <a:gd name="csY44" fmla="*/ 638175 h 638175"/>
                <a:gd name="csX45" fmla="*/ 0 w 8572500"/>
                <a:gd name="csY45" fmla="*/ 638175 h 6381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638175">
                  <a:moveTo>
                    <a:pt x="0" y="76200"/>
                  </a:moveTo>
                  <a:lnTo>
                    <a:pt x="390525" y="9525"/>
                  </a:lnTo>
                  <a:lnTo>
                    <a:pt x="781050" y="123825"/>
                  </a:lnTo>
                  <a:lnTo>
                    <a:pt x="1171575" y="142875"/>
                  </a:lnTo>
                  <a:lnTo>
                    <a:pt x="1562100" y="76200"/>
                  </a:lnTo>
                  <a:lnTo>
                    <a:pt x="1952625" y="76200"/>
                  </a:lnTo>
                  <a:lnTo>
                    <a:pt x="2333625" y="171450"/>
                  </a:lnTo>
                  <a:lnTo>
                    <a:pt x="2724150" y="76200"/>
                  </a:lnTo>
                  <a:lnTo>
                    <a:pt x="3114675" y="123825"/>
                  </a:lnTo>
                  <a:lnTo>
                    <a:pt x="3505200" y="142875"/>
                  </a:lnTo>
                  <a:lnTo>
                    <a:pt x="3895725" y="19050"/>
                  </a:lnTo>
                  <a:lnTo>
                    <a:pt x="4286250" y="123825"/>
                  </a:lnTo>
                  <a:lnTo>
                    <a:pt x="4676775" y="142875"/>
                  </a:lnTo>
                  <a:lnTo>
                    <a:pt x="5067300" y="152400"/>
                  </a:lnTo>
                  <a:lnTo>
                    <a:pt x="5457825" y="133350"/>
                  </a:lnTo>
                  <a:lnTo>
                    <a:pt x="5848350" y="0"/>
                  </a:lnTo>
                  <a:lnTo>
                    <a:pt x="6238875" y="66675"/>
                  </a:lnTo>
                  <a:lnTo>
                    <a:pt x="6619875" y="28575"/>
                  </a:lnTo>
                  <a:lnTo>
                    <a:pt x="7010400" y="28575"/>
                  </a:lnTo>
                  <a:lnTo>
                    <a:pt x="7400925" y="47625"/>
                  </a:lnTo>
                  <a:lnTo>
                    <a:pt x="7791450" y="161925"/>
                  </a:lnTo>
                  <a:lnTo>
                    <a:pt x="8181975" y="47625"/>
                  </a:lnTo>
                  <a:lnTo>
                    <a:pt x="8572500" y="47625"/>
                  </a:lnTo>
                  <a:lnTo>
                    <a:pt x="8572500" y="638175"/>
                  </a:lnTo>
                  <a:lnTo>
                    <a:pt x="8181975" y="638175"/>
                  </a:lnTo>
                  <a:lnTo>
                    <a:pt x="7791450" y="638175"/>
                  </a:lnTo>
                  <a:lnTo>
                    <a:pt x="7400925" y="638175"/>
                  </a:lnTo>
                  <a:lnTo>
                    <a:pt x="7010400" y="638175"/>
                  </a:lnTo>
                  <a:lnTo>
                    <a:pt x="6619875" y="638175"/>
                  </a:lnTo>
                  <a:lnTo>
                    <a:pt x="6238875" y="638175"/>
                  </a:lnTo>
                  <a:lnTo>
                    <a:pt x="5848350" y="638175"/>
                  </a:lnTo>
                  <a:lnTo>
                    <a:pt x="5457825" y="638175"/>
                  </a:lnTo>
                  <a:lnTo>
                    <a:pt x="5067300" y="638175"/>
                  </a:lnTo>
                  <a:lnTo>
                    <a:pt x="4676775" y="638175"/>
                  </a:lnTo>
                  <a:lnTo>
                    <a:pt x="4286250" y="638175"/>
                  </a:lnTo>
                  <a:lnTo>
                    <a:pt x="3895725" y="638175"/>
                  </a:lnTo>
                  <a:lnTo>
                    <a:pt x="3505200" y="638175"/>
                  </a:lnTo>
                  <a:lnTo>
                    <a:pt x="3114675" y="638175"/>
                  </a:lnTo>
                  <a:lnTo>
                    <a:pt x="2724150" y="638175"/>
                  </a:lnTo>
                  <a:lnTo>
                    <a:pt x="2333625" y="638175"/>
                  </a:lnTo>
                  <a:lnTo>
                    <a:pt x="1952625" y="638175"/>
                  </a:lnTo>
                  <a:lnTo>
                    <a:pt x="1562100" y="638175"/>
                  </a:lnTo>
                  <a:lnTo>
                    <a:pt x="1171575" y="638175"/>
                  </a:lnTo>
                  <a:lnTo>
                    <a:pt x="781050" y="638175"/>
                  </a:lnTo>
                  <a:lnTo>
                    <a:pt x="390525" y="638175"/>
                  </a:lnTo>
                  <a:lnTo>
                    <a:pt x="0" y="638175"/>
                  </a:lnTo>
                  <a:close/>
                </a:path>
              </a:pathLst>
            </a:custGeom>
            <a:solidFill>
              <a:schemeClr val="accent2">
                <a:lumMod val="60000"/>
                <a:lumOff val="40000"/>
              </a:schemeClr>
            </a:solidFill>
            <a:ln w="9525" cap="flat">
              <a:noFill/>
              <a:prstDash val="solid"/>
              <a:miter/>
            </a:ln>
          </p:spPr>
          <p:txBody>
            <a:bodyPr/>
            <a:lstStyle/>
            <a:p>
              <a:endParaRPr lang="en-US"/>
            </a:p>
          </p:txBody>
        </p:sp>
        <p:sp>
          <p:nvSpPr>
            <p:cNvPr id="232" name="Freeform: Shape 231">
              <a:extLst>
                <a:ext uri="{FF2B5EF4-FFF2-40B4-BE49-F238E27FC236}">
                  <a16:creationId xmlns:a16="http://schemas.microsoft.com/office/drawing/2014/main" id="{6AD03639-57CB-B404-1386-71658ADDDF50}"/>
                </a:ext>
              </a:extLst>
            </p:cNvPr>
            <p:cNvSpPr/>
            <p:nvPr/>
          </p:nvSpPr>
          <p:spPr>
            <a:xfrm flipH="1">
              <a:off x="12192000" y="6109189"/>
              <a:ext cx="12192000" cy="748811"/>
            </a:xfrm>
            <a:custGeom>
              <a:avLst/>
              <a:gdLst>
                <a:gd name="csX0" fmla="*/ 0 w 8572500"/>
                <a:gd name="csY0" fmla="*/ 152400 h 466725"/>
                <a:gd name="csX1" fmla="*/ 390525 w 8572500"/>
                <a:gd name="csY1" fmla="*/ 104775 h 466725"/>
                <a:gd name="csX2" fmla="*/ 781050 w 8572500"/>
                <a:gd name="csY2" fmla="*/ 57150 h 466725"/>
                <a:gd name="csX3" fmla="*/ 1171575 w 8572500"/>
                <a:gd name="csY3" fmla="*/ 28575 h 466725"/>
                <a:gd name="csX4" fmla="*/ 1562100 w 8572500"/>
                <a:gd name="csY4" fmla="*/ 123825 h 466725"/>
                <a:gd name="csX5" fmla="*/ 1952625 w 8572500"/>
                <a:gd name="csY5" fmla="*/ 133350 h 466725"/>
                <a:gd name="csX6" fmla="*/ 2333625 w 8572500"/>
                <a:gd name="csY6" fmla="*/ 9525 h 466725"/>
                <a:gd name="csX7" fmla="*/ 2724150 w 8572500"/>
                <a:gd name="csY7" fmla="*/ 57150 h 466725"/>
                <a:gd name="csX8" fmla="*/ 3114675 w 8572500"/>
                <a:gd name="csY8" fmla="*/ 28575 h 466725"/>
                <a:gd name="csX9" fmla="*/ 3505200 w 8572500"/>
                <a:gd name="csY9" fmla="*/ 171450 h 466725"/>
                <a:gd name="csX10" fmla="*/ 3895725 w 8572500"/>
                <a:gd name="csY10" fmla="*/ 152400 h 466725"/>
                <a:gd name="csX11" fmla="*/ 4286250 w 8572500"/>
                <a:gd name="csY11" fmla="*/ 161925 h 466725"/>
                <a:gd name="csX12" fmla="*/ 4676775 w 8572500"/>
                <a:gd name="csY12" fmla="*/ 95250 h 466725"/>
                <a:gd name="csX13" fmla="*/ 5067300 w 8572500"/>
                <a:gd name="csY13" fmla="*/ 171450 h 466725"/>
                <a:gd name="csX14" fmla="*/ 5457825 w 8572500"/>
                <a:gd name="csY14" fmla="*/ 114300 h 466725"/>
                <a:gd name="csX15" fmla="*/ 5848350 w 8572500"/>
                <a:gd name="csY15" fmla="*/ 95250 h 466725"/>
                <a:gd name="csX16" fmla="*/ 6238875 w 8572500"/>
                <a:gd name="csY16" fmla="*/ 104775 h 466725"/>
                <a:gd name="csX17" fmla="*/ 6619875 w 8572500"/>
                <a:gd name="csY17" fmla="*/ 152400 h 466725"/>
                <a:gd name="csX18" fmla="*/ 7010400 w 8572500"/>
                <a:gd name="csY18" fmla="*/ 95250 h 466725"/>
                <a:gd name="csX19" fmla="*/ 7400925 w 8572500"/>
                <a:gd name="csY19" fmla="*/ 28575 h 466725"/>
                <a:gd name="csX20" fmla="*/ 7791450 w 8572500"/>
                <a:gd name="csY20" fmla="*/ 123825 h 466725"/>
                <a:gd name="csX21" fmla="*/ 8181975 w 8572500"/>
                <a:gd name="csY21" fmla="*/ 0 h 466725"/>
                <a:gd name="csX22" fmla="*/ 8572500 w 8572500"/>
                <a:gd name="csY22" fmla="*/ 85725 h 466725"/>
                <a:gd name="csX23" fmla="*/ 8572500 w 8572500"/>
                <a:gd name="csY23" fmla="*/ 466725 h 466725"/>
                <a:gd name="csX24" fmla="*/ 8181975 w 8572500"/>
                <a:gd name="csY24" fmla="*/ 466725 h 466725"/>
                <a:gd name="csX25" fmla="*/ 7791450 w 8572500"/>
                <a:gd name="csY25" fmla="*/ 466725 h 466725"/>
                <a:gd name="csX26" fmla="*/ 7400925 w 8572500"/>
                <a:gd name="csY26" fmla="*/ 466725 h 466725"/>
                <a:gd name="csX27" fmla="*/ 7010400 w 8572500"/>
                <a:gd name="csY27" fmla="*/ 466725 h 466725"/>
                <a:gd name="csX28" fmla="*/ 6619875 w 8572500"/>
                <a:gd name="csY28" fmla="*/ 466725 h 466725"/>
                <a:gd name="csX29" fmla="*/ 6238875 w 8572500"/>
                <a:gd name="csY29" fmla="*/ 466725 h 466725"/>
                <a:gd name="csX30" fmla="*/ 5848350 w 8572500"/>
                <a:gd name="csY30" fmla="*/ 466725 h 466725"/>
                <a:gd name="csX31" fmla="*/ 5457825 w 8572500"/>
                <a:gd name="csY31" fmla="*/ 466725 h 466725"/>
                <a:gd name="csX32" fmla="*/ 5067300 w 8572500"/>
                <a:gd name="csY32" fmla="*/ 466725 h 466725"/>
                <a:gd name="csX33" fmla="*/ 4676775 w 8572500"/>
                <a:gd name="csY33" fmla="*/ 466725 h 466725"/>
                <a:gd name="csX34" fmla="*/ 4286250 w 8572500"/>
                <a:gd name="csY34" fmla="*/ 466725 h 466725"/>
                <a:gd name="csX35" fmla="*/ 3895725 w 8572500"/>
                <a:gd name="csY35" fmla="*/ 466725 h 466725"/>
                <a:gd name="csX36" fmla="*/ 3505200 w 8572500"/>
                <a:gd name="csY36" fmla="*/ 466725 h 466725"/>
                <a:gd name="csX37" fmla="*/ 3114675 w 8572500"/>
                <a:gd name="csY37" fmla="*/ 466725 h 466725"/>
                <a:gd name="csX38" fmla="*/ 2724150 w 8572500"/>
                <a:gd name="csY38" fmla="*/ 466725 h 466725"/>
                <a:gd name="csX39" fmla="*/ 2333625 w 8572500"/>
                <a:gd name="csY39" fmla="*/ 466725 h 466725"/>
                <a:gd name="csX40" fmla="*/ 1952625 w 8572500"/>
                <a:gd name="csY40" fmla="*/ 466725 h 466725"/>
                <a:gd name="csX41" fmla="*/ 1562100 w 8572500"/>
                <a:gd name="csY41" fmla="*/ 466725 h 466725"/>
                <a:gd name="csX42" fmla="*/ 1171575 w 8572500"/>
                <a:gd name="csY42" fmla="*/ 466725 h 466725"/>
                <a:gd name="csX43" fmla="*/ 781050 w 8572500"/>
                <a:gd name="csY43" fmla="*/ 466725 h 466725"/>
                <a:gd name="csX44" fmla="*/ 390525 w 8572500"/>
                <a:gd name="csY44" fmla="*/ 466725 h 466725"/>
                <a:gd name="csX45" fmla="*/ 0 w 8572500"/>
                <a:gd name="csY45" fmla="*/ 466725 h 4667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466725">
                  <a:moveTo>
                    <a:pt x="0" y="152400"/>
                  </a:moveTo>
                  <a:lnTo>
                    <a:pt x="390525" y="104775"/>
                  </a:lnTo>
                  <a:lnTo>
                    <a:pt x="781050" y="57150"/>
                  </a:lnTo>
                  <a:lnTo>
                    <a:pt x="1171575" y="28575"/>
                  </a:lnTo>
                  <a:lnTo>
                    <a:pt x="1562100" y="123825"/>
                  </a:lnTo>
                  <a:lnTo>
                    <a:pt x="1952625" y="133350"/>
                  </a:lnTo>
                  <a:lnTo>
                    <a:pt x="2333625" y="9525"/>
                  </a:lnTo>
                  <a:lnTo>
                    <a:pt x="2724150" y="57150"/>
                  </a:lnTo>
                  <a:lnTo>
                    <a:pt x="3114675" y="28575"/>
                  </a:lnTo>
                  <a:lnTo>
                    <a:pt x="3505200" y="171450"/>
                  </a:lnTo>
                  <a:lnTo>
                    <a:pt x="3895725" y="152400"/>
                  </a:lnTo>
                  <a:lnTo>
                    <a:pt x="4286250" y="161925"/>
                  </a:lnTo>
                  <a:lnTo>
                    <a:pt x="4676775" y="95250"/>
                  </a:lnTo>
                  <a:lnTo>
                    <a:pt x="5067300" y="171450"/>
                  </a:lnTo>
                  <a:lnTo>
                    <a:pt x="5457825" y="114300"/>
                  </a:lnTo>
                  <a:lnTo>
                    <a:pt x="5848350" y="95250"/>
                  </a:lnTo>
                  <a:lnTo>
                    <a:pt x="6238875" y="104775"/>
                  </a:lnTo>
                  <a:lnTo>
                    <a:pt x="6619875" y="152400"/>
                  </a:lnTo>
                  <a:lnTo>
                    <a:pt x="7010400" y="95250"/>
                  </a:lnTo>
                  <a:lnTo>
                    <a:pt x="7400925" y="28575"/>
                  </a:lnTo>
                  <a:lnTo>
                    <a:pt x="7791450" y="123825"/>
                  </a:lnTo>
                  <a:lnTo>
                    <a:pt x="8181975" y="0"/>
                  </a:lnTo>
                  <a:lnTo>
                    <a:pt x="8572500" y="85725"/>
                  </a:lnTo>
                  <a:lnTo>
                    <a:pt x="8572500" y="466725"/>
                  </a:lnTo>
                  <a:lnTo>
                    <a:pt x="8181975" y="466725"/>
                  </a:lnTo>
                  <a:lnTo>
                    <a:pt x="7791450" y="466725"/>
                  </a:lnTo>
                  <a:lnTo>
                    <a:pt x="7400925" y="466725"/>
                  </a:lnTo>
                  <a:lnTo>
                    <a:pt x="7010400" y="466725"/>
                  </a:lnTo>
                  <a:lnTo>
                    <a:pt x="6619875" y="466725"/>
                  </a:lnTo>
                  <a:lnTo>
                    <a:pt x="6238875" y="466725"/>
                  </a:lnTo>
                  <a:lnTo>
                    <a:pt x="5848350" y="466725"/>
                  </a:lnTo>
                  <a:lnTo>
                    <a:pt x="5457825" y="466725"/>
                  </a:lnTo>
                  <a:lnTo>
                    <a:pt x="5067300" y="466725"/>
                  </a:lnTo>
                  <a:lnTo>
                    <a:pt x="4676775" y="466725"/>
                  </a:lnTo>
                  <a:lnTo>
                    <a:pt x="4286250" y="466725"/>
                  </a:lnTo>
                  <a:lnTo>
                    <a:pt x="3895725" y="466725"/>
                  </a:lnTo>
                  <a:lnTo>
                    <a:pt x="3505200" y="466725"/>
                  </a:lnTo>
                  <a:lnTo>
                    <a:pt x="3114675" y="466725"/>
                  </a:lnTo>
                  <a:lnTo>
                    <a:pt x="2724150" y="466725"/>
                  </a:lnTo>
                  <a:lnTo>
                    <a:pt x="2333625" y="466725"/>
                  </a:lnTo>
                  <a:lnTo>
                    <a:pt x="1952625" y="466725"/>
                  </a:lnTo>
                  <a:lnTo>
                    <a:pt x="1562100" y="466725"/>
                  </a:lnTo>
                  <a:lnTo>
                    <a:pt x="1171575" y="466725"/>
                  </a:lnTo>
                  <a:lnTo>
                    <a:pt x="781050" y="466725"/>
                  </a:lnTo>
                  <a:lnTo>
                    <a:pt x="390525" y="466725"/>
                  </a:lnTo>
                  <a:lnTo>
                    <a:pt x="0" y="466725"/>
                  </a:lnTo>
                  <a:close/>
                </a:path>
              </a:pathLst>
            </a:custGeom>
            <a:solidFill>
              <a:schemeClr val="accent2"/>
            </a:solidFill>
            <a:ln w="9525" cap="flat">
              <a:noFill/>
              <a:prstDash val="solid"/>
              <a:miter/>
            </a:ln>
          </p:spPr>
          <p:txBody>
            <a:bodyPr/>
            <a:lstStyle/>
            <a:p>
              <a:endParaRPr lang="en-US"/>
            </a:p>
          </p:txBody>
        </p:sp>
        <p:sp>
          <p:nvSpPr>
            <p:cNvPr id="233" name="Freeform: Shape 232">
              <a:extLst>
                <a:ext uri="{FF2B5EF4-FFF2-40B4-BE49-F238E27FC236}">
                  <a16:creationId xmlns:a16="http://schemas.microsoft.com/office/drawing/2014/main" id="{E7973D13-D27C-D013-F60A-2E9C2784D294}"/>
                </a:ext>
              </a:extLst>
            </p:cNvPr>
            <p:cNvSpPr/>
            <p:nvPr/>
          </p:nvSpPr>
          <p:spPr>
            <a:xfrm flipH="1">
              <a:off x="12192000" y="6399544"/>
              <a:ext cx="12192000" cy="458456"/>
            </a:xfrm>
            <a:custGeom>
              <a:avLst/>
              <a:gdLst>
                <a:gd name="csX0" fmla="*/ 0 w 8572500"/>
                <a:gd name="csY0" fmla="*/ 142875 h 285750"/>
                <a:gd name="csX1" fmla="*/ 390525 w 8572500"/>
                <a:gd name="csY1" fmla="*/ 38100 h 285750"/>
                <a:gd name="csX2" fmla="*/ 781050 w 8572500"/>
                <a:gd name="csY2" fmla="*/ 123825 h 285750"/>
                <a:gd name="csX3" fmla="*/ 1171575 w 8572500"/>
                <a:gd name="csY3" fmla="*/ 114300 h 285750"/>
                <a:gd name="csX4" fmla="*/ 1562100 w 8572500"/>
                <a:gd name="csY4" fmla="*/ 66675 h 285750"/>
                <a:gd name="csX5" fmla="*/ 1952625 w 8572500"/>
                <a:gd name="csY5" fmla="*/ 57150 h 285750"/>
                <a:gd name="csX6" fmla="*/ 2333625 w 8572500"/>
                <a:gd name="csY6" fmla="*/ 57150 h 285750"/>
                <a:gd name="csX7" fmla="*/ 2724150 w 8572500"/>
                <a:gd name="csY7" fmla="*/ 152400 h 285750"/>
                <a:gd name="csX8" fmla="*/ 3114675 w 8572500"/>
                <a:gd name="csY8" fmla="*/ 19050 h 285750"/>
                <a:gd name="csX9" fmla="*/ 3505200 w 8572500"/>
                <a:gd name="csY9" fmla="*/ 66675 h 285750"/>
                <a:gd name="csX10" fmla="*/ 3895725 w 8572500"/>
                <a:gd name="csY10" fmla="*/ 114300 h 285750"/>
                <a:gd name="csX11" fmla="*/ 4286250 w 8572500"/>
                <a:gd name="csY11" fmla="*/ 133350 h 285750"/>
                <a:gd name="csX12" fmla="*/ 4676775 w 8572500"/>
                <a:gd name="csY12" fmla="*/ 28575 h 285750"/>
                <a:gd name="csX13" fmla="*/ 5067300 w 8572500"/>
                <a:gd name="csY13" fmla="*/ 133350 h 285750"/>
                <a:gd name="csX14" fmla="*/ 5457825 w 8572500"/>
                <a:gd name="csY14" fmla="*/ 85725 h 285750"/>
                <a:gd name="csX15" fmla="*/ 5848350 w 8572500"/>
                <a:gd name="csY15" fmla="*/ 38100 h 285750"/>
                <a:gd name="csX16" fmla="*/ 6238875 w 8572500"/>
                <a:gd name="csY16" fmla="*/ 142875 h 285750"/>
                <a:gd name="csX17" fmla="*/ 6619875 w 8572500"/>
                <a:gd name="csY17" fmla="*/ 0 h 285750"/>
                <a:gd name="csX18" fmla="*/ 7010400 w 8572500"/>
                <a:gd name="csY18" fmla="*/ 57150 h 285750"/>
                <a:gd name="csX19" fmla="*/ 7400925 w 8572500"/>
                <a:gd name="csY19" fmla="*/ 85725 h 285750"/>
                <a:gd name="csX20" fmla="*/ 7791450 w 8572500"/>
                <a:gd name="csY20" fmla="*/ 76200 h 285750"/>
                <a:gd name="csX21" fmla="*/ 8181975 w 8572500"/>
                <a:gd name="csY21" fmla="*/ 95250 h 285750"/>
                <a:gd name="csX22" fmla="*/ 8572500 w 8572500"/>
                <a:gd name="csY22" fmla="*/ 142875 h 285750"/>
                <a:gd name="csX23" fmla="*/ 8572500 w 8572500"/>
                <a:gd name="csY23" fmla="*/ 285750 h 285750"/>
                <a:gd name="csX24" fmla="*/ 8181975 w 8572500"/>
                <a:gd name="csY24" fmla="*/ 285750 h 285750"/>
                <a:gd name="csX25" fmla="*/ 7791450 w 8572500"/>
                <a:gd name="csY25" fmla="*/ 285750 h 285750"/>
                <a:gd name="csX26" fmla="*/ 7400925 w 8572500"/>
                <a:gd name="csY26" fmla="*/ 285750 h 285750"/>
                <a:gd name="csX27" fmla="*/ 7010400 w 8572500"/>
                <a:gd name="csY27" fmla="*/ 285750 h 285750"/>
                <a:gd name="csX28" fmla="*/ 6619875 w 8572500"/>
                <a:gd name="csY28" fmla="*/ 285750 h 285750"/>
                <a:gd name="csX29" fmla="*/ 6238875 w 8572500"/>
                <a:gd name="csY29" fmla="*/ 285750 h 285750"/>
                <a:gd name="csX30" fmla="*/ 5848350 w 8572500"/>
                <a:gd name="csY30" fmla="*/ 285750 h 285750"/>
                <a:gd name="csX31" fmla="*/ 5457825 w 8572500"/>
                <a:gd name="csY31" fmla="*/ 285750 h 285750"/>
                <a:gd name="csX32" fmla="*/ 5067300 w 8572500"/>
                <a:gd name="csY32" fmla="*/ 285750 h 285750"/>
                <a:gd name="csX33" fmla="*/ 4676775 w 8572500"/>
                <a:gd name="csY33" fmla="*/ 285750 h 285750"/>
                <a:gd name="csX34" fmla="*/ 4286250 w 8572500"/>
                <a:gd name="csY34" fmla="*/ 285750 h 285750"/>
                <a:gd name="csX35" fmla="*/ 3895725 w 8572500"/>
                <a:gd name="csY35" fmla="*/ 285750 h 285750"/>
                <a:gd name="csX36" fmla="*/ 3505200 w 8572500"/>
                <a:gd name="csY36" fmla="*/ 285750 h 285750"/>
                <a:gd name="csX37" fmla="*/ 3114675 w 8572500"/>
                <a:gd name="csY37" fmla="*/ 285750 h 285750"/>
                <a:gd name="csX38" fmla="*/ 2724150 w 8572500"/>
                <a:gd name="csY38" fmla="*/ 285750 h 285750"/>
                <a:gd name="csX39" fmla="*/ 2333625 w 8572500"/>
                <a:gd name="csY39" fmla="*/ 285750 h 285750"/>
                <a:gd name="csX40" fmla="*/ 1952625 w 8572500"/>
                <a:gd name="csY40" fmla="*/ 285750 h 285750"/>
                <a:gd name="csX41" fmla="*/ 1562100 w 8572500"/>
                <a:gd name="csY41" fmla="*/ 285750 h 285750"/>
                <a:gd name="csX42" fmla="*/ 1171575 w 8572500"/>
                <a:gd name="csY42" fmla="*/ 285750 h 285750"/>
                <a:gd name="csX43" fmla="*/ 781050 w 8572500"/>
                <a:gd name="csY43" fmla="*/ 285750 h 285750"/>
                <a:gd name="csX44" fmla="*/ 390525 w 8572500"/>
                <a:gd name="csY44" fmla="*/ 285750 h 285750"/>
                <a:gd name="csX45" fmla="*/ 0 w 8572500"/>
                <a:gd name="csY45" fmla="*/ 285750 h 285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285750">
                  <a:moveTo>
                    <a:pt x="0" y="142875"/>
                  </a:moveTo>
                  <a:lnTo>
                    <a:pt x="390525" y="38100"/>
                  </a:lnTo>
                  <a:lnTo>
                    <a:pt x="781050" y="123825"/>
                  </a:lnTo>
                  <a:lnTo>
                    <a:pt x="1171575" y="114300"/>
                  </a:lnTo>
                  <a:lnTo>
                    <a:pt x="1562100" y="66675"/>
                  </a:lnTo>
                  <a:lnTo>
                    <a:pt x="1952625" y="57150"/>
                  </a:lnTo>
                  <a:lnTo>
                    <a:pt x="2333625" y="57150"/>
                  </a:lnTo>
                  <a:lnTo>
                    <a:pt x="2724150" y="152400"/>
                  </a:lnTo>
                  <a:lnTo>
                    <a:pt x="3114675" y="19050"/>
                  </a:lnTo>
                  <a:lnTo>
                    <a:pt x="3505200" y="66675"/>
                  </a:lnTo>
                  <a:lnTo>
                    <a:pt x="3895725" y="114300"/>
                  </a:lnTo>
                  <a:lnTo>
                    <a:pt x="4286250" y="133350"/>
                  </a:lnTo>
                  <a:lnTo>
                    <a:pt x="4676775" y="28575"/>
                  </a:lnTo>
                  <a:lnTo>
                    <a:pt x="5067300" y="133350"/>
                  </a:lnTo>
                  <a:lnTo>
                    <a:pt x="5457825" y="85725"/>
                  </a:lnTo>
                  <a:lnTo>
                    <a:pt x="5848350" y="38100"/>
                  </a:lnTo>
                  <a:lnTo>
                    <a:pt x="6238875" y="142875"/>
                  </a:lnTo>
                  <a:lnTo>
                    <a:pt x="6619875" y="0"/>
                  </a:lnTo>
                  <a:lnTo>
                    <a:pt x="7010400" y="57150"/>
                  </a:lnTo>
                  <a:lnTo>
                    <a:pt x="7400925" y="85725"/>
                  </a:lnTo>
                  <a:lnTo>
                    <a:pt x="7791450" y="76200"/>
                  </a:lnTo>
                  <a:lnTo>
                    <a:pt x="8181975" y="95250"/>
                  </a:lnTo>
                  <a:lnTo>
                    <a:pt x="8572500" y="142875"/>
                  </a:lnTo>
                  <a:lnTo>
                    <a:pt x="8572500" y="285750"/>
                  </a:lnTo>
                  <a:lnTo>
                    <a:pt x="8181975" y="285750"/>
                  </a:lnTo>
                  <a:lnTo>
                    <a:pt x="7791450" y="285750"/>
                  </a:lnTo>
                  <a:lnTo>
                    <a:pt x="7400925" y="285750"/>
                  </a:lnTo>
                  <a:lnTo>
                    <a:pt x="7010400" y="285750"/>
                  </a:lnTo>
                  <a:lnTo>
                    <a:pt x="6619875" y="285750"/>
                  </a:lnTo>
                  <a:lnTo>
                    <a:pt x="6238875" y="285750"/>
                  </a:lnTo>
                  <a:lnTo>
                    <a:pt x="5848350" y="285750"/>
                  </a:lnTo>
                  <a:lnTo>
                    <a:pt x="5457825" y="285750"/>
                  </a:lnTo>
                  <a:lnTo>
                    <a:pt x="5067300" y="285750"/>
                  </a:lnTo>
                  <a:lnTo>
                    <a:pt x="4676775" y="285750"/>
                  </a:lnTo>
                  <a:lnTo>
                    <a:pt x="4286250" y="285750"/>
                  </a:lnTo>
                  <a:lnTo>
                    <a:pt x="3895725" y="285750"/>
                  </a:lnTo>
                  <a:lnTo>
                    <a:pt x="3505200" y="285750"/>
                  </a:lnTo>
                  <a:lnTo>
                    <a:pt x="3114675" y="285750"/>
                  </a:lnTo>
                  <a:lnTo>
                    <a:pt x="2724150" y="285750"/>
                  </a:lnTo>
                  <a:lnTo>
                    <a:pt x="2333625" y="285750"/>
                  </a:lnTo>
                  <a:lnTo>
                    <a:pt x="1952625" y="285750"/>
                  </a:lnTo>
                  <a:lnTo>
                    <a:pt x="1562100" y="285750"/>
                  </a:lnTo>
                  <a:lnTo>
                    <a:pt x="1171575" y="285750"/>
                  </a:lnTo>
                  <a:lnTo>
                    <a:pt x="781050" y="285750"/>
                  </a:lnTo>
                  <a:lnTo>
                    <a:pt x="390525" y="285750"/>
                  </a:lnTo>
                  <a:lnTo>
                    <a:pt x="0" y="285750"/>
                  </a:lnTo>
                  <a:close/>
                </a:path>
              </a:pathLst>
            </a:custGeom>
            <a:solidFill>
              <a:schemeClr val="accent2">
                <a:lumMod val="50000"/>
              </a:schemeClr>
            </a:solidFill>
            <a:ln w="9525" cap="flat">
              <a:noFill/>
              <a:prstDash val="solid"/>
              <a:miter/>
            </a:ln>
          </p:spPr>
          <p:txBody>
            <a:bodyPr/>
            <a:lstStyle/>
            <a:p>
              <a:endParaRPr lang="en-US"/>
            </a:p>
          </p:txBody>
        </p:sp>
      </p:grpSp>
    </p:spTree>
    <p:extLst>
      <p:ext uri="{BB962C8B-B14F-4D97-AF65-F5344CB8AC3E}">
        <p14:creationId xmlns:p14="http://schemas.microsoft.com/office/powerpoint/2010/main" val="248616195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28"/>
                                        </p:tgtEl>
                                        <p:attrNameLst>
                                          <p:attrName>style.visibility</p:attrName>
                                        </p:attrNameLst>
                                      </p:cBhvr>
                                      <p:to>
                                        <p:strVal val="visible"/>
                                      </p:to>
                                    </p:set>
                                    <p:animEffect transition="in" filter="wipe(left)">
                                      <p:cBhvr>
                                        <p:cTn id="7" dur="400"/>
                                        <p:tgtEl>
                                          <p:spTgt spid="228"/>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400"/>
                                        <p:tgtEl>
                                          <p:spTgt spid="3">
                                            <p:txEl>
                                              <p:pRg st="0" end="0"/>
                                            </p:txEl>
                                          </p:spTgt>
                                        </p:tgtEl>
                                      </p:cBhvr>
                                    </p:animEffect>
                                    <p:anim calcmode="lin" valueType="num">
                                      <p:cBhvr>
                                        <p:cTn id="13" dur="4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400" fill="hold"/>
                                        <p:tgtEl>
                                          <p:spTgt spid="3">
                                            <p:txEl>
                                              <p:pRg st="0" end="0"/>
                                            </p:txEl>
                                          </p:spTgt>
                                        </p:tgtEl>
                                        <p:attrNameLst>
                                          <p:attrName>ppt_y</p:attrName>
                                        </p:attrNameLst>
                                      </p:cBhvr>
                                      <p:tavLst>
                                        <p:tav tm="0">
                                          <p:val>
                                            <p:strVal val="#ppt_y+.1"/>
                                          </p:val>
                                        </p:tav>
                                        <p:tav tm="100000">
                                          <p:val>
                                            <p:strVal val="#ppt_y"/>
                                          </p:val>
                                        </p:tav>
                                      </p:tavLst>
                                    </p:anim>
                                  </p:childTnLst>
                                  <p:subTnLst>
                                    <p:animClr clrSpc="rgb" dir="cw">
                                      <p:cBhvr override="childStyle">
                                        <p:cTn dur="1" fill="hold" display="0" masterRel="nextClick" afterEffect="1"/>
                                        <p:tgtEl>
                                          <p:spTgt spid="3">
                                            <p:txEl>
                                              <p:pRg st="0" end="0"/>
                                            </p:txEl>
                                          </p:spTgt>
                                        </p:tgtEl>
                                        <p:attrNameLst>
                                          <p:attrName>ppt_c</p:attrName>
                                        </p:attrNameLst>
                                      </p:cBhvr>
                                      <p:to>
                                        <a:schemeClr val="tx1"/>
                                      </p:to>
                                    </p:animClr>
                                  </p:sub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400"/>
                                        <p:tgtEl>
                                          <p:spTgt spid="3">
                                            <p:txEl>
                                              <p:pRg st="1" end="1"/>
                                            </p:txEl>
                                          </p:spTgt>
                                        </p:tgtEl>
                                      </p:cBhvr>
                                    </p:animEffect>
                                    <p:anim calcmode="lin" valueType="num">
                                      <p:cBhvr>
                                        <p:cTn id="20" dur="4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1" dur="400" fill="hold"/>
                                        <p:tgtEl>
                                          <p:spTgt spid="3">
                                            <p:txEl>
                                              <p:pRg st="1" end="1"/>
                                            </p:txEl>
                                          </p:spTgt>
                                        </p:tgtEl>
                                        <p:attrNameLst>
                                          <p:attrName>ppt_y</p:attrName>
                                        </p:attrNameLst>
                                      </p:cBhvr>
                                      <p:tavLst>
                                        <p:tav tm="0">
                                          <p:val>
                                            <p:strVal val="#ppt_y+.1"/>
                                          </p:val>
                                        </p:tav>
                                        <p:tav tm="100000">
                                          <p:val>
                                            <p:strVal val="#ppt_y"/>
                                          </p:val>
                                        </p:tav>
                                      </p:tavLst>
                                    </p:anim>
                                  </p:childTnLst>
                                  <p:subTnLst>
                                    <p:animClr clrSpc="rgb" dir="cw">
                                      <p:cBhvr override="childStyle">
                                        <p:cTn dur="1" fill="hold" display="0" masterRel="nextClick" afterEffect="1"/>
                                        <p:tgtEl>
                                          <p:spTgt spid="3">
                                            <p:txEl>
                                              <p:pRg st="1" end="1"/>
                                            </p:txEl>
                                          </p:spTgt>
                                        </p:tgtEl>
                                        <p:attrNameLst>
                                          <p:attrName>ppt_c</p:attrName>
                                        </p:attrNameLst>
                                      </p:cBhvr>
                                      <p:to>
                                        <a:schemeClr val="tx1"/>
                                      </p:to>
                                    </p:animClr>
                                  </p:subTnLst>
                                </p:cTn>
                              </p:par>
                            </p:childTnLst>
                          </p:cTn>
                        </p:par>
                      </p:childTnLst>
                    </p:cTn>
                  </p:par>
                  <p:par>
                    <p:cTn id="22" fill="hold">
                      <p:stCondLst>
                        <p:cond delay="indefinite"/>
                      </p:stCondLst>
                      <p:childTnLst>
                        <p:par>
                          <p:cTn id="23" fill="hold">
                            <p:stCondLst>
                              <p:cond delay="0"/>
                            </p:stCondLst>
                            <p:childTnLst>
                              <p:par>
                                <p:cTn id="24" presetID="22" presetClass="exit" presetSubtype="2" fill="hold" nodeType="clickEffect">
                                  <p:stCondLst>
                                    <p:cond delay="0"/>
                                  </p:stCondLst>
                                  <p:childTnLst>
                                    <p:animEffect transition="out" filter="wipe(right)">
                                      <p:cBhvr>
                                        <p:cTn id="25" dur="500"/>
                                        <p:tgtEl>
                                          <p:spTgt spid="228"/>
                                        </p:tgtEl>
                                      </p:cBhvr>
                                    </p:animEffect>
                                    <p:set>
                                      <p:cBhvr>
                                        <p:cTn id="26" dur="1" fill="hold">
                                          <p:stCondLst>
                                            <p:cond delay="499"/>
                                          </p:stCondLst>
                                        </p:cTn>
                                        <p:tgtEl>
                                          <p:spTgt spid="228"/>
                                        </p:tgtEl>
                                        <p:attrNameLst>
                                          <p:attrName>style.visibility</p:attrName>
                                        </p:attrNameLst>
                                      </p:cBhvr>
                                      <p:to>
                                        <p:strVal val="hidden"/>
                                      </p:to>
                                    </p:set>
                                  </p:childTnLst>
                                </p:cTn>
                              </p:par>
                              <p:par>
                                <p:cTn id="27" presetID="2" presetClass="exit" presetSubtype="8" accel="100000" fill="hold" grpId="1" nodeType="withEffect">
                                  <p:stCondLst>
                                    <p:cond delay="0"/>
                                  </p:stCondLst>
                                  <p:childTnLst>
                                    <p:anim calcmode="lin" valueType="num">
                                      <p:cBhvr additive="base">
                                        <p:cTn id="28" dur="500"/>
                                        <p:tgtEl>
                                          <p:spTgt spid="3">
                                            <p:txEl>
                                              <p:pRg st="0" end="0"/>
                                            </p:txEl>
                                          </p:spTgt>
                                        </p:tgtEl>
                                        <p:attrNameLst>
                                          <p:attrName>ppt_x</p:attrName>
                                        </p:attrNameLst>
                                      </p:cBhvr>
                                      <p:tavLst>
                                        <p:tav tm="0">
                                          <p:val>
                                            <p:strVal val="ppt_x"/>
                                          </p:val>
                                        </p:tav>
                                        <p:tav tm="100000">
                                          <p:val>
                                            <p:strVal val="0-ppt_w/2"/>
                                          </p:val>
                                        </p:tav>
                                      </p:tavLst>
                                    </p:anim>
                                    <p:anim calcmode="lin" valueType="num">
                                      <p:cBhvr additive="base">
                                        <p:cTn id="29" dur="500"/>
                                        <p:tgtEl>
                                          <p:spTgt spid="3">
                                            <p:txEl>
                                              <p:pRg st="0" end="0"/>
                                            </p:txEl>
                                          </p:spTgt>
                                        </p:tgtEl>
                                        <p:attrNameLst>
                                          <p:attrName>ppt_y</p:attrName>
                                        </p:attrNameLst>
                                      </p:cBhvr>
                                      <p:tavLst>
                                        <p:tav tm="0">
                                          <p:val>
                                            <p:strVal val="ppt_y"/>
                                          </p:val>
                                        </p:tav>
                                        <p:tav tm="100000">
                                          <p:val>
                                            <p:strVal val="ppt_y"/>
                                          </p:val>
                                        </p:tav>
                                      </p:tavLst>
                                    </p:anim>
                                    <p:set>
                                      <p:cBhvr>
                                        <p:cTn id="30" dur="1" fill="hold">
                                          <p:stCondLst>
                                            <p:cond delay="499"/>
                                          </p:stCondLst>
                                        </p:cTn>
                                        <p:tgtEl>
                                          <p:spTgt spid="3">
                                            <p:txEl>
                                              <p:pRg st="0" end="0"/>
                                            </p:txEl>
                                          </p:spTgt>
                                        </p:tgtEl>
                                        <p:attrNameLst>
                                          <p:attrName>style.visibility</p:attrName>
                                        </p:attrNameLst>
                                      </p:cBhvr>
                                      <p:to>
                                        <p:strVal val="hidden"/>
                                      </p:to>
                                    </p:set>
                                  </p:childTnLst>
                                </p:cTn>
                              </p:par>
                              <p:par>
                                <p:cTn id="31" presetID="2" presetClass="exit" presetSubtype="8" accel="100000" fill="hold" grpId="1" nodeType="withEffect">
                                  <p:stCondLst>
                                    <p:cond delay="0"/>
                                  </p:stCondLst>
                                  <p:childTnLst>
                                    <p:anim calcmode="lin" valueType="num">
                                      <p:cBhvr additive="base">
                                        <p:cTn id="32" dur="500"/>
                                        <p:tgtEl>
                                          <p:spTgt spid="3">
                                            <p:txEl>
                                              <p:pRg st="1" end="1"/>
                                            </p:txEl>
                                          </p:spTgt>
                                        </p:tgtEl>
                                        <p:attrNameLst>
                                          <p:attrName>ppt_x</p:attrName>
                                        </p:attrNameLst>
                                      </p:cBhvr>
                                      <p:tavLst>
                                        <p:tav tm="0">
                                          <p:val>
                                            <p:strVal val="ppt_x"/>
                                          </p:val>
                                        </p:tav>
                                        <p:tav tm="100000">
                                          <p:val>
                                            <p:strVal val="0-ppt_w/2"/>
                                          </p:val>
                                        </p:tav>
                                      </p:tavLst>
                                    </p:anim>
                                    <p:anim calcmode="lin" valueType="num">
                                      <p:cBhvr additive="base">
                                        <p:cTn id="33" dur="500"/>
                                        <p:tgtEl>
                                          <p:spTgt spid="3">
                                            <p:txEl>
                                              <p:pRg st="1" end="1"/>
                                            </p:txEl>
                                          </p:spTgt>
                                        </p:tgtEl>
                                        <p:attrNameLst>
                                          <p:attrName>ppt_y</p:attrName>
                                        </p:attrNameLst>
                                      </p:cBhvr>
                                      <p:tavLst>
                                        <p:tav tm="0">
                                          <p:val>
                                            <p:strVal val="ppt_y"/>
                                          </p:val>
                                        </p:tav>
                                        <p:tav tm="100000">
                                          <p:val>
                                            <p:strVal val="ppt_y"/>
                                          </p:val>
                                        </p:tav>
                                      </p:tavLst>
                                    </p:anim>
                                    <p:set>
                                      <p:cBhvr>
                                        <p:cTn id="34" dur="1" fill="hold">
                                          <p:stCondLst>
                                            <p:cond delay="499"/>
                                          </p:stCondLst>
                                        </p:cTn>
                                        <p:tgtEl>
                                          <p:spTgt spid="3">
                                            <p:txEl>
                                              <p:pRg st="1" end="1"/>
                                            </p:txEl>
                                          </p:spTgt>
                                        </p:tgtEl>
                                        <p:attrNameLst>
                                          <p:attrName>style.visibility</p:attrName>
                                        </p:attrNameLst>
                                      </p:cBhvr>
                                      <p:to>
                                        <p:strVal val="hidden"/>
                                      </p:to>
                                    </p:set>
                                  </p:childTnLst>
                                </p:cTn>
                              </p:par>
                              <p:par>
                                <p:cTn id="35" presetID="2" presetClass="exit" presetSubtype="8" accel="100000" fill="hold" grpId="0" nodeType="withEffect">
                                  <p:stCondLst>
                                    <p:cond delay="200"/>
                                  </p:stCondLst>
                                  <p:childTnLst>
                                    <p:anim calcmode="lin" valueType="num">
                                      <p:cBhvr additive="base">
                                        <p:cTn id="36" dur="500"/>
                                        <p:tgtEl>
                                          <p:spTgt spid="2"/>
                                        </p:tgtEl>
                                        <p:attrNameLst>
                                          <p:attrName>ppt_x</p:attrName>
                                        </p:attrNameLst>
                                      </p:cBhvr>
                                      <p:tavLst>
                                        <p:tav tm="0">
                                          <p:val>
                                            <p:strVal val="ppt_x"/>
                                          </p:val>
                                        </p:tav>
                                        <p:tav tm="100000">
                                          <p:val>
                                            <p:strVal val="0-ppt_w/2"/>
                                          </p:val>
                                        </p:tav>
                                      </p:tavLst>
                                    </p:anim>
                                    <p:anim calcmode="lin" valueType="num">
                                      <p:cBhvr additive="base">
                                        <p:cTn id="37" dur="500"/>
                                        <p:tgtEl>
                                          <p:spTgt spid="2"/>
                                        </p:tgtEl>
                                        <p:attrNameLst>
                                          <p:attrName>ppt_y</p:attrName>
                                        </p:attrNameLst>
                                      </p:cBhvr>
                                      <p:tavLst>
                                        <p:tav tm="0">
                                          <p:val>
                                            <p:strVal val="ppt_y"/>
                                          </p:val>
                                        </p:tav>
                                        <p:tav tm="100000">
                                          <p:val>
                                            <p:strVal val="ppt_y"/>
                                          </p:val>
                                        </p:tav>
                                      </p:tavLst>
                                    </p:anim>
                                    <p:set>
                                      <p:cBhvr>
                                        <p:cTn id="38"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P spid="3" grpId="1" uiExpand="1" build="p"/>
    </p:bld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a:extLst>
            <a:ext uri="{FF2B5EF4-FFF2-40B4-BE49-F238E27FC236}">
              <a16:creationId xmlns:a16="http://schemas.microsoft.com/office/drawing/2014/main" id="{48EF8E7E-7E3B-6D3F-4949-721D5EE021A0}"/>
            </a:ext>
          </a:extLst>
        </p:cNvPr>
        <p:cNvGrpSpPr/>
        <p:nvPr/>
      </p:nvGrpSpPr>
      <p:grpSpPr>
        <a:xfrm>
          <a:off x="0" y="0"/>
          <a:ext cx="0" cy="0"/>
          <a:chOff x="0" y="0"/>
          <a:chExt cx="0" cy="0"/>
        </a:xfrm>
      </p:grpSpPr>
      <p:grpSp>
        <p:nvGrpSpPr>
          <p:cNvPr id="236" name="Group 235">
            <a:extLst>
              <a:ext uri="{FF2B5EF4-FFF2-40B4-BE49-F238E27FC236}">
                <a16:creationId xmlns:a16="http://schemas.microsoft.com/office/drawing/2014/main" id="{87C767C7-CB69-535D-11EA-3F29E88593D7}"/>
              </a:ext>
            </a:extLst>
          </p:cNvPr>
          <p:cNvGrpSpPr/>
          <p:nvPr/>
        </p:nvGrpSpPr>
        <p:grpSpPr>
          <a:xfrm>
            <a:off x="-12160857" y="5698218"/>
            <a:ext cx="24384000" cy="1589314"/>
            <a:chOff x="0" y="5268686"/>
            <a:chExt cx="24384000" cy="1589314"/>
          </a:xfrm>
        </p:grpSpPr>
        <p:sp>
          <p:nvSpPr>
            <p:cNvPr id="206" name="Freeform: Shape 205">
              <a:extLst>
                <a:ext uri="{FF2B5EF4-FFF2-40B4-BE49-F238E27FC236}">
                  <a16:creationId xmlns:a16="http://schemas.microsoft.com/office/drawing/2014/main" id="{91FCAC21-79A7-DDB4-E669-0A133FFDA525}"/>
                </a:ext>
              </a:extLst>
            </p:cNvPr>
            <p:cNvSpPr/>
            <p:nvPr/>
          </p:nvSpPr>
          <p:spPr>
            <a:xfrm>
              <a:off x="0" y="5268686"/>
              <a:ext cx="12192000" cy="1589314"/>
            </a:xfrm>
            <a:custGeom>
              <a:avLst/>
              <a:gdLst>
                <a:gd name="csX0" fmla="*/ 0 w 8572500"/>
                <a:gd name="csY0" fmla="*/ 9525 h 990600"/>
                <a:gd name="csX1" fmla="*/ 390525 w 8572500"/>
                <a:gd name="csY1" fmla="*/ 38100 h 990600"/>
                <a:gd name="csX2" fmla="*/ 781050 w 8572500"/>
                <a:gd name="csY2" fmla="*/ 0 h 990600"/>
                <a:gd name="csX3" fmla="*/ 1171575 w 8572500"/>
                <a:gd name="csY3" fmla="*/ 28575 h 990600"/>
                <a:gd name="csX4" fmla="*/ 1562100 w 8572500"/>
                <a:gd name="csY4" fmla="*/ 9525 h 990600"/>
                <a:gd name="csX5" fmla="*/ 1952625 w 8572500"/>
                <a:gd name="csY5" fmla="*/ 38100 h 990600"/>
                <a:gd name="csX6" fmla="*/ 2333625 w 8572500"/>
                <a:gd name="csY6" fmla="*/ 19050 h 990600"/>
                <a:gd name="csX7" fmla="*/ 2724150 w 8572500"/>
                <a:gd name="csY7" fmla="*/ 104775 h 990600"/>
                <a:gd name="csX8" fmla="*/ 3114675 w 8572500"/>
                <a:gd name="csY8" fmla="*/ 114300 h 990600"/>
                <a:gd name="csX9" fmla="*/ 3505200 w 8572500"/>
                <a:gd name="csY9" fmla="*/ 190500 h 990600"/>
                <a:gd name="csX10" fmla="*/ 3895725 w 8572500"/>
                <a:gd name="csY10" fmla="*/ 47625 h 990600"/>
                <a:gd name="csX11" fmla="*/ 4286250 w 8572500"/>
                <a:gd name="csY11" fmla="*/ 190500 h 990600"/>
                <a:gd name="csX12" fmla="*/ 4676775 w 8572500"/>
                <a:gd name="csY12" fmla="*/ 190500 h 990600"/>
                <a:gd name="csX13" fmla="*/ 5067300 w 8572500"/>
                <a:gd name="csY13" fmla="*/ 66675 h 990600"/>
                <a:gd name="csX14" fmla="*/ 5457825 w 8572500"/>
                <a:gd name="csY14" fmla="*/ 85725 h 990600"/>
                <a:gd name="csX15" fmla="*/ 5848350 w 8572500"/>
                <a:gd name="csY15" fmla="*/ 47625 h 990600"/>
                <a:gd name="csX16" fmla="*/ 6238875 w 8572500"/>
                <a:gd name="csY16" fmla="*/ 28575 h 990600"/>
                <a:gd name="csX17" fmla="*/ 6619875 w 8572500"/>
                <a:gd name="csY17" fmla="*/ 180975 h 990600"/>
                <a:gd name="csX18" fmla="*/ 7010400 w 8572500"/>
                <a:gd name="csY18" fmla="*/ 114300 h 990600"/>
                <a:gd name="csX19" fmla="*/ 7400925 w 8572500"/>
                <a:gd name="csY19" fmla="*/ 180975 h 990600"/>
                <a:gd name="csX20" fmla="*/ 7791450 w 8572500"/>
                <a:gd name="csY20" fmla="*/ 38100 h 990600"/>
                <a:gd name="csX21" fmla="*/ 8181975 w 8572500"/>
                <a:gd name="csY21" fmla="*/ 171450 h 990600"/>
                <a:gd name="csX22" fmla="*/ 8572500 w 8572500"/>
                <a:gd name="csY22" fmla="*/ 171450 h 990600"/>
                <a:gd name="csX23" fmla="*/ 8572500 w 8572500"/>
                <a:gd name="csY23" fmla="*/ 990600 h 990600"/>
                <a:gd name="csX24" fmla="*/ 8181975 w 8572500"/>
                <a:gd name="csY24" fmla="*/ 990600 h 990600"/>
                <a:gd name="csX25" fmla="*/ 7791450 w 8572500"/>
                <a:gd name="csY25" fmla="*/ 990600 h 990600"/>
                <a:gd name="csX26" fmla="*/ 7400925 w 8572500"/>
                <a:gd name="csY26" fmla="*/ 990600 h 990600"/>
                <a:gd name="csX27" fmla="*/ 7010400 w 8572500"/>
                <a:gd name="csY27" fmla="*/ 990600 h 990600"/>
                <a:gd name="csX28" fmla="*/ 6619875 w 8572500"/>
                <a:gd name="csY28" fmla="*/ 990600 h 990600"/>
                <a:gd name="csX29" fmla="*/ 6238875 w 8572500"/>
                <a:gd name="csY29" fmla="*/ 990600 h 990600"/>
                <a:gd name="csX30" fmla="*/ 5848350 w 8572500"/>
                <a:gd name="csY30" fmla="*/ 990600 h 990600"/>
                <a:gd name="csX31" fmla="*/ 5457825 w 8572500"/>
                <a:gd name="csY31" fmla="*/ 990600 h 990600"/>
                <a:gd name="csX32" fmla="*/ 5067300 w 8572500"/>
                <a:gd name="csY32" fmla="*/ 990600 h 990600"/>
                <a:gd name="csX33" fmla="*/ 4676775 w 8572500"/>
                <a:gd name="csY33" fmla="*/ 990600 h 990600"/>
                <a:gd name="csX34" fmla="*/ 4286250 w 8572500"/>
                <a:gd name="csY34" fmla="*/ 990600 h 990600"/>
                <a:gd name="csX35" fmla="*/ 3895725 w 8572500"/>
                <a:gd name="csY35" fmla="*/ 990600 h 990600"/>
                <a:gd name="csX36" fmla="*/ 3505200 w 8572500"/>
                <a:gd name="csY36" fmla="*/ 990600 h 990600"/>
                <a:gd name="csX37" fmla="*/ 3114675 w 8572500"/>
                <a:gd name="csY37" fmla="*/ 990600 h 990600"/>
                <a:gd name="csX38" fmla="*/ 2724150 w 8572500"/>
                <a:gd name="csY38" fmla="*/ 990600 h 990600"/>
                <a:gd name="csX39" fmla="*/ 2333625 w 8572500"/>
                <a:gd name="csY39" fmla="*/ 990600 h 990600"/>
                <a:gd name="csX40" fmla="*/ 1952625 w 8572500"/>
                <a:gd name="csY40" fmla="*/ 990600 h 990600"/>
                <a:gd name="csX41" fmla="*/ 1562100 w 8572500"/>
                <a:gd name="csY41" fmla="*/ 990600 h 990600"/>
                <a:gd name="csX42" fmla="*/ 1171575 w 8572500"/>
                <a:gd name="csY42" fmla="*/ 990600 h 990600"/>
                <a:gd name="csX43" fmla="*/ 781050 w 8572500"/>
                <a:gd name="csY43" fmla="*/ 990600 h 990600"/>
                <a:gd name="csX44" fmla="*/ 390525 w 8572500"/>
                <a:gd name="csY44" fmla="*/ 990600 h 990600"/>
                <a:gd name="csX45" fmla="*/ 0 w 8572500"/>
                <a:gd name="csY45" fmla="*/ 990600 h 990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990600">
                  <a:moveTo>
                    <a:pt x="0" y="9525"/>
                  </a:moveTo>
                  <a:lnTo>
                    <a:pt x="390525" y="38100"/>
                  </a:lnTo>
                  <a:lnTo>
                    <a:pt x="781050" y="0"/>
                  </a:lnTo>
                  <a:lnTo>
                    <a:pt x="1171575" y="28575"/>
                  </a:lnTo>
                  <a:lnTo>
                    <a:pt x="1562100" y="9525"/>
                  </a:lnTo>
                  <a:lnTo>
                    <a:pt x="1952625" y="38100"/>
                  </a:lnTo>
                  <a:lnTo>
                    <a:pt x="2333625" y="19050"/>
                  </a:lnTo>
                  <a:lnTo>
                    <a:pt x="2724150" y="104775"/>
                  </a:lnTo>
                  <a:lnTo>
                    <a:pt x="3114675" y="114300"/>
                  </a:lnTo>
                  <a:lnTo>
                    <a:pt x="3505200" y="190500"/>
                  </a:lnTo>
                  <a:lnTo>
                    <a:pt x="3895725" y="47625"/>
                  </a:lnTo>
                  <a:lnTo>
                    <a:pt x="4286250" y="190500"/>
                  </a:lnTo>
                  <a:lnTo>
                    <a:pt x="4676775" y="190500"/>
                  </a:lnTo>
                  <a:lnTo>
                    <a:pt x="5067300" y="66675"/>
                  </a:lnTo>
                  <a:lnTo>
                    <a:pt x="5457825" y="85725"/>
                  </a:lnTo>
                  <a:lnTo>
                    <a:pt x="5848350" y="47625"/>
                  </a:lnTo>
                  <a:lnTo>
                    <a:pt x="6238875" y="28575"/>
                  </a:lnTo>
                  <a:lnTo>
                    <a:pt x="6619875" y="180975"/>
                  </a:lnTo>
                  <a:lnTo>
                    <a:pt x="7010400" y="114300"/>
                  </a:lnTo>
                  <a:lnTo>
                    <a:pt x="7400925" y="180975"/>
                  </a:lnTo>
                  <a:lnTo>
                    <a:pt x="7791450" y="38100"/>
                  </a:lnTo>
                  <a:lnTo>
                    <a:pt x="8181975" y="171450"/>
                  </a:lnTo>
                  <a:lnTo>
                    <a:pt x="8572500" y="171450"/>
                  </a:lnTo>
                  <a:lnTo>
                    <a:pt x="8572500" y="990600"/>
                  </a:lnTo>
                  <a:lnTo>
                    <a:pt x="8181975" y="990600"/>
                  </a:lnTo>
                  <a:lnTo>
                    <a:pt x="7791450" y="990600"/>
                  </a:lnTo>
                  <a:lnTo>
                    <a:pt x="7400925" y="990600"/>
                  </a:lnTo>
                  <a:lnTo>
                    <a:pt x="7010400" y="990600"/>
                  </a:lnTo>
                  <a:lnTo>
                    <a:pt x="6619875" y="990600"/>
                  </a:lnTo>
                  <a:lnTo>
                    <a:pt x="6238875" y="990600"/>
                  </a:lnTo>
                  <a:lnTo>
                    <a:pt x="5848350" y="990600"/>
                  </a:lnTo>
                  <a:lnTo>
                    <a:pt x="5457825" y="990600"/>
                  </a:lnTo>
                  <a:lnTo>
                    <a:pt x="5067300" y="990600"/>
                  </a:lnTo>
                  <a:lnTo>
                    <a:pt x="4676775" y="990600"/>
                  </a:lnTo>
                  <a:lnTo>
                    <a:pt x="4286250" y="990600"/>
                  </a:lnTo>
                  <a:lnTo>
                    <a:pt x="3895725" y="990600"/>
                  </a:lnTo>
                  <a:lnTo>
                    <a:pt x="3505200" y="990600"/>
                  </a:lnTo>
                  <a:lnTo>
                    <a:pt x="3114675" y="990600"/>
                  </a:lnTo>
                  <a:lnTo>
                    <a:pt x="2724150" y="990600"/>
                  </a:lnTo>
                  <a:lnTo>
                    <a:pt x="2333625" y="990600"/>
                  </a:lnTo>
                  <a:lnTo>
                    <a:pt x="1952625" y="990600"/>
                  </a:lnTo>
                  <a:lnTo>
                    <a:pt x="1562100" y="990600"/>
                  </a:lnTo>
                  <a:lnTo>
                    <a:pt x="1171575" y="990600"/>
                  </a:lnTo>
                  <a:lnTo>
                    <a:pt x="781050" y="990600"/>
                  </a:lnTo>
                  <a:lnTo>
                    <a:pt x="390525" y="990600"/>
                  </a:lnTo>
                  <a:lnTo>
                    <a:pt x="0" y="990600"/>
                  </a:lnTo>
                  <a:close/>
                </a:path>
              </a:pathLst>
            </a:custGeom>
            <a:solidFill>
              <a:schemeClr val="accent2">
                <a:lumMod val="20000"/>
                <a:lumOff val="80000"/>
              </a:schemeClr>
            </a:solidFill>
            <a:ln w="9525" cap="flat">
              <a:noFill/>
              <a:prstDash val="solid"/>
              <a:miter/>
            </a:ln>
          </p:spPr>
          <p:txBody>
            <a:bodyPr/>
            <a:lstStyle/>
            <a:p>
              <a:endParaRPr lang="en-US"/>
            </a:p>
          </p:txBody>
        </p:sp>
        <p:sp>
          <p:nvSpPr>
            <p:cNvPr id="207" name="Freeform: Shape 206">
              <a:extLst>
                <a:ext uri="{FF2B5EF4-FFF2-40B4-BE49-F238E27FC236}">
                  <a16:creationId xmlns:a16="http://schemas.microsoft.com/office/drawing/2014/main" id="{94AF94D5-1222-C904-6F80-B95E21303A71}"/>
                </a:ext>
              </a:extLst>
            </p:cNvPr>
            <p:cNvSpPr/>
            <p:nvPr/>
          </p:nvSpPr>
          <p:spPr>
            <a:xfrm>
              <a:off x="0" y="5543760"/>
              <a:ext cx="12192000" cy="1314240"/>
            </a:xfrm>
            <a:custGeom>
              <a:avLst/>
              <a:gdLst>
                <a:gd name="csX0" fmla="*/ 0 w 8572500"/>
                <a:gd name="csY0" fmla="*/ 38100 h 819150"/>
                <a:gd name="csX1" fmla="*/ 390525 w 8572500"/>
                <a:gd name="csY1" fmla="*/ 95250 h 819150"/>
                <a:gd name="csX2" fmla="*/ 781050 w 8572500"/>
                <a:gd name="csY2" fmla="*/ 66675 h 819150"/>
                <a:gd name="csX3" fmla="*/ 1171575 w 8572500"/>
                <a:gd name="csY3" fmla="*/ 19050 h 819150"/>
                <a:gd name="csX4" fmla="*/ 1562100 w 8572500"/>
                <a:gd name="csY4" fmla="*/ 142875 h 819150"/>
                <a:gd name="csX5" fmla="*/ 1952625 w 8572500"/>
                <a:gd name="csY5" fmla="*/ 161925 h 819150"/>
                <a:gd name="csX6" fmla="*/ 2333625 w 8572500"/>
                <a:gd name="csY6" fmla="*/ 47625 h 819150"/>
                <a:gd name="csX7" fmla="*/ 2724150 w 8572500"/>
                <a:gd name="csY7" fmla="*/ 123825 h 819150"/>
                <a:gd name="csX8" fmla="*/ 3114675 w 8572500"/>
                <a:gd name="csY8" fmla="*/ 95250 h 819150"/>
                <a:gd name="csX9" fmla="*/ 3505200 w 8572500"/>
                <a:gd name="csY9" fmla="*/ 190500 h 819150"/>
                <a:gd name="csX10" fmla="*/ 3895725 w 8572500"/>
                <a:gd name="csY10" fmla="*/ 142875 h 819150"/>
                <a:gd name="csX11" fmla="*/ 4286250 w 8572500"/>
                <a:gd name="csY11" fmla="*/ 28575 h 819150"/>
                <a:gd name="csX12" fmla="*/ 4676775 w 8572500"/>
                <a:gd name="csY12" fmla="*/ 190500 h 819150"/>
                <a:gd name="csX13" fmla="*/ 5067300 w 8572500"/>
                <a:gd name="csY13" fmla="*/ 142875 h 819150"/>
                <a:gd name="csX14" fmla="*/ 5457825 w 8572500"/>
                <a:gd name="csY14" fmla="*/ 0 h 819150"/>
                <a:gd name="csX15" fmla="*/ 5848350 w 8572500"/>
                <a:gd name="csY15" fmla="*/ 47625 h 819150"/>
                <a:gd name="csX16" fmla="*/ 6238875 w 8572500"/>
                <a:gd name="csY16" fmla="*/ 142875 h 819150"/>
                <a:gd name="csX17" fmla="*/ 6619875 w 8572500"/>
                <a:gd name="csY17" fmla="*/ 57150 h 819150"/>
                <a:gd name="csX18" fmla="*/ 7010400 w 8572500"/>
                <a:gd name="csY18" fmla="*/ 114300 h 819150"/>
                <a:gd name="csX19" fmla="*/ 7400925 w 8572500"/>
                <a:gd name="csY19" fmla="*/ 66675 h 819150"/>
                <a:gd name="csX20" fmla="*/ 7791450 w 8572500"/>
                <a:gd name="csY20" fmla="*/ 171450 h 819150"/>
                <a:gd name="csX21" fmla="*/ 8181975 w 8572500"/>
                <a:gd name="csY21" fmla="*/ 57150 h 819150"/>
                <a:gd name="csX22" fmla="*/ 8572500 w 8572500"/>
                <a:gd name="csY22" fmla="*/ 28575 h 819150"/>
                <a:gd name="csX23" fmla="*/ 8572500 w 8572500"/>
                <a:gd name="csY23" fmla="*/ 819150 h 819150"/>
                <a:gd name="csX24" fmla="*/ 8181975 w 8572500"/>
                <a:gd name="csY24" fmla="*/ 819150 h 819150"/>
                <a:gd name="csX25" fmla="*/ 7791450 w 8572500"/>
                <a:gd name="csY25" fmla="*/ 819150 h 819150"/>
                <a:gd name="csX26" fmla="*/ 7400925 w 8572500"/>
                <a:gd name="csY26" fmla="*/ 819150 h 819150"/>
                <a:gd name="csX27" fmla="*/ 7010400 w 8572500"/>
                <a:gd name="csY27" fmla="*/ 819150 h 819150"/>
                <a:gd name="csX28" fmla="*/ 6619875 w 8572500"/>
                <a:gd name="csY28" fmla="*/ 819150 h 819150"/>
                <a:gd name="csX29" fmla="*/ 6238875 w 8572500"/>
                <a:gd name="csY29" fmla="*/ 819150 h 819150"/>
                <a:gd name="csX30" fmla="*/ 5848350 w 8572500"/>
                <a:gd name="csY30" fmla="*/ 819150 h 819150"/>
                <a:gd name="csX31" fmla="*/ 5457825 w 8572500"/>
                <a:gd name="csY31" fmla="*/ 819150 h 819150"/>
                <a:gd name="csX32" fmla="*/ 5067300 w 8572500"/>
                <a:gd name="csY32" fmla="*/ 819150 h 819150"/>
                <a:gd name="csX33" fmla="*/ 4676775 w 8572500"/>
                <a:gd name="csY33" fmla="*/ 819150 h 819150"/>
                <a:gd name="csX34" fmla="*/ 4286250 w 8572500"/>
                <a:gd name="csY34" fmla="*/ 819150 h 819150"/>
                <a:gd name="csX35" fmla="*/ 3895725 w 8572500"/>
                <a:gd name="csY35" fmla="*/ 819150 h 819150"/>
                <a:gd name="csX36" fmla="*/ 3505200 w 8572500"/>
                <a:gd name="csY36" fmla="*/ 819150 h 819150"/>
                <a:gd name="csX37" fmla="*/ 3114675 w 8572500"/>
                <a:gd name="csY37" fmla="*/ 819150 h 819150"/>
                <a:gd name="csX38" fmla="*/ 2724150 w 8572500"/>
                <a:gd name="csY38" fmla="*/ 819150 h 819150"/>
                <a:gd name="csX39" fmla="*/ 2333625 w 8572500"/>
                <a:gd name="csY39" fmla="*/ 819150 h 819150"/>
                <a:gd name="csX40" fmla="*/ 1952625 w 8572500"/>
                <a:gd name="csY40" fmla="*/ 819150 h 819150"/>
                <a:gd name="csX41" fmla="*/ 1562100 w 8572500"/>
                <a:gd name="csY41" fmla="*/ 819150 h 819150"/>
                <a:gd name="csX42" fmla="*/ 1171575 w 8572500"/>
                <a:gd name="csY42" fmla="*/ 819150 h 819150"/>
                <a:gd name="csX43" fmla="*/ 781050 w 8572500"/>
                <a:gd name="csY43" fmla="*/ 819150 h 819150"/>
                <a:gd name="csX44" fmla="*/ 390525 w 8572500"/>
                <a:gd name="csY44" fmla="*/ 819150 h 819150"/>
                <a:gd name="csX45" fmla="*/ 0 w 8572500"/>
                <a:gd name="csY45" fmla="*/ 819150 h 8191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819150">
                  <a:moveTo>
                    <a:pt x="0" y="38100"/>
                  </a:moveTo>
                  <a:lnTo>
                    <a:pt x="390525" y="95250"/>
                  </a:lnTo>
                  <a:lnTo>
                    <a:pt x="781050" y="66675"/>
                  </a:lnTo>
                  <a:lnTo>
                    <a:pt x="1171575" y="19050"/>
                  </a:lnTo>
                  <a:lnTo>
                    <a:pt x="1562100" y="142875"/>
                  </a:lnTo>
                  <a:lnTo>
                    <a:pt x="1952625" y="161925"/>
                  </a:lnTo>
                  <a:lnTo>
                    <a:pt x="2333625" y="47625"/>
                  </a:lnTo>
                  <a:lnTo>
                    <a:pt x="2724150" y="123825"/>
                  </a:lnTo>
                  <a:lnTo>
                    <a:pt x="3114675" y="95250"/>
                  </a:lnTo>
                  <a:lnTo>
                    <a:pt x="3505200" y="190500"/>
                  </a:lnTo>
                  <a:lnTo>
                    <a:pt x="3895725" y="142875"/>
                  </a:lnTo>
                  <a:lnTo>
                    <a:pt x="4286250" y="28575"/>
                  </a:lnTo>
                  <a:lnTo>
                    <a:pt x="4676775" y="190500"/>
                  </a:lnTo>
                  <a:lnTo>
                    <a:pt x="5067300" y="142875"/>
                  </a:lnTo>
                  <a:lnTo>
                    <a:pt x="5457825" y="0"/>
                  </a:lnTo>
                  <a:lnTo>
                    <a:pt x="5848350" y="47625"/>
                  </a:lnTo>
                  <a:lnTo>
                    <a:pt x="6238875" y="142875"/>
                  </a:lnTo>
                  <a:lnTo>
                    <a:pt x="6619875" y="57150"/>
                  </a:lnTo>
                  <a:lnTo>
                    <a:pt x="7010400" y="114300"/>
                  </a:lnTo>
                  <a:lnTo>
                    <a:pt x="7400925" y="66675"/>
                  </a:lnTo>
                  <a:lnTo>
                    <a:pt x="7791450" y="171450"/>
                  </a:lnTo>
                  <a:lnTo>
                    <a:pt x="8181975" y="57150"/>
                  </a:lnTo>
                  <a:lnTo>
                    <a:pt x="8572500" y="28575"/>
                  </a:lnTo>
                  <a:lnTo>
                    <a:pt x="8572500" y="819150"/>
                  </a:lnTo>
                  <a:lnTo>
                    <a:pt x="8181975" y="819150"/>
                  </a:lnTo>
                  <a:lnTo>
                    <a:pt x="7791450" y="819150"/>
                  </a:lnTo>
                  <a:lnTo>
                    <a:pt x="7400925" y="819150"/>
                  </a:lnTo>
                  <a:lnTo>
                    <a:pt x="7010400" y="819150"/>
                  </a:lnTo>
                  <a:lnTo>
                    <a:pt x="6619875" y="819150"/>
                  </a:lnTo>
                  <a:lnTo>
                    <a:pt x="6238875" y="819150"/>
                  </a:lnTo>
                  <a:lnTo>
                    <a:pt x="5848350" y="819150"/>
                  </a:lnTo>
                  <a:lnTo>
                    <a:pt x="5457825" y="819150"/>
                  </a:lnTo>
                  <a:lnTo>
                    <a:pt x="5067300" y="819150"/>
                  </a:lnTo>
                  <a:lnTo>
                    <a:pt x="4676775" y="819150"/>
                  </a:lnTo>
                  <a:lnTo>
                    <a:pt x="4286250" y="819150"/>
                  </a:lnTo>
                  <a:lnTo>
                    <a:pt x="3895725" y="819150"/>
                  </a:lnTo>
                  <a:lnTo>
                    <a:pt x="3505200" y="819150"/>
                  </a:lnTo>
                  <a:lnTo>
                    <a:pt x="3114675" y="819150"/>
                  </a:lnTo>
                  <a:lnTo>
                    <a:pt x="2724150" y="819150"/>
                  </a:lnTo>
                  <a:lnTo>
                    <a:pt x="2333625" y="819150"/>
                  </a:lnTo>
                  <a:lnTo>
                    <a:pt x="1952625" y="819150"/>
                  </a:lnTo>
                  <a:lnTo>
                    <a:pt x="1562100" y="819150"/>
                  </a:lnTo>
                  <a:lnTo>
                    <a:pt x="1171575" y="819150"/>
                  </a:lnTo>
                  <a:lnTo>
                    <a:pt x="781050" y="819150"/>
                  </a:lnTo>
                  <a:lnTo>
                    <a:pt x="390525" y="819150"/>
                  </a:lnTo>
                  <a:lnTo>
                    <a:pt x="0" y="819150"/>
                  </a:lnTo>
                  <a:close/>
                </a:path>
              </a:pathLst>
            </a:custGeom>
            <a:solidFill>
              <a:schemeClr val="accent2">
                <a:lumMod val="40000"/>
                <a:lumOff val="60000"/>
              </a:schemeClr>
            </a:solidFill>
            <a:ln w="9525" cap="flat">
              <a:noFill/>
              <a:prstDash val="solid"/>
              <a:miter/>
            </a:ln>
          </p:spPr>
          <p:txBody>
            <a:bodyPr/>
            <a:lstStyle/>
            <a:p>
              <a:endParaRPr lang="en-US"/>
            </a:p>
          </p:txBody>
        </p:sp>
        <p:sp>
          <p:nvSpPr>
            <p:cNvPr id="208" name="Freeform: Shape 207">
              <a:extLst>
                <a:ext uri="{FF2B5EF4-FFF2-40B4-BE49-F238E27FC236}">
                  <a16:creationId xmlns:a16="http://schemas.microsoft.com/office/drawing/2014/main" id="{40705710-1355-A008-9996-B16831FDCD82}"/>
                </a:ext>
              </a:extLst>
            </p:cNvPr>
            <p:cNvSpPr/>
            <p:nvPr/>
          </p:nvSpPr>
          <p:spPr>
            <a:xfrm>
              <a:off x="0" y="5834115"/>
              <a:ext cx="12192000" cy="1023885"/>
            </a:xfrm>
            <a:custGeom>
              <a:avLst/>
              <a:gdLst>
                <a:gd name="csX0" fmla="*/ 0 w 8572500"/>
                <a:gd name="csY0" fmla="*/ 76200 h 638175"/>
                <a:gd name="csX1" fmla="*/ 390525 w 8572500"/>
                <a:gd name="csY1" fmla="*/ 9525 h 638175"/>
                <a:gd name="csX2" fmla="*/ 781050 w 8572500"/>
                <a:gd name="csY2" fmla="*/ 123825 h 638175"/>
                <a:gd name="csX3" fmla="*/ 1171575 w 8572500"/>
                <a:gd name="csY3" fmla="*/ 142875 h 638175"/>
                <a:gd name="csX4" fmla="*/ 1562100 w 8572500"/>
                <a:gd name="csY4" fmla="*/ 76200 h 638175"/>
                <a:gd name="csX5" fmla="*/ 1952625 w 8572500"/>
                <a:gd name="csY5" fmla="*/ 76200 h 638175"/>
                <a:gd name="csX6" fmla="*/ 2333625 w 8572500"/>
                <a:gd name="csY6" fmla="*/ 171450 h 638175"/>
                <a:gd name="csX7" fmla="*/ 2724150 w 8572500"/>
                <a:gd name="csY7" fmla="*/ 76200 h 638175"/>
                <a:gd name="csX8" fmla="*/ 3114675 w 8572500"/>
                <a:gd name="csY8" fmla="*/ 123825 h 638175"/>
                <a:gd name="csX9" fmla="*/ 3505200 w 8572500"/>
                <a:gd name="csY9" fmla="*/ 142875 h 638175"/>
                <a:gd name="csX10" fmla="*/ 3895725 w 8572500"/>
                <a:gd name="csY10" fmla="*/ 19050 h 638175"/>
                <a:gd name="csX11" fmla="*/ 4286250 w 8572500"/>
                <a:gd name="csY11" fmla="*/ 123825 h 638175"/>
                <a:gd name="csX12" fmla="*/ 4676775 w 8572500"/>
                <a:gd name="csY12" fmla="*/ 142875 h 638175"/>
                <a:gd name="csX13" fmla="*/ 5067300 w 8572500"/>
                <a:gd name="csY13" fmla="*/ 152400 h 638175"/>
                <a:gd name="csX14" fmla="*/ 5457825 w 8572500"/>
                <a:gd name="csY14" fmla="*/ 133350 h 638175"/>
                <a:gd name="csX15" fmla="*/ 5848350 w 8572500"/>
                <a:gd name="csY15" fmla="*/ 0 h 638175"/>
                <a:gd name="csX16" fmla="*/ 6238875 w 8572500"/>
                <a:gd name="csY16" fmla="*/ 66675 h 638175"/>
                <a:gd name="csX17" fmla="*/ 6619875 w 8572500"/>
                <a:gd name="csY17" fmla="*/ 28575 h 638175"/>
                <a:gd name="csX18" fmla="*/ 7010400 w 8572500"/>
                <a:gd name="csY18" fmla="*/ 28575 h 638175"/>
                <a:gd name="csX19" fmla="*/ 7400925 w 8572500"/>
                <a:gd name="csY19" fmla="*/ 47625 h 638175"/>
                <a:gd name="csX20" fmla="*/ 7791450 w 8572500"/>
                <a:gd name="csY20" fmla="*/ 161925 h 638175"/>
                <a:gd name="csX21" fmla="*/ 8181975 w 8572500"/>
                <a:gd name="csY21" fmla="*/ 47625 h 638175"/>
                <a:gd name="csX22" fmla="*/ 8572500 w 8572500"/>
                <a:gd name="csY22" fmla="*/ 47625 h 638175"/>
                <a:gd name="csX23" fmla="*/ 8572500 w 8572500"/>
                <a:gd name="csY23" fmla="*/ 638175 h 638175"/>
                <a:gd name="csX24" fmla="*/ 8181975 w 8572500"/>
                <a:gd name="csY24" fmla="*/ 638175 h 638175"/>
                <a:gd name="csX25" fmla="*/ 7791450 w 8572500"/>
                <a:gd name="csY25" fmla="*/ 638175 h 638175"/>
                <a:gd name="csX26" fmla="*/ 7400925 w 8572500"/>
                <a:gd name="csY26" fmla="*/ 638175 h 638175"/>
                <a:gd name="csX27" fmla="*/ 7010400 w 8572500"/>
                <a:gd name="csY27" fmla="*/ 638175 h 638175"/>
                <a:gd name="csX28" fmla="*/ 6619875 w 8572500"/>
                <a:gd name="csY28" fmla="*/ 638175 h 638175"/>
                <a:gd name="csX29" fmla="*/ 6238875 w 8572500"/>
                <a:gd name="csY29" fmla="*/ 638175 h 638175"/>
                <a:gd name="csX30" fmla="*/ 5848350 w 8572500"/>
                <a:gd name="csY30" fmla="*/ 638175 h 638175"/>
                <a:gd name="csX31" fmla="*/ 5457825 w 8572500"/>
                <a:gd name="csY31" fmla="*/ 638175 h 638175"/>
                <a:gd name="csX32" fmla="*/ 5067300 w 8572500"/>
                <a:gd name="csY32" fmla="*/ 638175 h 638175"/>
                <a:gd name="csX33" fmla="*/ 4676775 w 8572500"/>
                <a:gd name="csY33" fmla="*/ 638175 h 638175"/>
                <a:gd name="csX34" fmla="*/ 4286250 w 8572500"/>
                <a:gd name="csY34" fmla="*/ 638175 h 638175"/>
                <a:gd name="csX35" fmla="*/ 3895725 w 8572500"/>
                <a:gd name="csY35" fmla="*/ 638175 h 638175"/>
                <a:gd name="csX36" fmla="*/ 3505200 w 8572500"/>
                <a:gd name="csY36" fmla="*/ 638175 h 638175"/>
                <a:gd name="csX37" fmla="*/ 3114675 w 8572500"/>
                <a:gd name="csY37" fmla="*/ 638175 h 638175"/>
                <a:gd name="csX38" fmla="*/ 2724150 w 8572500"/>
                <a:gd name="csY38" fmla="*/ 638175 h 638175"/>
                <a:gd name="csX39" fmla="*/ 2333625 w 8572500"/>
                <a:gd name="csY39" fmla="*/ 638175 h 638175"/>
                <a:gd name="csX40" fmla="*/ 1952625 w 8572500"/>
                <a:gd name="csY40" fmla="*/ 638175 h 638175"/>
                <a:gd name="csX41" fmla="*/ 1562100 w 8572500"/>
                <a:gd name="csY41" fmla="*/ 638175 h 638175"/>
                <a:gd name="csX42" fmla="*/ 1171575 w 8572500"/>
                <a:gd name="csY42" fmla="*/ 638175 h 638175"/>
                <a:gd name="csX43" fmla="*/ 781050 w 8572500"/>
                <a:gd name="csY43" fmla="*/ 638175 h 638175"/>
                <a:gd name="csX44" fmla="*/ 390525 w 8572500"/>
                <a:gd name="csY44" fmla="*/ 638175 h 638175"/>
                <a:gd name="csX45" fmla="*/ 0 w 8572500"/>
                <a:gd name="csY45" fmla="*/ 638175 h 6381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638175">
                  <a:moveTo>
                    <a:pt x="0" y="76200"/>
                  </a:moveTo>
                  <a:lnTo>
                    <a:pt x="390525" y="9525"/>
                  </a:lnTo>
                  <a:lnTo>
                    <a:pt x="781050" y="123825"/>
                  </a:lnTo>
                  <a:lnTo>
                    <a:pt x="1171575" y="142875"/>
                  </a:lnTo>
                  <a:lnTo>
                    <a:pt x="1562100" y="76200"/>
                  </a:lnTo>
                  <a:lnTo>
                    <a:pt x="1952625" y="76200"/>
                  </a:lnTo>
                  <a:lnTo>
                    <a:pt x="2333625" y="171450"/>
                  </a:lnTo>
                  <a:lnTo>
                    <a:pt x="2724150" y="76200"/>
                  </a:lnTo>
                  <a:lnTo>
                    <a:pt x="3114675" y="123825"/>
                  </a:lnTo>
                  <a:lnTo>
                    <a:pt x="3505200" y="142875"/>
                  </a:lnTo>
                  <a:lnTo>
                    <a:pt x="3895725" y="19050"/>
                  </a:lnTo>
                  <a:lnTo>
                    <a:pt x="4286250" y="123825"/>
                  </a:lnTo>
                  <a:lnTo>
                    <a:pt x="4676775" y="142875"/>
                  </a:lnTo>
                  <a:lnTo>
                    <a:pt x="5067300" y="152400"/>
                  </a:lnTo>
                  <a:lnTo>
                    <a:pt x="5457825" y="133350"/>
                  </a:lnTo>
                  <a:lnTo>
                    <a:pt x="5848350" y="0"/>
                  </a:lnTo>
                  <a:lnTo>
                    <a:pt x="6238875" y="66675"/>
                  </a:lnTo>
                  <a:lnTo>
                    <a:pt x="6619875" y="28575"/>
                  </a:lnTo>
                  <a:lnTo>
                    <a:pt x="7010400" y="28575"/>
                  </a:lnTo>
                  <a:lnTo>
                    <a:pt x="7400925" y="47625"/>
                  </a:lnTo>
                  <a:lnTo>
                    <a:pt x="7791450" y="161925"/>
                  </a:lnTo>
                  <a:lnTo>
                    <a:pt x="8181975" y="47625"/>
                  </a:lnTo>
                  <a:lnTo>
                    <a:pt x="8572500" y="47625"/>
                  </a:lnTo>
                  <a:lnTo>
                    <a:pt x="8572500" y="638175"/>
                  </a:lnTo>
                  <a:lnTo>
                    <a:pt x="8181975" y="638175"/>
                  </a:lnTo>
                  <a:lnTo>
                    <a:pt x="7791450" y="638175"/>
                  </a:lnTo>
                  <a:lnTo>
                    <a:pt x="7400925" y="638175"/>
                  </a:lnTo>
                  <a:lnTo>
                    <a:pt x="7010400" y="638175"/>
                  </a:lnTo>
                  <a:lnTo>
                    <a:pt x="6619875" y="638175"/>
                  </a:lnTo>
                  <a:lnTo>
                    <a:pt x="6238875" y="638175"/>
                  </a:lnTo>
                  <a:lnTo>
                    <a:pt x="5848350" y="638175"/>
                  </a:lnTo>
                  <a:lnTo>
                    <a:pt x="5457825" y="638175"/>
                  </a:lnTo>
                  <a:lnTo>
                    <a:pt x="5067300" y="638175"/>
                  </a:lnTo>
                  <a:lnTo>
                    <a:pt x="4676775" y="638175"/>
                  </a:lnTo>
                  <a:lnTo>
                    <a:pt x="4286250" y="638175"/>
                  </a:lnTo>
                  <a:lnTo>
                    <a:pt x="3895725" y="638175"/>
                  </a:lnTo>
                  <a:lnTo>
                    <a:pt x="3505200" y="638175"/>
                  </a:lnTo>
                  <a:lnTo>
                    <a:pt x="3114675" y="638175"/>
                  </a:lnTo>
                  <a:lnTo>
                    <a:pt x="2724150" y="638175"/>
                  </a:lnTo>
                  <a:lnTo>
                    <a:pt x="2333625" y="638175"/>
                  </a:lnTo>
                  <a:lnTo>
                    <a:pt x="1952625" y="638175"/>
                  </a:lnTo>
                  <a:lnTo>
                    <a:pt x="1562100" y="638175"/>
                  </a:lnTo>
                  <a:lnTo>
                    <a:pt x="1171575" y="638175"/>
                  </a:lnTo>
                  <a:lnTo>
                    <a:pt x="781050" y="638175"/>
                  </a:lnTo>
                  <a:lnTo>
                    <a:pt x="390525" y="638175"/>
                  </a:lnTo>
                  <a:lnTo>
                    <a:pt x="0" y="638175"/>
                  </a:lnTo>
                  <a:close/>
                </a:path>
              </a:pathLst>
            </a:custGeom>
            <a:solidFill>
              <a:schemeClr val="accent2">
                <a:lumMod val="60000"/>
                <a:lumOff val="40000"/>
              </a:schemeClr>
            </a:solidFill>
            <a:ln w="9525" cap="flat">
              <a:noFill/>
              <a:prstDash val="solid"/>
              <a:miter/>
            </a:ln>
          </p:spPr>
          <p:txBody>
            <a:bodyPr/>
            <a:lstStyle/>
            <a:p>
              <a:endParaRPr lang="en-US"/>
            </a:p>
          </p:txBody>
        </p:sp>
        <p:sp>
          <p:nvSpPr>
            <p:cNvPr id="209" name="Freeform: Shape 208">
              <a:extLst>
                <a:ext uri="{FF2B5EF4-FFF2-40B4-BE49-F238E27FC236}">
                  <a16:creationId xmlns:a16="http://schemas.microsoft.com/office/drawing/2014/main" id="{63F0563D-DB42-8CC5-33E2-AFF68693A8C3}"/>
                </a:ext>
              </a:extLst>
            </p:cNvPr>
            <p:cNvSpPr/>
            <p:nvPr/>
          </p:nvSpPr>
          <p:spPr>
            <a:xfrm>
              <a:off x="0" y="6109189"/>
              <a:ext cx="12192000" cy="748811"/>
            </a:xfrm>
            <a:custGeom>
              <a:avLst/>
              <a:gdLst>
                <a:gd name="csX0" fmla="*/ 0 w 8572500"/>
                <a:gd name="csY0" fmla="*/ 152400 h 466725"/>
                <a:gd name="csX1" fmla="*/ 390525 w 8572500"/>
                <a:gd name="csY1" fmla="*/ 104775 h 466725"/>
                <a:gd name="csX2" fmla="*/ 781050 w 8572500"/>
                <a:gd name="csY2" fmla="*/ 57150 h 466725"/>
                <a:gd name="csX3" fmla="*/ 1171575 w 8572500"/>
                <a:gd name="csY3" fmla="*/ 28575 h 466725"/>
                <a:gd name="csX4" fmla="*/ 1562100 w 8572500"/>
                <a:gd name="csY4" fmla="*/ 123825 h 466725"/>
                <a:gd name="csX5" fmla="*/ 1952625 w 8572500"/>
                <a:gd name="csY5" fmla="*/ 133350 h 466725"/>
                <a:gd name="csX6" fmla="*/ 2333625 w 8572500"/>
                <a:gd name="csY6" fmla="*/ 9525 h 466725"/>
                <a:gd name="csX7" fmla="*/ 2724150 w 8572500"/>
                <a:gd name="csY7" fmla="*/ 57150 h 466725"/>
                <a:gd name="csX8" fmla="*/ 3114675 w 8572500"/>
                <a:gd name="csY8" fmla="*/ 28575 h 466725"/>
                <a:gd name="csX9" fmla="*/ 3505200 w 8572500"/>
                <a:gd name="csY9" fmla="*/ 171450 h 466725"/>
                <a:gd name="csX10" fmla="*/ 3895725 w 8572500"/>
                <a:gd name="csY10" fmla="*/ 152400 h 466725"/>
                <a:gd name="csX11" fmla="*/ 4286250 w 8572500"/>
                <a:gd name="csY11" fmla="*/ 161925 h 466725"/>
                <a:gd name="csX12" fmla="*/ 4676775 w 8572500"/>
                <a:gd name="csY12" fmla="*/ 95250 h 466725"/>
                <a:gd name="csX13" fmla="*/ 5067300 w 8572500"/>
                <a:gd name="csY13" fmla="*/ 171450 h 466725"/>
                <a:gd name="csX14" fmla="*/ 5457825 w 8572500"/>
                <a:gd name="csY14" fmla="*/ 114300 h 466725"/>
                <a:gd name="csX15" fmla="*/ 5848350 w 8572500"/>
                <a:gd name="csY15" fmla="*/ 95250 h 466725"/>
                <a:gd name="csX16" fmla="*/ 6238875 w 8572500"/>
                <a:gd name="csY16" fmla="*/ 104775 h 466725"/>
                <a:gd name="csX17" fmla="*/ 6619875 w 8572500"/>
                <a:gd name="csY17" fmla="*/ 152400 h 466725"/>
                <a:gd name="csX18" fmla="*/ 7010400 w 8572500"/>
                <a:gd name="csY18" fmla="*/ 95250 h 466725"/>
                <a:gd name="csX19" fmla="*/ 7400925 w 8572500"/>
                <a:gd name="csY19" fmla="*/ 28575 h 466725"/>
                <a:gd name="csX20" fmla="*/ 7791450 w 8572500"/>
                <a:gd name="csY20" fmla="*/ 123825 h 466725"/>
                <a:gd name="csX21" fmla="*/ 8181975 w 8572500"/>
                <a:gd name="csY21" fmla="*/ 0 h 466725"/>
                <a:gd name="csX22" fmla="*/ 8572500 w 8572500"/>
                <a:gd name="csY22" fmla="*/ 85725 h 466725"/>
                <a:gd name="csX23" fmla="*/ 8572500 w 8572500"/>
                <a:gd name="csY23" fmla="*/ 466725 h 466725"/>
                <a:gd name="csX24" fmla="*/ 8181975 w 8572500"/>
                <a:gd name="csY24" fmla="*/ 466725 h 466725"/>
                <a:gd name="csX25" fmla="*/ 7791450 w 8572500"/>
                <a:gd name="csY25" fmla="*/ 466725 h 466725"/>
                <a:gd name="csX26" fmla="*/ 7400925 w 8572500"/>
                <a:gd name="csY26" fmla="*/ 466725 h 466725"/>
                <a:gd name="csX27" fmla="*/ 7010400 w 8572500"/>
                <a:gd name="csY27" fmla="*/ 466725 h 466725"/>
                <a:gd name="csX28" fmla="*/ 6619875 w 8572500"/>
                <a:gd name="csY28" fmla="*/ 466725 h 466725"/>
                <a:gd name="csX29" fmla="*/ 6238875 w 8572500"/>
                <a:gd name="csY29" fmla="*/ 466725 h 466725"/>
                <a:gd name="csX30" fmla="*/ 5848350 w 8572500"/>
                <a:gd name="csY30" fmla="*/ 466725 h 466725"/>
                <a:gd name="csX31" fmla="*/ 5457825 w 8572500"/>
                <a:gd name="csY31" fmla="*/ 466725 h 466725"/>
                <a:gd name="csX32" fmla="*/ 5067300 w 8572500"/>
                <a:gd name="csY32" fmla="*/ 466725 h 466725"/>
                <a:gd name="csX33" fmla="*/ 4676775 w 8572500"/>
                <a:gd name="csY33" fmla="*/ 466725 h 466725"/>
                <a:gd name="csX34" fmla="*/ 4286250 w 8572500"/>
                <a:gd name="csY34" fmla="*/ 466725 h 466725"/>
                <a:gd name="csX35" fmla="*/ 3895725 w 8572500"/>
                <a:gd name="csY35" fmla="*/ 466725 h 466725"/>
                <a:gd name="csX36" fmla="*/ 3505200 w 8572500"/>
                <a:gd name="csY36" fmla="*/ 466725 h 466725"/>
                <a:gd name="csX37" fmla="*/ 3114675 w 8572500"/>
                <a:gd name="csY37" fmla="*/ 466725 h 466725"/>
                <a:gd name="csX38" fmla="*/ 2724150 w 8572500"/>
                <a:gd name="csY38" fmla="*/ 466725 h 466725"/>
                <a:gd name="csX39" fmla="*/ 2333625 w 8572500"/>
                <a:gd name="csY39" fmla="*/ 466725 h 466725"/>
                <a:gd name="csX40" fmla="*/ 1952625 w 8572500"/>
                <a:gd name="csY40" fmla="*/ 466725 h 466725"/>
                <a:gd name="csX41" fmla="*/ 1562100 w 8572500"/>
                <a:gd name="csY41" fmla="*/ 466725 h 466725"/>
                <a:gd name="csX42" fmla="*/ 1171575 w 8572500"/>
                <a:gd name="csY42" fmla="*/ 466725 h 466725"/>
                <a:gd name="csX43" fmla="*/ 781050 w 8572500"/>
                <a:gd name="csY43" fmla="*/ 466725 h 466725"/>
                <a:gd name="csX44" fmla="*/ 390525 w 8572500"/>
                <a:gd name="csY44" fmla="*/ 466725 h 466725"/>
                <a:gd name="csX45" fmla="*/ 0 w 8572500"/>
                <a:gd name="csY45" fmla="*/ 466725 h 4667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466725">
                  <a:moveTo>
                    <a:pt x="0" y="152400"/>
                  </a:moveTo>
                  <a:lnTo>
                    <a:pt x="390525" y="104775"/>
                  </a:lnTo>
                  <a:lnTo>
                    <a:pt x="781050" y="57150"/>
                  </a:lnTo>
                  <a:lnTo>
                    <a:pt x="1171575" y="28575"/>
                  </a:lnTo>
                  <a:lnTo>
                    <a:pt x="1562100" y="123825"/>
                  </a:lnTo>
                  <a:lnTo>
                    <a:pt x="1952625" y="133350"/>
                  </a:lnTo>
                  <a:lnTo>
                    <a:pt x="2333625" y="9525"/>
                  </a:lnTo>
                  <a:lnTo>
                    <a:pt x="2724150" y="57150"/>
                  </a:lnTo>
                  <a:lnTo>
                    <a:pt x="3114675" y="28575"/>
                  </a:lnTo>
                  <a:lnTo>
                    <a:pt x="3505200" y="171450"/>
                  </a:lnTo>
                  <a:lnTo>
                    <a:pt x="3895725" y="152400"/>
                  </a:lnTo>
                  <a:lnTo>
                    <a:pt x="4286250" y="161925"/>
                  </a:lnTo>
                  <a:lnTo>
                    <a:pt x="4676775" y="95250"/>
                  </a:lnTo>
                  <a:lnTo>
                    <a:pt x="5067300" y="171450"/>
                  </a:lnTo>
                  <a:lnTo>
                    <a:pt x="5457825" y="114300"/>
                  </a:lnTo>
                  <a:lnTo>
                    <a:pt x="5848350" y="95250"/>
                  </a:lnTo>
                  <a:lnTo>
                    <a:pt x="6238875" y="104775"/>
                  </a:lnTo>
                  <a:lnTo>
                    <a:pt x="6619875" y="152400"/>
                  </a:lnTo>
                  <a:lnTo>
                    <a:pt x="7010400" y="95250"/>
                  </a:lnTo>
                  <a:lnTo>
                    <a:pt x="7400925" y="28575"/>
                  </a:lnTo>
                  <a:lnTo>
                    <a:pt x="7791450" y="123825"/>
                  </a:lnTo>
                  <a:lnTo>
                    <a:pt x="8181975" y="0"/>
                  </a:lnTo>
                  <a:lnTo>
                    <a:pt x="8572500" y="85725"/>
                  </a:lnTo>
                  <a:lnTo>
                    <a:pt x="8572500" y="466725"/>
                  </a:lnTo>
                  <a:lnTo>
                    <a:pt x="8181975" y="466725"/>
                  </a:lnTo>
                  <a:lnTo>
                    <a:pt x="7791450" y="466725"/>
                  </a:lnTo>
                  <a:lnTo>
                    <a:pt x="7400925" y="466725"/>
                  </a:lnTo>
                  <a:lnTo>
                    <a:pt x="7010400" y="466725"/>
                  </a:lnTo>
                  <a:lnTo>
                    <a:pt x="6619875" y="466725"/>
                  </a:lnTo>
                  <a:lnTo>
                    <a:pt x="6238875" y="466725"/>
                  </a:lnTo>
                  <a:lnTo>
                    <a:pt x="5848350" y="466725"/>
                  </a:lnTo>
                  <a:lnTo>
                    <a:pt x="5457825" y="466725"/>
                  </a:lnTo>
                  <a:lnTo>
                    <a:pt x="5067300" y="466725"/>
                  </a:lnTo>
                  <a:lnTo>
                    <a:pt x="4676775" y="466725"/>
                  </a:lnTo>
                  <a:lnTo>
                    <a:pt x="4286250" y="466725"/>
                  </a:lnTo>
                  <a:lnTo>
                    <a:pt x="3895725" y="466725"/>
                  </a:lnTo>
                  <a:lnTo>
                    <a:pt x="3505200" y="466725"/>
                  </a:lnTo>
                  <a:lnTo>
                    <a:pt x="3114675" y="466725"/>
                  </a:lnTo>
                  <a:lnTo>
                    <a:pt x="2724150" y="466725"/>
                  </a:lnTo>
                  <a:lnTo>
                    <a:pt x="2333625" y="466725"/>
                  </a:lnTo>
                  <a:lnTo>
                    <a:pt x="1952625" y="466725"/>
                  </a:lnTo>
                  <a:lnTo>
                    <a:pt x="1562100" y="466725"/>
                  </a:lnTo>
                  <a:lnTo>
                    <a:pt x="1171575" y="466725"/>
                  </a:lnTo>
                  <a:lnTo>
                    <a:pt x="781050" y="466725"/>
                  </a:lnTo>
                  <a:lnTo>
                    <a:pt x="390525" y="466725"/>
                  </a:lnTo>
                  <a:lnTo>
                    <a:pt x="0" y="466725"/>
                  </a:lnTo>
                  <a:close/>
                </a:path>
              </a:pathLst>
            </a:custGeom>
            <a:solidFill>
              <a:schemeClr val="accent2"/>
            </a:solidFill>
            <a:ln w="9525" cap="flat">
              <a:noFill/>
              <a:prstDash val="solid"/>
              <a:miter/>
            </a:ln>
          </p:spPr>
          <p:txBody>
            <a:bodyPr/>
            <a:lstStyle/>
            <a:p>
              <a:endParaRPr lang="en-US"/>
            </a:p>
          </p:txBody>
        </p:sp>
        <p:sp>
          <p:nvSpPr>
            <p:cNvPr id="210" name="Freeform: Shape 209">
              <a:extLst>
                <a:ext uri="{FF2B5EF4-FFF2-40B4-BE49-F238E27FC236}">
                  <a16:creationId xmlns:a16="http://schemas.microsoft.com/office/drawing/2014/main" id="{7E6B1A81-754A-E848-44F5-1432B3027A22}"/>
                </a:ext>
              </a:extLst>
            </p:cNvPr>
            <p:cNvSpPr/>
            <p:nvPr/>
          </p:nvSpPr>
          <p:spPr>
            <a:xfrm>
              <a:off x="0" y="6399544"/>
              <a:ext cx="12192000" cy="458456"/>
            </a:xfrm>
            <a:custGeom>
              <a:avLst/>
              <a:gdLst>
                <a:gd name="csX0" fmla="*/ 0 w 8572500"/>
                <a:gd name="csY0" fmla="*/ 142875 h 285750"/>
                <a:gd name="csX1" fmla="*/ 390525 w 8572500"/>
                <a:gd name="csY1" fmla="*/ 38100 h 285750"/>
                <a:gd name="csX2" fmla="*/ 781050 w 8572500"/>
                <a:gd name="csY2" fmla="*/ 123825 h 285750"/>
                <a:gd name="csX3" fmla="*/ 1171575 w 8572500"/>
                <a:gd name="csY3" fmla="*/ 114300 h 285750"/>
                <a:gd name="csX4" fmla="*/ 1562100 w 8572500"/>
                <a:gd name="csY4" fmla="*/ 66675 h 285750"/>
                <a:gd name="csX5" fmla="*/ 1952625 w 8572500"/>
                <a:gd name="csY5" fmla="*/ 57150 h 285750"/>
                <a:gd name="csX6" fmla="*/ 2333625 w 8572500"/>
                <a:gd name="csY6" fmla="*/ 57150 h 285750"/>
                <a:gd name="csX7" fmla="*/ 2724150 w 8572500"/>
                <a:gd name="csY7" fmla="*/ 152400 h 285750"/>
                <a:gd name="csX8" fmla="*/ 3114675 w 8572500"/>
                <a:gd name="csY8" fmla="*/ 19050 h 285750"/>
                <a:gd name="csX9" fmla="*/ 3505200 w 8572500"/>
                <a:gd name="csY9" fmla="*/ 66675 h 285750"/>
                <a:gd name="csX10" fmla="*/ 3895725 w 8572500"/>
                <a:gd name="csY10" fmla="*/ 114300 h 285750"/>
                <a:gd name="csX11" fmla="*/ 4286250 w 8572500"/>
                <a:gd name="csY11" fmla="*/ 133350 h 285750"/>
                <a:gd name="csX12" fmla="*/ 4676775 w 8572500"/>
                <a:gd name="csY12" fmla="*/ 28575 h 285750"/>
                <a:gd name="csX13" fmla="*/ 5067300 w 8572500"/>
                <a:gd name="csY13" fmla="*/ 133350 h 285750"/>
                <a:gd name="csX14" fmla="*/ 5457825 w 8572500"/>
                <a:gd name="csY14" fmla="*/ 85725 h 285750"/>
                <a:gd name="csX15" fmla="*/ 5848350 w 8572500"/>
                <a:gd name="csY15" fmla="*/ 38100 h 285750"/>
                <a:gd name="csX16" fmla="*/ 6238875 w 8572500"/>
                <a:gd name="csY16" fmla="*/ 142875 h 285750"/>
                <a:gd name="csX17" fmla="*/ 6619875 w 8572500"/>
                <a:gd name="csY17" fmla="*/ 0 h 285750"/>
                <a:gd name="csX18" fmla="*/ 7010400 w 8572500"/>
                <a:gd name="csY18" fmla="*/ 57150 h 285750"/>
                <a:gd name="csX19" fmla="*/ 7400925 w 8572500"/>
                <a:gd name="csY19" fmla="*/ 85725 h 285750"/>
                <a:gd name="csX20" fmla="*/ 7791450 w 8572500"/>
                <a:gd name="csY20" fmla="*/ 76200 h 285750"/>
                <a:gd name="csX21" fmla="*/ 8181975 w 8572500"/>
                <a:gd name="csY21" fmla="*/ 95250 h 285750"/>
                <a:gd name="csX22" fmla="*/ 8572500 w 8572500"/>
                <a:gd name="csY22" fmla="*/ 142875 h 285750"/>
                <a:gd name="csX23" fmla="*/ 8572500 w 8572500"/>
                <a:gd name="csY23" fmla="*/ 285750 h 285750"/>
                <a:gd name="csX24" fmla="*/ 8181975 w 8572500"/>
                <a:gd name="csY24" fmla="*/ 285750 h 285750"/>
                <a:gd name="csX25" fmla="*/ 7791450 w 8572500"/>
                <a:gd name="csY25" fmla="*/ 285750 h 285750"/>
                <a:gd name="csX26" fmla="*/ 7400925 w 8572500"/>
                <a:gd name="csY26" fmla="*/ 285750 h 285750"/>
                <a:gd name="csX27" fmla="*/ 7010400 w 8572500"/>
                <a:gd name="csY27" fmla="*/ 285750 h 285750"/>
                <a:gd name="csX28" fmla="*/ 6619875 w 8572500"/>
                <a:gd name="csY28" fmla="*/ 285750 h 285750"/>
                <a:gd name="csX29" fmla="*/ 6238875 w 8572500"/>
                <a:gd name="csY29" fmla="*/ 285750 h 285750"/>
                <a:gd name="csX30" fmla="*/ 5848350 w 8572500"/>
                <a:gd name="csY30" fmla="*/ 285750 h 285750"/>
                <a:gd name="csX31" fmla="*/ 5457825 w 8572500"/>
                <a:gd name="csY31" fmla="*/ 285750 h 285750"/>
                <a:gd name="csX32" fmla="*/ 5067300 w 8572500"/>
                <a:gd name="csY32" fmla="*/ 285750 h 285750"/>
                <a:gd name="csX33" fmla="*/ 4676775 w 8572500"/>
                <a:gd name="csY33" fmla="*/ 285750 h 285750"/>
                <a:gd name="csX34" fmla="*/ 4286250 w 8572500"/>
                <a:gd name="csY34" fmla="*/ 285750 h 285750"/>
                <a:gd name="csX35" fmla="*/ 3895725 w 8572500"/>
                <a:gd name="csY35" fmla="*/ 285750 h 285750"/>
                <a:gd name="csX36" fmla="*/ 3505200 w 8572500"/>
                <a:gd name="csY36" fmla="*/ 285750 h 285750"/>
                <a:gd name="csX37" fmla="*/ 3114675 w 8572500"/>
                <a:gd name="csY37" fmla="*/ 285750 h 285750"/>
                <a:gd name="csX38" fmla="*/ 2724150 w 8572500"/>
                <a:gd name="csY38" fmla="*/ 285750 h 285750"/>
                <a:gd name="csX39" fmla="*/ 2333625 w 8572500"/>
                <a:gd name="csY39" fmla="*/ 285750 h 285750"/>
                <a:gd name="csX40" fmla="*/ 1952625 w 8572500"/>
                <a:gd name="csY40" fmla="*/ 285750 h 285750"/>
                <a:gd name="csX41" fmla="*/ 1562100 w 8572500"/>
                <a:gd name="csY41" fmla="*/ 285750 h 285750"/>
                <a:gd name="csX42" fmla="*/ 1171575 w 8572500"/>
                <a:gd name="csY42" fmla="*/ 285750 h 285750"/>
                <a:gd name="csX43" fmla="*/ 781050 w 8572500"/>
                <a:gd name="csY43" fmla="*/ 285750 h 285750"/>
                <a:gd name="csX44" fmla="*/ 390525 w 8572500"/>
                <a:gd name="csY44" fmla="*/ 285750 h 285750"/>
                <a:gd name="csX45" fmla="*/ 0 w 8572500"/>
                <a:gd name="csY45" fmla="*/ 285750 h 285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285750">
                  <a:moveTo>
                    <a:pt x="0" y="142875"/>
                  </a:moveTo>
                  <a:lnTo>
                    <a:pt x="390525" y="38100"/>
                  </a:lnTo>
                  <a:lnTo>
                    <a:pt x="781050" y="123825"/>
                  </a:lnTo>
                  <a:lnTo>
                    <a:pt x="1171575" y="114300"/>
                  </a:lnTo>
                  <a:lnTo>
                    <a:pt x="1562100" y="66675"/>
                  </a:lnTo>
                  <a:lnTo>
                    <a:pt x="1952625" y="57150"/>
                  </a:lnTo>
                  <a:lnTo>
                    <a:pt x="2333625" y="57150"/>
                  </a:lnTo>
                  <a:lnTo>
                    <a:pt x="2724150" y="152400"/>
                  </a:lnTo>
                  <a:lnTo>
                    <a:pt x="3114675" y="19050"/>
                  </a:lnTo>
                  <a:lnTo>
                    <a:pt x="3505200" y="66675"/>
                  </a:lnTo>
                  <a:lnTo>
                    <a:pt x="3895725" y="114300"/>
                  </a:lnTo>
                  <a:lnTo>
                    <a:pt x="4286250" y="133350"/>
                  </a:lnTo>
                  <a:lnTo>
                    <a:pt x="4676775" y="28575"/>
                  </a:lnTo>
                  <a:lnTo>
                    <a:pt x="5067300" y="133350"/>
                  </a:lnTo>
                  <a:lnTo>
                    <a:pt x="5457825" y="85725"/>
                  </a:lnTo>
                  <a:lnTo>
                    <a:pt x="5848350" y="38100"/>
                  </a:lnTo>
                  <a:lnTo>
                    <a:pt x="6238875" y="142875"/>
                  </a:lnTo>
                  <a:lnTo>
                    <a:pt x="6619875" y="0"/>
                  </a:lnTo>
                  <a:lnTo>
                    <a:pt x="7010400" y="57150"/>
                  </a:lnTo>
                  <a:lnTo>
                    <a:pt x="7400925" y="85725"/>
                  </a:lnTo>
                  <a:lnTo>
                    <a:pt x="7791450" y="76200"/>
                  </a:lnTo>
                  <a:lnTo>
                    <a:pt x="8181975" y="95250"/>
                  </a:lnTo>
                  <a:lnTo>
                    <a:pt x="8572500" y="142875"/>
                  </a:lnTo>
                  <a:lnTo>
                    <a:pt x="8572500" y="285750"/>
                  </a:lnTo>
                  <a:lnTo>
                    <a:pt x="8181975" y="285750"/>
                  </a:lnTo>
                  <a:lnTo>
                    <a:pt x="7791450" y="285750"/>
                  </a:lnTo>
                  <a:lnTo>
                    <a:pt x="7400925" y="285750"/>
                  </a:lnTo>
                  <a:lnTo>
                    <a:pt x="7010400" y="285750"/>
                  </a:lnTo>
                  <a:lnTo>
                    <a:pt x="6619875" y="285750"/>
                  </a:lnTo>
                  <a:lnTo>
                    <a:pt x="6238875" y="285750"/>
                  </a:lnTo>
                  <a:lnTo>
                    <a:pt x="5848350" y="285750"/>
                  </a:lnTo>
                  <a:lnTo>
                    <a:pt x="5457825" y="285750"/>
                  </a:lnTo>
                  <a:lnTo>
                    <a:pt x="5067300" y="285750"/>
                  </a:lnTo>
                  <a:lnTo>
                    <a:pt x="4676775" y="285750"/>
                  </a:lnTo>
                  <a:lnTo>
                    <a:pt x="4286250" y="285750"/>
                  </a:lnTo>
                  <a:lnTo>
                    <a:pt x="3895725" y="285750"/>
                  </a:lnTo>
                  <a:lnTo>
                    <a:pt x="3505200" y="285750"/>
                  </a:lnTo>
                  <a:lnTo>
                    <a:pt x="3114675" y="285750"/>
                  </a:lnTo>
                  <a:lnTo>
                    <a:pt x="2724150" y="285750"/>
                  </a:lnTo>
                  <a:lnTo>
                    <a:pt x="2333625" y="285750"/>
                  </a:lnTo>
                  <a:lnTo>
                    <a:pt x="1952625" y="285750"/>
                  </a:lnTo>
                  <a:lnTo>
                    <a:pt x="1562100" y="285750"/>
                  </a:lnTo>
                  <a:lnTo>
                    <a:pt x="1171575" y="285750"/>
                  </a:lnTo>
                  <a:lnTo>
                    <a:pt x="781050" y="285750"/>
                  </a:lnTo>
                  <a:lnTo>
                    <a:pt x="390525" y="285750"/>
                  </a:lnTo>
                  <a:lnTo>
                    <a:pt x="0" y="285750"/>
                  </a:lnTo>
                  <a:close/>
                </a:path>
              </a:pathLst>
            </a:custGeom>
            <a:solidFill>
              <a:schemeClr val="accent2">
                <a:lumMod val="50000"/>
              </a:schemeClr>
            </a:solidFill>
            <a:ln w="9525" cap="flat">
              <a:noFill/>
              <a:prstDash val="solid"/>
              <a:miter/>
            </a:ln>
          </p:spPr>
          <p:txBody>
            <a:bodyPr/>
            <a:lstStyle/>
            <a:p>
              <a:endParaRPr lang="en-US"/>
            </a:p>
          </p:txBody>
        </p:sp>
        <p:sp>
          <p:nvSpPr>
            <p:cNvPr id="229" name="Freeform: Shape 228">
              <a:extLst>
                <a:ext uri="{FF2B5EF4-FFF2-40B4-BE49-F238E27FC236}">
                  <a16:creationId xmlns:a16="http://schemas.microsoft.com/office/drawing/2014/main" id="{343E35B3-514D-B7A1-AA5B-081295528426}"/>
                </a:ext>
              </a:extLst>
            </p:cNvPr>
            <p:cNvSpPr/>
            <p:nvPr/>
          </p:nvSpPr>
          <p:spPr>
            <a:xfrm flipH="1">
              <a:off x="12192000" y="5268686"/>
              <a:ext cx="12192000" cy="1589314"/>
            </a:xfrm>
            <a:custGeom>
              <a:avLst/>
              <a:gdLst>
                <a:gd name="csX0" fmla="*/ 0 w 8572500"/>
                <a:gd name="csY0" fmla="*/ 9525 h 990600"/>
                <a:gd name="csX1" fmla="*/ 390525 w 8572500"/>
                <a:gd name="csY1" fmla="*/ 38100 h 990600"/>
                <a:gd name="csX2" fmla="*/ 781050 w 8572500"/>
                <a:gd name="csY2" fmla="*/ 0 h 990600"/>
                <a:gd name="csX3" fmla="*/ 1171575 w 8572500"/>
                <a:gd name="csY3" fmla="*/ 28575 h 990600"/>
                <a:gd name="csX4" fmla="*/ 1562100 w 8572500"/>
                <a:gd name="csY4" fmla="*/ 9525 h 990600"/>
                <a:gd name="csX5" fmla="*/ 1952625 w 8572500"/>
                <a:gd name="csY5" fmla="*/ 38100 h 990600"/>
                <a:gd name="csX6" fmla="*/ 2333625 w 8572500"/>
                <a:gd name="csY6" fmla="*/ 19050 h 990600"/>
                <a:gd name="csX7" fmla="*/ 2724150 w 8572500"/>
                <a:gd name="csY7" fmla="*/ 104775 h 990600"/>
                <a:gd name="csX8" fmla="*/ 3114675 w 8572500"/>
                <a:gd name="csY8" fmla="*/ 114300 h 990600"/>
                <a:gd name="csX9" fmla="*/ 3505200 w 8572500"/>
                <a:gd name="csY9" fmla="*/ 190500 h 990600"/>
                <a:gd name="csX10" fmla="*/ 3895725 w 8572500"/>
                <a:gd name="csY10" fmla="*/ 47625 h 990600"/>
                <a:gd name="csX11" fmla="*/ 4286250 w 8572500"/>
                <a:gd name="csY11" fmla="*/ 190500 h 990600"/>
                <a:gd name="csX12" fmla="*/ 4676775 w 8572500"/>
                <a:gd name="csY12" fmla="*/ 190500 h 990600"/>
                <a:gd name="csX13" fmla="*/ 5067300 w 8572500"/>
                <a:gd name="csY13" fmla="*/ 66675 h 990600"/>
                <a:gd name="csX14" fmla="*/ 5457825 w 8572500"/>
                <a:gd name="csY14" fmla="*/ 85725 h 990600"/>
                <a:gd name="csX15" fmla="*/ 5848350 w 8572500"/>
                <a:gd name="csY15" fmla="*/ 47625 h 990600"/>
                <a:gd name="csX16" fmla="*/ 6238875 w 8572500"/>
                <a:gd name="csY16" fmla="*/ 28575 h 990600"/>
                <a:gd name="csX17" fmla="*/ 6619875 w 8572500"/>
                <a:gd name="csY17" fmla="*/ 180975 h 990600"/>
                <a:gd name="csX18" fmla="*/ 7010400 w 8572500"/>
                <a:gd name="csY18" fmla="*/ 114300 h 990600"/>
                <a:gd name="csX19" fmla="*/ 7400925 w 8572500"/>
                <a:gd name="csY19" fmla="*/ 180975 h 990600"/>
                <a:gd name="csX20" fmla="*/ 7791450 w 8572500"/>
                <a:gd name="csY20" fmla="*/ 38100 h 990600"/>
                <a:gd name="csX21" fmla="*/ 8181975 w 8572500"/>
                <a:gd name="csY21" fmla="*/ 171450 h 990600"/>
                <a:gd name="csX22" fmla="*/ 8572500 w 8572500"/>
                <a:gd name="csY22" fmla="*/ 171450 h 990600"/>
                <a:gd name="csX23" fmla="*/ 8572500 w 8572500"/>
                <a:gd name="csY23" fmla="*/ 990600 h 990600"/>
                <a:gd name="csX24" fmla="*/ 8181975 w 8572500"/>
                <a:gd name="csY24" fmla="*/ 990600 h 990600"/>
                <a:gd name="csX25" fmla="*/ 7791450 w 8572500"/>
                <a:gd name="csY25" fmla="*/ 990600 h 990600"/>
                <a:gd name="csX26" fmla="*/ 7400925 w 8572500"/>
                <a:gd name="csY26" fmla="*/ 990600 h 990600"/>
                <a:gd name="csX27" fmla="*/ 7010400 w 8572500"/>
                <a:gd name="csY27" fmla="*/ 990600 h 990600"/>
                <a:gd name="csX28" fmla="*/ 6619875 w 8572500"/>
                <a:gd name="csY28" fmla="*/ 990600 h 990600"/>
                <a:gd name="csX29" fmla="*/ 6238875 w 8572500"/>
                <a:gd name="csY29" fmla="*/ 990600 h 990600"/>
                <a:gd name="csX30" fmla="*/ 5848350 w 8572500"/>
                <a:gd name="csY30" fmla="*/ 990600 h 990600"/>
                <a:gd name="csX31" fmla="*/ 5457825 w 8572500"/>
                <a:gd name="csY31" fmla="*/ 990600 h 990600"/>
                <a:gd name="csX32" fmla="*/ 5067300 w 8572500"/>
                <a:gd name="csY32" fmla="*/ 990600 h 990600"/>
                <a:gd name="csX33" fmla="*/ 4676775 w 8572500"/>
                <a:gd name="csY33" fmla="*/ 990600 h 990600"/>
                <a:gd name="csX34" fmla="*/ 4286250 w 8572500"/>
                <a:gd name="csY34" fmla="*/ 990600 h 990600"/>
                <a:gd name="csX35" fmla="*/ 3895725 w 8572500"/>
                <a:gd name="csY35" fmla="*/ 990600 h 990600"/>
                <a:gd name="csX36" fmla="*/ 3505200 w 8572500"/>
                <a:gd name="csY36" fmla="*/ 990600 h 990600"/>
                <a:gd name="csX37" fmla="*/ 3114675 w 8572500"/>
                <a:gd name="csY37" fmla="*/ 990600 h 990600"/>
                <a:gd name="csX38" fmla="*/ 2724150 w 8572500"/>
                <a:gd name="csY38" fmla="*/ 990600 h 990600"/>
                <a:gd name="csX39" fmla="*/ 2333625 w 8572500"/>
                <a:gd name="csY39" fmla="*/ 990600 h 990600"/>
                <a:gd name="csX40" fmla="*/ 1952625 w 8572500"/>
                <a:gd name="csY40" fmla="*/ 990600 h 990600"/>
                <a:gd name="csX41" fmla="*/ 1562100 w 8572500"/>
                <a:gd name="csY41" fmla="*/ 990600 h 990600"/>
                <a:gd name="csX42" fmla="*/ 1171575 w 8572500"/>
                <a:gd name="csY42" fmla="*/ 990600 h 990600"/>
                <a:gd name="csX43" fmla="*/ 781050 w 8572500"/>
                <a:gd name="csY43" fmla="*/ 990600 h 990600"/>
                <a:gd name="csX44" fmla="*/ 390525 w 8572500"/>
                <a:gd name="csY44" fmla="*/ 990600 h 990600"/>
                <a:gd name="csX45" fmla="*/ 0 w 8572500"/>
                <a:gd name="csY45" fmla="*/ 990600 h 990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990600">
                  <a:moveTo>
                    <a:pt x="0" y="9525"/>
                  </a:moveTo>
                  <a:lnTo>
                    <a:pt x="390525" y="38100"/>
                  </a:lnTo>
                  <a:lnTo>
                    <a:pt x="781050" y="0"/>
                  </a:lnTo>
                  <a:lnTo>
                    <a:pt x="1171575" y="28575"/>
                  </a:lnTo>
                  <a:lnTo>
                    <a:pt x="1562100" y="9525"/>
                  </a:lnTo>
                  <a:lnTo>
                    <a:pt x="1952625" y="38100"/>
                  </a:lnTo>
                  <a:lnTo>
                    <a:pt x="2333625" y="19050"/>
                  </a:lnTo>
                  <a:lnTo>
                    <a:pt x="2724150" y="104775"/>
                  </a:lnTo>
                  <a:lnTo>
                    <a:pt x="3114675" y="114300"/>
                  </a:lnTo>
                  <a:lnTo>
                    <a:pt x="3505200" y="190500"/>
                  </a:lnTo>
                  <a:lnTo>
                    <a:pt x="3895725" y="47625"/>
                  </a:lnTo>
                  <a:lnTo>
                    <a:pt x="4286250" y="190500"/>
                  </a:lnTo>
                  <a:lnTo>
                    <a:pt x="4676775" y="190500"/>
                  </a:lnTo>
                  <a:lnTo>
                    <a:pt x="5067300" y="66675"/>
                  </a:lnTo>
                  <a:lnTo>
                    <a:pt x="5457825" y="85725"/>
                  </a:lnTo>
                  <a:lnTo>
                    <a:pt x="5848350" y="47625"/>
                  </a:lnTo>
                  <a:lnTo>
                    <a:pt x="6238875" y="28575"/>
                  </a:lnTo>
                  <a:lnTo>
                    <a:pt x="6619875" y="180975"/>
                  </a:lnTo>
                  <a:lnTo>
                    <a:pt x="7010400" y="114300"/>
                  </a:lnTo>
                  <a:lnTo>
                    <a:pt x="7400925" y="180975"/>
                  </a:lnTo>
                  <a:lnTo>
                    <a:pt x="7791450" y="38100"/>
                  </a:lnTo>
                  <a:lnTo>
                    <a:pt x="8181975" y="171450"/>
                  </a:lnTo>
                  <a:lnTo>
                    <a:pt x="8572500" y="171450"/>
                  </a:lnTo>
                  <a:lnTo>
                    <a:pt x="8572500" y="990600"/>
                  </a:lnTo>
                  <a:lnTo>
                    <a:pt x="8181975" y="990600"/>
                  </a:lnTo>
                  <a:lnTo>
                    <a:pt x="7791450" y="990600"/>
                  </a:lnTo>
                  <a:lnTo>
                    <a:pt x="7400925" y="990600"/>
                  </a:lnTo>
                  <a:lnTo>
                    <a:pt x="7010400" y="990600"/>
                  </a:lnTo>
                  <a:lnTo>
                    <a:pt x="6619875" y="990600"/>
                  </a:lnTo>
                  <a:lnTo>
                    <a:pt x="6238875" y="990600"/>
                  </a:lnTo>
                  <a:lnTo>
                    <a:pt x="5848350" y="990600"/>
                  </a:lnTo>
                  <a:lnTo>
                    <a:pt x="5457825" y="990600"/>
                  </a:lnTo>
                  <a:lnTo>
                    <a:pt x="5067300" y="990600"/>
                  </a:lnTo>
                  <a:lnTo>
                    <a:pt x="4676775" y="990600"/>
                  </a:lnTo>
                  <a:lnTo>
                    <a:pt x="4286250" y="990600"/>
                  </a:lnTo>
                  <a:lnTo>
                    <a:pt x="3895725" y="990600"/>
                  </a:lnTo>
                  <a:lnTo>
                    <a:pt x="3505200" y="990600"/>
                  </a:lnTo>
                  <a:lnTo>
                    <a:pt x="3114675" y="990600"/>
                  </a:lnTo>
                  <a:lnTo>
                    <a:pt x="2724150" y="990600"/>
                  </a:lnTo>
                  <a:lnTo>
                    <a:pt x="2333625" y="990600"/>
                  </a:lnTo>
                  <a:lnTo>
                    <a:pt x="1952625" y="990600"/>
                  </a:lnTo>
                  <a:lnTo>
                    <a:pt x="1562100" y="990600"/>
                  </a:lnTo>
                  <a:lnTo>
                    <a:pt x="1171575" y="990600"/>
                  </a:lnTo>
                  <a:lnTo>
                    <a:pt x="781050" y="990600"/>
                  </a:lnTo>
                  <a:lnTo>
                    <a:pt x="390525" y="990600"/>
                  </a:lnTo>
                  <a:lnTo>
                    <a:pt x="0" y="990600"/>
                  </a:lnTo>
                  <a:close/>
                </a:path>
              </a:pathLst>
            </a:custGeom>
            <a:solidFill>
              <a:schemeClr val="accent2">
                <a:lumMod val="20000"/>
                <a:lumOff val="80000"/>
              </a:schemeClr>
            </a:solidFill>
            <a:ln w="9525" cap="flat">
              <a:noFill/>
              <a:prstDash val="solid"/>
              <a:miter/>
            </a:ln>
          </p:spPr>
          <p:txBody>
            <a:bodyPr/>
            <a:lstStyle/>
            <a:p>
              <a:endParaRPr lang="en-US"/>
            </a:p>
          </p:txBody>
        </p:sp>
        <p:sp>
          <p:nvSpPr>
            <p:cNvPr id="230" name="Freeform: Shape 229">
              <a:extLst>
                <a:ext uri="{FF2B5EF4-FFF2-40B4-BE49-F238E27FC236}">
                  <a16:creationId xmlns:a16="http://schemas.microsoft.com/office/drawing/2014/main" id="{DE39108C-5167-3D1A-D77C-81F0414FA0E4}"/>
                </a:ext>
              </a:extLst>
            </p:cNvPr>
            <p:cNvSpPr/>
            <p:nvPr/>
          </p:nvSpPr>
          <p:spPr>
            <a:xfrm flipH="1">
              <a:off x="12192000" y="5543760"/>
              <a:ext cx="12192000" cy="1314240"/>
            </a:xfrm>
            <a:custGeom>
              <a:avLst/>
              <a:gdLst>
                <a:gd name="csX0" fmla="*/ 0 w 8572500"/>
                <a:gd name="csY0" fmla="*/ 38100 h 819150"/>
                <a:gd name="csX1" fmla="*/ 390525 w 8572500"/>
                <a:gd name="csY1" fmla="*/ 95250 h 819150"/>
                <a:gd name="csX2" fmla="*/ 781050 w 8572500"/>
                <a:gd name="csY2" fmla="*/ 66675 h 819150"/>
                <a:gd name="csX3" fmla="*/ 1171575 w 8572500"/>
                <a:gd name="csY3" fmla="*/ 19050 h 819150"/>
                <a:gd name="csX4" fmla="*/ 1562100 w 8572500"/>
                <a:gd name="csY4" fmla="*/ 142875 h 819150"/>
                <a:gd name="csX5" fmla="*/ 1952625 w 8572500"/>
                <a:gd name="csY5" fmla="*/ 161925 h 819150"/>
                <a:gd name="csX6" fmla="*/ 2333625 w 8572500"/>
                <a:gd name="csY6" fmla="*/ 47625 h 819150"/>
                <a:gd name="csX7" fmla="*/ 2724150 w 8572500"/>
                <a:gd name="csY7" fmla="*/ 123825 h 819150"/>
                <a:gd name="csX8" fmla="*/ 3114675 w 8572500"/>
                <a:gd name="csY8" fmla="*/ 95250 h 819150"/>
                <a:gd name="csX9" fmla="*/ 3505200 w 8572500"/>
                <a:gd name="csY9" fmla="*/ 190500 h 819150"/>
                <a:gd name="csX10" fmla="*/ 3895725 w 8572500"/>
                <a:gd name="csY10" fmla="*/ 142875 h 819150"/>
                <a:gd name="csX11" fmla="*/ 4286250 w 8572500"/>
                <a:gd name="csY11" fmla="*/ 28575 h 819150"/>
                <a:gd name="csX12" fmla="*/ 4676775 w 8572500"/>
                <a:gd name="csY12" fmla="*/ 190500 h 819150"/>
                <a:gd name="csX13" fmla="*/ 5067300 w 8572500"/>
                <a:gd name="csY13" fmla="*/ 142875 h 819150"/>
                <a:gd name="csX14" fmla="*/ 5457825 w 8572500"/>
                <a:gd name="csY14" fmla="*/ 0 h 819150"/>
                <a:gd name="csX15" fmla="*/ 5848350 w 8572500"/>
                <a:gd name="csY15" fmla="*/ 47625 h 819150"/>
                <a:gd name="csX16" fmla="*/ 6238875 w 8572500"/>
                <a:gd name="csY16" fmla="*/ 142875 h 819150"/>
                <a:gd name="csX17" fmla="*/ 6619875 w 8572500"/>
                <a:gd name="csY17" fmla="*/ 57150 h 819150"/>
                <a:gd name="csX18" fmla="*/ 7010400 w 8572500"/>
                <a:gd name="csY18" fmla="*/ 114300 h 819150"/>
                <a:gd name="csX19" fmla="*/ 7400925 w 8572500"/>
                <a:gd name="csY19" fmla="*/ 66675 h 819150"/>
                <a:gd name="csX20" fmla="*/ 7791450 w 8572500"/>
                <a:gd name="csY20" fmla="*/ 171450 h 819150"/>
                <a:gd name="csX21" fmla="*/ 8181975 w 8572500"/>
                <a:gd name="csY21" fmla="*/ 57150 h 819150"/>
                <a:gd name="csX22" fmla="*/ 8572500 w 8572500"/>
                <a:gd name="csY22" fmla="*/ 28575 h 819150"/>
                <a:gd name="csX23" fmla="*/ 8572500 w 8572500"/>
                <a:gd name="csY23" fmla="*/ 819150 h 819150"/>
                <a:gd name="csX24" fmla="*/ 8181975 w 8572500"/>
                <a:gd name="csY24" fmla="*/ 819150 h 819150"/>
                <a:gd name="csX25" fmla="*/ 7791450 w 8572500"/>
                <a:gd name="csY25" fmla="*/ 819150 h 819150"/>
                <a:gd name="csX26" fmla="*/ 7400925 w 8572500"/>
                <a:gd name="csY26" fmla="*/ 819150 h 819150"/>
                <a:gd name="csX27" fmla="*/ 7010400 w 8572500"/>
                <a:gd name="csY27" fmla="*/ 819150 h 819150"/>
                <a:gd name="csX28" fmla="*/ 6619875 w 8572500"/>
                <a:gd name="csY28" fmla="*/ 819150 h 819150"/>
                <a:gd name="csX29" fmla="*/ 6238875 w 8572500"/>
                <a:gd name="csY29" fmla="*/ 819150 h 819150"/>
                <a:gd name="csX30" fmla="*/ 5848350 w 8572500"/>
                <a:gd name="csY30" fmla="*/ 819150 h 819150"/>
                <a:gd name="csX31" fmla="*/ 5457825 w 8572500"/>
                <a:gd name="csY31" fmla="*/ 819150 h 819150"/>
                <a:gd name="csX32" fmla="*/ 5067300 w 8572500"/>
                <a:gd name="csY32" fmla="*/ 819150 h 819150"/>
                <a:gd name="csX33" fmla="*/ 4676775 w 8572500"/>
                <a:gd name="csY33" fmla="*/ 819150 h 819150"/>
                <a:gd name="csX34" fmla="*/ 4286250 w 8572500"/>
                <a:gd name="csY34" fmla="*/ 819150 h 819150"/>
                <a:gd name="csX35" fmla="*/ 3895725 w 8572500"/>
                <a:gd name="csY35" fmla="*/ 819150 h 819150"/>
                <a:gd name="csX36" fmla="*/ 3505200 w 8572500"/>
                <a:gd name="csY36" fmla="*/ 819150 h 819150"/>
                <a:gd name="csX37" fmla="*/ 3114675 w 8572500"/>
                <a:gd name="csY37" fmla="*/ 819150 h 819150"/>
                <a:gd name="csX38" fmla="*/ 2724150 w 8572500"/>
                <a:gd name="csY38" fmla="*/ 819150 h 819150"/>
                <a:gd name="csX39" fmla="*/ 2333625 w 8572500"/>
                <a:gd name="csY39" fmla="*/ 819150 h 819150"/>
                <a:gd name="csX40" fmla="*/ 1952625 w 8572500"/>
                <a:gd name="csY40" fmla="*/ 819150 h 819150"/>
                <a:gd name="csX41" fmla="*/ 1562100 w 8572500"/>
                <a:gd name="csY41" fmla="*/ 819150 h 819150"/>
                <a:gd name="csX42" fmla="*/ 1171575 w 8572500"/>
                <a:gd name="csY42" fmla="*/ 819150 h 819150"/>
                <a:gd name="csX43" fmla="*/ 781050 w 8572500"/>
                <a:gd name="csY43" fmla="*/ 819150 h 819150"/>
                <a:gd name="csX44" fmla="*/ 390525 w 8572500"/>
                <a:gd name="csY44" fmla="*/ 819150 h 819150"/>
                <a:gd name="csX45" fmla="*/ 0 w 8572500"/>
                <a:gd name="csY45" fmla="*/ 819150 h 8191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819150">
                  <a:moveTo>
                    <a:pt x="0" y="38100"/>
                  </a:moveTo>
                  <a:lnTo>
                    <a:pt x="390525" y="95250"/>
                  </a:lnTo>
                  <a:lnTo>
                    <a:pt x="781050" y="66675"/>
                  </a:lnTo>
                  <a:lnTo>
                    <a:pt x="1171575" y="19050"/>
                  </a:lnTo>
                  <a:lnTo>
                    <a:pt x="1562100" y="142875"/>
                  </a:lnTo>
                  <a:lnTo>
                    <a:pt x="1952625" y="161925"/>
                  </a:lnTo>
                  <a:lnTo>
                    <a:pt x="2333625" y="47625"/>
                  </a:lnTo>
                  <a:lnTo>
                    <a:pt x="2724150" y="123825"/>
                  </a:lnTo>
                  <a:lnTo>
                    <a:pt x="3114675" y="95250"/>
                  </a:lnTo>
                  <a:lnTo>
                    <a:pt x="3505200" y="190500"/>
                  </a:lnTo>
                  <a:lnTo>
                    <a:pt x="3895725" y="142875"/>
                  </a:lnTo>
                  <a:lnTo>
                    <a:pt x="4286250" y="28575"/>
                  </a:lnTo>
                  <a:lnTo>
                    <a:pt x="4676775" y="190500"/>
                  </a:lnTo>
                  <a:lnTo>
                    <a:pt x="5067300" y="142875"/>
                  </a:lnTo>
                  <a:lnTo>
                    <a:pt x="5457825" y="0"/>
                  </a:lnTo>
                  <a:lnTo>
                    <a:pt x="5848350" y="47625"/>
                  </a:lnTo>
                  <a:lnTo>
                    <a:pt x="6238875" y="142875"/>
                  </a:lnTo>
                  <a:lnTo>
                    <a:pt x="6619875" y="57150"/>
                  </a:lnTo>
                  <a:lnTo>
                    <a:pt x="7010400" y="114300"/>
                  </a:lnTo>
                  <a:lnTo>
                    <a:pt x="7400925" y="66675"/>
                  </a:lnTo>
                  <a:lnTo>
                    <a:pt x="7791450" y="171450"/>
                  </a:lnTo>
                  <a:lnTo>
                    <a:pt x="8181975" y="57150"/>
                  </a:lnTo>
                  <a:lnTo>
                    <a:pt x="8572500" y="28575"/>
                  </a:lnTo>
                  <a:lnTo>
                    <a:pt x="8572500" y="819150"/>
                  </a:lnTo>
                  <a:lnTo>
                    <a:pt x="8181975" y="819150"/>
                  </a:lnTo>
                  <a:lnTo>
                    <a:pt x="7791450" y="819150"/>
                  </a:lnTo>
                  <a:lnTo>
                    <a:pt x="7400925" y="819150"/>
                  </a:lnTo>
                  <a:lnTo>
                    <a:pt x="7010400" y="819150"/>
                  </a:lnTo>
                  <a:lnTo>
                    <a:pt x="6619875" y="819150"/>
                  </a:lnTo>
                  <a:lnTo>
                    <a:pt x="6238875" y="819150"/>
                  </a:lnTo>
                  <a:lnTo>
                    <a:pt x="5848350" y="819150"/>
                  </a:lnTo>
                  <a:lnTo>
                    <a:pt x="5457825" y="819150"/>
                  </a:lnTo>
                  <a:lnTo>
                    <a:pt x="5067300" y="819150"/>
                  </a:lnTo>
                  <a:lnTo>
                    <a:pt x="4676775" y="819150"/>
                  </a:lnTo>
                  <a:lnTo>
                    <a:pt x="4286250" y="819150"/>
                  </a:lnTo>
                  <a:lnTo>
                    <a:pt x="3895725" y="819150"/>
                  </a:lnTo>
                  <a:lnTo>
                    <a:pt x="3505200" y="819150"/>
                  </a:lnTo>
                  <a:lnTo>
                    <a:pt x="3114675" y="819150"/>
                  </a:lnTo>
                  <a:lnTo>
                    <a:pt x="2724150" y="819150"/>
                  </a:lnTo>
                  <a:lnTo>
                    <a:pt x="2333625" y="819150"/>
                  </a:lnTo>
                  <a:lnTo>
                    <a:pt x="1952625" y="819150"/>
                  </a:lnTo>
                  <a:lnTo>
                    <a:pt x="1562100" y="819150"/>
                  </a:lnTo>
                  <a:lnTo>
                    <a:pt x="1171575" y="819150"/>
                  </a:lnTo>
                  <a:lnTo>
                    <a:pt x="781050" y="819150"/>
                  </a:lnTo>
                  <a:lnTo>
                    <a:pt x="390525" y="819150"/>
                  </a:lnTo>
                  <a:lnTo>
                    <a:pt x="0" y="819150"/>
                  </a:lnTo>
                  <a:close/>
                </a:path>
              </a:pathLst>
            </a:custGeom>
            <a:solidFill>
              <a:schemeClr val="accent2">
                <a:lumMod val="40000"/>
                <a:lumOff val="60000"/>
              </a:schemeClr>
            </a:solidFill>
            <a:ln w="9525" cap="flat">
              <a:noFill/>
              <a:prstDash val="solid"/>
              <a:miter/>
            </a:ln>
          </p:spPr>
          <p:txBody>
            <a:bodyPr/>
            <a:lstStyle/>
            <a:p>
              <a:endParaRPr lang="en-US"/>
            </a:p>
          </p:txBody>
        </p:sp>
        <p:sp>
          <p:nvSpPr>
            <p:cNvPr id="231" name="Freeform: Shape 230">
              <a:extLst>
                <a:ext uri="{FF2B5EF4-FFF2-40B4-BE49-F238E27FC236}">
                  <a16:creationId xmlns:a16="http://schemas.microsoft.com/office/drawing/2014/main" id="{6951106F-FBE3-9563-B0D0-4FF3F3996E37}"/>
                </a:ext>
              </a:extLst>
            </p:cNvPr>
            <p:cNvSpPr/>
            <p:nvPr/>
          </p:nvSpPr>
          <p:spPr>
            <a:xfrm flipH="1">
              <a:off x="12192000" y="5834115"/>
              <a:ext cx="12192000" cy="1023885"/>
            </a:xfrm>
            <a:custGeom>
              <a:avLst/>
              <a:gdLst>
                <a:gd name="csX0" fmla="*/ 0 w 8572500"/>
                <a:gd name="csY0" fmla="*/ 76200 h 638175"/>
                <a:gd name="csX1" fmla="*/ 390525 w 8572500"/>
                <a:gd name="csY1" fmla="*/ 9525 h 638175"/>
                <a:gd name="csX2" fmla="*/ 781050 w 8572500"/>
                <a:gd name="csY2" fmla="*/ 123825 h 638175"/>
                <a:gd name="csX3" fmla="*/ 1171575 w 8572500"/>
                <a:gd name="csY3" fmla="*/ 142875 h 638175"/>
                <a:gd name="csX4" fmla="*/ 1562100 w 8572500"/>
                <a:gd name="csY4" fmla="*/ 76200 h 638175"/>
                <a:gd name="csX5" fmla="*/ 1952625 w 8572500"/>
                <a:gd name="csY5" fmla="*/ 76200 h 638175"/>
                <a:gd name="csX6" fmla="*/ 2333625 w 8572500"/>
                <a:gd name="csY6" fmla="*/ 171450 h 638175"/>
                <a:gd name="csX7" fmla="*/ 2724150 w 8572500"/>
                <a:gd name="csY7" fmla="*/ 76200 h 638175"/>
                <a:gd name="csX8" fmla="*/ 3114675 w 8572500"/>
                <a:gd name="csY8" fmla="*/ 123825 h 638175"/>
                <a:gd name="csX9" fmla="*/ 3505200 w 8572500"/>
                <a:gd name="csY9" fmla="*/ 142875 h 638175"/>
                <a:gd name="csX10" fmla="*/ 3895725 w 8572500"/>
                <a:gd name="csY10" fmla="*/ 19050 h 638175"/>
                <a:gd name="csX11" fmla="*/ 4286250 w 8572500"/>
                <a:gd name="csY11" fmla="*/ 123825 h 638175"/>
                <a:gd name="csX12" fmla="*/ 4676775 w 8572500"/>
                <a:gd name="csY12" fmla="*/ 142875 h 638175"/>
                <a:gd name="csX13" fmla="*/ 5067300 w 8572500"/>
                <a:gd name="csY13" fmla="*/ 152400 h 638175"/>
                <a:gd name="csX14" fmla="*/ 5457825 w 8572500"/>
                <a:gd name="csY14" fmla="*/ 133350 h 638175"/>
                <a:gd name="csX15" fmla="*/ 5848350 w 8572500"/>
                <a:gd name="csY15" fmla="*/ 0 h 638175"/>
                <a:gd name="csX16" fmla="*/ 6238875 w 8572500"/>
                <a:gd name="csY16" fmla="*/ 66675 h 638175"/>
                <a:gd name="csX17" fmla="*/ 6619875 w 8572500"/>
                <a:gd name="csY17" fmla="*/ 28575 h 638175"/>
                <a:gd name="csX18" fmla="*/ 7010400 w 8572500"/>
                <a:gd name="csY18" fmla="*/ 28575 h 638175"/>
                <a:gd name="csX19" fmla="*/ 7400925 w 8572500"/>
                <a:gd name="csY19" fmla="*/ 47625 h 638175"/>
                <a:gd name="csX20" fmla="*/ 7791450 w 8572500"/>
                <a:gd name="csY20" fmla="*/ 161925 h 638175"/>
                <a:gd name="csX21" fmla="*/ 8181975 w 8572500"/>
                <a:gd name="csY21" fmla="*/ 47625 h 638175"/>
                <a:gd name="csX22" fmla="*/ 8572500 w 8572500"/>
                <a:gd name="csY22" fmla="*/ 47625 h 638175"/>
                <a:gd name="csX23" fmla="*/ 8572500 w 8572500"/>
                <a:gd name="csY23" fmla="*/ 638175 h 638175"/>
                <a:gd name="csX24" fmla="*/ 8181975 w 8572500"/>
                <a:gd name="csY24" fmla="*/ 638175 h 638175"/>
                <a:gd name="csX25" fmla="*/ 7791450 w 8572500"/>
                <a:gd name="csY25" fmla="*/ 638175 h 638175"/>
                <a:gd name="csX26" fmla="*/ 7400925 w 8572500"/>
                <a:gd name="csY26" fmla="*/ 638175 h 638175"/>
                <a:gd name="csX27" fmla="*/ 7010400 w 8572500"/>
                <a:gd name="csY27" fmla="*/ 638175 h 638175"/>
                <a:gd name="csX28" fmla="*/ 6619875 w 8572500"/>
                <a:gd name="csY28" fmla="*/ 638175 h 638175"/>
                <a:gd name="csX29" fmla="*/ 6238875 w 8572500"/>
                <a:gd name="csY29" fmla="*/ 638175 h 638175"/>
                <a:gd name="csX30" fmla="*/ 5848350 w 8572500"/>
                <a:gd name="csY30" fmla="*/ 638175 h 638175"/>
                <a:gd name="csX31" fmla="*/ 5457825 w 8572500"/>
                <a:gd name="csY31" fmla="*/ 638175 h 638175"/>
                <a:gd name="csX32" fmla="*/ 5067300 w 8572500"/>
                <a:gd name="csY32" fmla="*/ 638175 h 638175"/>
                <a:gd name="csX33" fmla="*/ 4676775 w 8572500"/>
                <a:gd name="csY33" fmla="*/ 638175 h 638175"/>
                <a:gd name="csX34" fmla="*/ 4286250 w 8572500"/>
                <a:gd name="csY34" fmla="*/ 638175 h 638175"/>
                <a:gd name="csX35" fmla="*/ 3895725 w 8572500"/>
                <a:gd name="csY35" fmla="*/ 638175 h 638175"/>
                <a:gd name="csX36" fmla="*/ 3505200 w 8572500"/>
                <a:gd name="csY36" fmla="*/ 638175 h 638175"/>
                <a:gd name="csX37" fmla="*/ 3114675 w 8572500"/>
                <a:gd name="csY37" fmla="*/ 638175 h 638175"/>
                <a:gd name="csX38" fmla="*/ 2724150 w 8572500"/>
                <a:gd name="csY38" fmla="*/ 638175 h 638175"/>
                <a:gd name="csX39" fmla="*/ 2333625 w 8572500"/>
                <a:gd name="csY39" fmla="*/ 638175 h 638175"/>
                <a:gd name="csX40" fmla="*/ 1952625 w 8572500"/>
                <a:gd name="csY40" fmla="*/ 638175 h 638175"/>
                <a:gd name="csX41" fmla="*/ 1562100 w 8572500"/>
                <a:gd name="csY41" fmla="*/ 638175 h 638175"/>
                <a:gd name="csX42" fmla="*/ 1171575 w 8572500"/>
                <a:gd name="csY42" fmla="*/ 638175 h 638175"/>
                <a:gd name="csX43" fmla="*/ 781050 w 8572500"/>
                <a:gd name="csY43" fmla="*/ 638175 h 638175"/>
                <a:gd name="csX44" fmla="*/ 390525 w 8572500"/>
                <a:gd name="csY44" fmla="*/ 638175 h 638175"/>
                <a:gd name="csX45" fmla="*/ 0 w 8572500"/>
                <a:gd name="csY45" fmla="*/ 638175 h 6381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638175">
                  <a:moveTo>
                    <a:pt x="0" y="76200"/>
                  </a:moveTo>
                  <a:lnTo>
                    <a:pt x="390525" y="9525"/>
                  </a:lnTo>
                  <a:lnTo>
                    <a:pt x="781050" y="123825"/>
                  </a:lnTo>
                  <a:lnTo>
                    <a:pt x="1171575" y="142875"/>
                  </a:lnTo>
                  <a:lnTo>
                    <a:pt x="1562100" y="76200"/>
                  </a:lnTo>
                  <a:lnTo>
                    <a:pt x="1952625" y="76200"/>
                  </a:lnTo>
                  <a:lnTo>
                    <a:pt x="2333625" y="171450"/>
                  </a:lnTo>
                  <a:lnTo>
                    <a:pt x="2724150" y="76200"/>
                  </a:lnTo>
                  <a:lnTo>
                    <a:pt x="3114675" y="123825"/>
                  </a:lnTo>
                  <a:lnTo>
                    <a:pt x="3505200" y="142875"/>
                  </a:lnTo>
                  <a:lnTo>
                    <a:pt x="3895725" y="19050"/>
                  </a:lnTo>
                  <a:lnTo>
                    <a:pt x="4286250" y="123825"/>
                  </a:lnTo>
                  <a:lnTo>
                    <a:pt x="4676775" y="142875"/>
                  </a:lnTo>
                  <a:lnTo>
                    <a:pt x="5067300" y="152400"/>
                  </a:lnTo>
                  <a:lnTo>
                    <a:pt x="5457825" y="133350"/>
                  </a:lnTo>
                  <a:lnTo>
                    <a:pt x="5848350" y="0"/>
                  </a:lnTo>
                  <a:lnTo>
                    <a:pt x="6238875" y="66675"/>
                  </a:lnTo>
                  <a:lnTo>
                    <a:pt x="6619875" y="28575"/>
                  </a:lnTo>
                  <a:lnTo>
                    <a:pt x="7010400" y="28575"/>
                  </a:lnTo>
                  <a:lnTo>
                    <a:pt x="7400925" y="47625"/>
                  </a:lnTo>
                  <a:lnTo>
                    <a:pt x="7791450" y="161925"/>
                  </a:lnTo>
                  <a:lnTo>
                    <a:pt x="8181975" y="47625"/>
                  </a:lnTo>
                  <a:lnTo>
                    <a:pt x="8572500" y="47625"/>
                  </a:lnTo>
                  <a:lnTo>
                    <a:pt x="8572500" y="638175"/>
                  </a:lnTo>
                  <a:lnTo>
                    <a:pt x="8181975" y="638175"/>
                  </a:lnTo>
                  <a:lnTo>
                    <a:pt x="7791450" y="638175"/>
                  </a:lnTo>
                  <a:lnTo>
                    <a:pt x="7400925" y="638175"/>
                  </a:lnTo>
                  <a:lnTo>
                    <a:pt x="7010400" y="638175"/>
                  </a:lnTo>
                  <a:lnTo>
                    <a:pt x="6619875" y="638175"/>
                  </a:lnTo>
                  <a:lnTo>
                    <a:pt x="6238875" y="638175"/>
                  </a:lnTo>
                  <a:lnTo>
                    <a:pt x="5848350" y="638175"/>
                  </a:lnTo>
                  <a:lnTo>
                    <a:pt x="5457825" y="638175"/>
                  </a:lnTo>
                  <a:lnTo>
                    <a:pt x="5067300" y="638175"/>
                  </a:lnTo>
                  <a:lnTo>
                    <a:pt x="4676775" y="638175"/>
                  </a:lnTo>
                  <a:lnTo>
                    <a:pt x="4286250" y="638175"/>
                  </a:lnTo>
                  <a:lnTo>
                    <a:pt x="3895725" y="638175"/>
                  </a:lnTo>
                  <a:lnTo>
                    <a:pt x="3505200" y="638175"/>
                  </a:lnTo>
                  <a:lnTo>
                    <a:pt x="3114675" y="638175"/>
                  </a:lnTo>
                  <a:lnTo>
                    <a:pt x="2724150" y="638175"/>
                  </a:lnTo>
                  <a:lnTo>
                    <a:pt x="2333625" y="638175"/>
                  </a:lnTo>
                  <a:lnTo>
                    <a:pt x="1952625" y="638175"/>
                  </a:lnTo>
                  <a:lnTo>
                    <a:pt x="1562100" y="638175"/>
                  </a:lnTo>
                  <a:lnTo>
                    <a:pt x="1171575" y="638175"/>
                  </a:lnTo>
                  <a:lnTo>
                    <a:pt x="781050" y="638175"/>
                  </a:lnTo>
                  <a:lnTo>
                    <a:pt x="390525" y="638175"/>
                  </a:lnTo>
                  <a:lnTo>
                    <a:pt x="0" y="638175"/>
                  </a:lnTo>
                  <a:close/>
                </a:path>
              </a:pathLst>
            </a:custGeom>
            <a:solidFill>
              <a:schemeClr val="accent2">
                <a:lumMod val="60000"/>
                <a:lumOff val="40000"/>
              </a:schemeClr>
            </a:solidFill>
            <a:ln w="9525" cap="flat">
              <a:noFill/>
              <a:prstDash val="solid"/>
              <a:miter/>
            </a:ln>
          </p:spPr>
          <p:txBody>
            <a:bodyPr/>
            <a:lstStyle/>
            <a:p>
              <a:endParaRPr lang="en-US"/>
            </a:p>
          </p:txBody>
        </p:sp>
        <p:sp>
          <p:nvSpPr>
            <p:cNvPr id="232" name="Freeform: Shape 231">
              <a:extLst>
                <a:ext uri="{FF2B5EF4-FFF2-40B4-BE49-F238E27FC236}">
                  <a16:creationId xmlns:a16="http://schemas.microsoft.com/office/drawing/2014/main" id="{AA948514-2B08-DAA1-0855-44809F07A889}"/>
                </a:ext>
              </a:extLst>
            </p:cNvPr>
            <p:cNvSpPr/>
            <p:nvPr/>
          </p:nvSpPr>
          <p:spPr>
            <a:xfrm flipH="1">
              <a:off x="12192000" y="6109189"/>
              <a:ext cx="12192000" cy="748811"/>
            </a:xfrm>
            <a:custGeom>
              <a:avLst/>
              <a:gdLst>
                <a:gd name="csX0" fmla="*/ 0 w 8572500"/>
                <a:gd name="csY0" fmla="*/ 152400 h 466725"/>
                <a:gd name="csX1" fmla="*/ 390525 w 8572500"/>
                <a:gd name="csY1" fmla="*/ 104775 h 466725"/>
                <a:gd name="csX2" fmla="*/ 781050 w 8572500"/>
                <a:gd name="csY2" fmla="*/ 57150 h 466725"/>
                <a:gd name="csX3" fmla="*/ 1171575 w 8572500"/>
                <a:gd name="csY3" fmla="*/ 28575 h 466725"/>
                <a:gd name="csX4" fmla="*/ 1562100 w 8572500"/>
                <a:gd name="csY4" fmla="*/ 123825 h 466725"/>
                <a:gd name="csX5" fmla="*/ 1952625 w 8572500"/>
                <a:gd name="csY5" fmla="*/ 133350 h 466725"/>
                <a:gd name="csX6" fmla="*/ 2333625 w 8572500"/>
                <a:gd name="csY6" fmla="*/ 9525 h 466725"/>
                <a:gd name="csX7" fmla="*/ 2724150 w 8572500"/>
                <a:gd name="csY7" fmla="*/ 57150 h 466725"/>
                <a:gd name="csX8" fmla="*/ 3114675 w 8572500"/>
                <a:gd name="csY8" fmla="*/ 28575 h 466725"/>
                <a:gd name="csX9" fmla="*/ 3505200 w 8572500"/>
                <a:gd name="csY9" fmla="*/ 171450 h 466725"/>
                <a:gd name="csX10" fmla="*/ 3895725 w 8572500"/>
                <a:gd name="csY10" fmla="*/ 152400 h 466725"/>
                <a:gd name="csX11" fmla="*/ 4286250 w 8572500"/>
                <a:gd name="csY11" fmla="*/ 161925 h 466725"/>
                <a:gd name="csX12" fmla="*/ 4676775 w 8572500"/>
                <a:gd name="csY12" fmla="*/ 95250 h 466725"/>
                <a:gd name="csX13" fmla="*/ 5067300 w 8572500"/>
                <a:gd name="csY13" fmla="*/ 171450 h 466725"/>
                <a:gd name="csX14" fmla="*/ 5457825 w 8572500"/>
                <a:gd name="csY14" fmla="*/ 114300 h 466725"/>
                <a:gd name="csX15" fmla="*/ 5848350 w 8572500"/>
                <a:gd name="csY15" fmla="*/ 95250 h 466725"/>
                <a:gd name="csX16" fmla="*/ 6238875 w 8572500"/>
                <a:gd name="csY16" fmla="*/ 104775 h 466725"/>
                <a:gd name="csX17" fmla="*/ 6619875 w 8572500"/>
                <a:gd name="csY17" fmla="*/ 152400 h 466725"/>
                <a:gd name="csX18" fmla="*/ 7010400 w 8572500"/>
                <a:gd name="csY18" fmla="*/ 95250 h 466725"/>
                <a:gd name="csX19" fmla="*/ 7400925 w 8572500"/>
                <a:gd name="csY19" fmla="*/ 28575 h 466725"/>
                <a:gd name="csX20" fmla="*/ 7791450 w 8572500"/>
                <a:gd name="csY20" fmla="*/ 123825 h 466725"/>
                <a:gd name="csX21" fmla="*/ 8181975 w 8572500"/>
                <a:gd name="csY21" fmla="*/ 0 h 466725"/>
                <a:gd name="csX22" fmla="*/ 8572500 w 8572500"/>
                <a:gd name="csY22" fmla="*/ 85725 h 466725"/>
                <a:gd name="csX23" fmla="*/ 8572500 w 8572500"/>
                <a:gd name="csY23" fmla="*/ 466725 h 466725"/>
                <a:gd name="csX24" fmla="*/ 8181975 w 8572500"/>
                <a:gd name="csY24" fmla="*/ 466725 h 466725"/>
                <a:gd name="csX25" fmla="*/ 7791450 w 8572500"/>
                <a:gd name="csY25" fmla="*/ 466725 h 466725"/>
                <a:gd name="csX26" fmla="*/ 7400925 w 8572500"/>
                <a:gd name="csY26" fmla="*/ 466725 h 466725"/>
                <a:gd name="csX27" fmla="*/ 7010400 w 8572500"/>
                <a:gd name="csY27" fmla="*/ 466725 h 466725"/>
                <a:gd name="csX28" fmla="*/ 6619875 w 8572500"/>
                <a:gd name="csY28" fmla="*/ 466725 h 466725"/>
                <a:gd name="csX29" fmla="*/ 6238875 w 8572500"/>
                <a:gd name="csY29" fmla="*/ 466725 h 466725"/>
                <a:gd name="csX30" fmla="*/ 5848350 w 8572500"/>
                <a:gd name="csY30" fmla="*/ 466725 h 466725"/>
                <a:gd name="csX31" fmla="*/ 5457825 w 8572500"/>
                <a:gd name="csY31" fmla="*/ 466725 h 466725"/>
                <a:gd name="csX32" fmla="*/ 5067300 w 8572500"/>
                <a:gd name="csY32" fmla="*/ 466725 h 466725"/>
                <a:gd name="csX33" fmla="*/ 4676775 w 8572500"/>
                <a:gd name="csY33" fmla="*/ 466725 h 466725"/>
                <a:gd name="csX34" fmla="*/ 4286250 w 8572500"/>
                <a:gd name="csY34" fmla="*/ 466725 h 466725"/>
                <a:gd name="csX35" fmla="*/ 3895725 w 8572500"/>
                <a:gd name="csY35" fmla="*/ 466725 h 466725"/>
                <a:gd name="csX36" fmla="*/ 3505200 w 8572500"/>
                <a:gd name="csY36" fmla="*/ 466725 h 466725"/>
                <a:gd name="csX37" fmla="*/ 3114675 w 8572500"/>
                <a:gd name="csY37" fmla="*/ 466725 h 466725"/>
                <a:gd name="csX38" fmla="*/ 2724150 w 8572500"/>
                <a:gd name="csY38" fmla="*/ 466725 h 466725"/>
                <a:gd name="csX39" fmla="*/ 2333625 w 8572500"/>
                <a:gd name="csY39" fmla="*/ 466725 h 466725"/>
                <a:gd name="csX40" fmla="*/ 1952625 w 8572500"/>
                <a:gd name="csY40" fmla="*/ 466725 h 466725"/>
                <a:gd name="csX41" fmla="*/ 1562100 w 8572500"/>
                <a:gd name="csY41" fmla="*/ 466725 h 466725"/>
                <a:gd name="csX42" fmla="*/ 1171575 w 8572500"/>
                <a:gd name="csY42" fmla="*/ 466725 h 466725"/>
                <a:gd name="csX43" fmla="*/ 781050 w 8572500"/>
                <a:gd name="csY43" fmla="*/ 466725 h 466725"/>
                <a:gd name="csX44" fmla="*/ 390525 w 8572500"/>
                <a:gd name="csY44" fmla="*/ 466725 h 466725"/>
                <a:gd name="csX45" fmla="*/ 0 w 8572500"/>
                <a:gd name="csY45" fmla="*/ 466725 h 4667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466725">
                  <a:moveTo>
                    <a:pt x="0" y="152400"/>
                  </a:moveTo>
                  <a:lnTo>
                    <a:pt x="390525" y="104775"/>
                  </a:lnTo>
                  <a:lnTo>
                    <a:pt x="781050" y="57150"/>
                  </a:lnTo>
                  <a:lnTo>
                    <a:pt x="1171575" y="28575"/>
                  </a:lnTo>
                  <a:lnTo>
                    <a:pt x="1562100" y="123825"/>
                  </a:lnTo>
                  <a:lnTo>
                    <a:pt x="1952625" y="133350"/>
                  </a:lnTo>
                  <a:lnTo>
                    <a:pt x="2333625" y="9525"/>
                  </a:lnTo>
                  <a:lnTo>
                    <a:pt x="2724150" y="57150"/>
                  </a:lnTo>
                  <a:lnTo>
                    <a:pt x="3114675" y="28575"/>
                  </a:lnTo>
                  <a:lnTo>
                    <a:pt x="3505200" y="171450"/>
                  </a:lnTo>
                  <a:lnTo>
                    <a:pt x="3895725" y="152400"/>
                  </a:lnTo>
                  <a:lnTo>
                    <a:pt x="4286250" y="161925"/>
                  </a:lnTo>
                  <a:lnTo>
                    <a:pt x="4676775" y="95250"/>
                  </a:lnTo>
                  <a:lnTo>
                    <a:pt x="5067300" y="171450"/>
                  </a:lnTo>
                  <a:lnTo>
                    <a:pt x="5457825" y="114300"/>
                  </a:lnTo>
                  <a:lnTo>
                    <a:pt x="5848350" y="95250"/>
                  </a:lnTo>
                  <a:lnTo>
                    <a:pt x="6238875" y="104775"/>
                  </a:lnTo>
                  <a:lnTo>
                    <a:pt x="6619875" y="152400"/>
                  </a:lnTo>
                  <a:lnTo>
                    <a:pt x="7010400" y="95250"/>
                  </a:lnTo>
                  <a:lnTo>
                    <a:pt x="7400925" y="28575"/>
                  </a:lnTo>
                  <a:lnTo>
                    <a:pt x="7791450" y="123825"/>
                  </a:lnTo>
                  <a:lnTo>
                    <a:pt x="8181975" y="0"/>
                  </a:lnTo>
                  <a:lnTo>
                    <a:pt x="8572500" y="85725"/>
                  </a:lnTo>
                  <a:lnTo>
                    <a:pt x="8572500" y="466725"/>
                  </a:lnTo>
                  <a:lnTo>
                    <a:pt x="8181975" y="466725"/>
                  </a:lnTo>
                  <a:lnTo>
                    <a:pt x="7791450" y="466725"/>
                  </a:lnTo>
                  <a:lnTo>
                    <a:pt x="7400925" y="466725"/>
                  </a:lnTo>
                  <a:lnTo>
                    <a:pt x="7010400" y="466725"/>
                  </a:lnTo>
                  <a:lnTo>
                    <a:pt x="6619875" y="466725"/>
                  </a:lnTo>
                  <a:lnTo>
                    <a:pt x="6238875" y="466725"/>
                  </a:lnTo>
                  <a:lnTo>
                    <a:pt x="5848350" y="466725"/>
                  </a:lnTo>
                  <a:lnTo>
                    <a:pt x="5457825" y="466725"/>
                  </a:lnTo>
                  <a:lnTo>
                    <a:pt x="5067300" y="466725"/>
                  </a:lnTo>
                  <a:lnTo>
                    <a:pt x="4676775" y="466725"/>
                  </a:lnTo>
                  <a:lnTo>
                    <a:pt x="4286250" y="466725"/>
                  </a:lnTo>
                  <a:lnTo>
                    <a:pt x="3895725" y="466725"/>
                  </a:lnTo>
                  <a:lnTo>
                    <a:pt x="3505200" y="466725"/>
                  </a:lnTo>
                  <a:lnTo>
                    <a:pt x="3114675" y="466725"/>
                  </a:lnTo>
                  <a:lnTo>
                    <a:pt x="2724150" y="466725"/>
                  </a:lnTo>
                  <a:lnTo>
                    <a:pt x="2333625" y="466725"/>
                  </a:lnTo>
                  <a:lnTo>
                    <a:pt x="1952625" y="466725"/>
                  </a:lnTo>
                  <a:lnTo>
                    <a:pt x="1562100" y="466725"/>
                  </a:lnTo>
                  <a:lnTo>
                    <a:pt x="1171575" y="466725"/>
                  </a:lnTo>
                  <a:lnTo>
                    <a:pt x="781050" y="466725"/>
                  </a:lnTo>
                  <a:lnTo>
                    <a:pt x="390525" y="466725"/>
                  </a:lnTo>
                  <a:lnTo>
                    <a:pt x="0" y="466725"/>
                  </a:lnTo>
                  <a:close/>
                </a:path>
              </a:pathLst>
            </a:custGeom>
            <a:solidFill>
              <a:schemeClr val="accent2"/>
            </a:solidFill>
            <a:ln w="9525" cap="flat">
              <a:noFill/>
              <a:prstDash val="solid"/>
              <a:miter/>
            </a:ln>
          </p:spPr>
          <p:txBody>
            <a:bodyPr/>
            <a:lstStyle/>
            <a:p>
              <a:endParaRPr lang="en-US"/>
            </a:p>
          </p:txBody>
        </p:sp>
        <p:sp>
          <p:nvSpPr>
            <p:cNvPr id="233" name="Freeform: Shape 232">
              <a:extLst>
                <a:ext uri="{FF2B5EF4-FFF2-40B4-BE49-F238E27FC236}">
                  <a16:creationId xmlns:a16="http://schemas.microsoft.com/office/drawing/2014/main" id="{7B0665B8-D801-0C38-4E44-143D8C09CC09}"/>
                </a:ext>
              </a:extLst>
            </p:cNvPr>
            <p:cNvSpPr/>
            <p:nvPr/>
          </p:nvSpPr>
          <p:spPr>
            <a:xfrm flipH="1">
              <a:off x="12192000" y="6399544"/>
              <a:ext cx="12192000" cy="458456"/>
            </a:xfrm>
            <a:custGeom>
              <a:avLst/>
              <a:gdLst>
                <a:gd name="csX0" fmla="*/ 0 w 8572500"/>
                <a:gd name="csY0" fmla="*/ 142875 h 285750"/>
                <a:gd name="csX1" fmla="*/ 390525 w 8572500"/>
                <a:gd name="csY1" fmla="*/ 38100 h 285750"/>
                <a:gd name="csX2" fmla="*/ 781050 w 8572500"/>
                <a:gd name="csY2" fmla="*/ 123825 h 285750"/>
                <a:gd name="csX3" fmla="*/ 1171575 w 8572500"/>
                <a:gd name="csY3" fmla="*/ 114300 h 285750"/>
                <a:gd name="csX4" fmla="*/ 1562100 w 8572500"/>
                <a:gd name="csY4" fmla="*/ 66675 h 285750"/>
                <a:gd name="csX5" fmla="*/ 1952625 w 8572500"/>
                <a:gd name="csY5" fmla="*/ 57150 h 285750"/>
                <a:gd name="csX6" fmla="*/ 2333625 w 8572500"/>
                <a:gd name="csY6" fmla="*/ 57150 h 285750"/>
                <a:gd name="csX7" fmla="*/ 2724150 w 8572500"/>
                <a:gd name="csY7" fmla="*/ 152400 h 285750"/>
                <a:gd name="csX8" fmla="*/ 3114675 w 8572500"/>
                <a:gd name="csY8" fmla="*/ 19050 h 285750"/>
                <a:gd name="csX9" fmla="*/ 3505200 w 8572500"/>
                <a:gd name="csY9" fmla="*/ 66675 h 285750"/>
                <a:gd name="csX10" fmla="*/ 3895725 w 8572500"/>
                <a:gd name="csY10" fmla="*/ 114300 h 285750"/>
                <a:gd name="csX11" fmla="*/ 4286250 w 8572500"/>
                <a:gd name="csY11" fmla="*/ 133350 h 285750"/>
                <a:gd name="csX12" fmla="*/ 4676775 w 8572500"/>
                <a:gd name="csY12" fmla="*/ 28575 h 285750"/>
                <a:gd name="csX13" fmla="*/ 5067300 w 8572500"/>
                <a:gd name="csY13" fmla="*/ 133350 h 285750"/>
                <a:gd name="csX14" fmla="*/ 5457825 w 8572500"/>
                <a:gd name="csY14" fmla="*/ 85725 h 285750"/>
                <a:gd name="csX15" fmla="*/ 5848350 w 8572500"/>
                <a:gd name="csY15" fmla="*/ 38100 h 285750"/>
                <a:gd name="csX16" fmla="*/ 6238875 w 8572500"/>
                <a:gd name="csY16" fmla="*/ 142875 h 285750"/>
                <a:gd name="csX17" fmla="*/ 6619875 w 8572500"/>
                <a:gd name="csY17" fmla="*/ 0 h 285750"/>
                <a:gd name="csX18" fmla="*/ 7010400 w 8572500"/>
                <a:gd name="csY18" fmla="*/ 57150 h 285750"/>
                <a:gd name="csX19" fmla="*/ 7400925 w 8572500"/>
                <a:gd name="csY19" fmla="*/ 85725 h 285750"/>
                <a:gd name="csX20" fmla="*/ 7791450 w 8572500"/>
                <a:gd name="csY20" fmla="*/ 76200 h 285750"/>
                <a:gd name="csX21" fmla="*/ 8181975 w 8572500"/>
                <a:gd name="csY21" fmla="*/ 95250 h 285750"/>
                <a:gd name="csX22" fmla="*/ 8572500 w 8572500"/>
                <a:gd name="csY22" fmla="*/ 142875 h 285750"/>
                <a:gd name="csX23" fmla="*/ 8572500 w 8572500"/>
                <a:gd name="csY23" fmla="*/ 285750 h 285750"/>
                <a:gd name="csX24" fmla="*/ 8181975 w 8572500"/>
                <a:gd name="csY24" fmla="*/ 285750 h 285750"/>
                <a:gd name="csX25" fmla="*/ 7791450 w 8572500"/>
                <a:gd name="csY25" fmla="*/ 285750 h 285750"/>
                <a:gd name="csX26" fmla="*/ 7400925 w 8572500"/>
                <a:gd name="csY26" fmla="*/ 285750 h 285750"/>
                <a:gd name="csX27" fmla="*/ 7010400 w 8572500"/>
                <a:gd name="csY27" fmla="*/ 285750 h 285750"/>
                <a:gd name="csX28" fmla="*/ 6619875 w 8572500"/>
                <a:gd name="csY28" fmla="*/ 285750 h 285750"/>
                <a:gd name="csX29" fmla="*/ 6238875 w 8572500"/>
                <a:gd name="csY29" fmla="*/ 285750 h 285750"/>
                <a:gd name="csX30" fmla="*/ 5848350 w 8572500"/>
                <a:gd name="csY30" fmla="*/ 285750 h 285750"/>
                <a:gd name="csX31" fmla="*/ 5457825 w 8572500"/>
                <a:gd name="csY31" fmla="*/ 285750 h 285750"/>
                <a:gd name="csX32" fmla="*/ 5067300 w 8572500"/>
                <a:gd name="csY32" fmla="*/ 285750 h 285750"/>
                <a:gd name="csX33" fmla="*/ 4676775 w 8572500"/>
                <a:gd name="csY33" fmla="*/ 285750 h 285750"/>
                <a:gd name="csX34" fmla="*/ 4286250 w 8572500"/>
                <a:gd name="csY34" fmla="*/ 285750 h 285750"/>
                <a:gd name="csX35" fmla="*/ 3895725 w 8572500"/>
                <a:gd name="csY35" fmla="*/ 285750 h 285750"/>
                <a:gd name="csX36" fmla="*/ 3505200 w 8572500"/>
                <a:gd name="csY36" fmla="*/ 285750 h 285750"/>
                <a:gd name="csX37" fmla="*/ 3114675 w 8572500"/>
                <a:gd name="csY37" fmla="*/ 285750 h 285750"/>
                <a:gd name="csX38" fmla="*/ 2724150 w 8572500"/>
                <a:gd name="csY38" fmla="*/ 285750 h 285750"/>
                <a:gd name="csX39" fmla="*/ 2333625 w 8572500"/>
                <a:gd name="csY39" fmla="*/ 285750 h 285750"/>
                <a:gd name="csX40" fmla="*/ 1952625 w 8572500"/>
                <a:gd name="csY40" fmla="*/ 285750 h 285750"/>
                <a:gd name="csX41" fmla="*/ 1562100 w 8572500"/>
                <a:gd name="csY41" fmla="*/ 285750 h 285750"/>
                <a:gd name="csX42" fmla="*/ 1171575 w 8572500"/>
                <a:gd name="csY42" fmla="*/ 285750 h 285750"/>
                <a:gd name="csX43" fmla="*/ 781050 w 8572500"/>
                <a:gd name="csY43" fmla="*/ 285750 h 285750"/>
                <a:gd name="csX44" fmla="*/ 390525 w 8572500"/>
                <a:gd name="csY44" fmla="*/ 285750 h 285750"/>
                <a:gd name="csX45" fmla="*/ 0 w 8572500"/>
                <a:gd name="csY45" fmla="*/ 285750 h 285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285750">
                  <a:moveTo>
                    <a:pt x="0" y="142875"/>
                  </a:moveTo>
                  <a:lnTo>
                    <a:pt x="390525" y="38100"/>
                  </a:lnTo>
                  <a:lnTo>
                    <a:pt x="781050" y="123825"/>
                  </a:lnTo>
                  <a:lnTo>
                    <a:pt x="1171575" y="114300"/>
                  </a:lnTo>
                  <a:lnTo>
                    <a:pt x="1562100" y="66675"/>
                  </a:lnTo>
                  <a:lnTo>
                    <a:pt x="1952625" y="57150"/>
                  </a:lnTo>
                  <a:lnTo>
                    <a:pt x="2333625" y="57150"/>
                  </a:lnTo>
                  <a:lnTo>
                    <a:pt x="2724150" y="152400"/>
                  </a:lnTo>
                  <a:lnTo>
                    <a:pt x="3114675" y="19050"/>
                  </a:lnTo>
                  <a:lnTo>
                    <a:pt x="3505200" y="66675"/>
                  </a:lnTo>
                  <a:lnTo>
                    <a:pt x="3895725" y="114300"/>
                  </a:lnTo>
                  <a:lnTo>
                    <a:pt x="4286250" y="133350"/>
                  </a:lnTo>
                  <a:lnTo>
                    <a:pt x="4676775" y="28575"/>
                  </a:lnTo>
                  <a:lnTo>
                    <a:pt x="5067300" y="133350"/>
                  </a:lnTo>
                  <a:lnTo>
                    <a:pt x="5457825" y="85725"/>
                  </a:lnTo>
                  <a:lnTo>
                    <a:pt x="5848350" y="38100"/>
                  </a:lnTo>
                  <a:lnTo>
                    <a:pt x="6238875" y="142875"/>
                  </a:lnTo>
                  <a:lnTo>
                    <a:pt x="6619875" y="0"/>
                  </a:lnTo>
                  <a:lnTo>
                    <a:pt x="7010400" y="57150"/>
                  </a:lnTo>
                  <a:lnTo>
                    <a:pt x="7400925" y="85725"/>
                  </a:lnTo>
                  <a:lnTo>
                    <a:pt x="7791450" y="76200"/>
                  </a:lnTo>
                  <a:lnTo>
                    <a:pt x="8181975" y="95250"/>
                  </a:lnTo>
                  <a:lnTo>
                    <a:pt x="8572500" y="142875"/>
                  </a:lnTo>
                  <a:lnTo>
                    <a:pt x="8572500" y="285750"/>
                  </a:lnTo>
                  <a:lnTo>
                    <a:pt x="8181975" y="285750"/>
                  </a:lnTo>
                  <a:lnTo>
                    <a:pt x="7791450" y="285750"/>
                  </a:lnTo>
                  <a:lnTo>
                    <a:pt x="7400925" y="285750"/>
                  </a:lnTo>
                  <a:lnTo>
                    <a:pt x="7010400" y="285750"/>
                  </a:lnTo>
                  <a:lnTo>
                    <a:pt x="6619875" y="285750"/>
                  </a:lnTo>
                  <a:lnTo>
                    <a:pt x="6238875" y="285750"/>
                  </a:lnTo>
                  <a:lnTo>
                    <a:pt x="5848350" y="285750"/>
                  </a:lnTo>
                  <a:lnTo>
                    <a:pt x="5457825" y="285750"/>
                  </a:lnTo>
                  <a:lnTo>
                    <a:pt x="5067300" y="285750"/>
                  </a:lnTo>
                  <a:lnTo>
                    <a:pt x="4676775" y="285750"/>
                  </a:lnTo>
                  <a:lnTo>
                    <a:pt x="4286250" y="285750"/>
                  </a:lnTo>
                  <a:lnTo>
                    <a:pt x="3895725" y="285750"/>
                  </a:lnTo>
                  <a:lnTo>
                    <a:pt x="3505200" y="285750"/>
                  </a:lnTo>
                  <a:lnTo>
                    <a:pt x="3114675" y="285750"/>
                  </a:lnTo>
                  <a:lnTo>
                    <a:pt x="2724150" y="285750"/>
                  </a:lnTo>
                  <a:lnTo>
                    <a:pt x="2333625" y="285750"/>
                  </a:lnTo>
                  <a:lnTo>
                    <a:pt x="1952625" y="285750"/>
                  </a:lnTo>
                  <a:lnTo>
                    <a:pt x="1562100" y="285750"/>
                  </a:lnTo>
                  <a:lnTo>
                    <a:pt x="1171575" y="285750"/>
                  </a:lnTo>
                  <a:lnTo>
                    <a:pt x="781050" y="285750"/>
                  </a:lnTo>
                  <a:lnTo>
                    <a:pt x="390525" y="285750"/>
                  </a:lnTo>
                  <a:lnTo>
                    <a:pt x="0" y="285750"/>
                  </a:lnTo>
                  <a:close/>
                </a:path>
              </a:pathLst>
            </a:custGeom>
            <a:solidFill>
              <a:schemeClr val="accent2">
                <a:lumMod val="50000"/>
              </a:schemeClr>
            </a:solidFill>
            <a:ln w="9525" cap="flat">
              <a:noFill/>
              <a:prstDash val="solid"/>
              <a:miter/>
            </a:ln>
          </p:spPr>
          <p:txBody>
            <a:bodyPr/>
            <a:lstStyle/>
            <a:p>
              <a:endParaRPr lang="en-US"/>
            </a:p>
          </p:txBody>
        </p:sp>
      </p:grpSp>
      <p:sp>
        <p:nvSpPr>
          <p:cNvPr id="2" name="Title 1">
            <a:extLst>
              <a:ext uri="{FF2B5EF4-FFF2-40B4-BE49-F238E27FC236}">
                <a16:creationId xmlns:a16="http://schemas.microsoft.com/office/drawing/2014/main" id="{9B36FF34-FB87-CBFB-792F-DB3A669ADF24}"/>
              </a:ext>
            </a:extLst>
          </p:cNvPr>
          <p:cNvSpPr>
            <a:spLocks noGrp="1"/>
          </p:cNvSpPr>
          <p:nvPr>
            <p:ph type="title"/>
          </p:nvPr>
        </p:nvSpPr>
        <p:spPr/>
        <p:txBody>
          <a:bodyPr/>
          <a:lstStyle/>
          <a:p>
            <a:r>
              <a:rPr lang="en-US"/>
              <a:t>XXXXXXXXXXXXX</a:t>
            </a:r>
          </a:p>
        </p:txBody>
      </p:sp>
      <p:sp>
        <p:nvSpPr>
          <p:cNvPr id="3" name="Content Placeholder 2">
            <a:extLst>
              <a:ext uri="{FF2B5EF4-FFF2-40B4-BE49-F238E27FC236}">
                <a16:creationId xmlns:a16="http://schemas.microsoft.com/office/drawing/2014/main" id="{8473D5A1-2084-C691-D8E3-219CCB803B94}"/>
              </a:ext>
            </a:extLst>
          </p:cNvPr>
          <p:cNvSpPr>
            <a:spLocks noGrp="1"/>
          </p:cNvSpPr>
          <p:nvPr>
            <p:ph idx="1"/>
          </p:nvPr>
        </p:nvSpPr>
        <p:spPr/>
        <p:txBody>
          <a:bodyPr>
            <a:normAutofit fontScale="92500"/>
          </a:bodyPr>
          <a:lstStyle/>
          <a:p>
            <a:pPr marL="0" indent="0">
              <a:buNone/>
            </a:pPr>
            <a:r>
              <a:rPr lang="en-US"/>
              <a:t>XXXXX XXX X </a:t>
            </a:r>
            <a:r>
              <a:rPr lang="en-US" u="sng"/>
              <a:t>XXXXXXXXXXXXXXX</a:t>
            </a:r>
            <a:r>
              <a:rPr lang="en-US"/>
              <a:t> XXXXXXX X XXXXXXXXXXXX XXXXX XXXX XXX XXXXX XX XXXXXXX XXXXXX XX XXX XXXXX XX XXX XXX XX XXXX XXXX XXXXXXXXXX XX XXXXX XXXXXXXXX XXXXXXX XX XXX XX XXXXX XXXX XXXXXXXXX XXXXX XXXXXXX XXXXXXXXXXXXX XXXXXX XXX XXXXX</a:t>
            </a:r>
          </a:p>
          <a:p>
            <a:pPr marL="0" indent="0">
              <a:buNone/>
            </a:pPr>
            <a:r>
              <a:rPr lang="en-US"/>
              <a:t>XXXXX XXX X XXXX XXXX XXXXXXXXX XX XXXXXXX XXX XXXX XXX XXXXX XXXXX XXX XXX XXXXXX X XXXX XXXXX XXXX XXX XXXX XXXXXX XX XXXXXX XXXX XX XXX XXXXXXXXXXXX XXX XXX XX XXX XXXX XXXXXXXX XXXXX XXXX XXXXX XXXX XXXXXX XX XXXX XX </a:t>
            </a:r>
            <a:r>
              <a:rPr lang="en-US" u="sng"/>
              <a:t>XXXXXXX</a:t>
            </a:r>
            <a:r>
              <a:rPr lang="en-US"/>
              <a:t> XXX XXX XXXXXXX XXXXXXXXX XX XXX XXXX XXX XXXX XXXXXXXXXX XXXXXX XXXX XXX XXXX XXX</a:t>
            </a:r>
          </a:p>
        </p:txBody>
      </p:sp>
      <p:sp>
        <p:nvSpPr>
          <p:cNvPr id="220" name="Freeform: Shape 219">
            <a:extLst>
              <a:ext uri="{FF2B5EF4-FFF2-40B4-BE49-F238E27FC236}">
                <a16:creationId xmlns:a16="http://schemas.microsoft.com/office/drawing/2014/main" id="{9946DF9D-F7F7-74B6-DD55-D35500E649C1}"/>
              </a:ext>
            </a:extLst>
          </p:cNvPr>
          <p:cNvSpPr/>
          <p:nvPr/>
        </p:nvSpPr>
        <p:spPr>
          <a:xfrm rot="10800000">
            <a:off x="-19895" y="-1313471"/>
            <a:ext cx="12192000" cy="1847657"/>
          </a:xfrm>
          <a:custGeom>
            <a:avLst/>
            <a:gdLst>
              <a:gd name="csX0" fmla="*/ 0 w 8572500"/>
              <a:gd name="csY0" fmla="*/ 9525 h 990600"/>
              <a:gd name="csX1" fmla="*/ 390525 w 8572500"/>
              <a:gd name="csY1" fmla="*/ 38100 h 990600"/>
              <a:gd name="csX2" fmla="*/ 781050 w 8572500"/>
              <a:gd name="csY2" fmla="*/ 0 h 990600"/>
              <a:gd name="csX3" fmla="*/ 1171575 w 8572500"/>
              <a:gd name="csY3" fmla="*/ 28575 h 990600"/>
              <a:gd name="csX4" fmla="*/ 1562100 w 8572500"/>
              <a:gd name="csY4" fmla="*/ 9525 h 990600"/>
              <a:gd name="csX5" fmla="*/ 1952625 w 8572500"/>
              <a:gd name="csY5" fmla="*/ 38100 h 990600"/>
              <a:gd name="csX6" fmla="*/ 2333625 w 8572500"/>
              <a:gd name="csY6" fmla="*/ 19050 h 990600"/>
              <a:gd name="csX7" fmla="*/ 2724150 w 8572500"/>
              <a:gd name="csY7" fmla="*/ 104775 h 990600"/>
              <a:gd name="csX8" fmla="*/ 3114675 w 8572500"/>
              <a:gd name="csY8" fmla="*/ 114300 h 990600"/>
              <a:gd name="csX9" fmla="*/ 3505200 w 8572500"/>
              <a:gd name="csY9" fmla="*/ 190500 h 990600"/>
              <a:gd name="csX10" fmla="*/ 3895725 w 8572500"/>
              <a:gd name="csY10" fmla="*/ 47625 h 990600"/>
              <a:gd name="csX11" fmla="*/ 4286250 w 8572500"/>
              <a:gd name="csY11" fmla="*/ 190500 h 990600"/>
              <a:gd name="csX12" fmla="*/ 4676775 w 8572500"/>
              <a:gd name="csY12" fmla="*/ 190500 h 990600"/>
              <a:gd name="csX13" fmla="*/ 5067300 w 8572500"/>
              <a:gd name="csY13" fmla="*/ 66675 h 990600"/>
              <a:gd name="csX14" fmla="*/ 5457825 w 8572500"/>
              <a:gd name="csY14" fmla="*/ 85725 h 990600"/>
              <a:gd name="csX15" fmla="*/ 5848350 w 8572500"/>
              <a:gd name="csY15" fmla="*/ 47625 h 990600"/>
              <a:gd name="csX16" fmla="*/ 6238875 w 8572500"/>
              <a:gd name="csY16" fmla="*/ 28575 h 990600"/>
              <a:gd name="csX17" fmla="*/ 6619875 w 8572500"/>
              <a:gd name="csY17" fmla="*/ 180975 h 990600"/>
              <a:gd name="csX18" fmla="*/ 7010400 w 8572500"/>
              <a:gd name="csY18" fmla="*/ 114300 h 990600"/>
              <a:gd name="csX19" fmla="*/ 7400925 w 8572500"/>
              <a:gd name="csY19" fmla="*/ 180975 h 990600"/>
              <a:gd name="csX20" fmla="*/ 7791450 w 8572500"/>
              <a:gd name="csY20" fmla="*/ 38100 h 990600"/>
              <a:gd name="csX21" fmla="*/ 8181975 w 8572500"/>
              <a:gd name="csY21" fmla="*/ 171450 h 990600"/>
              <a:gd name="csX22" fmla="*/ 8572500 w 8572500"/>
              <a:gd name="csY22" fmla="*/ 171450 h 990600"/>
              <a:gd name="csX23" fmla="*/ 8572500 w 8572500"/>
              <a:gd name="csY23" fmla="*/ 990600 h 990600"/>
              <a:gd name="csX24" fmla="*/ 8181975 w 8572500"/>
              <a:gd name="csY24" fmla="*/ 990600 h 990600"/>
              <a:gd name="csX25" fmla="*/ 7791450 w 8572500"/>
              <a:gd name="csY25" fmla="*/ 990600 h 990600"/>
              <a:gd name="csX26" fmla="*/ 7400925 w 8572500"/>
              <a:gd name="csY26" fmla="*/ 990600 h 990600"/>
              <a:gd name="csX27" fmla="*/ 7010400 w 8572500"/>
              <a:gd name="csY27" fmla="*/ 990600 h 990600"/>
              <a:gd name="csX28" fmla="*/ 6619875 w 8572500"/>
              <a:gd name="csY28" fmla="*/ 990600 h 990600"/>
              <a:gd name="csX29" fmla="*/ 6238875 w 8572500"/>
              <a:gd name="csY29" fmla="*/ 990600 h 990600"/>
              <a:gd name="csX30" fmla="*/ 5848350 w 8572500"/>
              <a:gd name="csY30" fmla="*/ 990600 h 990600"/>
              <a:gd name="csX31" fmla="*/ 5457825 w 8572500"/>
              <a:gd name="csY31" fmla="*/ 990600 h 990600"/>
              <a:gd name="csX32" fmla="*/ 5067300 w 8572500"/>
              <a:gd name="csY32" fmla="*/ 990600 h 990600"/>
              <a:gd name="csX33" fmla="*/ 4676775 w 8572500"/>
              <a:gd name="csY33" fmla="*/ 990600 h 990600"/>
              <a:gd name="csX34" fmla="*/ 4286250 w 8572500"/>
              <a:gd name="csY34" fmla="*/ 990600 h 990600"/>
              <a:gd name="csX35" fmla="*/ 3895725 w 8572500"/>
              <a:gd name="csY35" fmla="*/ 990600 h 990600"/>
              <a:gd name="csX36" fmla="*/ 3505200 w 8572500"/>
              <a:gd name="csY36" fmla="*/ 990600 h 990600"/>
              <a:gd name="csX37" fmla="*/ 3114675 w 8572500"/>
              <a:gd name="csY37" fmla="*/ 990600 h 990600"/>
              <a:gd name="csX38" fmla="*/ 2724150 w 8572500"/>
              <a:gd name="csY38" fmla="*/ 990600 h 990600"/>
              <a:gd name="csX39" fmla="*/ 2333625 w 8572500"/>
              <a:gd name="csY39" fmla="*/ 990600 h 990600"/>
              <a:gd name="csX40" fmla="*/ 1952625 w 8572500"/>
              <a:gd name="csY40" fmla="*/ 990600 h 990600"/>
              <a:gd name="csX41" fmla="*/ 1562100 w 8572500"/>
              <a:gd name="csY41" fmla="*/ 990600 h 990600"/>
              <a:gd name="csX42" fmla="*/ 1171575 w 8572500"/>
              <a:gd name="csY42" fmla="*/ 990600 h 990600"/>
              <a:gd name="csX43" fmla="*/ 781050 w 8572500"/>
              <a:gd name="csY43" fmla="*/ 990600 h 990600"/>
              <a:gd name="csX44" fmla="*/ 390525 w 8572500"/>
              <a:gd name="csY44" fmla="*/ 990600 h 990600"/>
              <a:gd name="csX45" fmla="*/ 0 w 8572500"/>
              <a:gd name="csY45" fmla="*/ 990600 h 990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990600">
                <a:moveTo>
                  <a:pt x="0" y="9525"/>
                </a:moveTo>
                <a:lnTo>
                  <a:pt x="390525" y="38100"/>
                </a:lnTo>
                <a:lnTo>
                  <a:pt x="781050" y="0"/>
                </a:lnTo>
                <a:lnTo>
                  <a:pt x="1171575" y="28575"/>
                </a:lnTo>
                <a:lnTo>
                  <a:pt x="1562100" y="9525"/>
                </a:lnTo>
                <a:lnTo>
                  <a:pt x="1952625" y="38100"/>
                </a:lnTo>
                <a:lnTo>
                  <a:pt x="2333625" y="19050"/>
                </a:lnTo>
                <a:lnTo>
                  <a:pt x="2724150" y="104775"/>
                </a:lnTo>
                <a:lnTo>
                  <a:pt x="3114675" y="114300"/>
                </a:lnTo>
                <a:lnTo>
                  <a:pt x="3505200" y="190500"/>
                </a:lnTo>
                <a:lnTo>
                  <a:pt x="3895725" y="47625"/>
                </a:lnTo>
                <a:lnTo>
                  <a:pt x="4286250" y="190500"/>
                </a:lnTo>
                <a:lnTo>
                  <a:pt x="4676775" y="190500"/>
                </a:lnTo>
                <a:lnTo>
                  <a:pt x="5067300" y="66675"/>
                </a:lnTo>
                <a:lnTo>
                  <a:pt x="5457825" y="85725"/>
                </a:lnTo>
                <a:lnTo>
                  <a:pt x="5848350" y="47625"/>
                </a:lnTo>
                <a:lnTo>
                  <a:pt x="6238875" y="28575"/>
                </a:lnTo>
                <a:lnTo>
                  <a:pt x="6619875" y="180975"/>
                </a:lnTo>
                <a:lnTo>
                  <a:pt x="7010400" y="114300"/>
                </a:lnTo>
                <a:lnTo>
                  <a:pt x="7400925" y="180975"/>
                </a:lnTo>
                <a:lnTo>
                  <a:pt x="7791450" y="38100"/>
                </a:lnTo>
                <a:lnTo>
                  <a:pt x="8181975" y="171450"/>
                </a:lnTo>
                <a:lnTo>
                  <a:pt x="8572500" y="171450"/>
                </a:lnTo>
                <a:lnTo>
                  <a:pt x="8572500" y="990600"/>
                </a:lnTo>
                <a:lnTo>
                  <a:pt x="8181975" y="990600"/>
                </a:lnTo>
                <a:lnTo>
                  <a:pt x="7791450" y="990600"/>
                </a:lnTo>
                <a:lnTo>
                  <a:pt x="7400925" y="990600"/>
                </a:lnTo>
                <a:lnTo>
                  <a:pt x="7010400" y="990600"/>
                </a:lnTo>
                <a:lnTo>
                  <a:pt x="6619875" y="990600"/>
                </a:lnTo>
                <a:lnTo>
                  <a:pt x="6238875" y="990600"/>
                </a:lnTo>
                <a:lnTo>
                  <a:pt x="5848350" y="990600"/>
                </a:lnTo>
                <a:lnTo>
                  <a:pt x="5457825" y="990600"/>
                </a:lnTo>
                <a:lnTo>
                  <a:pt x="5067300" y="990600"/>
                </a:lnTo>
                <a:lnTo>
                  <a:pt x="4676775" y="990600"/>
                </a:lnTo>
                <a:lnTo>
                  <a:pt x="4286250" y="990600"/>
                </a:lnTo>
                <a:lnTo>
                  <a:pt x="3895725" y="990600"/>
                </a:lnTo>
                <a:lnTo>
                  <a:pt x="3505200" y="990600"/>
                </a:lnTo>
                <a:lnTo>
                  <a:pt x="3114675" y="990600"/>
                </a:lnTo>
                <a:lnTo>
                  <a:pt x="2724150" y="990600"/>
                </a:lnTo>
                <a:lnTo>
                  <a:pt x="2333625" y="990600"/>
                </a:lnTo>
                <a:lnTo>
                  <a:pt x="1952625" y="990600"/>
                </a:lnTo>
                <a:lnTo>
                  <a:pt x="1562100" y="990600"/>
                </a:lnTo>
                <a:lnTo>
                  <a:pt x="1171575" y="990600"/>
                </a:lnTo>
                <a:lnTo>
                  <a:pt x="781050" y="990600"/>
                </a:lnTo>
                <a:lnTo>
                  <a:pt x="390525" y="990600"/>
                </a:lnTo>
                <a:lnTo>
                  <a:pt x="0" y="990600"/>
                </a:lnTo>
                <a:close/>
              </a:path>
            </a:pathLst>
          </a:custGeom>
          <a:solidFill>
            <a:schemeClr val="accent2">
              <a:lumMod val="20000"/>
              <a:lumOff val="80000"/>
            </a:schemeClr>
          </a:solidFill>
          <a:ln w="9525" cap="flat">
            <a:noFill/>
            <a:prstDash val="solid"/>
            <a:miter/>
          </a:ln>
        </p:spPr>
        <p:txBody>
          <a:bodyPr/>
          <a:lstStyle/>
          <a:p>
            <a:endParaRPr lang="en-US"/>
          </a:p>
        </p:txBody>
      </p:sp>
      <p:sp>
        <p:nvSpPr>
          <p:cNvPr id="221" name="Freeform: Shape 220">
            <a:extLst>
              <a:ext uri="{FF2B5EF4-FFF2-40B4-BE49-F238E27FC236}">
                <a16:creationId xmlns:a16="http://schemas.microsoft.com/office/drawing/2014/main" id="{A1D1CAA0-CB4A-E817-4591-011FB8601B6A}"/>
              </a:ext>
            </a:extLst>
          </p:cNvPr>
          <p:cNvSpPr/>
          <p:nvPr/>
        </p:nvSpPr>
        <p:spPr>
          <a:xfrm rot="10800000">
            <a:off x="-19895" y="-1585181"/>
            <a:ext cx="12192000" cy="1527870"/>
          </a:xfrm>
          <a:custGeom>
            <a:avLst/>
            <a:gdLst>
              <a:gd name="csX0" fmla="*/ 0 w 8572500"/>
              <a:gd name="csY0" fmla="*/ 38100 h 819150"/>
              <a:gd name="csX1" fmla="*/ 390525 w 8572500"/>
              <a:gd name="csY1" fmla="*/ 95250 h 819150"/>
              <a:gd name="csX2" fmla="*/ 781050 w 8572500"/>
              <a:gd name="csY2" fmla="*/ 66675 h 819150"/>
              <a:gd name="csX3" fmla="*/ 1171575 w 8572500"/>
              <a:gd name="csY3" fmla="*/ 19050 h 819150"/>
              <a:gd name="csX4" fmla="*/ 1562100 w 8572500"/>
              <a:gd name="csY4" fmla="*/ 142875 h 819150"/>
              <a:gd name="csX5" fmla="*/ 1952625 w 8572500"/>
              <a:gd name="csY5" fmla="*/ 161925 h 819150"/>
              <a:gd name="csX6" fmla="*/ 2333625 w 8572500"/>
              <a:gd name="csY6" fmla="*/ 47625 h 819150"/>
              <a:gd name="csX7" fmla="*/ 2724150 w 8572500"/>
              <a:gd name="csY7" fmla="*/ 123825 h 819150"/>
              <a:gd name="csX8" fmla="*/ 3114675 w 8572500"/>
              <a:gd name="csY8" fmla="*/ 95250 h 819150"/>
              <a:gd name="csX9" fmla="*/ 3505200 w 8572500"/>
              <a:gd name="csY9" fmla="*/ 190500 h 819150"/>
              <a:gd name="csX10" fmla="*/ 3895725 w 8572500"/>
              <a:gd name="csY10" fmla="*/ 142875 h 819150"/>
              <a:gd name="csX11" fmla="*/ 4286250 w 8572500"/>
              <a:gd name="csY11" fmla="*/ 28575 h 819150"/>
              <a:gd name="csX12" fmla="*/ 4676775 w 8572500"/>
              <a:gd name="csY12" fmla="*/ 190500 h 819150"/>
              <a:gd name="csX13" fmla="*/ 5067300 w 8572500"/>
              <a:gd name="csY13" fmla="*/ 142875 h 819150"/>
              <a:gd name="csX14" fmla="*/ 5457825 w 8572500"/>
              <a:gd name="csY14" fmla="*/ 0 h 819150"/>
              <a:gd name="csX15" fmla="*/ 5848350 w 8572500"/>
              <a:gd name="csY15" fmla="*/ 47625 h 819150"/>
              <a:gd name="csX16" fmla="*/ 6238875 w 8572500"/>
              <a:gd name="csY16" fmla="*/ 142875 h 819150"/>
              <a:gd name="csX17" fmla="*/ 6619875 w 8572500"/>
              <a:gd name="csY17" fmla="*/ 57150 h 819150"/>
              <a:gd name="csX18" fmla="*/ 7010400 w 8572500"/>
              <a:gd name="csY18" fmla="*/ 114300 h 819150"/>
              <a:gd name="csX19" fmla="*/ 7400925 w 8572500"/>
              <a:gd name="csY19" fmla="*/ 66675 h 819150"/>
              <a:gd name="csX20" fmla="*/ 7791450 w 8572500"/>
              <a:gd name="csY20" fmla="*/ 171450 h 819150"/>
              <a:gd name="csX21" fmla="*/ 8181975 w 8572500"/>
              <a:gd name="csY21" fmla="*/ 57150 h 819150"/>
              <a:gd name="csX22" fmla="*/ 8572500 w 8572500"/>
              <a:gd name="csY22" fmla="*/ 28575 h 819150"/>
              <a:gd name="csX23" fmla="*/ 8572500 w 8572500"/>
              <a:gd name="csY23" fmla="*/ 819150 h 819150"/>
              <a:gd name="csX24" fmla="*/ 8181975 w 8572500"/>
              <a:gd name="csY24" fmla="*/ 819150 h 819150"/>
              <a:gd name="csX25" fmla="*/ 7791450 w 8572500"/>
              <a:gd name="csY25" fmla="*/ 819150 h 819150"/>
              <a:gd name="csX26" fmla="*/ 7400925 w 8572500"/>
              <a:gd name="csY26" fmla="*/ 819150 h 819150"/>
              <a:gd name="csX27" fmla="*/ 7010400 w 8572500"/>
              <a:gd name="csY27" fmla="*/ 819150 h 819150"/>
              <a:gd name="csX28" fmla="*/ 6619875 w 8572500"/>
              <a:gd name="csY28" fmla="*/ 819150 h 819150"/>
              <a:gd name="csX29" fmla="*/ 6238875 w 8572500"/>
              <a:gd name="csY29" fmla="*/ 819150 h 819150"/>
              <a:gd name="csX30" fmla="*/ 5848350 w 8572500"/>
              <a:gd name="csY30" fmla="*/ 819150 h 819150"/>
              <a:gd name="csX31" fmla="*/ 5457825 w 8572500"/>
              <a:gd name="csY31" fmla="*/ 819150 h 819150"/>
              <a:gd name="csX32" fmla="*/ 5067300 w 8572500"/>
              <a:gd name="csY32" fmla="*/ 819150 h 819150"/>
              <a:gd name="csX33" fmla="*/ 4676775 w 8572500"/>
              <a:gd name="csY33" fmla="*/ 819150 h 819150"/>
              <a:gd name="csX34" fmla="*/ 4286250 w 8572500"/>
              <a:gd name="csY34" fmla="*/ 819150 h 819150"/>
              <a:gd name="csX35" fmla="*/ 3895725 w 8572500"/>
              <a:gd name="csY35" fmla="*/ 819150 h 819150"/>
              <a:gd name="csX36" fmla="*/ 3505200 w 8572500"/>
              <a:gd name="csY36" fmla="*/ 819150 h 819150"/>
              <a:gd name="csX37" fmla="*/ 3114675 w 8572500"/>
              <a:gd name="csY37" fmla="*/ 819150 h 819150"/>
              <a:gd name="csX38" fmla="*/ 2724150 w 8572500"/>
              <a:gd name="csY38" fmla="*/ 819150 h 819150"/>
              <a:gd name="csX39" fmla="*/ 2333625 w 8572500"/>
              <a:gd name="csY39" fmla="*/ 819150 h 819150"/>
              <a:gd name="csX40" fmla="*/ 1952625 w 8572500"/>
              <a:gd name="csY40" fmla="*/ 819150 h 819150"/>
              <a:gd name="csX41" fmla="*/ 1562100 w 8572500"/>
              <a:gd name="csY41" fmla="*/ 819150 h 819150"/>
              <a:gd name="csX42" fmla="*/ 1171575 w 8572500"/>
              <a:gd name="csY42" fmla="*/ 819150 h 819150"/>
              <a:gd name="csX43" fmla="*/ 781050 w 8572500"/>
              <a:gd name="csY43" fmla="*/ 819150 h 819150"/>
              <a:gd name="csX44" fmla="*/ 390525 w 8572500"/>
              <a:gd name="csY44" fmla="*/ 819150 h 819150"/>
              <a:gd name="csX45" fmla="*/ 0 w 8572500"/>
              <a:gd name="csY45" fmla="*/ 819150 h 8191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819150">
                <a:moveTo>
                  <a:pt x="0" y="38100"/>
                </a:moveTo>
                <a:lnTo>
                  <a:pt x="390525" y="95250"/>
                </a:lnTo>
                <a:lnTo>
                  <a:pt x="781050" y="66675"/>
                </a:lnTo>
                <a:lnTo>
                  <a:pt x="1171575" y="19050"/>
                </a:lnTo>
                <a:lnTo>
                  <a:pt x="1562100" y="142875"/>
                </a:lnTo>
                <a:lnTo>
                  <a:pt x="1952625" y="161925"/>
                </a:lnTo>
                <a:lnTo>
                  <a:pt x="2333625" y="47625"/>
                </a:lnTo>
                <a:lnTo>
                  <a:pt x="2724150" y="123825"/>
                </a:lnTo>
                <a:lnTo>
                  <a:pt x="3114675" y="95250"/>
                </a:lnTo>
                <a:lnTo>
                  <a:pt x="3505200" y="190500"/>
                </a:lnTo>
                <a:lnTo>
                  <a:pt x="3895725" y="142875"/>
                </a:lnTo>
                <a:lnTo>
                  <a:pt x="4286250" y="28575"/>
                </a:lnTo>
                <a:lnTo>
                  <a:pt x="4676775" y="190500"/>
                </a:lnTo>
                <a:lnTo>
                  <a:pt x="5067300" y="142875"/>
                </a:lnTo>
                <a:lnTo>
                  <a:pt x="5457825" y="0"/>
                </a:lnTo>
                <a:lnTo>
                  <a:pt x="5848350" y="47625"/>
                </a:lnTo>
                <a:lnTo>
                  <a:pt x="6238875" y="142875"/>
                </a:lnTo>
                <a:lnTo>
                  <a:pt x="6619875" y="57150"/>
                </a:lnTo>
                <a:lnTo>
                  <a:pt x="7010400" y="114300"/>
                </a:lnTo>
                <a:lnTo>
                  <a:pt x="7400925" y="66675"/>
                </a:lnTo>
                <a:lnTo>
                  <a:pt x="7791450" y="171450"/>
                </a:lnTo>
                <a:lnTo>
                  <a:pt x="8181975" y="57150"/>
                </a:lnTo>
                <a:lnTo>
                  <a:pt x="8572500" y="28575"/>
                </a:lnTo>
                <a:lnTo>
                  <a:pt x="8572500" y="819150"/>
                </a:lnTo>
                <a:lnTo>
                  <a:pt x="8181975" y="819150"/>
                </a:lnTo>
                <a:lnTo>
                  <a:pt x="7791450" y="819150"/>
                </a:lnTo>
                <a:lnTo>
                  <a:pt x="7400925" y="819150"/>
                </a:lnTo>
                <a:lnTo>
                  <a:pt x="7010400" y="819150"/>
                </a:lnTo>
                <a:lnTo>
                  <a:pt x="6619875" y="819150"/>
                </a:lnTo>
                <a:lnTo>
                  <a:pt x="6238875" y="819150"/>
                </a:lnTo>
                <a:lnTo>
                  <a:pt x="5848350" y="819150"/>
                </a:lnTo>
                <a:lnTo>
                  <a:pt x="5457825" y="819150"/>
                </a:lnTo>
                <a:lnTo>
                  <a:pt x="5067300" y="819150"/>
                </a:lnTo>
                <a:lnTo>
                  <a:pt x="4676775" y="819150"/>
                </a:lnTo>
                <a:lnTo>
                  <a:pt x="4286250" y="819150"/>
                </a:lnTo>
                <a:lnTo>
                  <a:pt x="3895725" y="819150"/>
                </a:lnTo>
                <a:lnTo>
                  <a:pt x="3505200" y="819150"/>
                </a:lnTo>
                <a:lnTo>
                  <a:pt x="3114675" y="819150"/>
                </a:lnTo>
                <a:lnTo>
                  <a:pt x="2724150" y="819150"/>
                </a:lnTo>
                <a:lnTo>
                  <a:pt x="2333625" y="819150"/>
                </a:lnTo>
                <a:lnTo>
                  <a:pt x="1952625" y="819150"/>
                </a:lnTo>
                <a:lnTo>
                  <a:pt x="1562100" y="819150"/>
                </a:lnTo>
                <a:lnTo>
                  <a:pt x="1171575" y="819150"/>
                </a:lnTo>
                <a:lnTo>
                  <a:pt x="781050" y="819150"/>
                </a:lnTo>
                <a:lnTo>
                  <a:pt x="390525" y="819150"/>
                </a:lnTo>
                <a:lnTo>
                  <a:pt x="0" y="819150"/>
                </a:lnTo>
                <a:close/>
              </a:path>
            </a:pathLst>
          </a:custGeom>
          <a:solidFill>
            <a:schemeClr val="accent2">
              <a:lumMod val="40000"/>
              <a:lumOff val="60000"/>
            </a:schemeClr>
          </a:solidFill>
          <a:ln w="9525" cap="flat">
            <a:noFill/>
            <a:prstDash val="solid"/>
            <a:miter/>
          </a:ln>
        </p:spPr>
        <p:txBody>
          <a:bodyPr/>
          <a:lstStyle/>
          <a:p>
            <a:endParaRPr lang="en-US"/>
          </a:p>
        </p:txBody>
      </p:sp>
      <p:sp>
        <p:nvSpPr>
          <p:cNvPr id="222" name="Freeform: Shape 221">
            <a:extLst>
              <a:ext uri="{FF2B5EF4-FFF2-40B4-BE49-F238E27FC236}">
                <a16:creationId xmlns:a16="http://schemas.microsoft.com/office/drawing/2014/main" id="{61A7EC91-CC78-1816-B121-0E6B364D979E}"/>
              </a:ext>
            </a:extLst>
          </p:cNvPr>
          <p:cNvSpPr/>
          <p:nvPr/>
        </p:nvSpPr>
        <p:spPr>
          <a:xfrm rot="10800000">
            <a:off x="-19895" y="-1871985"/>
            <a:ext cx="12192000" cy="1190317"/>
          </a:xfrm>
          <a:custGeom>
            <a:avLst/>
            <a:gdLst>
              <a:gd name="csX0" fmla="*/ 0 w 8572500"/>
              <a:gd name="csY0" fmla="*/ 76200 h 638175"/>
              <a:gd name="csX1" fmla="*/ 390525 w 8572500"/>
              <a:gd name="csY1" fmla="*/ 9525 h 638175"/>
              <a:gd name="csX2" fmla="*/ 781050 w 8572500"/>
              <a:gd name="csY2" fmla="*/ 123825 h 638175"/>
              <a:gd name="csX3" fmla="*/ 1171575 w 8572500"/>
              <a:gd name="csY3" fmla="*/ 142875 h 638175"/>
              <a:gd name="csX4" fmla="*/ 1562100 w 8572500"/>
              <a:gd name="csY4" fmla="*/ 76200 h 638175"/>
              <a:gd name="csX5" fmla="*/ 1952625 w 8572500"/>
              <a:gd name="csY5" fmla="*/ 76200 h 638175"/>
              <a:gd name="csX6" fmla="*/ 2333625 w 8572500"/>
              <a:gd name="csY6" fmla="*/ 171450 h 638175"/>
              <a:gd name="csX7" fmla="*/ 2724150 w 8572500"/>
              <a:gd name="csY7" fmla="*/ 76200 h 638175"/>
              <a:gd name="csX8" fmla="*/ 3114675 w 8572500"/>
              <a:gd name="csY8" fmla="*/ 123825 h 638175"/>
              <a:gd name="csX9" fmla="*/ 3505200 w 8572500"/>
              <a:gd name="csY9" fmla="*/ 142875 h 638175"/>
              <a:gd name="csX10" fmla="*/ 3895725 w 8572500"/>
              <a:gd name="csY10" fmla="*/ 19050 h 638175"/>
              <a:gd name="csX11" fmla="*/ 4286250 w 8572500"/>
              <a:gd name="csY11" fmla="*/ 123825 h 638175"/>
              <a:gd name="csX12" fmla="*/ 4676775 w 8572500"/>
              <a:gd name="csY12" fmla="*/ 142875 h 638175"/>
              <a:gd name="csX13" fmla="*/ 5067300 w 8572500"/>
              <a:gd name="csY13" fmla="*/ 152400 h 638175"/>
              <a:gd name="csX14" fmla="*/ 5457825 w 8572500"/>
              <a:gd name="csY14" fmla="*/ 133350 h 638175"/>
              <a:gd name="csX15" fmla="*/ 5848350 w 8572500"/>
              <a:gd name="csY15" fmla="*/ 0 h 638175"/>
              <a:gd name="csX16" fmla="*/ 6238875 w 8572500"/>
              <a:gd name="csY16" fmla="*/ 66675 h 638175"/>
              <a:gd name="csX17" fmla="*/ 6619875 w 8572500"/>
              <a:gd name="csY17" fmla="*/ 28575 h 638175"/>
              <a:gd name="csX18" fmla="*/ 7010400 w 8572500"/>
              <a:gd name="csY18" fmla="*/ 28575 h 638175"/>
              <a:gd name="csX19" fmla="*/ 7400925 w 8572500"/>
              <a:gd name="csY19" fmla="*/ 47625 h 638175"/>
              <a:gd name="csX20" fmla="*/ 7791450 w 8572500"/>
              <a:gd name="csY20" fmla="*/ 161925 h 638175"/>
              <a:gd name="csX21" fmla="*/ 8181975 w 8572500"/>
              <a:gd name="csY21" fmla="*/ 47625 h 638175"/>
              <a:gd name="csX22" fmla="*/ 8572500 w 8572500"/>
              <a:gd name="csY22" fmla="*/ 47625 h 638175"/>
              <a:gd name="csX23" fmla="*/ 8572500 w 8572500"/>
              <a:gd name="csY23" fmla="*/ 638175 h 638175"/>
              <a:gd name="csX24" fmla="*/ 8181975 w 8572500"/>
              <a:gd name="csY24" fmla="*/ 638175 h 638175"/>
              <a:gd name="csX25" fmla="*/ 7791450 w 8572500"/>
              <a:gd name="csY25" fmla="*/ 638175 h 638175"/>
              <a:gd name="csX26" fmla="*/ 7400925 w 8572500"/>
              <a:gd name="csY26" fmla="*/ 638175 h 638175"/>
              <a:gd name="csX27" fmla="*/ 7010400 w 8572500"/>
              <a:gd name="csY27" fmla="*/ 638175 h 638175"/>
              <a:gd name="csX28" fmla="*/ 6619875 w 8572500"/>
              <a:gd name="csY28" fmla="*/ 638175 h 638175"/>
              <a:gd name="csX29" fmla="*/ 6238875 w 8572500"/>
              <a:gd name="csY29" fmla="*/ 638175 h 638175"/>
              <a:gd name="csX30" fmla="*/ 5848350 w 8572500"/>
              <a:gd name="csY30" fmla="*/ 638175 h 638175"/>
              <a:gd name="csX31" fmla="*/ 5457825 w 8572500"/>
              <a:gd name="csY31" fmla="*/ 638175 h 638175"/>
              <a:gd name="csX32" fmla="*/ 5067300 w 8572500"/>
              <a:gd name="csY32" fmla="*/ 638175 h 638175"/>
              <a:gd name="csX33" fmla="*/ 4676775 w 8572500"/>
              <a:gd name="csY33" fmla="*/ 638175 h 638175"/>
              <a:gd name="csX34" fmla="*/ 4286250 w 8572500"/>
              <a:gd name="csY34" fmla="*/ 638175 h 638175"/>
              <a:gd name="csX35" fmla="*/ 3895725 w 8572500"/>
              <a:gd name="csY35" fmla="*/ 638175 h 638175"/>
              <a:gd name="csX36" fmla="*/ 3505200 w 8572500"/>
              <a:gd name="csY36" fmla="*/ 638175 h 638175"/>
              <a:gd name="csX37" fmla="*/ 3114675 w 8572500"/>
              <a:gd name="csY37" fmla="*/ 638175 h 638175"/>
              <a:gd name="csX38" fmla="*/ 2724150 w 8572500"/>
              <a:gd name="csY38" fmla="*/ 638175 h 638175"/>
              <a:gd name="csX39" fmla="*/ 2333625 w 8572500"/>
              <a:gd name="csY39" fmla="*/ 638175 h 638175"/>
              <a:gd name="csX40" fmla="*/ 1952625 w 8572500"/>
              <a:gd name="csY40" fmla="*/ 638175 h 638175"/>
              <a:gd name="csX41" fmla="*/ 1562100 w 8572500"/>
              <a:gd name="csY41" fmla="*/ 638175 h 638175"/>
              <a:gd name="csX42" fmla="*/ 1171575 w 8572500"/>
              <a:gd name="csY42" fmla="*/ 638175 h 638175"/>
              <a:gd name="csX43" fmla="*/ 781050 w 8572500"/>
              <a:gd name="csY43" fmla="*/ 638175 h 638175"/>
              <a:gd name="csX44" fmla="*/ 390525 w 8572500"/>
              <a:gd name="csY44" fmla="*/ 638175 h 638175"/>
              <a:gd name="csX45" fmla="*/ 0 w 8572500"/>
              <a:gd name="csY45" fmla="*/ 638175 h 6381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638175">
                <a:moveTo>
                  <a:pt x="0" y="76200"/>
                </a:moveTo>
                <a:lnTo>
                  <a:pt x="390525" y="9525"/>
                </a:lnTo>
                <a:lnTo>
                  <a:pt x="781050" y="123825"/>
                </a:lnTo>
                <a:lnTo>
                  <a:pt x="1171575" y="142875"/>
                </a:lnTo>
                <a:lnTo>
                  <a:pt x="1562100" y="76200"/>
                </a:lnTo>
                <a:lnTo>
                  <a:pt x="1952625" y="76200"/>
                </a:lnTo>
                <a:lnTo>
                  <a:pt x="2333625" y="171450"/>
                </a:lnTo>
                <a:lnTo>
                  <a:pt x="2724150" y="76200"/>
                </a:lnTo>
                <a:lnTo>
                  <a:pt x="3114675" y="123825"/>
                </a:lnTo>
                <a:lnTo>
                  <a:pt x="3505200" y="142875"/>
                </a:lnTo>
                <a:lnTo>
                  <a:pt x="3895725" y="19050"/>
                </a:lnTo>
                <a:lnTo>
                  <a:pt x="4286250" y="123825"/>
                </a:lnTo>
                <a:lnTo>
                  <a:pt x="4676775" y="142875"/>
                </a:lnTo>
                <a:lnTo>
                  <a:pt x="5067300" y="152400"/>
                </a:lnTo>
                <a:lnTo>
                  <a:pt x="5457825" y="133350"/>
                </a:lnTo>
                <a:lnTo>
                  <a:pt x="5848350" y="0"/>
                </a:lnTo>
                <a:lnTo>
                  <a:pt x="6238875" y="66675"/>
                </a:lnTo>
                <a:lnTo>
                  <a:pt x="6619875" y="28575"/>
                </a:lnTo>
                <a:lnTo>
                  <a:pt x="7010400" y="28575"/>
                </a:lnTo>
                <a:lnTo>
                  <a:pt x="7400925" y="47625"/>
                </a:lnTo>
                <a:lnTo>
                  <a:pt x="7791450" y="161925"/>
                </a:lnTo>
                <a:lnTo>
                  <a:pt x="8181975" y="47625"/>
                </a:lnTo>
                <a:lnTo>
                  <a:pt x="8572500" y="47625"/>
                </a:lnTo>
                <a:lnTo>
                  <a:pt x="8572500" y="638175"/>
                </a:lnTo>
                <a:lnTo>
                  <a:pt x="8181975" y="638175"/>
                </a:lnTo>
                <a:lnTo>
                  <a:pt x="7791450" y="638175"/>
                </a:lnTo>
                <a:lnTo>
                  <a:pt x="7400925" y="638175"/>
                </a:lnTo>
                <a:lnTo>
                  <a:pt x="7010400" y="638175"/>
                </a:lnTo>
                <a:lnTo>
                  <a:pt x="6619875" y="638175"/>
                </a:lnTo>
                <a:lnTo>
                  <a:pt x="6238875" y="638175"/>
                </a:lnTo>
                <a:lnTo>
                  <a:pt x="5848350" y="638175"/>
                </a:lnTo>
                <a:lnTo>
                  <a:pt x="5457825" y="638175"/>
                </a:lnTo>
                <a:lnTo>
                  <a:pt x="5067300" y="638175"/>
                </a:lnTo>
                <a:lnTo>
                  <a:pt x="4676775" y="638175"/>
                </a:lnTo>
                <a:lnTo>
                  <a:pt x="4286250" y="638175"/>
                </a:lnTo>
                <a:lnTo>
                  <a:pt x="3895725" y="638175"/>
                </a:lnTo>
                <a:lnTo>
                  <a:pt x="3505200" y="638175"/>
                </a:lnTo>
                <a:lnTo>
                  <a:pt x="3114675" y="638175"/>
                </a:lnTo>
                <a:lnTo>
                  <a:pt x="2724150" y="638175"/>
                </a:lnTo>
                <a:lnTo>
                  <a:pt x="2333625" y="638175"/>
                </a:lnTo>
                <a:lnTo>
                  <a:pt x="1952625" y="638175"/>
                </a:lnTo>
                <a:lnTo>
                  <a:pt x="1562100" y="638175"/>
                </a:lnTo>
                <a:lnTo>
                  <a:pt x="1171575" y="638175"/>
                </a:lnTo>
                <a:lnTo>
                  <a:pt x="781050" y="638175"/>
                </a:lnTo>
                <a:lnTo>
                  <a:pt x="390525" y="638175"/>
                </a:lnTo>
                <a:lnTo>
                  <a:pt x="0" y="638175"/>
                </a:lnTo>
                <a:close/>
              </a:path>
            </a:pathLst>
          </a:custGeom>
          <a:solidFill>
            <a:schemeClr val="accent2">
              <a:lumMod val="60000"/>
              <a:lumOff val="40000"/>
            </a:schemeClr>
          </a:solidFill>
          <a:ln w="9525" cap="flat">
            <a:noFill/>
            <a:prstDash val="solid"/>
            <a:miter/>
          </a:ln>
        </p:spPr>
        <p:txBody>
          <a:bodyPr/>
          <a:lstStyle/>
          <a:p>
            <a:endParaRPr lang="en-US"/>
          </a:p>
        </p:txBody>
      </p:sp>
      <p:sp>
        <p:nvSpPr>
          <p:cNvPr id="223" name="Freeform: Shape 222">
            <a:extLst>
              <a:ext uri="{FF2B5EF4-FFF2-40B4-BE49-F238E27FC236}">
                <a16:creationId xmlns:a16="http://schemas.microsoft.com/office/drawing/2014/main" id="{71C8A281-61EB-D6C9-8EFA-5097E9EFEDA6}"/>
              </a:ext>
            </a:extLst>
          </p:cNvPr>
          <p:cNvSpPr/>
          <p:nvPr/>
        </p:nvSpPr>
        <p:spPr>
          <a:xfrm rot="10800000">
            <a:off x="-19895" y="-2143694"/>
            <a:ext cx="12192000" cy="870530"/>
          </a:xfrm>
          <a:custGeom>
            <a:avLst/>
            <a:gdLst>
              <a:gd name="csX0" fmla="*/ 0 w 8572500"/>
              <a:gd name="csY0" fmla="*/ 152400 h 466725"/>
              <a:gd name="csX1" fmla="*/ 390525 w 8572500"/>
              <a:gd name="csY1" fmla="*/ 104775 h 466725"/>
              <a:gd name="csX2" fmla="*/ 781050 w 8572500"/>
              <a:gd name="csY2" fmla="*/ 57150 h 466725"/>
              <a:gd name="csX3" fmla="*/ 1171575 w 8572500"/>
              <a:gd name="csY3" fmla="*/ 28575 h 466725"/>
              <a:gd name="csX4" fmla="*/ 1562100 w 8572500"/>
              <a:gd name="csY4" fmla="*/ 123825 h 466725"/>
              <a:gd name="csX5" fmla="*/ 1952625 w 8572500"/>
              <a:gd name="csY5" fmla="*/ 133350 h 466725"/>
              <a:gd name="csX6" fmla="*/ 2333625 w 8572500"/>
              <a:gd name="csY6" fmla="*/ 9525 h 466725"/>
              <a:gd name="csX7" fmla="*/ 2724150 w 8572500"/>
              <a:gd name="csY7" fmla="*/ 57150 h 466725"/>
              <a:gd name="csX8" fmla="*/ 3114675 w 8572500"/>
              <a:gd name="csY8" fmla="*/ 28575 h 466725"/>
              <a:gd name="csX9" fmla="*/ 3505200 w 8572500"/>
              <a:gd name="csY9" fmla="*/ 171450 h 466725"/>
              <a:gd name="csX10" fmla="*/ 3895725 w 8572500"/>
              <a:gd name="csY10" fmla="*/ 152400 h 466725"/>
              <a:gd name="csX11" fmla="*/ 4286250 w 8572500"/>
              <a:gd name="csY11" fmla="*/ 161925 h 466725"/>
              <a:gd name="csX12" fmla="*/ 4676775 w 8572500"/>
              <a:gd name="csY12" fmla="*/ 95250 h 466725"/>
              <a:gd name="csX13" fmla="*/ 5067300 w 8572500"/>
              <a:gd name="csY13" fmla="*/ 171450 h 466725"/>
              <a:gd name="csX14" fmla="*/ 5457825 w 8572500"/>
              <a:gd name="csY14" fmla="*/ 114300 h 466725"/>
              <a:gd name="csX15" fmla="*/ 5848350 w 8572500"/>
              <a:gd name="csY15" fmla="*/ 95250 h 466725"/>
              <a:gd name="csX16" fmla="*/ 6238875 w 8572500"/>
              <a:gd name="csY16" fmla="*/ 104775 h 466725"/>
              <a:gd name="csX17" fmla="*/ 6619875 w 8572500"/>
              <a:gd name="csY17" fmla="*/ 152400 h 466725"/>
              <a:gd name="csX18" fmla="*/ 7010400 w 8572500"/>
              <a:gd name="csY18" fmla="*/ 95250 h 466725"/>
              <a:gd name="csX19" fmla="*/ 7400925 w 8572500"/>
              <a:gd name="csY19" fmla="*/ 28575 h 466725"/>
              <a:gd name="csX20" fmla="*/ 7791450 w 8572500"/>
              <a:gd name="csY20" fmla="*/ 123825 h 466725"/>
              <a:gd name="csX21" fmla="*/ 8181975 w 8572500"/>
              <a:gd name="csY21" fmla="*/ 0 h 466725"/>
              <a:gd name="csX22" fmla="*/ 8572500 w 8572500"/>
              <a:gd name="csY22" fmla="*/ 85725 h 466725"/>
              <a:gd name="csX23" fmla="*/ 8572500 w 8572500"/>
              <a:gd name="csY23" fmla="*/ 466725 h 466725"/>
              <a:gd name="csX24" fmla="*/ 8181975 w 8572500"/>
              <a:gd name="csY24" fmla="*/ 466725 h 466725"/>
              <a:gd name="csX25" fmla="*/ 7791450 w 8572500"/>
              <a:gd name="csY25" fmla="*/ 466725 h 466725"/>
              <a:gd name="csX26" fmla="*/ 7400925 w 8572500"/>
              <a:gd name="csY26" fmla="*/ 466725 h 466725"/>
              <a:gd name="csX27" fmla="*/ 7010400 w 8572500"/>
              <a:gd name="csY27" fmla="*/ 466725 h 466725"/>
              <a:gd name="csX28" fmla="*/ 6619875 w 8572500"/>
              <a:gd name="csY28" fmla="*/ 466725 h 466725"/>
              <a:gd name="csX29" fmla="*/ 6238875 w 8572500"/>
              <a:gd name="csY29" fmla="*/ 466725 h 466725"/>
              <a:gd name="csX30" fmla="*/ 5848350 w 8572500"/>
              <a:gd name="csY30" fmla="*/ 466725 h 466725"/>
              <a:gd name="csX31" fmla="*/ 5457825 w 8572500"/>
              <a:gd name="csY31" fmla="*/ 466725 h 466725"/>
              <a:gd name="csX32" fmla="*/ 5067300 w 8572500"/>
              <a:gd name="csY32" fmla="*/ 466725 h 466725"/>
              <a:gd name="csX33" fmla="*/ 4676775 w 8572500"/>
              <a:gd name="csY33" fmla="*/ 466725 h 466725"/>
              <a:gd name="csX34" fmla="*/ 4286250 w 8572500"/>
              <a:gd name="csY34" fmla="*/ 466725 h 466725"/>
              <a:gd name="csX35" fmla="*/ 3895725 w 8572500"/>
              <a:gd name="csY35" fmla="*/ 466725 h 466725"/>
              <a:gd name="csX36" fmla="*/ 3505200 w 8572500"/>
              <a:gd name="csY36" fmla="*/ 466725 h 466725"/>
              <a:gd name="csX37" fmla="*/ 3114675 w 8572500"/>
              <a:gd name="csY37" fmla="*/ 466725 h 466725"/>
              <a:gd name="csX38" fmla="*/ 2724150 w 8572500"/>
              <a:gd name="csY38" fmla="*/ 466725 h 466725"/>
              <a:gd name="csX39" fmla="*/ 2333625 w 8572500"/>
              <a:gd name="csY39" fmla="*/ 466725 h 466725"/>
              <a:gd name="csX40" fmla="*/ 1952625 w 8572500"/>
              <a:gd name="csY40" fmla="*/ 466725 h 466725"/>
              <a:gd name="csX41" fmla="*/ 1562100 w 8572500"/>
              <a:gd name="csY41" fmla="*/ 466725 h 466725"/>
              <a:gd name="csX42" fmla="*/ 1171575 w 8572500"/>
              <a:gd name="csY42" fmla="*/ 466725 h 466725"/>
              <a:gd name="csX43" fmla="*/ 781050 w 8572500"/>
              <a:gd name="csY43" fmla="*/ 466725 h 466725"/>
              <a:gd name="csX44" fmla="*/ 390525 w 8572500"/>
              <a:gd name="csY44" fmla="*/ 466725 h 466725"/>
              <a:gd name="csX45" fmla="*/ 0 w 8572500"/>
              <a:gd name="csY45" fmla="*/ 466725 h 4667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466725">
                <a:moveTo>
                  <a:pt x="0" y="152400"/>
                </a:moveTo>
                <a:lnTo>
                  <a:pt x="390525" y="104775"/>
                </a:lnTo>
                <a:lnTo>
                  <a:pt x="781050" y="57150"/>
                </a:lnTo>
                <a:lnTo>
                  <a:pt x="1171575" y="28575"/>
                </a:lnTo>
                <a:lnTo>
                  <a:pt x="1562100" y="123825"/>
                </a:lnTo>
                <a:lnTo>
                  <a:pt x="1952625" y="133350"/>
                </a:lnTo>
                <a:lnTo>
                  <a:pt x="2333625" y="9525"/>
                </a:lnTo>
                <a:lnTo>
                  <a:pt x="2724150" y="57150"/>
                </a:lnTo>
                <a:lnTo>
                  <a:pt x="3114675" y="28575"/>
                </a:lnTo>
                <a:lnTo>
                  <a:pt x="3505200" y="171450"/>
                </a:lnTo>
                <a:lnTo>
                  <a:pt x="3895725" y="152400"/>
                </a:lnTo>
                <a:lnTo>
                  <a:pt x="4286250" y="161925"/>
                </a:lnTo>
                <a:lnTo>
                  <a:pt x="4676775" y="95250"/>
                </a:lnTo>
                <a:lnTo>
                  <a:pt x="5067300" y="171450"/>
                </a:lnTo>
                <a:lnTo>
                  <a:pt x="5457825" y="114300"/>
                </a:lnTo>
                <a:lnTo>
                  <a:pt x="5848350" y="95250"/>
                </a:lnTo>
                <a:lnTo>
                  <a:pt x="6238875" y="104775"/>
                </a:lnTo>
                <a:lnTo>
                  <a:pt x="6619875" y="152400"/>
                </a:lnTo>
                <a:lnTo>
                  <a:pt x="7010400" y="95250"/>
                </a:lnTo>
                <a:lnTo>
                  <a:pt x="7400925" y="28575"/>
                </a:lnTo>
                <a:lnTo>
                  <a:pt x="7791450" y="123825"/>
                </a:lnTo>
                <a:lnTo>
                  <a:pt x="8181975" y="0"/>
                </a:lnTo>
                <a:lnTo>
                  <a:pt x="8572500" y="85725"/>
                </a:lnTo>
                <a:lnTo>
                  <a:pt x="8572500" y="466725"/>
                </a:lnTo>
                <a:lnTo>
                  <a:pt x="8181975" y="466725"/>
                </a:lnTo>
                <a:lnTo>
                  <a:pt x="7791450" y="466725"/>
                </a:lnTo>
                <a:lnTo>
                  <a:pt x="7400925" y="466725"/>
                </a:lnTo>
                <a:lnTo>
                  <a:pt x="7010400" y="466725"/>
                </a:lnTo>
                <a:lnTo>
                  <a:pt x="6619875" y="466725"/>
                </a:lnTo>
                <a:lnTo>
                  <a:pt x="6238875" y="466725"/>
                </a:lnTo>
                <a:lnTo>
                  <a:pt x="5848350" y="466725"/>
                </a:lnTo>
                <a:lnTo>
                  <a:pt x="5457825" y="466725"/>
                </a:lnTo>
                <a:lnTo>
                  <a:pt x="5067300" y="466725"/>
                </a:lnTo>
                <a:lnTo>
                  <a:pt x="4676775" y="466725"/>
                </a:lnTo>
                <a:lnTo>
                  <a:pt x="4286250" y="466725"/>
                </a:lnTo>
                <a:lnTo>
                  <a:pt x="3895725" y="466725"/>
                </a:lnTo>
                <a:lnTo>
                  <a:pt x="3505200" y="466725"/>
                </a:lnTo>
                <a:lnTo>
                  <a:pt x="3114675" y="466725"/>
                </a:lnTo>
                <a:lnTo>
                  <a:pt x="2724150" y="466725"/>
                </a:lnTo>
                <a:lnTo>
                  <a:pt x="2333625" y="466725"/>
                </a:lnTo>
                <a:lnTo>
                  <a:pt x="1952625" y="466725"/>
                </a:lnTo>
                <a:lnTo>
                  <a:pt x="1562100" y="466725"/>
                </a:lnTo>
                <a:lnTo>
                  <a:pt x="1171575" y="466725"/>
                </a:lnTo>
                <a:lnTo>
                  <a:pt x="781050" y="466725"/>
                </a:lnTo>
                <a:lnTo>
                  <a:pt x="390525" y="466725"/>
                </a:lnTo>
                <a:lnTo>
                  <a:pt x="0" y="466725"/>
                </a:lnTo>
                <a:close/>
              </a:path>
            </a:pathLst>
          </a:custGeom>
          <a:solidFill>
            <a:schemeClr val="accent2"/>
          </a:solidFill>
          <a:ln w="9525" cap="flat">
            <a:noFill/>
            <a:prstDash val="solid"/>
            <a:miter/>
          </a:ln>
        </p:spPr>
        <p:txBody>
          <a:bodyPr/>
          <a:lstStyle/>
          <a:p>
            <a:endParaRPr lang="en-US"/>
          </a:p>
        </p:txBody>
      </p:sp>
      <p:cxnSp>
        <p:nvCxnSpPr>
          <p:cNvPr id="228" name="Straight Connector 227">
            <a:extLst>
              <a:ext uri="{FF2B5EF4-FFF2-40B4-BE49-F238E27FC236}">
                <a16:creationId xmlns:a16="http://schemas.microsoft.com/office/drawing/2014/main" id="{4E2B1120-1FB9-0D93-85C2-E8C7B7F77662}"/>
              </a:ext>
            </a:extLst>
          </p:cNvPr>
          <p:cNvCxnSpPr>
            <a:cxnSpLocks/>
          </p:cNvCxnSpPr>
          <p:nvPr/>
        </p:nvCxnSpPr>
        <p:spPr>
          <a:xfrm>
            <a:off x="952500" y="1384300"/>
            <a:ext cx="3257550" cy="0"/>
          </a:xfrm>
          <a:prstGeom prst="line">
            <a:avLst/>
          </a:prstGeom>
        </p:spPr>
        <p:style>
          <a:lnRef idx="2">
            <a:schemeClr val="accent1"/>
          </a:lnRef>
          <a:fillRef idx="0">
            <a:schemeClr val="accent1"/>
          </a:fillRef>
          <a:effectRef idx="1">
            <a:schemeClr val="accent1"/>
          </a:effectRef>
          <a:fontRef idx="minor">
            <a:schemeClr val="tx1"/>
          </a:fontRef>
        </p:style>
      </p:cxnSp>
      <p:grpSp>
        <p:nvGrpSpPr>
          <p:cNvPr id="6" name="Group 5">
            <a:extLst>
              <a:ext uri="{FF2B5EF4-FFF2-40B4-BE49-F238E27FC236}">
                <a16:creationId xmlns:a16="http://schemas.microsoft.com/office/drawing/2014/main" id="{56D80827-BA93-4ED7-7D62-5A012CCD0E5D}"/>
              </a:ext>
            </a:extLst>
          </p:cNvPr>
          <p:cNvGrpSpPr/>
          <p:nvPr/>
        </p:nvGrpSpPr>
        <p:grpSpPr>
          <a:xfrm>
            <a:off x="12223143" y="5698218"/>
            <a:ext cx="24384000" cy="1589314"/>
            <a:chOff x="0" y="5268686"/>
            <a:chExt cx="24384000" cy="1589314"/>
          </a:xfrm>
        </p:grpSpPr>
        <p:sp>
          <p:nvSpPr>
            <p:cNvPr id="7" name="Freeform: Shape 6">
              <a:extLst>
                <a:ext uri="{FF2B5EF4-FFF2-40B4-BE49-F238E27FC236}">
                  <a16:creationId xmlns:a16="http://schemas.microsoft.com/office/drawing/2014/main" id="{04962852-009B-9C5F-53F7-03716815311F}"/>
                </a:ext>
              </a:extLst>
            </p:cNvPr>
            <p:cNvSpPr/>
            <p:nvPr/>
          </p:nvSpPr>
          <p:spPr>
            <a:xfrm>
              <a:off x="0" y="5268686"/>
              <a:ext cx="12192000" cy="1589314"/>
            </a:xfrm>
            <a:custGeom>
              <a:avLst/>
              <a:gdLst>
                <a:gd name="csX0" fmla="*/ 0 w 8572500"/>
                <a:gd name="csY0" fmla="*/ 9525 h 990600"/>
                <a:gd name="csX1" fmla="*/ 390525 w 8572500"/>
                <a:gd name="csY1" fmla="*/ 38100 h 990600"/>
                <a:gd name="csX2" fmla="*/ 781050 w 8572500"/>
                <a:gd name="csY2" fmla="*/ 0 h 990600"/>
                <a:gd name="csX3" fmla="*/ 1171575 w 8572500"/>
                <a:gd name="csY3" fmla="*/ 28575 h 990600"/>
                <a:gd name="csX4" fmla="*/ 1562100 w 8572500"/>
                <a:gd name="csY4" fmla="*/ 9525 h 990600"/>
                <a:gd name="csX5" fmla="*/ 1952625 w 8572500"/>
                <a:gd name="csY5" fmla="*/ 38100 h 990600"/>
                <a:gd name="csX6" fmla="*/ 2333625 w 8572500"/>
                <a:gd name="csY6" fmla="*/ 19050 h 990600"/>
                <a:gd name="csX7" fmla="*/ 2724150 w 8572500"/>
                <a:gd name="csY7" fmla="*/ 104775 h 990600"/>
                <a:gd name="csX8" fmla="*/ 3114675 w 8572500"/>
                <a:gd name="csY8" fmla="*/ 114300 h 990600"/>
                <a:gd name="csX9" fmla="*/ 3505200 w 8572500"/>
                <a:gd name="csY9" fmla="*/ 190500 h 990600"/>
                <a:gd name="csX10" fmla="*/ 3895725 w 8572500"/>
                <a:gd name="csY10" fmla="*/ 47625 h 990600"/>
                <a:gd name="csX11" fmla="*/ 4286250 w 8572500"/>
                <a:gd name="csY11" fmla="*/ 190500 h 990600"/>
                <a:gd name="csX12" fmla="*/ 4676775 w 8572500"/>
                <a:gd name="csY12" fmla="*/ 190500 h 990600"/>
                <a:gd name="csX13" fmla="*/ 5067300 w 8572500"/>
                <a:gd name="csY13" fmla="*/ 66675 h 990600"/>
                <a:gd name="csX14" fmla="*/ 5457825 w 8572500"/>
                <a:gd name="csY14" fmla="*/ 85725 h 990600"/>
                <a:gd name="csX15" fmla="*/ 5848350 w 8572500"/>
                <a:gd name="csY15" fmla="*/ 47625 h 990600"/>
                <a:gd name="csX16" fmla="*/ 6238875 w 8572500"/>
                <a:gd name="csY16" fmla="*/ 28575 h 990600"/>
                <a:gd name="csX17" fmla="*/ 6619875 w 8572500"/>
                <a:gd name="csY17" fmla="*/ 180975 h 990600"/>
                <a:gd name="csX18" fmla="*/ 7010400 w 8572500"/>
                <a:gd name="csY18" fmla="*/ 114300 h 990600"/>
                <a:gd name="csX19" fmla="*/ 7400925 w 8572500"/>
                <a:gd name="csY19" fmla="*/ 180975 h 990600"/>
                <a:gd name="csX20" fmla="*/ 7791450 w 8572500"/>
                <a:gd name="csY20" fmla="*/ 38100 h 990600"/>
                <a:gd name="csX21" fmla="*/ 8181975 w 8572500"/>
                <a:gd name="csY21" fmla="*/ 171450 h 990600"/>
                <a:gd name="csX22" fmla="*/ 8572500 w 8572500"/>
                <a:gd name="csY22" fmla="*/ 171450 h 990600"/>
                <a:gd name="csX23" fmla="*/ 8572500 w 8572500"/>
                <a:gd name="csY23" fmla="*/ 990600 h 990600"/>
                <a:gd name="csX24" fmla="*/ 8181975 w 8572500"/>
                <a:gd name="csY24" fmla="*/ 990600 h 990600"/>
                <a:gd name="csX25" fmla="*/ 7791450 w 8572500"/>
                <a:gd name="csY25" fmla="*/ 990600 h 990600"/>
                <a:gd name="csX26" fmla="*/ 7400925 w 8572500"/>
                <a:gd name="csY26" fmla="*/ 990600 h 990600"/>
                <a:gd name="csX27" fmla="*/ 7010400 w 8572500"/>
                <a:gd name="csY27" fmla="*/ 990600 h 990600"/>
                <a:gd name="csX28" fmla="*/ 6619875 w 8572500"/>
                <a:gd name="csY28" fmla="*/ 990600 h 990600"/>
                <a:gd name="csX29" fmla="*/ 6238875 w 8572500"/>
                <a:gd name="csY29" fmla="*/ 990600 h 990600"/>
                <a:gd name="csX30" fmla="*/ 5848350 w 8572500"/>
                <a:gd name="csY30" fmla="*/ 990600 h 990600"/>
                <a:gd name="csX31" fmla="*/ 5457825 w 8572500"/>
                <a:gd name="csY31" fmla="*/ 990600 h 990600"/>
                <a:gd name="csX32" fmla="*/ 5067300 w 8572500"/>
                <a:gd name="csY32" fmla="*/ 990600 h 990600"/>
                <a:gd name="csX33" fmla="*/ 4676775 w 8572500"/>
                <a:gd name="csY33" fmla="*/ 990600 h 990600"/>
                <a:gd name="csX34" fmla="*/ 4286250 w 8572500"/>
                <a:gd name="csY34" fmla="*/ 990600 h 990600"/>
                <a:gd name="csX35" fmla="*/ 3895725 w 8572500"/>
                <a:gd name="csY35" fmla="*/ 990600 h 990600"/>
                <a:gd name="csX36" fmla="*/ 3505200 w 8572500"/>
                <a:gd name="csY36" fmla="*/ 990600 h 990600"/>
                <a:gd name="csX37" fmla="*/ 3114675 w 8572500"/>
                <a:gd name="csY37" fmla="*/ 990600 h 990600"/>
                <a:gd name="csX38" fmla="*/ 2724150 w 8572500"/>
                <a:gd name="csY38" fmla="*/ 990600 h 990600"/>
                <a:gd name="csX39" fmla="*/ 2333625 w 8572500"/>
                <a:gd name="csY39" fmla="*/ 990600 h 990600"/>
                <a:gd name="csX40" fmla="*/ 1952625 w 8572500"/>
                <a:gd name="csY40" fmla="*/ 990600 h 990600"/>
                <a:gd name="csX41" fmla="*/ 1562100 w 8572500"/>
                <a:gd name="csY41" fmla="*/ 990600 h 990600"/>
                <a:gd name="csX42" fmla="*/ 1171575 w 8572500"/>
                <a:gd name="csY42" fmla="*/ 990600 h 990600"/>
                <a:gd name="csX43" fmla="*/ 781050 w 8572500"/>
                <a:gd name="csY43" fmla="*/ 990600 h 990600"/>
                <a:gd name="csX44" fmla="*/ 390525 w 8572500"/>
                <a:gd name="csY44" fmla="*/ 990600 h 990600"/>
                <a:gd name="csX45" fmla="*/ 0 w 8572500"/>
                <a:gd name="csY45" fmla="*/ 990600 h 990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990600">
                  <a:moveTo>
                    <a:pt x="0" y="9525"/>
                  </a:moveTo>
                  <a:lnTo>
                    <a:pt x="390525" y="38100"/>
                  </a:lnTo>
                  <a:lnTo>
                    <a:pt x="781050" y="0"/>
                  </a:lnTo>
                  <a:lnTo>
                    <a:pt x="1171575" y="28575"/>
                  </a:lnTo>
                  <a:lnTo>
                    <a:pt x="1562100" y="9525"/>
                  </a:lnTo>
                  <a:lnTo>
                    <a:pt x="1952625" y="38100"/>
                  </a:lnTo>
                  <a:lnTo>
                    <a:pt x="2333625" y="19050"/>
                  </a:lnTo>
                  <a:lnTo>
                    <a:pt x="2724150" y="104775"/>
                  </a:lnTo>
                  <a:lnTo>
                    <a:pt x="3114675" y="114300"/>
                  </a:lnTo>
                  <a:lnTo>
                    <a:pt x="3505200" y="190500"/>
                  </a:lnTo>
                  <a:lnTo>
                    <a:pt x="3895725" y="47625"/>
                  </a:lnTo>
                  <a:lnTo>
                    <a:pt x="4286250" y="190500"/>
                  </a:lnTo>
                  <a:lnTo>
                    <a:pt x="4676775" y="190500"/>
                  </a:lnTo>
                  <a:lnTo>
                    <a:pt x="5067300" y="66675"/>
                  </a:lnTo>
                  <a:lnTo>
                    <a:pt x="5457825" y="85725"/>
                  </a:lnTo>
                  <a:lnTo>
                    <a:pt x="5848350" y="47625"/>
                  </a:lnTo>
                  <a:lnTo>
                    <a:pt x="6238875" y="28575"/>
                  </a:lnTo>
                  <a:lnTo>
                    <a:pt x="6619875" y="180975"/>
                  </a:lnTo>
                  <a:lnTo>
                    <a:pt x="7010400" y="114300"/>
                  </a:lnTo>
                  <a:lnTo>
                    <a:pt x="7400925" y="180975"/>
                  </a:lnTo>
                  <a:lnTo>
                    <a:pt x="7791450" y="38100"/>
                  </a:lnTo>
                  <a:lnTo>
                    <a:pt x="8181975" y="171450"/>
                  </a:lnTo>
                  <a:lnTo>
                    <a:pt x="8572500" y="171450"/>
                  </a:lnTo>
                  <a:lnTo>
                    <a:pt x="8572500" y="990600"/>
                  </a:lnTo>
                  <a:lnTo>
                    <a:pt x="8181975" y="990600"/>
                  </a:lnTo>
                  <a:lnTo>
                    <a:pt x="7791450" y="990600"/>
                  </a:lnTo>
                  <a:lnTo>
                    <a:pt x="7400925" y="990600"/>
                  </a:lnTo>
                  <a:lnTo>
                    <a:pt x="7010400" y="990600"/>
                  </a:lnTo>
                  <a:lnTo>
                    <a:pt x="6619875" y="990600"/>
                  </a:lnTo>
                  <a:lnTo>
                    <a:pt x="6238875" y="990600"/>
                  </a:lnTo>
                  <a:lnTo>
                    <a:pt x="5848350" y="990600"/>
                  </a:lnTo>
                  <a:lnTo>
                    <a:pt x="5457825" y="990600"/>
                  </a:lnTo>
                  <a:lnTo>
                    <a:pt x="5067300" y="990600"/>
                  </a:lnTo>
                  <a:lnTo>
                    <a:pt x="4676775" y="990600"/>
                  </a:lnTo>
                  <a:lnTo>
                    <a:pt x="4286250" y="990600"/>
                  </a:lnTo>
                  <a:lnTo>
                    <a:pt x="3895725" y="990600"/>
                  </a:lnTo>
                  <a:lnTo>
                    <a:pt x="3505200" y="990600"/>
                  </a:lnTo>
                  <a:lnTo>
                    <a:pt x="3114675" y="990600"/>
                  </a:lnTo>
                  <a:lnTo>
                    <a:pt x="2724150" y="990600"/>
                  </a:lnTo>
                  <a:lnTo>
                    <a:pt x="2333625" y="990600"/>
                  </a:lnTo>
                  <a:lnTo>
                    <a:pt x="1952625" y="990600"/>
                  </a:lnTo>
                  <a:lnTo>
                    <a:pt x="1562100" y="990600"/>
                  </a:lnTo>
                  <a:lnTo>
                    <a:pt x="1171575" y="990600"/>
                  </a:lnTo>
                  <a:lnTo>
                    <a:pt x="781050" y="990600"/>
                  </a:lnTo>
                  <a:lnTo>
                    <a:pt x="390525" y="990600"/>
                  </a:lnTo>
                  <a:lnTo>
                    <a:pt x="0" y="990600"/>
                  </a:lnTo>
                  <a:close/>
                </a:path>
              </a:pathLst>
            </a:custGeom>
            <a:solidFill>
              <a:schemeClr val="accent2">
                <a:lumMod val="20000"/>
                <a:lumOff val="80000"/>
              </a:schemeClr>
            </a:solidFill>
            <a:ln w="9525" cap="flat">
              <a:noFill/>
              <a:prstDash val="solid"/>
              <a:miter/>
            </a:ln>
          </p:spPr>
          <p:txBody>
            <a:bodyPr/>
            <a:lstStyle/>
            <a:p>
              <a:endParaRPr lang="en-US"/>
            </a:p>
          </p:txBody>
        </p:sp>
        <p:sp>
          <p:nvSpPr>
            <p:cNvPr id="8" name="Freeform: Shape 7">
              <a:extLst>
                <a:ext uri="{FF2B5EF4-FFF2-40B4-BE49-F238E27FC236}">
                  <a16:creationId xmlns:a16="http://schemas.microsoft.com/office/drawing/2014/main" id="{04F1FD6A-2C05-3AED-8CED-B18BABBC3B71}"/>
                </a:ext>
              </a:extLst>
            </p:cNvPr>
            <p:cNvSpPr/>
            <p:nvPr/>
          </p:nvSpPr>
          <p:spPr>
            <a:xfrm>
              <a:off x="0" y="5543760"/>
              <a:ext cx="12192000" cy="1314240"/>
            </a:xfrm>
            <a:custGeom>
              <a:avLst/>
              <a:gdLst>
                <a:gd name="csX0" fmla="*/ 0 w 8572500"/>
                <a:gd name="csY0" fmla="*/ 38100 h 819150"/>
                <a:gd name="csX1" fmla="*/ 390525 w 8572500"/>
                <a:gd name="csY1" fmla="*/ 95250 h 819150"/>
                <a:gd name="csX2" fmla="*/ 781050 w 8572500"/>
                <a:gd name="csY2" fmla="*/ 66675 h 819150"/>
                <a:gd name="csX3" fmla="*/ 1171575 w 8572500"/>
                <a:gd name="csY3" fmla="*/ 19050 h 819150"/>
                <a:gd name="csX4" fmla="*/ 1562100 w 8572500"/>
                <a:gd name="csY4" fmla="*/ 142875 h 819150"/>
                <a:gd name="csX5" fmla="*/ 1952625 w 8572500"/>
                <a:gd name="csY5" fmla="*/ 161925 h 819150"/>
                <a:gd name="csX6" fmla="*/ 2333625 w 8572500"/>
                <a:gd name="csY6" fmla="*/ 47625 h 819150"/>
                <a:gd name="csX7" fmla="*/ 2724150 w 8572500"/>
                <a:gd name="csY7" fmla="*/ 123825 h 819150"/>
                <a:gd name="csX8" fmla="*/ 3114675 w 8572500"/>
                <a:gd name="csY8" fmla="*/ 95250 h 819150"/>
                <a:gd name="csX9" fmla="*/ 3505200 w 8572500"/>
                <a:gd name="csY9" fmla="*/ 190500 h 819150"/>
                <a:gd name="csX10" fmla="*/ 3895725 w 8572500"/>
                <a:gd name="csY10" fmla="*/ 142875 h 819150"/>
                <a:gd name="csX11" fmla="*/ 4286250 w 8572500"/>
                <a:gd name="csY11" fmla="*/ 28575 h 819150"/>
                <a:gd name="csX12" fmla="*/ 4676775 w 8572500"/>
                <a:gd name="csY12" fmla="*/ 190500 h 819150"/>
                <a:gd name="csX13" fmla="*/ 5067300 w 8572500"/>
                <a:gd name="csY13" fmla="*/ 142875 h 819150"/>
                <a:gd name="csX14" fmla="*/ 5457825 w 8572500"/>
                <a:gd name="csY14" fmla="*/ 0 h 819150"/>
                <a:gd name="csX15" fmla="*/ 5848350 w 8572500"/>
                <a:gd name="csY15" fmla="*/ 47625 h 819150"/>
                <a:gd name="csX16" fmla="*/ 6238875 w 8572500"/>
                <a:gd name="csY16" fmla="*/ 142875 h 819150"/>
                <a:gd name="csX17" fmla="*/ 6619875 w 8572500"/>
                <a:gd name="csY17" fmla="*/ 57150 h 819150"/>
                <a:gd name="csX18" fmla="*/ 7010400 w 8572500"/>
                <a:gd name="csY18" fmla="*/ 114300 h 819150"/>
                <a:gd name="csX19" fmla="*/ 7400925 w 8572500"/>
                <a:gd name="csY19" fmla="*/ 66675 h 819150"/>
                <a:gd name="csX20" fmla="*/ 7791450 w 8572500"/>
                <a:gd name="csY20" fmla="*/ 171450 h 819150"/>
                <a:gd name="csX21" fmla="*/ 8181975 w 8572500"/>
                <a:gd name="csY21" fmla="*/ 57150 h 819150"/>
                <a:gd name="csX22" fmla="*/ 8572500 w 8572500"/>
                <a:gd name="csY22" fmla="*/ 28575 h 819150"/>
                <a:gd name="csX23" fmla="*/ 8572500 w 8572500"/>
                <a:gd name="csY23" fmla="*/ 819150 h 819150"/>
                <a:gd name="csX24" fmla="*/ 8181975 w 8572500"/>
                <a:gd name="csY24" fmla="*/ 819150 h 819150"/>
                <a:gd name="csX25" fmla="*/ 7791450 w 8572500"/>
                <a:gd name="csY25" fmla="*/ 819150 h 819150"/>
                <a:gd name="csX26" fmla="*/ 7400925 w 8572500"/>
                <a:gd name="csY26" fmla="*/ 819150 h 819150"/>
                <a:gd name="csX27" fmla="*/ 7010400 w 8572500"/>
                <a:gd name="csY27" fmla="*/ 819150 h 819150"/>
                <a:gd name="csX28" fmla="*/ 6619875 w 8572500"/>
                <a:gd name="csY28" fmla="*/ 819150 h 819150"/>
                <a:gd name="csX29" fmla="*/ 6238875 w 8572500"/>
                <a:gd name="csY29" fmla="*/ 819150 h 819150"/>
                <a:gd name="csX30" fmla="*/ 5848350 w 8572500"/>
                <a:gd name="csY30" fmla="*/ 819150 h 819150"/>
                <a:gd name="csX31" fmla="*/ 5457825 w 8572500"/>
                <a:gd name="csY31" fmla="*/ 819150 h 819150"/>
                <a:gd name="csX32" fmla="*/ 5067300 w 8572500"/>
                <a:gd name="csY32" fmla="*/ 819150 h 819150"/>
                <a:gd name="csX33" fmla="*/ 4676775 w 8572500"/>
                <a:gd name="csY33" fmla="*/ 819150 h 819150"/>
                <a:gd name="csX34" fmla="*/ 4286250 w 8572500"/>
                <a:gd name="csY34" fmla="*/ 819150 h 819150"/>
                <a:gd name="csX35" fmla="*/ 3895725 w 8572500"/>
                <a:gd name="csY35" fmla="*/ 819150 h 819150"/>
                <a:gd name="csX36" fmla="*/ 3505200 w 8572500"/>
                <a:gd name="csY36" fmla="*/ 819150 h 819150"/>
                <a:gd name="csX37" fmla="*/ 3114675 w 8572500"/>
                <a:gd name="csY37" fmla="*/ 819150 h 819150"/>
                <a:gd name="csX38" fmla="*/ 2724150 w 8572500"/>
                <a:gd name="csY38" fmla="*/ 819150 h 819150"/>
                <a:gd name="csX39" fmla="*/ 2333625 w 8572500"/>
                <a:gd name="csY39" fmla="*/ 819150 h 819150"/>
                <a:gd name="csX40" fmla="*/ 1952625 w 8572500"/>
                <a:gd name="csY40" fmla="*/ 819150 h 819150"/>
                <a:gd name="csX41" fmla="*/ 1562100 w 8572500"/>
                <a:gd name="csY41" fmla="*/ 819150 h 819150"/>
                <a:gd name="csX42" fmla="*/ 1171575 w 8572500"/>
                <a:gd name="csY42" fmla="*/ 819150 h 819150"/>
                <a:gd name="csX43" fmla="*/ 781050 w 8572500"/>
                <a:gd name="csY43" fmla="*/ 819150 h 819150"/>
                <a:gd name="csX44" fmla="*/ 390525 w 8572500"/>
                <a:gd name="csY44" fmla="*/ 819150 h 819150"/>
                <a:gd name="csX45" fmla="*/ 0 w 8572500"/>
                <a:gd name="csY45" fmla="*/ 819150 h 8191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819150">
                  <a:moveTo>
                    <a:pt x="0" y="38100"/>
                  </a:moveTo>
                  <a:lnTo>
                    <a:pt x="390525" y="95250"/>
                  </a:lnTo>
                  <a:lnTo>
                    <a:pt x="781050" y="66675"/>
                  </a:lnTo>
                  <a:lnTo>
                    <a:pt x="1171575" y="19050"/>
                  </a:lnTo>
                  <a:lnTo>
                    <a:pt x="1562100" y="142875"/>
                  </a:lnTo>
                  <a:lnTo>
                    <a:pt x="1952625" y="161925"/>
                  </a:lnTo>
                  <a:lnTo>
                    <a:pt x="2333625" y="47625"/>
                  </a:lnTo>
                  <a:lnTo>
                    <a:pt x="2724150" y="123825"/>
                  </a:lnTo>
                  <a:lnTo>
                    <a:pt x="3114675" y="95250"/>
                  </a:lnTo>
                  <a:lnTo>
                    <a:pt x="3505200" y="190500"/>
                  </a:lnTo>
                  <a:lnTo>
                    <a:pt x="3895725" y="142875"/>
                  </a:lnTo>
                  <a:lnTo>
                    <a:pt x="4286250" y="28575"/>
                  </a:lnTo>
                  <a:lnTo>
                    <a:pt x="4676775" y="190500"/>
                  </a:lnTo>
                  <a:lnTo>
                    <a:pt x="5067300" y="142875"/>
                  </a:lnTo>
                  <a:lnTo>
                    <a:pt x="5457825" y="0"/>
                  </a:lnTo>
                  <a:lnTo>
                    <a:pt x="5848350" y="47625"/>
                  </a:lnTo>
                  <a:lnTo>
                    <a:pt x="6238875" y="142875"/>
                  </a:lnTo>
                  <a:lnTo>
                    <a:pt x="6619875" y="57150"/>
                  </a:lnTo>
                  <a:lnTo>
                    <a:pt x="7010400" y="114300"/>
                  </a:lnTo>
                  <a:lnTo>
                    <a:pt x="7400925" y="66675"/>
                  </a:lnTo>
                  <a:lnTo>
                    <a:pt x="7791450" y="171450"/>
                  </a:lnTo>
                  <a:lnTo>
                    <a:pt x="8181975" y="57150"/>
                  </a:lnTo>
                  <a:lnTo>
                    <a:pt x="8572500" y="28575"/>
                  </a:lnTo>
                  <a:lnTo>
                    <a:pt x="8572500" y="819150"/>
                  </a:lnTo>
                  <a:lnTo>
                    <a:pt x="8181975" y="819150"/>
                  </a:lnTo>
                  <a:lnTo>
                    <a:pt x="7791450" y="819150"/>
                  </a:lnTo>
                  <a:lnTo>
                    <a:pt x="7400925" y="819150"/>
                  </a:lnTo>
                  <a:lnTo>
                    <a:pt x="7010400" y="819150"/>
                  </a:lnTo>
                  <a:lnTo>
                    <a:pt x="6619875" y="819150"/>
                  </a:lnTo>
                  <a:lnTo>
                    <a:pt x="6238875" y="819150"/>
                  </a:lnTo>
                  <a:lnTo>
                    <a:pt x="5848350" y="819150"/>
                  </a:lnTo>
                  <a:lnTo>
                    <a:pt x="5457825" y="819150"/>
                  </a:lnTo>
                  <a:lnTo>
                    <a:pt x="5067300" y="819150"/>
                  </a:lnTo>
                  <a:lnTo>
                    <a:pt x="4676775" y="819150"/>
                  </a:lnTo>
                  <a:lnTo>
                    <a:pt x="4286250" y="819150"/>
                  </a:lnTo>
                  <a:lnTo>
                    <a:pt x="3895725" y="819150"/>
                  </a:lnTo>
                  <a:lnTo>
                    <a:pt x="3505200" y="819150"/>
                  </a:lnTo>
                  <a:lnTo>
                    <a:pt x="3114675" y="819150"/>
                  </a:lnTo>
                  <a:lnTo>
                    <a:pt x="2724150" y="819150"/>
                  </a:lnTo>
                  <a:lnTo>
                    <a:pt x="2333625" y="819150"/>
                  </a:lnTo>
                  <a:lnTo>
                    <a:pt x="1952625" y="819150"/>
                  </a:lnTo>
                  <a:lnTo>
                    <a:pt x="1562100" y="819150"/>
                  </a:lnTo>
                  <a:lnTo>
                    <a:pt x="1171575" y="819150"/>
                  </a:lnTo>
                  <a:lnTo>
                    <a:pt x="781050" y="819150"/>
                  </a:lnTo>
                  <a:lnTo>
                    <a:pt x="390525" y="819150"/>
                  </a:lnTo>
                  <a:lnTo>
                    <a:pt x="0" y="819150"/>
                  </a:lnTo>
                  <a:close/>
                </a:path>
              </a:pathLst>
            </a:custGeom>
            <a:solidFill>
              <a:schemeClr val="accent2">
                <a:lumMod val="40000"/>
                <a:lumOff val="60000"/>
              </a:schemeClr>
            </a:solidFill>
            <a:ln w="9525" cap="flat">
              <a:noFill/>
              <a:prstDash val="solid"/>
              <a:miter/>
            </a:ln>
          </p:spPr>
          <p:txBody>
            <a:bodyPr/>
            <a:lstStyle/>
            <a:p>
              <a:endParaRPr lang="en-US"/>
            </a:p>
          </p:txBody>
        </p:sp>
        <p:sp>
          <p:nvSpPr>
            <p:cNvPr id="9" name="Freeform: Shape 8">
              <a:extLst>
                <a:ext uri="{FF2B5EF4-FFF2-40B4-BE49-F238E27FC236}">
                  <a16:creationId xmlns:a16="http://schemas.microsoft.com/office/drawing/2014/main" id="{8034ED26-6AB2-CB82-67B4-4FA13FD56C4B}"/>
                </a:ext>
              </a:extLst>
            </p:cNvPr>
            <p:cNvSpPr/>
            <p:nvPr/>
          </p:nvSpPr>
          <p:spPr>
            <a:xfrm>
              <a:off x="0" y="5834115"/>
              <a:ext cx="12192000" cy="1023885"/>
            </a:xfrm>
            <a:custGeom>
              <a:avLst/>
              <a:gdLst>
                <a:gd name="csX0" fmla="*/ 0 w 8572500"/>
                <a:gd name="csY0" fmla="*/ 76200 h 638175"/>
                <a:gd name="csX1" fmla="*/ 390525 w 8572500"/>
                <a:gd name="csY1" fmla="*/ 9525 h 638175"/>
                <a:gd name="csX2" fmla="*/ 781050 w 8572500"/>
                <a:gd name="csY2" fmla="*/ 123825 h 638175"/>
                <a:gd name="csX3" fmla="*/ 1171575 w 8572500"/>
                <a:gd name="csY3" fmla="*/ 142875 h 638175"/>
                <a:gd name="csX4" fmla="*/ 1562100 w 8572500"/>
                <a:gd name="csY4" fmla="*/ 76200 h 638175"/>
                <a:gd name="csX5" fmla="*/ 1952625 w 8572500"/>
                <a:gd name="csY5" fmla="*/ 76200 h 638175"/>
                <a:gd name="csX6" fmla="*/ 2333625 w 8572500"/>
                <a:gd name="csY6" fmla="*/ 171450 h 638175"/>
                <a:gd name="csX7" fmla="*/ 2724150 w 8572500"/>
                <a:gd name="csY7" fmla="*/ 76200 h 638175"/>
                <a:gd name="csX8" fmla="*/ 3114675 w 8572500"/>
                <a:gd name="csY8" fmla="*/ 123825 h 638175"/>
                <a:gd name="csX9" fmla="*/ 3505200 w 8572500"/>
                <a:gd name="csY9" fmla="*/ 142875 h 638175"/>
                <a:gd name="csX10" fmla="*/ 3895725 w 8572500"/>
                <a:gd name="csY10" fmla="*/ 19050 h 638175"/>
                <a:gd name="csX11" fmla="*/ 4286250 w 8572500"/>
                <a:gd name="csY11" fmla="*/ 123825 h 638175"/>
                <a:gd name="csX12" fmla="*/ 4676775 w 8572500"/>
                <a:gd name="csY12" fmla="*/ 142875 h 638175"/>
                <a:gd name="csX13" fmla="*/ 5067300 w 8572500"/>
                <a:gd name="csY13" fmla="*/ 152400 h 638175"/>
                <a:gd name="csX14" fmla="*/ 5457825 w 8572500"/>
                <a:gd name="csY14" fmla="*/ 133350 h 638175"/>
                <a:gd name="csX15" fmla="*/ 5848350 w 8572500"/>
                <a:gd name="csY15" fmla="*/ 0 h 638175"/>
                <a:gd name="csX16" fmla="*/ 6238875 w 8572500"/>
                <a:gd name="csY16" fmla="*/ 66675 h 638175"/>
                <a:gd name="csX17" fmla="*/ 6619875 w 8572500"/>
                <a:gd name="csY17" fmla="*/ 28575 h 638175"/>
                <a:gd name="csX18" fmla="*/ 7010400 w 8572500"/>
                <a:gd name="csY18" fmla="*/ 28575 h 638175"/>
                <a:gd name="csX19" fmla="*/ 7400925 w 8572500"/>
                <a:gd name="csY19" fmla="*/ 47625 h 638175"/>
                <a:gd name="csX20" fmla="*/ 7791450 w 8572500"/>
                <a:gd name="csY20" fmla="*/ 161925 h 638175"/>
                <a:gd name="csX21" fmla="*/ 8181975 w 8572500"/>
                <a:gd name="csY21" fmla="*/ 47625 h 638175"/>
                <a:gd name="csX22" fmla="*/ 8572500 w 8572500"/>
                <a:gd name="csY22" fmla="*/ 47625 h 638175"/>
                <a:gd name="csX23" fmla="*/ 8572500 w 8572500"/>
                <a:gd name="csY23" fmla="*/ 638175 h 638175"/>
                <a:gd name="csX24" fmla="*/ 8181975 w 8572500"/>
                <a:gd name="csY24" fmla="*/ 638175 h 638175"/>
                <a:gd name="csX25" fmla="*/ 7791450 w 8572500"/>
                <a:gd name="csY25" fmla="*/ 638175 h 638175"/>
                <a:gd name="csX26" fmla="*/ 7400925 w 8572500"/>
                <a:gd name="csY26" fmla="*/ 638175 h 638175"/>
                <a:gd name="csX27" fmla="*/ 7010400 w 8572500"/>
                <a:gd name="csY27" fmla="*/ 638175 h 638175"/>
                <a:gd name="csX28" fmla="*/ 6619875 w 8572500"/>
                <a:gd name="csY28" fmla="*/ 638175 h 638175"/>
                <a:gd name="csX29" fmla="*/ 6238875 w 8572500"/>
                <a:gd name="csY29" fmla="*/ 638175 h 638175"/>
                <a:gd name="csX30" fmla="*/ 5848350 w 8572500"/>
                <a:gd name="csY30" fmla="*/ 638175 h 638175"/>
                <a:gd name="csX31" fmla="*/ 5457825 w 8572500"/>
                <a:gd name="csY31" fmla="*/ 638175 h 638175"/>
                <a:gd name="csX32" fmla="*/ 5067300 w 8572500"/>
                <a:gd name="csY32" fmla="*/ 638175 h 638175"/>
                <a:gd name="csX33" fmla="*/ 4676775 w 8572500"/>
                <a:gd name="csY33" fmla="*/ 638175 h 638175"/>
                <a:gd name="csX34" fmla="*/ 4286250 w 8572500"/>
                <a:gd name="csY34" fmla="*/ 638175 h 638175"/>
                <a:gd name="csX35" fmla="*/ 3895725 w 8572500"/>
                <a:gd name="csY35" fmla="*/ 638175 h 638175"/>
                <a:gd name="csX36" fmla="*/ 3505200 w 8572500"/>
                <a:gd name="csY36" fmla="*/ 638175 h 638175"/>
                <a:gd name="csX37" fmla="*/ 3114675 w 8572500"/>
                <a:gd name="csY37" fmla="*/ 638175 h 638175"/>
                <a:gd name="csX38" fmla="*/ 2724150 w 8572500"/>
                <a:gd name="csY38" fmla="*/ 638175 h 638175"/>
                <a:gd name="csX39" fmla="*/ 2333625 w 8572500"/>
                <a:gd name="csY39" fmla="*/ 638175 h 638175"/>
                <a:gd name="csX40" fmla="*/ 1952625 w 8572500"/>
                <a:gd name="csY40" fmla="*/ 638175 h 638175"/>
                <a:gd name="csX41" fmla="*/ 1562100 w 8572500"/>
                <a:gd name="csY41" fmla="*/ 638175 h 638175"/>
                <a:gd name="csX42" fmla="*/ 1171575 w 8572500"/>
                <a:gd name="csY42" fmla="*/ 638175 h 638175"/>
                <a:gd name="csX43" fmla="*/ 781050 w 8572500"/>
                <a:gd name="csY43" fmla="*/ 638175 h 638175"/>
                <a:gd name="csX44" fmla="*/ 390525 w 8572500"/>
                <a:gd name="csY44" fmla="*/ 638175 h 638175"/>
                <a:gd name="csX45" fmla="*/ 0 w 8572500"/>
                <a:gd name="csY45" fmla="*/ 638175 h 6381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638175">
                  <a:moveTo>
                    <a:pt x="0" y="76200"/>
                  </a:moveTo>
                  <a:lnTo>
                    <a:pt x="390525" y="9525"/>
                  </a:lnTo>
                  <a:lnTo>
                    <a:pt x="781050" y="123825"/>
                  </a:lnTo>
                  <a:lnTo>
                    <a:pt x="1171575" y="142875"/>
                  </a:lnTo>
                  <a:lnTo>
                    <a:pt x="1562100" y="76200"/>
                  </a:lnTo>
                  <a:lnTo>
                    <a:pt x="1952625" y="76200"/>
                  </a:lnTo>
                  <a:lnTo>
                    <a:pt x="2333625" y="171450"/>
                  </a:lnTo>
                  <a:lnTo>
                    <a:pt x="2724150" y="76200"/>
                  </a:lnTo>
                  <a:lnTo>
                    <a:pt x="3114675" y="123825"/>
                  </a:lnTo>
                  <a:lnTo>
                    <a:pt x="3505200" y="142875"/>
                  </a:lnTo>
                  <a:lnTo>
                    <a:pt x="3895725" y="19050"/>
                  </a:lnTo>
                  <a:lnTo>
                    <a:pt x="4286250" y="123825"/>
                  </a:lnTo>
                  <a:lnTo>
                    <a:pt x="4676775" y="142875"/>
                  </a:lnTo>
                  <a:lnTo>
                    <a:pt x="5067300" y="152400"/>
                  </a:lnTo>
                  <a:lnTo>
                    <a:pt x="5457825" y="133350"/>
                  </a:lnTo>
                  <a:lnTo>
                    <a:pt x="5848350" y="0"/>
                  </a:lnTo>
                  <a:lnTo>
                    <a:pt x="6238875" y="66675"/>
                  </a:lnTo>
                  <a:lnTo>
                    <a:pt x="6619875" y="28575"/>
                  </a:lnTo>
                  <a:lnTo>
                    <a:pt x="7010400" y="28575"/>
                  </a:lnTo>
                  <a:lnTo>
                    <a:pt x="7400925" y="47625"/>
                  </a:lnTo>
                  <a:lnTo>
                    <a:pt x="7791450" y="161925"/>
                  </a:lnTo>
                  <a:lnTo>
                    <a:pt x="8181975" y="47625"/>
                  </a:lnTo>
                  <a:lnTo>
                    <a:pt x="8572500" y="47625"/>
                  </a:lnTo>
                  <a:lnTo>
                    <a:pt x="8572500" y="638175"/>
                  </a:lnTo>
                  <a:lnTo>
                    <a:pt x="8181975" y="638175"/>
                  </a:lnTo>
                  <a:lnTo>
                    <a:pt x="7791450" y="638175"/>
                  </a:lnTo>
                  <a:lnTo>
                    <a:pt x="7400925" y="638175"/>
                  </a:lnTo>
                  <a:lnTo>
                    <a:pt x="7010400" y="638175"/>
                  </a:lnTo>
                  <a:lnTo>
                    <a:pt x="6619875" y="638175"/>
                  </a:lnTo>
                  <a:lnTo>
                    <a:pt x="6238875" y="638175"/>
                  </a:lnTo>
                  <a:lnTo>
                    <a:pt x="5848350" y="638175"/>
                  </a:lnTo>
                  <a:lnTo>
                    <a:pt x="5457825" y="638175"/>
                  </a:lnTo>
                  <a:lnTo>
                    <a:pt x="5067300" y="638175"/>
                  </a:lnTo>
                  <a:lnTo>
                    <a:pt x="4676775" y="638175"/>
                  </a:lnTo>
                  <a:lnTo>
                    <a:pt x="4286250" y="638175"/>
                  </a:lnTo>
                  <a:lnTo>
                    <a:pt x="3895725" y="638175"/>
                  </a:lnTo>
                  <a:lnTo>
                    <a:pt x="3505200" y="638175"/>
                  </a:lnTo>
                  <a:lnTo>
                    <a:pt x="3114675" y="638175"/>
                  </a:lnTo>
                  <a:lnTo>
                    <a:pt x="2724150" y="638175"/>
                  </a:lnTo>
                  <a:lnTo>
                    <a:pt x="2333625" y="638175"/>
                  </a:lnTo>
                  <a:lnTo>
                    <a:pt x="1952625" y="638175"/>
                  </a:lnTo>
                  <a:lnTo>
                    <a:pt x="1562100" y="638175"/>
                  </a:lnTo>
                  <a:lnTo>
                    <a:pt x="1171575" y="638175"/>
                  </a:lnTo>
                  <a:lnTo>
                    <a:pt x="781050" y="638175"/>
                  </a:lnTo>
                  <a:lnTo>
                    <a:pt x="390525" y="638175"/>
                  </a:lnTo>
                  <a:lnTo>
                    <a:pt x="0" y="638175"/>
                  </a:lnTo>
                  <a:close/>
                </a:path>
              </a:pathLst>
            </a:custGeom>
            <a:solidFill>
              <a:schemeClr val="accent2">
                <a:lumMod val="60000"/>
                <a:lumOff val="40000"/>
              </a:schemeClr>
            </a:solidFill>
            <a:ln w="9525" cap="flat">
              <a:noFill/>
              <a:prstDash val="solid"/>
              <a:miter/>
            </a:ln>
          </p:spPr>
          <p:txBody>
            <a:bodyPr/>
            <a:lstStyle/>
            <a:p>
              <a:endParaRPr lang="en-US"/>
            </a:p>
          </p:txBody>
        </p:sp>
        <p:sp>
          <p:nvSpPr>
            <p:cNvPr id="10" name="Freeform: Shape 9">
              <a:extLst>
                <a:ext uri="{FF2B5EF4-FFF2-40B4-BE49-F238E27FC236}">
                  <a16:creationId xmlns:a16="http://schemas.microsoft.com/office/drawing/2014/main" id="{8EE1D060-2B6B-B351-E253-C532ECA415FE}"/>
                </a:ext>
              </a:extLst>
            </p:cNvPr>
            <p:cNvSpPr/>
            <p:nvPr/>
          </p:nvSpPr>
          <p:spPr>
            <a:xfrm>
              <a:off x="0" y="6109189"/>
              <a:ext cx="12192000" cy="748811"/>
            </a:xfrm>
            <a:custGeom>
              <a:avLst/>
              <a:gdLst>
                <a:gd name="csX0" fmla="*/ 0 w 8572500"/>
                <a:gd name="csY0" fmla="*/ 152400 h 466725"/>
                <a:gd name="csX1" fmla="*/ 390525 w 8572500"/>
                <a:gd name="csY1" fmla="*/ 104775 h 466725"/>
                <a:gd name="csX2" fmla="*/ 781050 w 8572500"/>
                <a:gd name="csY2" fmla="*/ 57150 h 466725"/>
                <a:gd name="csX3" fmla="*/ 1171575 w 8572500"/>
                <a:gd name="csY3" fmla="*/ 28575 h 466725"/>
                <a:gd name="csX4" fmla="*/ 1562100 w 8572500"/>
                <a:gd name="csY4" fmla="*/ 123825 h 466725"/>
                <a:gd name="csX5" fmla="*/ 1952625 w 8572500"/>
                <a:gd name="csY5" fmla="*/ 133350 h 466725"/>
                <a:gd name="csX6" fmla="*/ 2333625 w 8572500"/>
                <a:gd name="csY6" fmla="*/ 9525 h 466725"/>
                <a:gd name="csX7" fmla="*/ 2724150 w 8572500"/>
                <a:gd name="csY7" fmla="*/ 57150 h 466725"/>
                <a:gd name="csX8" fmla="*/ 3114675 w 8572500"/>
                <a:gd name="csY8" fmla="*/ 28575 h 466725"/>
                <a:gd name="csX9" fmla="*/ 3505200 w 8572500"/>
                <a:gd name="csY9" fmla="*/ 171450 h 466725"/>
                <a:gd name="csX10" fmla="*/ 3895725 w 8572500"/>
                <a:gd name="csY10" fmla="*/ 152400 h 466725"/>
                <a:gd name="csX11" fmla="*/ 4286250 w 8572500"/>
                <a:gd name="csY11" fmla="*/ 161925 h 466725"/>
                <a:gd name="csX12" fmla="*/ 4676775 w 8572500"/>
                <a:gd name="csY12" fmla="*/ 95250 h 466725"/>
                <a:gd name="csX13" fmla="*/ 5067300 w 8572500"/>
                <a:gd name="csY13" fmla="*/ 171450 h 466725"/>
                <a:gd name="csX14" fmla="*/ 5457825 w 8572500"/>
                <a:gd name="csY14" fmla="*/ 114300 h 466725"/>
                <a:gd name="csX15" fmla="*/ 5848350 w 8572500"/>
                <a:gd name="csY15" fmla="*/ 95250 h 466725"/>
                <a:gd name="csX16" fmla="*/ 6238875 w 8572500"/>
                <a:gd name="csY16" fmla="*/ 104775 h 466725"/>
                <a:gd name="csX17" fmla="*/ 6619875 w 8572500"/>
                <a:gd name="csY17" fmla="*/ 152400 h 466725"/>
                <a:gd name="csX18" fmla="*/ 7010400 w 8572500"/>
                <a:gd name="csY18" fmla="*/ 95250 h 466725"/>
                <a:gd name="csX19" fmla="*/ 7400925 w 8572500"/>
                <a:gd name="csY19" fmla="*/ 28575 h 466725"/>
                <a:gd name="csX20" fmla="*/ 7791450 w 8572500"/>
                <a:gd name="csY20" fmla="*/ 123825 h 466725"/>
                <a:gd name="csX21" fmla="*/ 8181975 w 8572500"/>
                <a:gd name="csY21" fmla="*/ 0 h 466725"/>
                <a:gd name="csX22" fmla="*/ 8572500 w 8572500"/>
                <a:gd name="csY22" fmla="*/ 85725 h 466725"/>
                <a:gd name="csX23" fmla="*/ 8572500 w 8572500"/>
                <a:gd name="csY23" fmla="*/ 466725 h 466725"/>
                <a:gd name="csX24" fmla="*/ 8181975 w 8572500"/>
                <a:gd name="csY24" fmla="*/ 466725 h 466725"/>
                <a:gd name="csX25" fmla="*/ 7791450 w 8572500"/>
                <a:gd name="csY25" fmla="*/ 466725 h 466725"/>
                <a:gd name="csX26" fmla="*/ 7400925 w 8572500"/>
                <a:gd name="csY26" fmla="*/ 466725 h 466725"/>
                <a:gd name="csX27" fmla="*/ 7010400 w 8572500"/>
                <a:gd name="csY27" fmla="*/ 466725 h 466725"/>
                <a:gd name="csX28" fmla="*/ 6619875 w 8572500"/>
                <a:gd name="csY28" fmla="*/ 466725 h 466725"/>
                <a:gd name="csX29" fmla="*/ 6238875 w 8572500"/>
                <a:gd name="csY29" fmla="*/ 466725 h 466725"/>
                <a:gd name="csX30" fmla="*/ 5848350 w 8572500"/>
                <a:gd name="csY30" fmla="*/ 466725 h 466725"/>
                <a:gd name="csX31" fmla="*/ 5457825 w 8572500"/>
                <a:gd name="csY31" fmla="*/ 466725 h 466725"/>
                <a:gd name="csX32" fmla="*/ 5067300 w 8572500"/>
                <a:gd name="csY32" fmla="*/ 466725 h 466725"/>
                <a:gd name="csX33" fmla="*/ 4676775 w 8572500"/>
                <a:gd name="csY33" fmla="*/ 466725 h 466725"/>
                <a:gd name="csX34" fmla="*/ 4286250 w 8572500"/>
                <a:gd name="csY34" fmla="*/ 466725 h 466725"/>
                <a:gd name="csX35" fmla="*/ 3895725 w 8572500"/>
                <a:gd name="csY35" fmla="*/ 466725 h 466725"/>
                <a:gd name="csX36" fmla="*/ 3505200 w 8572500"/>
                <a:gd name="csY36" fmla="*/ 466725 h 466725"/>
                <a:gd name="csX37" fmla="*/ 3114675 w 8572500"/>
                <a:gd name="csY37" fmla="*/ 466725 h 466725"/>
                <a:gd name="csX38" fmla="*/ 2724150 w 8572500"/>
                <a:gd name="csY38" fmla="*/ 466725 h 466725"/>
                <a:gd name="csX39" fmla="*/ 2333625 w 8572500"/>
                <a:gd name="csY39" fmla="*/ 466725 h 466725"/>
                <a:gd name="csX40" fmla="*/ 1952625 w 8572500"/>
                <a:gd name="csY40" fmla="*/ 466725 h 466725"/>
                <a:gd name="csX41" fmla="*/ 1562100 w 8572500"/>
                <a:gd name="csY41" fmla="*/ 466725 h 466725"/>
                <a:gd name="csX42" fmla="*/ 1171575 w 8572500"/>
                <a:gd name="csY42" fmla="*/ 466725 h 466725"/>
                <a:gd name="csX43" fmla="*/ 781050 w 8572500"/>
                <a:gd name="csY43" fmla="*/ 466725 h 466725"/>
                <a:gd name="csX44" fmla="*/ 390525 w 8572500"/>
                <a:gd name="csY44" fmla="*/ 466725 h 466725"/>
                <a:gd name="csX45" fmla="*/ 0 w 8572500"/>
                <a:gd name="csY45" fmla="*/ 466725 h 4667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466725">
                  <a:moveTo>
                    <a:pt x="0" y="152400"/>
                  </a:moveTo>
                  <a:lnTo>
                    <a:pt x="390525" y="104775"/>
                  </a:lnTo>
                  <a:lnTo>
                    <a:pt x="781050" y="57150"/>
                  </a:lnTo>
                  <a:lnTo>
                    <a:pt x="1171575" y="28575"/>
                  </a:lnTo>
                  <a:lnTo>
                    <a:pt x="1562100" y="123825"/>
                  </a:lnTo>
                  <a:lnTo>
                    <a:pt x="1952625" y="133350"/>
                  </a:lnTo>
                  <a:lnTo>
                    <a:pt x="2333625" y="9525"/>
                  </a:lnTo>
                  <a:lnTo>
                    <a:pt x="2724150" y="57150"/>
                  </a:lnTo>
                  <a:lnTo>
                    <a:pt x="3114675" y="28575"/>
                  </a:lnTo>
                  <a:lnTo>
                    <a:pt x="3505200" y="171450"/>
                  </a:lnTo>
                  <a:lnTo>
                    <a:pt x="3895725" y="152400"/>
                  </a:lnTo>
                  <a:lnTo>
                    <a:pt x="4286250" y="161925"/>
                  </a:lnTo>
                  <a:lnTo>
                    <a:pt x="4676775" y="95250"/>
                  </a:lnTo>
                  <a:lnTo>
                    <a:pt x="5067300" y="171450"/>
                  </a:lnTo>
                  <a:lnTo>
                    <a:pt x="5457825" y="114300"/>
                  </a:lnTo>
                  <a:lnTo>
                    <a:pt x="5848350" y="95250"/>
                  </a:lnTo>
                  <a:lnTo>
                    <a:pt x="6238875" y="104775"/>
                  </a:lnTo>
                  <a:lnTo>
                    <a:pt x="6619875" y="152400"/>
                  </a:lnTo>
                  <a:lnTo>
                    <a:pt x="7010400" y="95250"/>
                  </a:lnTo>
                  <a:lnTo>
                    <a:pt x="7400925" y="28575"/>
                  </a:lnTo>
                  <a:lnTo>
                    <a:pt x="7791450" y="123825"/>
                  </a:lnTo>
                  <a:lnTo>
                    <a:pt x="8181975" y="0"/>
                  </a:lnTo>
                  <a:lnTo>
                    <a:pt x="8572500" y="85725"/>
                  </a:lnTo>
                  <a:lnTo>
                    <a:pt x="8572500" y="466725"/>
                  </a:lnTo>
                  <a:lnTo>
                    <a:pt x="8181975" y="466725"/>
                  </a:lnTo>
                  <a:lnTo>
                    <a:pt x="7791450" y="466725"/>
                  </a:lnTo>
                  <a:lnTo>
                    <a:pt x="7400925" y="466725"/>
                  </a:lnTo>
                  <a:lnTo>
                    <a:pt x="7010400" y="466725"/>
                  </a:lnTo>
                  <a:lnTo>
                    <a:pt x="6619875" y="466725"/>
                  </a:lnTo>
                  <a:lnTo>
                    <a:pt x="6238875" y="466725"/>
                  </a:lnTo>
                  <a:lnTo>
                    <a:pt x="5848350" y="466725"/>
                  </a:lnTo>
                  <a:lnTo>
                    <a:pt x="5457825" y="466725"/>
                  </a:lnTo>
                  <a:lnTo>
                    <a:pt x="5067300" y="466725"/>
                  </a:lnTo>
                  <a:lnTo>
                    <a:pt x="4676775" y="466725"/>
                  </a:lnTo>
                  <a:lnTo>
                    <a:pt x="4286250" y="466725"/>
                  </a:lnTo>
                  <a:lnTo>
                    <a:pt x="3895725" y="466725"/>
                  </a:lnTo>
                  <a:lnTo>
                    <a:pt x="3505200" y="466725"/>
                  </a:lnTo>
                  <a:lnTo>
                    <a:pt x="3114675" y="466725"/>
                  </a:lnTo>
                  <a:lnTo>
                    <a:pt x="2724150" y="466725"/>
                  </a:lnTo>
                  <a:lnTo>
                    <a:pt x="2333625" y="466725"/>
                  </a:lnTo>
                  <a:lnTo>
                    <a:pt x="1952625" y="466725"/>
                  </a:lnTo>
                  <a:lnTo>
                    <a:pt x="1562100" y="466725"/>
                  </a:lnTo>
                  <a:lnTo>
                    <a:pt x="1171575" y="466725"/>
                  </a:lnTo>
                  <a:lnTo>
                    <a:pt x="781050" y="466725"/>
                  </a:lnTo>
                  <a:lnTo>
                    <a:pt x="390525" y="466725"/>
                  </a:lnTo>
                  <a:lnTo>
                    <a:pt x="0" y="466725"/>
                  </a:lnTo>
                  <a:close/>
                </a:path>
              </a:pathLst>
            </a:custGeom>
            <a:solidFill>
              <a:schemeClr val="accent2"/>
            </a:solidFill>
            <a:ln w="9525" cap="flat">
              <a:noFill/>
              <a:prstDash val="solid"/>
              <a:miter/>
            </a:ln>
          </p:spPr>
          <p:txBody>
            <a:bodyPr/>
            <a:lstStyle/>
            <a:p>
              <a:endParaRPr lang="en-US"/>
            </a:p>
          </p:txBody>
        </p:sp>
        <p:sp>
          <p:nvSpPr>
            <p:cNvPr id="11" name="Freeform: Shape 10">
              <a:extLst>
                <a:ext uri="{FF2B5EF4-FFF2-40B4-BE49-F238E27FC236}">
                  <a16:creationId xmlns:a16="http://schemas.microsoft.com/office/drawing/2014/main" id="{B7D7A9BA-4982-0622-AF44-B621C1F5F332}"/>
                </a:ext>
              </a:extLst>
            </p:cNvPr>
            <p:cNvSpPr/>
            <p:nvPr/>
          </p:nvSpPr>
          <p:spPr>
            <a:xfrm>
              <a:off x="0" y="6399544"/>
              <a:ext cx="12192000" cy="458456"/>
            </a:xfrm>
            <a:custGeom>
              <a:avLst/>
              <a:gdLst>
                <a:gd name="csX0" fmla="*/ 0 w 8572500"/>
                <a:gd name="csY0" fmla="*/ 142875 h 285750"/>
                <a:gd name="csX1" fmla="*/ 390525 w 8572500"/>
                <a:gd name="csY1" fmla="*/ 38100 h 285750"/>
                <a:gd name="csX2" fmla="*/ 781050 w 8572500"/>
                <a:gd name="csY2" fmla="*/ 123825 h 285750"/>
                <a:gd name="csX3" fmla="*/ 1171575 w 8572500"/>
                <a:gd name="csY3" fmla="*/ 114300 h 285750"/>
                <a:gd name="csX4" fmla="*/ 1562100 w 8572500"/>
                <a:gd name="csY4" fmla="*/ 66675 h 285750"/>
                <a:gd name="csX5" fmla="*/ 1952625 w 8572500"/>
                <a:gd name="csY5" fmla="*/ 57150 h 285750"/>
                <a:gd name="csX6" fmla="*/ 2333625 w 8572500"/>
                <a:gd name="csY6" fmla="*/ 57150 h 285750"/>
                <a:gd name="csX7" fmla="*/ 2724150 w 8572500"/>
                <a:gd name="csY7" fmla="*/ 152400 h 285750"/>
                <a:gd name="csX8" fmla="*/ 3114675 w 8572500"/>
                <a:gd name="csY8" fmla="*/ 19050 h 285750"/>
                <a:gd name="csX9" fmla="*/ 3505200 w 8572500"/>
                <a:gd name="csY9" fmla="*/ 66675 h 285750"/>
                <a:gd name="csX10" fmla="*/ 3895725 w 8572500"/>
                <a:gd name="csY10" fmla="*/ 114300 h 285750"/>
                <a:gd name="csX11" fmla="*/ 4286250 w 8572500"/>
                <a:gd name="csY11" fmla="*/ 133350 h 285750"/>
                <a:gd name="csX12" fmla="*/ 4676775 w 8572500"/>
                <a:gd name="csY12" fmla="*/ 28575 h 285750"/>
                <a:gd name="csX13" fmla="*/ 5067300 w 8572500"/>
                <a:gd name="csY13" fmla="*/ 133350 h 285750"/>
                <a:gd name="csX14" fmla="*/ 5457825 w 8572500"/>
                <a:gd name="csY14" fmla="*/ 85725 h 285750"/>
                <a:gd name="csX15" fmla="*/ 5848350 w 8572500"/>
                <a:gd name="csY15" fmla="*/ 38100 h 285750"/>
                <a:gd name="csX16" fmla="*/ 6238875 w 8572500"/>
                <a:gd name="csY16" fmla="*/ 142875 h 285750"/>
                <a:gd name="csX17" fmla="*/ 6619875 w 8572500"/>
                <a:gd name="csY17" fmla="*/ 0 h 285750"/>
                <a:gd name="csX18" fmla="*/ 7010400 w 8572500"/>
                <a:gd name="csY18" fmla="*/ 57150 h 285750"/>
                <a:gd name="csX19" fmla="*/ 7400925 w 8572500"/>
                <a:gd name="csY19" fmla="*/ 85725 h 285750"/>
                <a:gd name="csX20" fmla="*/ 7791450 w 8572500"/>
                <a:gd name="csY20" fmla="*/ 76200 h 285750"/>
                <a:gd name="csX21" fmla="*/ 8181975 w 8572500"/>
                <a:gd name="csY21" fmla="*/ 95250 h 285750"/>
                <a:gd name="csX22" fmla="*/ 8572500 w 8572500"/>
                <a:gd name="csY22" fmla="*/ 142875 h 285750"/>
                <a:gd name="csX23" fmla="*/ 8572500 w 8572500"/>
                <a:gd name="csY23" fmla="*/ 285750 h 285750"/>
                <a:gd name="csX24" fmla="*/ 8181975 w 8572500"/>
                <a:gd name="csY24" fmla="*/ 285750 h 285750"/>
                <a:gd name="csX25" fmla="*/ 7791450 w 8572500"/>
                <a:gd name="csY25" fmla="*/ 285750 h 285750"/>
                <a:gd name="csX26" fmla="*/ 7400925 w 8572500"/>
                <a:gd name="csY26" fmla="*/ 285750 h 285750"/>
                <a:gd name="csX27" fmla="*/ 7010400 w 8572500"/>
                <a:gd name="csY27" fmla="*/ 285750 h 285750"/>
                <a:gd name="csX28" fmla="*/ 6619875 w 8572500"/>
                <a:gd name="csY28" fmla="*/ 285750 h 285750"/>
                <a:gd name="csX29" fmla="*/ 6238875 w 8572500"/>
                <a:gd name="csY29" fmla="*/ 285750 h 285750"/>
                <a:gd name="csX30" fmla="*/ 5848350 w 8572500"/>
                <a:gd name="csY30" fmla="*/ 285750 h 285750"/>
                <a:gd name="csX31" fmla="*/ 5457825 w 8572500"/>
                <a:gd name="csY31" fmla="*/ 285750 h 285750"/>
                <a:gd name="csX32" fmla="*/ 5067300 w 8572500"/>
                <a:gd name="csY32" fmla="*/ 285750 h 285750"/>
                <a:gd name="csX33" fmla="*/ 4676775 w 8572500"/>
                <a:gd name="csY33" fmla="*/ 285750 h 285750"/>
                <a:gd name="csX34" fmla="*/ 4286250 w 8572500"/>
                <a:gd name="csY34" fmla="*/ 285750 h 285750"/>
                <a:gd name="csX35" fmla="*/ 3895725 w 8572500"/>
                <a:gd name="csY35" fmla="*/ 285750 h 285750"/>
                <a:gd name="csX36" fmla="*/ 3505200 w 8572500"/>
                <a:gd name="csY36" fmla="*/ 285750 h 285750"/>
                <a:gd name="csX37" fmla="*/ 3114675 w 8572500"/>
                <a:gd name="csY37" fmla="*/ 285750 h 285750"/>
                <a:gd name="csX38" fmla="*/ 2724150 w 8572500"/>
                <a:gd name="csY38" fmla="*/ 285750 h 285750"/>
                <a:gd name="csX39" fmla="*/ 2333625 w 8572500"/>
                <a:gd name="csY39" fmla="*/ 285750 h 285750"/>
                <a:gd name="csX40" fmla="*/ 1952625 w 8572500"/>
                <a:gd name="csY40" fmla="*/ 285750 h 285750"/>
                <a:gd name="csX41" fmla="*/ 1562100 w 8572500"/>
                <a:gd name="csY41" fmla="*/ 285750 h 285750"/>
                <a:gd name="csX42" fmla="*/ 1171575 w 8572500"/>
                <a:gd name="csY42" fmla="*/ 285750 h 285750"/>
                <a:gd name="csX43" fmla="*/ 781050 w 8572500"/>
                <a:gd name="csY43" fmla="*/ 285750 h 285750"/>
                <a:gd name="csX44" fmla="*/ 390525 w 8572500"/>
                <a:gd name="csY44" fmla="*/ 285750 h 285750"/>
                <a:gd name="csX45" fmla="*/ 0 w 8572500"/>
                <a:gd name="csY45" fmla="*/ 285750 h 285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285750">
                  <a:moveTo>
                    <a:pt x="0" y="142875"/>
                  </a:moveTo>
                  <a:lnTo>
                    <a:pt x="390525" y="38100"/>
                  </a:lnTo>
                  <a:lnTo>
                    <a:pt x="781050" y="123825"/>
                  </a:lnTo>
                  <a:lnTo>
                    <a:pt x="1171575" y="114300"/>
                  </a:lnTo>
                  <a:lnTo>
                    <a:pt x="1562100" y="66675"/>
                  </a:lnTo>
                  <a:lnTo>
                    <a:pt x="1952625" y="57150"/>
                  </a:lnTo>
                  <a:lnTo>
                    <a:pt x="2333625" y="57150"/>
                  </a:lnTo>
                  <a:lnTo>
                    <a:pt x="2724150" y="152400"/>
                  </a:lnTo>
                  <a:lnTo>
                    <a:pt x="3114675" y="19050"/>
                  </a:lnTo>
                  <a:lnTo>
                    <a:pt x="3505200" y="66675"/>
                  </a:lnTo>
                  <a:lnTo>
                    <a:pt x="3895725" y="114300"/>
                  </a:lnTo>
                  <a:lnTo>
                    <a:pt x="4286250" y="133350"/>
                  </a:lnTo>
                  <a:lnTo>
                    <a:pt x="4676775" y="28575"/>
                  </a:lnTo>
                  <a:lnTo>
                    <a:pt x="5067300" y="133350"/>
                  </a:lnTo>
                  <a:lnTo>
                    <a:pt x="5457825" y="85725"/>
                  </a:lnTo>
                  <a:lnTo>
                    <a:pt x="5848350" y="38100"/>
                  </a:lnTo>
                  <a:lnTo>
                    <a:pt x="6238875" y="142875"/>
                  </a:lnTo>
                  <a:lnTo>
                    <a:pt x="6619875" y="0"/>
                  </a:lnTo>
                  <a:lnTo>
                    <a:pt x="7010400" y="57150"/>
                  </a:lnTo>
                  <a:lnTo>
                    <a:pt x="7400925" y="85725"/>
                  </a:lnTo>
                  <a:lnTo>
                    <a:pt x="7791450" y="76200"/>
                  </a:lnTo>
                  <a:lnTo>
                    <a:pt x="8181975" y="95250"/>
                  </a:lnTo>
                  <a:lnTo>
                    <a:pt x="8572500" y="142875"/>
                  </a:lnTo>
                  <a:lnTo>
                    <a:pt x="8572500" y="285750"/>
                  </a:lnTo>
                  <a:lnTo>
                    <a:pt x="8181975" y="285750"/>
                  </a:lnTo>
                  <a:lnTo>
                    <a:pt x="7791450" y="285750"/>
                  </a:lnTo>
                  <a:lnTo>
                    <a:pt x="7400925" y="285750"/>
                  </a:lnTo>
                  <a:lnTo>
                    <a:pt x="7010400" y="285750"/>
                  </a:lnTo>
                  <a:lnTo>
                    <a:pt x="6619875" y="285750"/>
                  </a:lnTo>
                  <a:lnTo>
                    <a:pt x="6238875" y="285750"/>
                  </a:lnTo>
                  <a:lnTo>
                    <a:pt x="5848350" y="285750"/>
                  </a:lnTo>
                  <a:lnTo>
                    <a:pt x="5457825" y="285750"/>
                  </a:lnTo>
                  <a:lnTo>
                    <a:pt x="5067300" y="285750"/>
                  </a:lnTo>
                  <a:lnTo>
                    <a:pt x="4676775" y="285750"/>
                  </a:lnTo>
                  <a:lnTo>
                    <a:pt x="4286250" y="285750"/>
                  </a:lnTo>
                  <a:lnTo>
                    <a:pt x="3895725" y="285750"/>
                  </a:lnTo>
                  <a:lnTo>
                    <a:pt x="3505200" y="285750"/>
                  </a:lnTo>
                  <a:lnTo>
                    <a:pt x="3114675" y="285750"/>
                  </a:lnTo>
                  <a:lnTo>
                    <a:pt x="2724150" y="285750"/>
                  </a:lnTo>
                  <a:lnTo>
                    <a:pt x="2333625" y="285750"/>
                  </a:lnTo>
                  <a:lnTo>
                    <a:pt x="1952625" y="285750"/>
                  </a:lnTo>
                  <a:lnTo>
                    <a:pt x="1562100" y="285750"/>
                  </a:lnTo>
                  <a:lnTo>
                    <a:pt x="1171575" y="285750"/>
                  </a:lnTo>
                  <a:lnTo>
                    <a:pt x="781050" y="285750"/>
                  </a:lnTo>
                  <a:lnTo>
                    <a:pt x="390525" y="285750"/>
                  </a:lnTo>
                  <a:lnTo>
                    <a:pt x="0" y="285750"/>
                  </a:lnTo>
                  <a:close/>
                </a:path>
              </a:pathLst>
            </a:custGeom>
            <a:solidFill>
              <a:schemeClr val="accent2">
                <a:lumMod val="50000"/>
              </a:schemeClr>
            </a:solidFill>
            <a:ln w="9525" cap="flat">
              <a:noFill/>
              <a:prstDash val="solid"/>
              <a:miter/>
            </a:ln>
          </p:spPr>
          <p:txBody>
            <a:bodyPr/>
            <a:lstStyle/>
            <a:p>
              <a:endParaRPr lang="en-US"/>
            </a:p>
          </p:txBody>
        </p:sp>
        <p:sp>
          <p:nvSpPr>
            <p:cNvPr id="12" name="Freeform: Shape 11">
              <a:extLst>
                <a:ext uri="{FF2B5EF4-FFF2-40B4-BE49-F238E27FC236}">
                  <a16:creationId xmlns:a16="http://schemas.microsoft.com/office/drawing/2014/main" id="{817A7F7B-50D2-D4C8-D01A-92EDA7870861}"/>
                </a:ext>
              </a:extLst>
            </p:cNvPr>
            <p:cNvSpPr/>
            <p:nvPr/>
          </p:nvSpPr>
          <p:spPr>
            <a:xfrm flipH="1">
              <a:off x="12192000" y="5268686"/>
              <a:ext cx="12192000" cy="1589314"/>
            </a:xfrm>
            <a:custGeom>
              <a:avLst/>
              <a:gdLst>
                <a:gd name="csX0" fmla="*/ 0 w 8572500"/>
                <a:gd name="csY0" fmla="*/ 9525 h 990600"/>
                <a:gd name="csX1" fmla="*/ 390525 w 8572500"/>
                <a:gd name="csY1" fmla="*/ 38100 h 990600"/>
                <a:gd name="csX2" fmla="*/ 781050 w 8572500"/>
                <a:gd name="csY2" fmla="*/ 0 h 990600"/>
                <a:gd name="csX3" fmla="*/ 1171575 w 8572500"/>
                <a:gd name="csY3" fmla="*/ 28575 h 990600"/>
                <a:gd name="csX4" fmla="*/ 1562100 w 8572500"/>
                <a:gd name="csY4" fmla="*/ 9525 h 990600"/>
                <a:gd name="csX5" fmla="*/ 1952625 w 8572500"/>
                <a:gd name="csY5" fmla="*/ 38100 h 990600"/>
                <a:gd name="csX6" fmla="*/ 2333625 w 8572500"/>
                <a:gd name="csY6" fmla="*/ 19050 h 990600"/>
                <a:gd name="csX7" fmla="*/ 2724150 w 8572500"/>
                <a:gd name="csY7" fmla="*/ 104775 h 990600"/>
                <a:gd name="csX8" fmla="*/ 3114675 w 8572500"/>
                <a:gd name="csY8" fmla="*/ 114300 h 990600"/>
                <a:gd name="csX9" fmla="*/ 3505200 w 8572500"/>
                <a:gd name="csY9" fmla="*/ 190500 h 990600"/>
                <a:gd name="csX10" fmla="*/ 3895725 w 8572500"/>
                <a:gd name="csY10" fmla="*/ 47625 h 990600"/>
                <a:gd name="csX11" fmla="*/ 4286250 w 8572500"/>
                <a:gd name="csY11" fmla="*/ 190500 h 990600"/>
                <a:gd name="csX12" fmla="*/ 4676775 w 8572500"/>
                <a:gd name="csY12" fmla="*/ 190500 h 990600"/>
                <a:gd name="csX13" fmla="*/ 5067300 w 8572500"/>
                <a:gd name="csY13" fmla="*/ 66675 h 990600"/>
                <a:gd name="csX14" fmla="*/ 5457825 w 8572500"/>
                <a:gd name="csY14" fmla="*/ 85725 h 990600"/>
                <a:gd name="csX15" fmla="*/ 5848350 w 8572500"/>
                <a:gd name="csY15" fmla="*/ 47625 h 990600"/>
                <a:gd name="csX16" fmla="*/ 6238875 w 8572500"/>
                <a:gd name="csY16" fmla="*/ 28575 h 990600"/>
                <a:gd name="csX17" fmla="*/ 6619875 w 8572500"/>
                <a:gd name="csY17" fmla="*/ 180975 h 990600"/>
                <a:gd name="csX18" fmla="*/ 7010400 w 8572500"/>
                <a:gd name="csY18" fmla="*/ 114300 h 990600"/>
                <a:gd name="csX19" fmla="*/ 7400925 w 8572500"/>
                <a:gd name="csY19" fmla="*/ 180975 h 990600"/>
                <a:gd name="csX20" fmla="*/ 7791450 w 8572500"/>
                <a:gd name="csY20" fmla="*/ 38100 h 990600"/>
                <a:gd name="csX21" fmla="*/ 8181975 w 8572500"/>
                <a:gd name="csY21" fmla="*/ 171450 h 990600"/>
                <a:gd name="csX22" fmla="*/ 8572500 w 8572500"/>
                <a:gd name="csY22" fmla="*/ 171450 h 990600"/>
                <a:gd name="csX23" fmla="*/ 8572500 w 8572500"/>
                <a:gd name="csY23" fmla="*/ 990600 h 990600"/>
                <a:gd name="csX24" fmla="*/ 8181975 w 8572500"/>
                <a:gd name="csY24" fmla="*/ 990600 h 990600"/>
                <a:gd name="csX25" fmla="*/ 7791450 w 8572500"/>
                <a:gd name="csY25" fmla="*/ 990600 h 990600"/>
                <a:gd name="csX26" fmla="*/ 7400925 w 8572500"/>
                <a:gd name="csY26" fmla="*/ 990600 h 990600"/>
                <a:gd name="csX27" fmla="*/ 7010400 w 8572500"/>
                <a:gd name="csY27" fmla="*/ 990600 h 990600"/>
                <a:gd name="csX28" fmla="*/ 6619875 w 8572500"/>
                <a:gd name="csY28" fmla="*/ 990600 h 990600"/>
                <a:gd name="csX29" fmla="*/ 6238875 w 8572500"/>
                <a:gd name="csY29" fmla="*/ 990600 h 990600"/>
                <a:gd name="csX30" fmla="*/ 5848350 w 8572500"/>
                <a:gd name="csY30" fmla="*/ 990600 h 990600"/>
                <a:gd name="csX31" fmla="*/ 5457825 w 8572500"/>
                <a:gd name="csY31" fmla="*/ 990600 h 990600"/>
                <a:gd name="csX32" fmla="*/ 5067300 w 8572500"/>
                <a:gd name="csY32" fmla="*/ 990600 h 990600"/>
                <a:gd name="csX33" fmla="*/ 4676775 w 8572500"/>
                <a:gd name="csY33" fmla="*/ 990600 h 990600"/>
                <a:gd name="csX34" fmla="*/ 4286250 w 8572500"/>
                <a:gd name="csY34" fmla="*/ 990600 h 990600"/>
                <a:gd name="csX35" fmla="*/ 3895725 w 8572500"/>
                <a:gd name="csY35" fmla="*/ 990600 h 990600"/>
                <a:gd name="csX36" fmla="*/ 3505200 w 8572500"/>
                <a:gd name="csY36" fmla="*/ 990600 h 990600"/>
                <a:gd name="csX37" fmla="*/ 3114675 w 8572500"/>
                <a:gd name="csY37" fmla="*/ 990600 h 990600"/>
                <a:gd name="csX38" fmla="*/ 2724150 w 8572500"/>
                <a:gd name="csY38" fmla="*/ 990600 h 990600"/>
                <a:gd name="csX39" fmla="*/ 2333625 w 8572500"/>
                <a:gd name="csY39" fmla="*/ 990600 h 990600"/>
                <a:gd name="csX40" fmla="*/ 1952625 w 8572500"/>
                <a:gd name="csY40" fmla="*/ 990600 h 990600"/>
                <a:gd name="csX41" fmla="*/ 1562100 w 8572500"/>
                <a:gd name="csY41" fmla="*/ 990600 h 990600"/>
                <a:gd name="csX42" fmla="*/ 1171575 w 8572500"/>
                <a:gd name="csY42" fmla="*/ 990600 h 990600"/>
                <a:gd name="csX43" fmla="*/ 781050 w 8572500"/>
                <a:gd name="csY43" fmla="*/ 990600 h 990600"/>
                <a:gd name="csX44" fmla="*/ 390525 w 8572500"/>
                <a:gd name="csY44" fmla="*/ 990600 h 990600"/>
                <a:gd name="csX45" fmla="*/ 0 w 8572500"/>
                <a:gd name="csY45" fmla="*/ 990600 h 990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990600">
                  <a:moveTo>
                    <a:pt x="0" y="9525"/>
                  </a:moveTo>
                  <a:lnTo>
                    <a:pt x="390525" y="38100"/>
                  </a:lnTo>
                  <a:lnTo>
                    <a:pt x="781050" y="0"/>
                  </a:lnTo>
                  <a:lnTo>
                    <a:pt x="1171575" y="28575"/>
                  </a:lnTo>
                  <a:lnTo>
                    <a:pt x="1562100" y="9525"/>
                  </a:lnTo>
                  <a:lnTo>
                    <a:pt x="1952625" y="38100"/>
                  </a:lnTo>
                  <a:lnTo>
                    <a:pt x="2333625" y="19050"/>
                  </a:lnTo>
                  <a:lnTo>
                    <a:pt x="2724150" y="104775"/>
                  </a:lnTo>
                  <a:lnTo>
                    <a:pt x="3114675" y="114300"/>
                  </a:lnTo>
                  <a:lnTo>
                    <a:pt x="3505200" y="190500"/>
                  </a:lnTo>
                  <a:lnTo>
                    <a:pt x="3895725" y="47625"/>
                  </a:lnTo>
                  <a:lnTo>
                    <a:pt x="4286250" y="190500"/>
                  </a:lnTo>
                  <a:lnTo>
                    <a:pt x="4676775" y="190500"/>
                  </a:lnTo>
                  <a:lnTo>
                    <a:pt x="5067300" y="66675"/>
                  </a:lnTo>
                  <a:lnTo>
                    <a:pt x="5457825" y="85725"/>
                  </a:lnTo>
                  <a:lnTo>
                    <a:pt x="5848350" y="47625"/>
                  </a:lnTo>
                  <a:lnTo>
                    <a:pt x="6238875" y="28575"/>
                  </a:lnTo>
                  <a:lnTo>
                    <a:pt x="6619875" y="180975"/>
                  </a:lnTo>
                  <a:lnTo>
                    <a:pt x="7010400" y="114300"/>
                  </a:lnTo>
                  <a:lnTo>
                    <a:pt x="7400925" y="180975"/>
                  </a:lnTo>
                  <a:lnTo>
                    <a:pt x="7791450" y="38100"/>
                  </a:lnTo>
                  <a:lnTo>
                    <a:pt x="8181975" y="171450"/>
                  </a:lnTo>
                  <a:lnTo>
                    <a:pt x="8572500" y="171450"/>
                  </a:lnTo>
                  <a:lnTo>
                    <a:pt x="8572500" y="990600"/>
                  </a:lnTo>
                  <a:lnTo>
                    <a:pt x="8181975" y="990600"/>
                  </a:lnTo>
                  <a:lnTo>
                    <a:pt x="7791450" y="990600"/>
                  </a:lnTo>
                  <a:lnTo>
                    <a:pt x="7400925" y="990600"/>
                  </a:lnTo>
                  <a:lnTo>
                    <a:pt x="7010400" y="990600"/>
                  </a:lnTo>
                  <a:lnTo>
                    <a:pt x="6619875" y="990600"/>
                  </a:lnTo>
                  <a:lnTo>
                    <a:pt x="6238875" y="990600"/>
                  </a:lnTo>
                  <a:lnTo>
                    <a:pt x="5848350" y="990600"/>
                  </a:lnTo>
                  <a:lnTo>
                    <a:pt x="5457825" y="990600"/>
                  </a:lnTo>
                  <a:lnTo>
                    <a:pt x="5067300" y="990600"/>
                  </a:lnTo>
                  <a:lnTo>
                    <a:pt x="4676775" y="990600"/>
                  </a:lnTo>
                  <a:lnTo>
                    <a:pt x="4286250" y="990600"/>
                  </a:lnTo>
                  <a:lnTo>
                    <a:pt x="3895725" y="990600"/>
                  </a:lnTo>
                  <a:lnTo>
                    <a:pt x="3505200" y="990600"/>
                  </a:lnTo>
                  <a:lnTo>
                    <a:pt x="3114675" y="990600"/>
                  </a:lnTo>
                  <a:lnTo>
                    <a:pt x="2724150" y="990600"/>
                  </a:lnTo>
                  <a:lnTo>
                    <a:pt x="2333625" y="990600"/>
                  </a:lnTo>
                  <a:lnTo>
                    <a:pt x="1952625" y="990600"/>
                  </a:lnTo>
                  <a:lnTo>
                    <a:pt x="1562100" y="990600"/>
                  </a:lnTo>
                  <a:lnTo>
                    <a:pt x="1171575" y="990600"/>
                  </a:lnTo>
                  <a:lnTo>
                    <a:pt x="781050" y="990600"/>
                  </a:lnTo>
                  <a:lnTo>
                    <a:pt x="390525" y="990600"/>
                  </a:lnTo>
                  <a:lnTo>
                    <a:pt x="0" y="990600"/>
                  </a:lnTo>
                  <a:close/>
                </a:path>
              </a:pathLst>
            </a:custGeom>
            <a:solidFill>
              <a:schemeClr val="accent2">
                <a:lumMod val="20000"/>
                <a:lumOff val="80000"/>
              </a:schemeClr>
            </a:solidFill>
            <a:ln w="9525" cap="flat">
              <a:noFill/>
              <a:prstDash val="solid"/>
              <a:miter/>
            </a:ln>
          </p:spPr>
          <p:txBody>
            <a:bodyPr/>
            <a:lstStyle/>
            <a:p>
              <a:endParaRPr lang="en-US"/>
            </a:p>
          </p:txBody>
        </p:sp>
        <p:sp>
          <p:nvSpPr>
            <p:cNvPr id="13" name="Freeform: Shape 12">
              <a:extLst>
                <a:ext uri="{FF2B5EF4-FFF2-40B4-BE49-F238E27FC236}">
                  <a16:creationId xmlns:a16="http://schemas.microsoft.com/office/drawing/2014/main" id="{DF9CDD64-F8B3-D1B2-24EC-BD5DC4F25790}"/>
                </a:ext>
              </a:extLst>
            </p:cNvPr>
            <p:cNvSpPr/>
            <p:nvPr/>
          </p:nvSpPr>
          <p:spPr>
            <a:xfrm flipH="1">
              <a:off x="12192000" y="5543760"/>
              <a:ext cx="12192000" cy="1314240"/>
            </a:xfrm>
            <a:custGeom>
              <a:avLst/>
              <a:gdLst>
                <a:gd name="csX0" fmla="*/ 0 w 8572500"/>
                <a:gd name="csY0" fmla="*/ 38100 h 819150"/>
                <a:gd name="csX1" fmla="*/ 390525 w 8572500"/>
                <a:gd name="csY1" fmla="*/ 95250 h 819150"/>
                <a:gd name="csX2" fmla="*/ 781050 w 8572500"/>
                <a:gd name="csY2" fmla="*/ 66675 h 819150"/>
                <a:gd name="csX3" fmla="*/ 1171575 w 8572500"/>
                <a:gd name="csY3" fmla="*/ 19050 h 819150"/>
                <a:gd name="csX4" fmla="*/ 1562100 w 8572500"/>
                <a:gd name="csY4" fmla="*/ 142875 h 819150"/>
                <a:gd name="csX5" fmla="*/ 1952625 w 8572500"/>
                <a:gd name="csY5" fmla="*/ 161925 h 819150"/>
                <a:gd name="csX6" fmla="*/ 2333625 w 8572500"/>
                <a:gd name="csY6" fmla="*/ 47625 h 819150"/>
                <a:gd name="csX7" fmla="*/ 2724150 w 8572500"/>
                <a:gd name="csY7" fmla="*/ 123825 h 819150"/>
                <a:gd name="csX8" fmla="*/ 3114675 w 8572500"/>
                <a:gd name="csY8" fmla="*/ 95250 h 819150"/>
                <a:gd name="csX9" fmla="*/ 3505200 w 8572500"/>
                <a:gd name="csY9" fmla="*/ 190500 h 819150"/>
                <a:gd name="csX10" fmla="*/ 3895725 w 8572500"/>
                <a:gd name="csY10" fmla="*/ 142875 h 819150"/>
                <a:gd name="csX11" fmla="*/ 4286250 w 8572500"/>
                <a:gd name="csY11" fmla="*/ 28575 h 819150"/>
                <a:gd name="csX12" fmla="*/ 4676775 w 8572500"/>
                <a:gd name="csY12" fmla="*/ 190500 h 819150"/>
                <a:gd name="csX13" fmla="*/ 5067300 w 8572500"/>
                <a:gd name="csY13" fmla="*/ 142875 h 819150"/>
                <a:gd name="csX14" fmla="*/ 5457825 w 8572500"/>
                <a:gd name="csY14" fmla="*/ 0 h 819150"/>
                <a:gd name="csX15" fmla="*/ 5848350 w 8572500"/>
                <a:gd name="csY15" fmla="*/ 47625 h 819150"/>
                <a:gd name="csX16" fmla="*/ 6238875 w 8572500"/>
                <a:gd name="csY16" fmla="*/ 142875 h 819150"/>
                <a:gd name="csX17" fmla="*/ 6619875 w 8572500"/>
                <a:gd name="csY17" fmla="*/ 57150 h 819150"/>
                <a:gd name="csX18" fmla="*/ 7010400 w 8572500"/>
                <a:gd name="csY18" fmla="*/ 114300 h 819150"/>
                <a:gd name="csX19" fmla="*/ 7400925 w 8572500"/>
                <a:gd name="csY19" fmla="*/ 66675 h 819150"/>
                <a:gd name="csX20" fmla="*/ 7791450 w 8572500"/>
                <a:gd name="csY20" fmla="*/ 171450 h 819150"/>
                <a:gd name="csX21" fmla="*/ 8181975 w 8572500"/>
                <a:gd name="csY21" fmla="*/ 57150 h 819150"/>
                <a:gd name="csX22" fmla="*/ 8572500 w 8572500"/>
                <a:gd name="csY22" fmla="*/ 28575 h 819150"/>
                <a:gd name="csX23" fmla="*/ 8572500 w 8572500"/>
                <a:gd name="csY23" fmla="*/ 819150 h 819150"/>
                <a:gd name="csX24" fmla="*/ 8181975 w 8572500"/>
                <a:gd name="csY24" fmla="*/ 819150 h 819150"/>
                <a:gd name="csX25" fmla="*/ 7791450 w 8572500"/>
                <a:gd name="csY25" fmla="*/ 819150 h 819150"/>
                <a:gd name="csX26" fmla="*/ 7400925 w 8572500"/>
                <a:gd name="csY26" fmla="*/ 819150 h 819150"/>
                <a:gd name="csX27" fmla="*/ 7010400 w 8572500"/>
                <a:gd name="csY27" fmla="*/ 819150 h 819150"/>
                <a:gd name="csX28" fmla="*/ 6619875 w 8572500"/>
                <a:gd name="csY28" fmla="*/ 819150 h 819150"/>
                <a:gd name="csX29" fmla="*/ 6238875 w 8572500"/>
                <a:gd name="csY29" fmla="*/ 819150 h 819150"/>
                <a:gd name="csX30" fmla="*/ 5848350 w 8572500"/>
                <a:gd name="csY30" fmla="*/ 819150 h 819150"/>
                <a:gd name="csX31" fmla="*/ 5457825 w 8572500"/>
                <a:gd name="csY31" fmla="*/ 819150 h 819150"/>
                <a:gd name="csX32" fmla="*/ 5067300 w 8572500"/>
                <a:gd name="csY32" fmla="*/ 819150 h 819150"/>
                <a:gd name="csX33" fmla="*/ 4676775 w 8572500"/>
                <a:gd name="csY33" fmla="*/ 819150 h 819150"/>
                <a:gd name="csX34" fmla="*/ 4286250 w 8572500"/>
                <a:gd name="csY34" fmla="*/ 819150 h 819150"/>
                <a:gd name="csX35" fmla="*/ 3895725 w 8572500"/>
                <a:gd name="csY35" fmla="*/ 819150 h 819150"/>
                <a:gd name="csX36" fmla="*/ 3505200 w 8572500"/>
                <a:gd name="csY36" fmla="*/ 819150 h 819150"/>
                <a:gd name="csX37" fmla="*/ 3114675 w 8572500"/>
                <a:gd name="csY37" fmla="*/ 819150 h 819150"/>
                <a:gd name="csX38" fmla="*/ 2724150 w 8572500"/>
                <a:gd name="csY38" fmla="*/ 819150 h 819150"/>
                <a:gd name="csX39" fmla="*/ 2333625 w 8572500"/>
                <a:gd name="csY39" fmla="*/ 819150 h 819150"/>
                <a:gd name="csX40" fmla="*/ 1952625 w 8572500"/>
                <a:gd name="csY40" fmla="*/ 819150 h 819150"/>
                <a:gd name="csX41" fmla="*/ 1562100 w 8572500"/>
                <a:gd name="csY41" fmla="*/ 819150 h 819150"/>
                <a:gd name="csX42" fmla="*/ 1171575 w 8572500"/>
                <a:gd name="csY42" fmla="*/ 819150 h 819150"/>
                <a:gd name="csX43" fmla="*/ 781050 w 8572500"/>
                <a:gd name="csY43" fmla="*/ 819150 h 819150"/>
                <a:gd name="csX44" fmla="*/ 390525 w 8572500"/>
                <a:gd name="csY44" fmla="*/ 819150 h 819150"/>
                <a:gd name="csX45" fmla="*/ 0 w 8572500"/>
                <a:gd name="csY45" fmla="*/ 819150 h 8191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819150">
                  <a:moveTo>
                    <a:pt x="0" y="38100"/>
                  </a:moveTo>
                  <a:lnTo>
                    <a:pt x="390525" y="95250"/>
                  </a:lnTo>
                  <a:lnTo>
                    <a:pt x="781050" y="66675"/>
                  </a:lnTo>
                  <a:lnTo>
                    <a:pt x="1171575" y="19050"/>
                  </a:lnTo>
                  <a:lnTo>
                    <a:pt x="1562100" y="142875"/>
                  </a:lnTo>
                  <a:lnTo>
                    <a:pt x="1952625" y="161925"/>
                  </a:lnTo>
                  <a:lnTo>
                    <a:pt x="2333625" y="47625"/>
                  </a:lnTo>
                  <a:lnTo>
                    <a:pt x="2724150" y="123825"/>
                  </a:lnTo>
                  <a:lnTo>
                    <a:pt x="3114675" y="95250"/>
                  </a:lnTo>
                  <a:lnTo>
                    <a:pt x="3505200" y="190500"/>
                  </a:lnTo>
                  <a:lnTo>
                    <a:pt x="3895725" y="142875"/>
                  </a:lnTo>
                  <a:lnTo>
                    <a:pt x="4286250" y="28575"/>
                  </a:lnTo>
                  <a:lnTo>
                    <a:pt x="4676775" y="190500"/>
                  </a:lnTo>
                  <a:lnTo>
                    <a:pt x="5067300" y="142875"/>
                  </a:lnTo>
                  <a:lnTo>
                    <a:pt x="5457825" y="0"/>
                  </a:lnTo>
                  <a:lnTo>
                    <a:pt x="5848350" y="47625"/>
                  </a:lnTo>
                  <a:lnTo>
                    <a:pt x="6238875" y="142875"/>
                  </a:lnTo>
                  <a:lnTo>
                    <a:pt x="6619875" y="57150"/>
                  </a:lnTo>
                  <a:lnTo>
                    <a:pt x="7010400" y="114300"/>
                  </a:lnTo>
                  <a:lnTo>
                    <a:pt x="7400925" y="66675"/>
                  </a:lnTo>
                  <a:lnTo>
                    <a:pt x="7791450" y="171450"/>
                  </a:lnTo>
                  <a:lnTo>
                    <a:pt x="8181975" y="57150"/>
                  </a:lnTo>
                  <a:lnTo>
                    <a:pt x="8572500" y="28575"/>
                  </a:lnTo>
                  <a:lnTo>
                    <a:pt x="8572500" y="819150"/>
                  </a:lnTo>
                  <a:lnTo>
                    <a:pt x="8181975" y="819150"/>
                  </a:lnTo>
                  <a:lnTo>
                    <a:pt x="7791450" y="819150"/>
                  </a:lnTo>
                  <a:lnTo>
                    <a:pt x="7400925" y="819150"/>
                  </a:lnTo>
                  <a:lnTo>
                    <a:pt x="7010400" y="819150"/>
                  </a:lnTo>
                  <a:lnTo>
                    <a:pt x="6619875" y="819150"/>
                  </a:lnTo>
                  <a:lnTo>
                    <a:pt x="6238875" y="819150"/>
                  </a:lnTo>
                  <a:lnTo>
                    <a:pt x="5848350" y="819150"/>
                  </a:lnTo>
                  <a:lnTo>
                    <a:pt x="5457825" y="819150"/>
                  </a:lnTo>
                  <a:lnTo>
                    <a:pt x="5067300" y="819150"/>
                  </a:lnTo>
                  <a:lnTo>
                    <a:pt x="4676775" y="819150"/>
                  </a:lnTo>
                  <a:lnTo>
                    <a:pt x="4286250" y="819150"/>
                  </a:lnTo>
                  <a:lnTo>
                    <a:pt x="3895725" y="819150"/>
                  </a:lnTo>
                  <a:lnTo>
                    <a:pt x="3505200" y="819150"/>
                  </a:lnTo>
                  <a:lnTo>
                    <a:pt x="3114675" y="819150"/>
                  </a:lnTo>
                  <a:lnTo>
                    <a:pt x="2724150" y="819150"/>
                  </a:lnTo>
                  <a:lnTo>
                    <a:pt x="2333625" y="819150"/>
                  </a:lnTo>
                  <a:lnTo>
                    <a:pt x="1952625" y="819150"/>
                  </a:lnTo>
                  <a:lnTo>
                    <a:pt x="1562100" y="819150"/>
                  </a:lnTo>
                  <a:lnTo>
                    <a:pt x="1171575" y="819150"/>
                  </a:lnTo>
                  <a:lnTo>
                    <a:pt x="781050" y="819150"/>
                  </a:lnTo>
                  <a:lnTo>
                    <a:pt x="390525" y="819150"/>
                  </a:lnTo>
                  <a:lnTo>
                    <a:pt x="0" y="819150"/>
                  </a:lnTo>
                  <a:close/>
                </a:path>
              </a:pathLst>
            </a:custGeom>
            <a:solidFill>
              <a:schemeClr val="accent2">
                <a:lumMod val="40000"/>
                <a:lumOff val="60000"/>
              </a:schemeClr>
            </a:solidFill>
            <a:ln w="9525" cap="flat">
              <a:noFill/>
              <a:prstDash val="solid"/>
              <a:miter/>
            </a:ln>
          </p:spPr>
          <p:txBody>
            <a:bodyPr/>
            <a:lstStyle/>
            <a:p>
              <a:endParaRPr lang="en-US"/>
            </a:p>
          </p:txBody>
        </p:sp>
        <p:sp>
          <p:nvSpPr>
            <p:cNvPr id="14" name="Freeform: Shape 13">
              <a:extLst>
                <a:ext uri="{FF2B5EF4-FFF2-40B4-BE49-F238E27FC236}">
                  <a16:creationId xmlns:a16="http://schemas.microsoft.com/office/drawing/2014/main" id="{D5D76A45-748B-03E6-A98A-B1B5B08E91F5}"/>
                </a:ext>
              </a:extLst>
            </p:cNvPr>
            <p:cNvSpPr/>
            <p:nvPr/>
          </p:nvSpPr>
          <p:spPr>
            <a:xfrm flipH="1">
              <a:off x="12192000" y="5834115"/>
              <a:ext cx="12192000" cy="1023885"/>
            </a:xfrm>
            <a:custGeom>
              <a:avLst/>
              <a:gdLst>
                <a:gd name="csX0" fmla="*/ 0 w 8572500"/>
                <a:gd name="csY0" fmla="*/ 76200 h 638175"/>
                <a:gd name="csX1" fmla="*/ 390525 w 8572500"/>
                <a:gd name="csY1" fmla="*/ 9525 h 638175"/>
                <a:gd name="csX2" fmla="*/ 781050 w 8572500"/>
                <a:gd name="csY2" fmla="*/ 123825 h 638175"/>
                <a:gd name="csX3" fmla="*/ 1171575 w 8572500"/>
                <a:gd name="csY3" fmla="*/ 142875 h 638175"/>
                <a:gd name="csX4" fmla="*/ 1562100 w 8572500"/>
                <a:gd name="csY4" fmla="*/ 76200 h 638175"/>
                <a:gd name="csX5" fmla="*/ 1952625 w 8572500"/>
                <a:gd name="csY5" fmla="*/ 76200 h 638175"/>
                <a:gd name="csX6" fmla="*/ 2333625 w 8572500"/>
                <a:gd name="csY6" fmla="*/ 171450 h 638175"/>
                <a:gd name="csX7" fmla="*/ 2724150 w 8572500"/>
                <a:gd name="csY7" fmla="*/ 76200 h 638175"/>
                <a:gd name="csX8" fmla="*/ 3114675 w 8572500"/>
                <a:gd name="csY8" fmla="*/ 123825 h 638175"/>
                <a:gd name="csX9" fmla="*/ 3505200 w 8572500"/>
                <a:gd name="csY9" fmla="*/ 142875 h 638175"/>
                <a:gd name="csX10" fmla="*/ 3895725 w 8572500"/>
                <a:gd name="csY10" fmla="*/ 19050 h 638175"/>
                <a:gd name="csX11" fmla="*/ 4286250 w 8572500"/>
                <a:gd name="csY11" fmla="*/ 123825 h 638175"/>
                <a:gd name="csX12" fmla="*/ 4676775 w 8572500"/>
                <a:gd name="csY12" fmla="*/ 142875 h 638175"/>
                <a:gd name="csX13" fmla="*/ 5067300 w 8572500"/>
                <a:gd name="csY13" fmla="*/ 152400 h 638175"/>
                <a:gd name="csX14" fmla="*/ 5457825 w 8572500"/>
                <a:gd name="csY14" fmla="*/ 133350 h 638175"/>
                <a:gd name="csX15" fmla="*/ 5848350 w 8572500"/>
                <a:gd name="csY15" fmla="*/ 0 h 638175"/>
                <a:gd name="csX16" fmla="*/ 6238875 w 8572500"/>
                <a:gd name="csY16" fmla="*/ 66675 h 638175"/>
                <a:gd name="csX17" fmla="*/ 6619875 w 8572500"/>
                <a:gd name="csY17" fmla="*/ 28575 h 638175"/>
                <a:gd name="csX18" fmla="*/ 7010400 w 8572500"/>
                <a:gd name="csY18" fmla="*/ 28575 h 638175"/>
                <a:gd name="csX19" fmla="*/ 7400925 w 8572500"/>
                <a:gd name="csY19" fmla="*/ 47625 h 638175"/>
                <a:gd name="csX20" fmla="*/ 7791450 w 8572500"/>
                <a:gd name="csY20" fmla="*/ 161925 h 638175"/>
                <a:gd name="csX21" fmla="*/ 8181975 w 8572500"/>
                <a:gd name="csY21" fmla="*/ 47625 h 638175"/>
                <a:gd name="csX22" fmla="*/ 8572500 w 8572500"/>
                <a:gd name="csY22" fmla="*/ 47625 h 638175"/>
                <a:gd name="csX23" fmla="*/ 8572500 w 8572500"/>
                <a:gd name="csY23" fmla="*/ 638175 h 638175"/>
                <a:gd name="csX24" fmla="*/ 8181975 w 8572500"/>
                <a:gd name="csY24" fmla="*/ 638175 h 638175"/>
                <a:gd name="csX25" fmla="*/ 7791450 w 8572500"/>
                <a:gd name="csY25" fmla="*/ 638175 h 638175"/>
                <a:gd name="csX26" fmla="*/ 7400925 w 8572500"/>
                <a:gd name="csY26" fmla="*/ 638175 h 638175"/>
                <a:gd name="csX27" fmla="*/ 7010400 w 8572500"/>
                <a:gd name="csY27" fmla="*/ 638175 h 638175"/>
                <a:gd name="csX28" fmla="*/ 6619875 w 8572500"/>
                <a:gd name="csY28" fmla="*/ 638175 h 638175"/>
                <a:gd name="csX29" fmla="*/ 6238875 w 8572500"/>
                <a:gd name="csY29" fmla="*/ 638175 h 638175"/>
                <a:gd name="csX30" fmla="*/ 5848350 w 8572500"/>
                <a:gd name="csY30" fmla="*/ 638175 h 638175"/>
                <a:gd name="csX31" fmla="*/ 5457825 w 8572500"/>
                <a:gd name="csY31" fmla="*/ 638175 h 638175"/>
                <a:gd name="csX32" fmla="*/ 5067300 w 8572500"/>
                <a:gd name="csY32" fmla="*/ 638175 h 638175"/>
                <a:gd name="csX33" fmla="*/ 4676775 w 8572500"/>
                <a:gd name="csY33" fmla="*/ 638175 h 638175"/>
                <a:gd name="csX34" fmla="*/ 4286250 w 8572500"/>
                <a:gd name="csY34" fmla="*/ 638175 h 638175"/>
                <a:gd name="csX35" fmla="*/ 3895725 w 8572500"/>
                <a:gd name="csY35" fmla="*/ 638175 h 638175"/>
                <a:gd name="csX36" fmla="*/ 3505200 w 8572500"/>
                <a:gd name="csY36" fmla="*/ 638175 h 638175"/>
                <a:gd name="csX37" fmla="*/ 3114675 w 8572500"/>
                <a:gd name="csY37" fmla="*/ 638175 h 638175"/>
                <a:gd name="csX38" fmla="*/ 2724150 w 8572500"/>
                <a:gd name="csY38" fmla="*/ 638175 h 638175"/>
                <a:gd name="csX39" fmla="*/ 2333625 w 8572500"/>
                <a:gd name="csY39" fmla="*/ 638175 h 638175"/>
                <a:gd name="csX40" fmla="*/ 1952625 w 8572500"/>
                <a:gd name="csY40" fmla="*/ 638175 h 638175"/>
                <a:gd name="csX41" fmla="*/ 1562100 w 8572500"/>
                <a:gd name="csY41" fmla="*/ 638175 h 638175"/>
                <a:gd name="csX42" fmla="*/ 1171575 w 8572500"/>
                <a:gd name="csY42" fmla="*/ 638175 h 638175"/>
                <a:gd name="csX43" fmla="*/ 781050 w 8572500"/>
                <a:gd name="csY43" fmla="*/ 638175 h 638175"/>
                <a:gd name="csX44" fmla="*/ 390525 w 8572500"/>
                <a:gd name="csY44" fmla="*/ 638175 h 638175"/>
                <a:gd name="csX45" fmla="*/ 0 w 8572500"/>
                <a:gd name="csY45" fmla="*/ 638175 h 6381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638175">
                  <a:moveTo>
                    <a:pt x="0" y="76200"/>
                  </a:moveTo>
                  <a:lnTo>
                    <a:pt x="390525" y="9525"/>
                  </a:lnTo>
                  <a:lnTo>
                    <a:pt x="781050" y="123825"/>
                  </a:lnTo>
                  <a:lnTo>
                    <a:pt x="1171575" y="142875"/>
                  </a:lnTo>
                  <a:lnTo>
                    <a:pt x="1562100" y="76200"/>
                  </a:lnTo>
                  <a:lnTo>
                    <a:pt x="1952625" y="76200"/>
                  </a:lnTo>
                  <a:lnTo>
                    <a:pt x="2333625" y="171450"/>
                  </a:lnTo>
                  <a:lnTo>
                    <a:pt x="2724150" y="76200"/>
                  </a:lnTo>
                  <a:lnTo>
                    <a:pt x="3114675" y="123825"/>
                  </a:lnTo>
                  <a:lnTo>
                    <a:pt x="3505200" y="142875"/>
                  </a:lnTo>
                  <a:lnTo>
                    <a:pt x="3895725" y="19050"/>
                  </a:lnTo>
                  <a:lnTo>
                    <a:pt x="4286250" y="123825"/>
                  </a:lnTo>
                  <a:lnTo>
                    <a:pt x="4676775" y="142875"/>
                  </a:lnTo>
                  <a:lnTo>
                    <a:pt x="5067300" y="152400"/>
                  </a:lnTo>
                  <a:lnTo>
                    <a:pt x="5457825" y="133350"/>
                  </a:lnTo>
                  <a:lnTo>
                    <a:pt x="5848350" y="0"/>
                  </a:lnTo>
                  <a:lnTo>
                    <a:pt x="6238875" y="66675"/>
                  </a:lnTo>
                  <a:lnTo>
                    <a:pt x="6619875" y="28575"/>
                  </a:lnTo>
                  <a:lnTo>
                    <a:pt x="7010400" y="28575"/>
                  </a:lnTo>
                  <a:lnTo>
                    <a:pt x="7400925" y="47625"/>
                  </a:lnTo>
                  <a:lnTo>
                    <a:pt x="7791450" y="161925"/>
                  </a:lnTo>
                  <a:lnTo>
                    <a:pt x="8181975" y="47625"/>
                  </a:lnTo>
                  <a:lnTo>
                    <a:pt x="8572500" y="47625"/>
                  </a:lnTo>
                  <a:lnTo>
                    <a:pt x="8572500" y="638175"/>
                  </a:lnTo>
                  <a:lnTo>
                    <a:pt x="8181975" y="638175"/>
                  </a:lnTo>
                  <a:lnTo>
                    <a:pt x="7791450" y="638175"/>
                  </a:lnTo>
                  <a:lnTo>
                    <a:pt x="7400925" y="638175"/>
                  </a:lnTo>
                  <a:lnTo>
                    <a:pt x="7010400" y="638175"/>
                  </a:lnTo>
                  <a:lnTo>
                    <a:pt x="6619875" y="638175"/>
                  </a:lnTo>
                  <a:lnTo>
                    <a:pt x="6238875" y="638175"/>
                  </a:lnTo>
                  <a:lnTo>
                    <a:pt x="5848350" y="638175"/>
                  </a:lnTo>
                  <a:lnTo>
                    <a:pt x="5457825" y="638175"/>
                  </a:lnTo>
                  <a:lnTo>
                    <a:pt x="5067300" y="638175"/>
                  </a:lnTo>
                  <a:lnTo>
                    <a:pt x="4676775" y="638175"/>
                  </a:lnTo>
                  <a:lnTo>
                    <a:pt x="4286250" y="638175"/>
                  </a:lnTo>
                  <a:lnTo>
                    <a:pt x="3895725" y="638175"/>
                  </a:lnTo>
                  <a:lnTo>
                    <a:pt x="3505200" y="638175"/>
                  </a:lnTo>
                  <a:lnTo>
                    <a:pt x="3114675" y="638175"/>
                  </a:lnTo>
                  <a:lnTo>
                    <a:pt x="2724150" y="638175"/>
                  </a:lnTo>
                  <a:lnTo>
                    <a:pt x="2333625" y="638175"/>
                  </a:lnTo>
                  <a:lnTo>
                    <a:pt x="1952625" y="638175"/>
                  </a:lnTo>
                  <a:lnTo>
                    <a:pt x="1562100" y="638175"/>
                  </a:lnTo>
                  <a:lnTo>
                    <a:pt x="1171575" y="638175"/>
                  </a:lnTo>
                  <a:lnTo>
                    <a:pt x="781050" y="638175"/>
                  </a:lnTo>
                  <a:lnTo>
                    <a:pt x="390525" y="638175"/>
                  </a:lnTo>
                  <a:lnTo>
                    <a:pt x="0" y="638175"/>
                  </a:lnTo>
                  <a:close/>
                </a:path>
              </a:pathLst>
            </a:custGeom>
            <a:solidFill>
              <a:schemeClr val="accent2">
                <a:lumMod val="60000"/>
                <a:lumOff val="40000"/>
              </a:schemeClr>
            </a:solidFill>
            <a:ln w="9525" cap="flat">
              <a:noFill/>
              <a:prstDash val="solid"/>
              <a:miter/>
            </a:ln>
          </p:spPr>
          <p:txBody>
            <a:bodyPr/>
            <a:lstStyle/>
            <a:p>
              <a:endParaRPr lang="en-US"/>
            </a:p>
          </p:txBody>
        </p:sp>
        <p:sp>
          <p:nvSpPr>
            <p:cNvPr id="15" name="Freeform: Shape 14">
              <a:extLst>
                <a:ext uri="{FF2B5EF4-FFF2-40B4-BE49-F238E27FC236}">
                  <a16:creationId xmlns:a16="http://schemas.microsoft.com/office/drawing/2014/main" id="{E27AF7AD-06FB-3431-FECE-622981D1CB48}"/>
                </a:ext>
              </a:extLst>
            </p:cNvPr>
            <p:cNvSpPr/>
            <p:nvPr/>
          </p:nvSpPr>
          <p:spPr>
            <a:xfrm flipH="1">
              <a:off x="12192000" y="6109189"/>
              <a:ext cx="12192000" cy="748811"/>
            </a:xfrm>
            <a:custGeom>
              <a:avLst/>
              <a:gdLst>
                <a:gd name="csX0" fmla="*/ 0 w 8572500"/>
                <a:gd name="csY0" fmla="*/ 152400 h 466725"/>
                <a:gd name="csX1" fmla="*/ 390525 w 8572500"/>
                <a:gd name="csY1" fmla="*/ 104775 h 466725"/>
                <a:gd name="csX2" fmla="*/ 781050 w 8572500"/>
                <a:gd name="csY2" fmla="*/ 57150 h 466725"/>
                <a:gd name="csX3" fmla="*/ 1171575 w 8572500"/>
                <a:gd name="csY3" fmla="*/ 28575 h 466725"/>
                <a:gd name="csX4" fmla="*/ 1562100 w 8572500"/>
                <a:gd name="csY4" fmla="*/ 123825 h 466725"/>
                <a:gd name="csX5" fmla="*/ 1952625 w 8572500"/>
                <a:gd name="csY5" fmla="*/ 133350 h 466725"/>
                <a:gd name="csX6" fmla="*/ 2333625 w 8572500"/>
                <a:gd name="csY6" fmla="*/ 9525 h 466725"/>
                <a:gd name="csX7" fmla="*/ 2724150 w 8572500"/>
                <a:gd name="csY7" fmla="*/ 57150 h 466725"/>
                <a:gd name="csX8" fmla="*/ 3114675 w 8572500"/>
                <a:gd name="csY8" fmla="*/ 28575 h 466725"/>
                <a:gd name="csX9" fmla="*/ 3505200 w 8572500"/>
                <a:gd name="csY9" fmla="*/ 171450 h 466725"/>
                <a:gd name="csX10" fmla="*/ 3895725 w 8572500"/>
                <a:gd name="csY10" fmla="*/ 152400 h 466725"/>
                <a:gd name="csX11" fmla="*/ 4286250 w 8572500"/>
                <a:gd name="csY11" fmla="*/ 161925 h 466725"/>
                <a:gd name="csX12" fmla="*/ 4676775 w 8572500"/>
                <a:gd name="csY12" fmla="*/ 95250 h 466725"/>
                <a:gd name="csX13" fmla="*/ 5067300 w 8572500"/>
                <a:gd name="csY13" fmla="*/ 171450 h 466725"/>
                <a:gd name="csX14" fmla="*/ 5457825 w 8572500"/>
                <a:gd name="csY14" fmla="*/ 114300 h 466725"/>
                <a:gd name="csX15" fmla="*/ 5848350 w 8572500"/>
                <a:gd name="csY15" fmla="*/ 95250 h 466725"/>
                <a:gd name="csX16" fmla="*/ 6238875 w 8572500"/>
                <a:gd name="csY16" fmla="*/ 104775 h 466725"/>
                <a:gd name="csX17" fmla="*/ 6619875 w 8572500"/>
                <a:gd name="csY17" fmla="*/ 152400 h 466725"/>
                <a:gd name="csX18" fmla="*/ 7010400 w 8572500"/>
                <a:gd name="csY18" fmla="*/ 95250 h 466725"/>
                <a:gd name="csX19" fmla="*/ 7400925 w 8572500"/>
                <a:gd name="csY19" fmla="*/ 28575 h 466725"/>
                <a:gd name="csX20" fmla="*/ 7791450 w 8572500"/>
                <a:gd name="csY20" fmla="*/ 123825 h 466725"/>
                <a:gd name="csX21" fmla="*/ 8181975 w 8572500"/>
                <a:gd name="csY21" fmla="*/ 0 h 466725"/>
                <a:gd name="csX22" fmla="*/ 8572500 w 8572500"/>
                <a:gd name="csY22" fmla="*/ 85725 h 466725"/>
                <a:gd name="csX23" fmla="*/ 8572500 w 8572500"/>
                <a:gd name="csY23" fmla="*/ 466725 h 466725"/>
                <a:gd name="csX24" fmla="*/ 8181975 w 8572500"/>
                <a:gd name="csY24" fmla="*/ 466725 h 466725"/>
                <a:gd name="csX25" fmla="*/ 7791450 w 8572500"/>
                <a:gd name="csY25" fmla="*/ 466725 h 466725"/>
                <a:gd name="csX26" fmla="*/ 7400925 w 8572500"/>
                <a:gd name="csY26" fmla="*/ 466725 h 466725"/>
                <a:gd name="csX27" fmla="*/ 7010400 w 8572500"/>
                <a:gd name="csY27" fmla="*/ 466725 h 466725"/>
                <a:gd name="csX28" fmla="*/ 6619875 w 8572500"/>
                <a:gd name="csY28" fmla="*/ 466725 h 466725"/>
                <a:gd name="csX29" fmla="*/ 6238875 w 8572500"/>
                <a:gd name="csY29" fmla="*/ 466725 h 466725"/>
                <a:gd name="csX30" fmla="*/ 5848350 w 8572500"/>
                <a:gd name="csY30" fmla="*/ 466725 h 466725"/>
                <a:gd name="csX31" fmla="*/ 5457825 w 8572500"/>
                <a:gd name="csY31" fmla="*/ 466725 h 466725"/>
                <a:gd name="csX32" fmla="*/ 5067300 w 8572500"/>
                <a:gd name="csY32" fmla="*/ 466725 h 466725"/>
                <a:gd name="csX33" fmla="*/ 4676775 w 8572500"/>
                <a:gd name="csY33" fmla="*/ 466725 h 466725"/>
                <a:gd name="csX34" fmla="*/ 4286250 w 8572500"/>
                <a:gd name="csY34" fmla="*/ 466725 h 466725"/>
                <a:gd name="csX35" fmla="*/ 3895725 w 8572500"/>
                <a:gd name="csY35" fmla="*/ 466725 h 466725"/>
                <a:gd name="csX36" fmla="*/ 3505200 w 8572500"/>
                <a:gd name="csY36" fmla="*/ 466725 h 466725"/>
                <a:gd name="csX37" fmla="*/ 3114675 w 8572500"/>
                <a:gd name="csY37" fmla="*/ 466725 h 466725"/>
                <a:gd name="csX38" fmla="*/ 2724150 w 8572500"/>
                <a:gd name="csY38" fmla="*/ 466725 h 466725"/>
                <a:gd name="csX39" fmla="*/ 2333625 w 8572500"/>
                <a:gd name="csY39" fmla="*/ 466725 h 466725"/>
                <a:gd name="csX40" fmla="*/ 1952625 w 8572500"/>
                <a:gd name="csY40" fmla="*/ 466725 h 466725"/>
                <a:gd name="csX41" fmla="*/ 1562100 w 8572500"/>
                <a:gd name="csY41" fmla="*/ 466725 h 466725"/>
                <a:gd name="csX42" fmla="*/ 1171575 w 8572500"/>
                <a:gd name="csY42" fmla="*/ 466725 h 466725"/>
                <a:gd name="csX43" fmla="*/ 781050 w 8572500"/>
                <a:gd name="csY43" fmla="*/ 466725 h 466725"/>
                <a:gd name="csX44" fmla="*/ 390525 w 8572500"/>
                <a:gd name="csY44" fmla="*/ 466725 h 466725"/>
                <a:gd name="csX45" fmla="*/ 0 w 8572500"/>
                <a:gd name="csY45" fmla="*/ 466725 h 4667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466725">
                  <a:moveTo>
                    <a:pt x="0" y="152400"/>
                  </a:moveTo>
                  <a:lnTo>
                    <a:pt x="390525" y="104775"/>
                  </a:lnTo>
                  <a:lnTo>
                    <a:pt x="781050" y="57150"/>
                  </a:lnTo>
                  <a:lnTo>
                    <a:pt x="1171575" y="28575"/>
                  </a:lnTo>
                  <a:lnTo>
                    <a:pt x="1562100" y="123825"/>
                  </a:lnTo>
                  <a:lnTo>
                    <a:pt x="1952625" y="133350"/>
                  </a:lnTo>
                  <a:lnTo>
                    <a:pt x="2333625" y="9525"/>
                  </a:lnTo>
                  <a:lnTo>
                    <a:pt x="2724150" y="57150"/>
                  </a:lnTo>
                  <a:lnTo>
                    <a:pt x="3114675" y="28575"/>
                  </a:lnTo>
                  <a:lnTo>
                    <a:pt x="3505200" y="171450"/>
                  </a:lnTo>
                  <a:lnTo>
                    <a:pt x="3895725" y="152400"/>
                  </a:lnTo>
                  <a:lnTo>
                    <a:pt x="4286250" y="161925"/>
                  </a:lnTo>
                  <a:lnTo>
                    <a:pt x="4676775" y="95250"/>
                  </a:lnTo>
                  <a:lnTo>
                    <a:pt x="5067300" y="171450"/>
                  </a:lnTo>
                  <a:lnTo>
                    <a:pt x="5457825" y="114300"/>
                  </a:lnTo>
                  <a:lnTo>
                    <a:pt x="5848350" y="95250"/>
                  </a:lnTo>
                  <a:lnTo>
                    <a:pt x="6238875" y="104775"/>
                  </a:lnTo>
                  <a:lnTo>
                    <a:pt x="6619875" y="152400"/>
                  </a:lnTo>
                  <a:lnTo>
                    <a:pt x="7010400" y="95250"/>
                  </a:lnTo>
                  <a:lnTo>
                    <a:pt x="7400925" y="28575"/>
                  </a:lnTo>
                  <a:lnTo>
                    <a:pt x="7791450" y="123825"/>
                  </a:lnTo>
                  <a:lnTo>
                    <a:pt x="8181975" y="0"/>
                  </a:lnTo>
                  <a:lnTo>
                    <a:pt x="8572500" y="85725"/>
                  </a:lnTo>
                  <a:lnTo>
                    <a:pt x="8572500" y="466725"/>
                  </a:lnTo>
                  <a:lnTo>
                    <a:pt x="8181975" y="466725"/>
                  </a:lnTo>
                  <a:lnTo>
                    <a:pt x="7791450" y="466725"/>
                  </a:lnTo>
                  <a:lnTo>
                    <a:pt x="7400925" y="466725"/>
                  </a:lnTo>
                  <a:lnTo>
                    <a:pt x="7010400" y="466725"/>
                  </a:lnTo>
                  <a:lnTo>
                    <a:pt x="6619875" y="466725"/>
                  </a:lnTo>
                  <a:lnTo>
                    <a:pt x="6238875" y="466725"/>
                  </a:lnTo>
                  <a:lnTo>
                    <a:pt x="5848350" y="466725"/>
                  </a:lnTo>
                  <a:lnTo>
                    <a:pt x="5457825" y="466725"/>
                  </a:lnTo>
                  <a:lnTo>
                    <a:pt x="5067300" y="466725"/>
                  </a:lnTo>
                  <a:lnTo>
                    <a:pt x="4676775" y="466725"/>
                  </a:lnTo>
                  <a:lnTo>
                    <a:pt x="4286250" y="466725"/>
                  </a:lnTo>
                  <a:lnTo>
                    <a:pt x="3895725" y="466725"/>
                  </a:lnTo>
                  <a:lnTo>
                    <a:pt x="3505200" y="466725"/>
                  </a:lnTo>
                  <a:lnTo>
                    <a:pt x="3114675" y="466725"/>
                  </a:lnTo>
                  <a:lnTo>
                    <a:pt x="2724150" y="466725"/>
                  </a:lnTo>
                  <a:lnTo>
                    <a:pt x="2333625" y="466725"/>
                  </a:lnTo>
                  <a:lnTo>
                    <a:pt x="1952625" y="466725"/>
                  </a:lnTo>
                  <a:lnTo>
                    <a:pt x="1562100" y="466725"/>
                  </a:lnTo>
                  <a:lnTo>
                    <a:pt x="1171575" y="466725"/>
                  </a:lnTo>
                  <a:lnTo>
                    <a:pt x="781050" y="466725"/>
                  </a:lnTo>
                  <a:lnTo>
                    <a:pt x="390525" y="466725"/>
                  </a:lnTo>
                  <a:lnTo>
                    <a:pt x="0" y="466725"/>
                  </a:lnTo>
                  <a:close/>
                </a:path>
              </a:pathLst>
            </a:custGeom>
            <a:solidFill>
              <a:schemeClr val="accent2"/>
            </a:solidFill>
            <a:ln w="9525" cap="flat">
              <a:noFill/>
              <a:prstDash val="solid"/>
              <a:miter/>
            </a:ln>
          </p:spPr>
          <p:txBody>
            <a:bodyPr/>
            <a:lstStyle/>
            <a:p>
              <a:endParaRPr lang="en-US"/>
            </a:p>
          </p:txBody>
        </p:sp>
        <p:sp>
          <p:nvSpPr>
            <p:cNvPr id="16" name="Freeform: Shape 15">
              <a:extLst>
                <a:ext uri="{FF2B5EF4-FFF2-40B4-BE49-F238E27FC236}">
                  <a16:creationId xmlns:a16="http://schemas.microsoft.com/office/drawing/2014/main" id="{A47DBB65-38C5-8AD8-81E5-A8035530E9E3}"/>
                </a:ext>
              </a:extLst>
            </p:cNvPr>
            <p:cNvSpPr/>
            <p:nvPr/>
          </p:nvSpPr>
          <p:spPr>
            <a:xfrm flipH="1">
              <a:off x="12192000" y="6399544"/>
              <a:ext cx="12192000" cy="458456"/>
            </a:xfrm>
            <a:custGeom>
              <a:avLst/>
              <a:gdLst>
                <a:gd name="csX0" fmla="*/ 0 w 8572500"/>
                <a:gd name="csY0" fmla="*/ 142875 h 285750"/>
                <a:gd name="csX1" fmla="*/ 390525 w 8572500"/>
                <a:gd name="csY1" fmla="*/ 38100 h 285750"/>
                <a:gd name="csX2" fmla="*/ 781050 w 8572500"/>
                <a:gd name="csY2" fmla="*/ 123825 h 285750"/>
                <a:gd name="csX3" fmla="*/ 1171575 w 8572500"/>
                <a:gd name="csY3" fmla="*/ 114300 h 285750"/>
                <a:gd name="csX4" fmla="*/ 1562100 w 8572500"/>
                <a:gd name="csY4" fmla="*/ 66675 h 285750"/>
                <a:gd name="csX5" fmla="*/ 1952625 w 8572500"/>
                <a:gd name="csY5" fmla="*/ 57150 h 285750"/>
                <a:gd name="csX6" fmla="*/ 2333625 w 8572500"/>
                <a:gd name="csY6" fmla="*/ 57150 h 285750"/>
                <a:gd name="csX7" fmla="*/ 2724150 w 8572500"/>
                <a:gd name="csY7" fmla="*/ 152400 h 285750"/>
                <a:gd name="csX8" fmla="*/ 3114675 w 8572500"/>
                <a:gd name="csY8" fmla="*/ 19050 h 285750"/>
                <a:gd name="csX9" fmla="*/ 3505200 w 8572500"/>
                <a:gd name="csY9" fmla="*/ 66675 h 285750"/>
                <a:gd name="csX10" fmla="*/ 3895725 w 8572500"/>
                <a:gd name="csY10" fmla="*/ 114300 h 285750"/>
                <a:gd name="csX11" fmla="*/ 4286250 w 8572500"/>
                <a:gd name="csY11" fmla="*/ 133350 h 285750"/>
                <a:gd name="csX12" fmla="*/ 4676775 w 8572500"/>
                <a:gd name="csY12" fmla="*/ 28575 h 285750"/>
                <a:gd name="csX13" fmla="*/ 5067300 w 8572500"/>
                <a:gd name="csY13" fmla="*/ 133350 h 285750"/>
                <a:gd name="csX14" fmla="*/ 5457825 w 8572500"/>
                <a:gd name="csY14" fmla="*/ 85725 h 285750"/>
                <a:gd name="csX15" fmla="*/ 5848350 w 8572500"/>
                <a:gd name="csY15" fmla="*/ 38100 h 285750"/>
                <a:gd name="csX16" fmla="*/ 6238875 w 8572500"/>
                <a:gd name="csY16" fmla="*/ 142875 h 285750"/>
                <a:gd name="csX17" fmla="*/ 6619875 w 8572500"/>
                <a:gd name="csY17" fmla="*/ 0 h 285750"/>
                <a:gd name="csX18" fmla="*/ 7010400 w 8572500"/>
                <a:gd name="csY18" fmla="*/ 57150 h 285750"/>
                <a:gd name="csX19" fmla="*/ 7400925 w 8572500"/>
                <a:gd name="csY19" fmla="*/ 85725 h 285750"/>
                <a:gd name="csX20" fmla="*/ 7791450 w 8572500"/>
                <a:gd name="csY20" fmla="*/ 76200 h 285750"/>
                <a:gd name="csX21" fmla="*/ 8181975 w 8572500"/>
                <a:gd name="csY21" fmla="*/ 95250 h 285750"/>
                <a:gd name="csX22" fmla="*/ 8572500 w 8572500"/>
                <a:gd name="csY22" fmla="*/ 142875 h 285750"/>
                <a:gd name="csX23" fmla="*/ 8572500 w 8572500"/>
                <a:gd name="csY23" fmla="*/ 285750 h 285750"/>
                <a:gd name="csX24" fmla="*/ 8181975 w 8572500"/>
                <a:gd name="csY24" fmla="*/ 285750 h 285750"/>
                <a:gd name="csX25" fmla="*/ 7791450 w 8572500"/>
                <a:gd name="csY25" fmla="*/ 285750 h 285750"/>
                <a:gd name="csX26" fmla="*/ 7400925 w 8572500"/>
                <a:gd name="csY26" fmla="*/ 285750 h 285750"/>
                <a:gd name="csX27" fmla="*/ 7010400 w 8572500"/>
                <a:gd name="csY27" fmla="*/ 285750 h 285750"/>
                <a:gd name="csX28" fmla="*/ 6619875 w 8572500"/>
                <a:gd name="csY28" fmla="*/ 285750 h 285750"/>
                <a:gd name="csX29" fmla="*/ 6238875 w 8572500"/>
                <a:gd name="csY29" fmla="*/ 285750 h 285750"/>
                <a:gd name="csX30" fmla="*/ 5848350 w 8572500"/>
                <a:gd name="csY30" fmla="*/ 285750 h 285750"/>
                <a:gd name="csX31" fmla="*/ 5457825 w 8572500"/>
                <a:gd name="csY31" fmla="*/ 285750 h 285750"/>
                <a:gd name="csX32" fmla="*/ 5067300 w 8572500"/>
                <a:gd name="csY32" fmla="*/ 285750 h 285750"/>
                <a:gd name="csX33" fmla="*/ 4676775 w 8572500"/>
                <a:gd name="csY33" fmla="*/ 285750 h 285750"/>
                <a:gd name="csX34" fmla="*/ 4286250 w 8572500"/>
                <a:gd name="csY34" fmla="*/ 285750 h 285750"/>
                <a:gd name="csX35" fmla="*/ 3895725 w 8572500"/>
                <a:gd name="csY35" fmla="*/ 285750 h 285750"/>
                <a:gd name="csX36" fmla="*/ 3505200 w 8572500"/>
                <a:gd name="csY36" fmla="*/ 285750 h 285750"/>
                <a:gd name="csX37" fmla="*/ 3114675 w 8572500"/>
                <a:gd name="csY37" fmla="*/ 285750 h 285750"/>
                <a:gd name="csX38" fmla="*/ 2724150 w 8572500"/>
                <a:gd name="csY38" fmla="*/ 285750 h 285750"/>
                <a:gd name="csX39" fmla="*/ 2333625 w 8572500"/>
                <a:gd name="csY39" fmla="*/ 285750 h 285750"/>
                <a:gd name="csX40" fmla="*/ 1952625 w 8572500"/>
                <a:gd name="csY40" fmla="*/ 285750 h 285750"/>
                <a:gd name="csX41" fmla="*/ 1562100 w 8572500"/>
                <a:gd name="csY41" fmla="*/ 285750 h 285750"/>
                <a:gd name="csX42" fmla="*/ 1171575 w 8572500"/>
                <a:gd name="csY42" fmla="*/ 285750 h 285750"/>
                <a:gd name="csX43" fmla="*/ 781050 w 8572500"/>
                <a:gd name="csY43" fmla="*/ 285750 h 285750"/>
                <a:gd name="csX44" fmla="*/ 390525 w 8572500"/>
                <a:gd name="csY44" fmla="*/ 285750 h 285750"/>
                <a:gd name="csX45" fmla="*/ 0 w 8572500"/>
                <a:gd name="csY45" fmla="*/ 285750 h 285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285750">
                  <a:moveTo>
                    <a:pt x="0" y="142875"/>
                  </a:moveTo>
                  <a:lnTo>
                    <a:pt x="390525" y="38100"/>
                  </a:lnTo>
                  <a:lnTo>
                    <a:pt x="781050" y="123825"/>
                  </a:lnTo>
                  <a:lnTo>
                    <a:pt x="1171575" y="114300"/>
                  </a:lnTo>
                  <a:lnTo>
                    <a:pt x="1562100" y="66675"/>
                  </a:lnTo>
                  <a:lnTo>
                    <a:pt x="1952625" y="57150"/>
                  </a:lnTo>
                  <a:lnTo>
                    <a:pt x="2333625" y="57150"/>
                  </a:lnTo>
                  <a:lnTo>
                    <a:pt x="2724150" y="152400"/>
                  </a:lnTo>
                  <a:lnTo>
                    <a:pt x="3114675" y="19050"/>
                  </a:lnTo>
                  <a:lnTo>
                    <a:pt x="3505200" y="66675"/>
                  </a:lnTo>
                  <a:lnTo>
                    <a:pt x="3895725" y="114300"/>
                  </a:lnTo>
                  <a:lnTo>
                    <a:pt x="4286250" y="133350"/>
                  </a:lnTo>
                  <a:lnTo>
                    <a:pt x="4676775" y="28575"/>
                  </a:lnTo>
                  <a:lnTo>
                    <a:pt x="5067300" y="133350"/>
                  </a:lnTo>
                  <a:lnTo>
                    <a:pt x="5457825" y="85725"/>
                  </a:lnTo>
                  <a:lnTo>
                    <a:pt x="5848350" y="38100"/>
                  </a:lnTo>
                  <a:lnTo>
                    <a:pt x="6238875" y="142875"/>
                  </a:lnTo>
                  <a:lnTo>
                    <a:pt x="6619875" y="0"/>
                  </a:lnTo>
                  <a:lnTo>
                    <a:pt x="7010400" y="57150"/>
                  </a:lnTo>
                  <a:lnTo>
                    <a:pt x="7400925" y="85725"/>
                  </a:lnTo>
                  <a:lnTo>
                    <a:pt x="7791450" y="76200"/>
                  </a:lnTo>
                  <a:lnTo>
                    <a:pt x="8181975" y="95250"/>
                  </a:lnTo>
                  <a:lnTo>
                    <a:pt x="8572500" y="142875"/>
                  </a:lnTo>
                  <a:lnTo>
                    <a:pt x="8572500" y="285750"/>
                  </a:lnTo>
                  <a:lnTo>
                    <a:pt x="8181975" y="285750"/>
                  </a:lnTo>
                  <a:lnTo>
                    <a:pt x="7791450" y="285750"/>
                  </a:lnTo>
                  <a:lnTo>
                    <a:pt x="7400925" y="285750"/>
                  </a:lnTo>
                  <a:lnTo>
                    <a:pt x="7010400" y="285750"/>
                  </a:lnTo>
                  <a:lnTo>
                    <a:pt x="6619875" y="285750"/>
                  </a:lnTo>
                  <a:lnTo>
                    <a:pt x="6238875" y="285750"/>
                  </a:lnTo>
                  <a:lnTo>
                    <a:pt x="5848350" y="285750"/>
                  </a:lnTo>
                  <a:lnTo>
                    <a:pt x="5457825" y="285750"/>
                  </a:lnTo>
                  <a:lnTo>
                    <a:pt x="5067300" y="285750"/>
                  </a:lnTo>
                  <a:lnTo>
                    <a:pt x="4676775" y="285750"/>
                  </a:lnTo>
                  <a:lnTo>
                    <a:pt x="4286250" y="285750"/>
                  </a:lnTo>
                  <a:lnTo>
                    <a:pt x="3895725" y="285750"/>
                  </a:lnTo>
                  <a:lnTo>
                    <a:pt x="3505200" y="285750"/>
                  </a:lnTo>
                  <a:lnTo>
                    <a:pt x="3114675" y="285750"/>
                  </a:lnTo>
                  <a:lnTo>
                    <a:pt x="2724150" y="285750"/>
                  </a:lnTo>
                  <a:lnTo>
                    <a:pt x="2333625" y="285750"/>
                  </a:lnTo>
                  <a:lnTo>
                    <a:pt x="1952625" y="285750"/>
                  </a:lnTo>
                  <a:lnTo>
                    <a:pt x="1562100" y="285750"/>
                  </a:lnTo>
                  <a:lnTo>
                    <a:pt x="1171575" y="285750"/>
                  </a:lnTo>
                  <a:lnTo>
                    <a:pt x="781050" y="285750"/>
                  </a:lnTo>
                  <a:lnTo>
                    <a:pt x="390525" y="285750"/>
                  </a:lnTo>
                  <a:lnTo>
                    <a:pt x="0" y="285750"/>
                  </a:lnTo>
                  <a:close/>
                </a:path>
              </a:pathLst>
            </a:custGeom>
            <a:solidFill>
              <a:schemeClr val="accent2">
                <a:lumMod val="50000"/>
              </a:schemeClr>
            </a:solidFill>
            <a:ln w="9525" cap="flat">
              <a:noFill/>
              <a:prstDash val="solid"/>
              <a:miter/>
            </a:ln>
          </p:spPr>
          <p:txBody>
            <a:bodyPr/>
            <a:lstStyle/>
            <a:p>
              <a:endParaRPr lang="en-US"/>
            </a:p>
          </p:txBody>
        </p:sp>
      </p:grpSp>
    </p:spTree>
    <p:extLst>
      <p:ext uri="{BB962C8B-B14F-4D97-AF65-F5344CB8AC3E}">
        <p14:creationId xmlns:p14="http://schemas.microsoft.com/office/powerpoint/2010/main" val="209796463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28"/>
                                        </p:tgtEl>
                                        <p:attrNameLst>
                                          <p:attrName>style.visibility</p:attrName>
                                        </p:attrNameLst>
                                      </p:cBhvr>
                                      <p:to>
                                        <p:strVal val="visible"/>
                                      </p:to>
                                    </p:set>
                                    <p:animEffect transition="in" filter="wipe(left)">
                                      <p:cBhvr>
                                        <p:cTn id="7" dur="400"/>
                                        <p:tgtEl>
                                          <p:spTgt spid="228"/>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400"/>
                                        <p:tgtEl>
                                          <p:spTgt spid="3">
                                            <p:txEl>
                                              <p:pRg st="0" end="0"/>
                                            </p:txEl>
                                          </p:spTgt>
                                        </p:tgtEl>
                                      </p:cBhvr>
                                    </p:animEffect>
                                    <p:anim calcmode="lin" valueType="num">
                                      <p:cBhvr>
                                        <p:cTn id="13" dur="4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400" fill="hold"/>
                                        <p:tgtEl>
                                          <p:spTgt spid="3">
                                            <p:txEl>
                                              <p:pRg st="0" end="0"/>
                                            </p:txEl>
                                          </p:spTgt>
                                        </p:tgtEl>
                                        <p:attrNameLst>
                                          <p:attrName>ppt_y</p:attrName>
                                        </p:attrNameLst>
                                      </p:cBhvr>
                                      <p:tavLst>
                                        <p:tav tm="0">
                                          <p:val>
                                            <p:strVal val="#ppt_y+.1"/>
                                          </p:val>
                                        </p:tav>
                                        <p:tav tm="100000">
                                          <p:val>
                                            <p:strVal val="#ppt_y"/>
                                          </p:val>
                                        </p:tav>
                                      </p:tavLst>
                                    </p:anim>
                                  </p:childTnLst>
                                  <p:subTnLst>
                                    <p:animClr clrSpc="rgb" dir="cw">
                                      <p:cBhvr override="childStyle">
                                        <p:cTn dur="1" fill="hold" display="0" masterRel="nextClick" afterEffect="1"/>
                                        <p:tgtEl>
                                          <p:spTgt spid="3">
                                            <p:txEl>
                                              <p:pRg st="0" end="0"/>
                                            </p:txEl>
                                          </p:spTgt>
                                        </p:tgtEl>
                                        <p:attrNameLst>
                                          <p:attrName>ppt_c</p:attrName>
                                        </p:attrNameLst>
                                      </p:cBhvr>
                                      <p:to>
                                        <a:schemeClr val="tx1"/>
                                      </p:to>
                                    </p:animClr>
                                  </p:sub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400"/>
                                        <p:tgtEl>
                                          <p:spTgt spid="3">
                                            <p:txEl>
                                              <p:pRg st="1" end="1"/>
                                            </p:txEl>
                                          </p:spTgt>
                                        </p:tgtEl>
                                      </p:cBhvr>
                                    </p:animEffect>
                                    <p:anim calcmode="lin" valueType="num">
                                      <p:cBhvr>
                                        <p:cTn id="20" dur="4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1" dur="400" fill="hold"/>
                                        <p:tgtEl>
                                          <p:spTgt spid="3">
                                            <p:txEl>
                                              <p:pRg st="1" end="1"/>
                                            </p:txEl>
                                          </p:spTgt>
                                        </p:tgtEl>
                                        <p:attrNameLst>
                                          <p:attrName>ppt_y</p:attrName>
                                        </p:attrNameLst>
                                      </p:cBhvr>
                                      <p:tavLst>
                                        <p:tav tm="0">
                                          <p:val>
                                            <p:strVal val="#ppt_y+.1"/>
                                          </p:val>
                                        </p:tav>
                                        <p:tav tm="100000">
                                          <p:val>
                                            <p:strVal val="#ppt_y"/>
                                          </p:val>
                                        </p:tav>
                                      </p:tavLst>
                                    </p:anim>
                                  </p:childTnLst>
                                  <p:subTnLst>
                                    <p:animClr clrSpc="rgb" dir="cw">
                                      <p:cBhvr override="childStyle">
                                        <p:cTn dur="1" fill="hold" display="0" masterRel="nextClick" afterEffect="1"/>
                                        <p:tgtEl>
                                          <p:spTgt spid="3">
                                            <p:txEl>
                                              <p:pRg st="1" end="1"/>
                                            </p:txEl>
                                          </p:spTgt>
                                        </p:tgtEl>
                                        <p:attrNameLst>
                                          <p:attrName>ppt_c</p:attrName>
                                        </p:attrNameLst>
                                      </p:cBhvr>
                                      <p:to>
                                        <a:schemeClr val="tx1"/>
                                      </p:to>
                                    </p:animClr>
                                  </p:subTnLst>
                                </p:cTn>
                              </p:par>
                            </p:childTnLst>
                          </p:cTn>
                        </p:par>
                      </p:childTnLst>
                    </p:cTn>
                  </p:par>
                  <p:par>
                    <p:cTn id="22" fill="hold">
                      <p:stCondLst>
                        <p:cond delay="indefinite"/>
                      </p:stCondLst>
                      <p:childTnLst>
                        <p:par>
                          <p:cTn id="23" fill="hold">
                            <p:stCondLst>
                              <p:cond delay="0"/>
                            </p:stCondLst>
                            <p:childTnLst>
                              <p:par>
                                <p:cTn id="24" presetID="22" presetClass="exit" presetSubtype="2" fill="hold" nodeType="clickEffect">
                                  <p:stCondLst>
                                    <p:cond delay="0"/>
                                  </p:stCondLst>
                                  <p:childTnLst>
                                    <p:animEffect transition="out" filter="wipe(right)">
                                      <p:cBhvr>
                                        <p:cTn id="25" dur="500"/>
                                        <p:tgtEl>
                                          <p:spTgt spid="228"/>
                                        </p:tgtEl>
                                      </p:cBhvr>
                                    </p:animEffect>
                                    <p:set>
                                      <p:cBhvr>
                                        <p:cTn id="26" dur="1" fill="hold">
                                          <p:stCondLst>
                                            <p:cond delay="499"/>
                                          </p:stCondLst>
                                        </p:cTn>
                                        <p:tgtEl>
                                          <p:spTgt spid="228"/>
                                        </p:tgtEl>
                                        <p:attrNameLst>
                                          <p:attrName>style.visibility</p:attrName>
                                        </p:attrNameLst>
                                      </p:cBhvr>
                                      <p:to>
                                        <p:strVal val="hidden"/>
                                      </p:to>
                                    </p:set>
                                  </p:childTnLst>
                                </p:cTn>
                              </p:par>
                              <p:par>
                                <p:cTn id="27" presetID="2" presetClass="exit" presetSubtype="8" accel="100000" fill="hold" grpId="1" nodeType="withEffect">
                                  <p:stCondLst>
                                    <p:cond delay="0"/>
                                  </p:stCondLst>
                                  <p:childTnLst>
                                    <p:anim calcmode="lin" valueType="num">
                                      <p:cBhvr additive="base">
                                        <p:cTn id="28" dur="500"/>
                                        <p:tgtEl>
                                          <p:spTgt spid="3">
                                            <p:txEl>
                                              <p:pRg st="0" end="0"/>
                                            </p:txEl>
                                          </p:spTgt>
                                        </p:tgtEl>
                                        <p:attrNameLst>
                                          <p:attrName>ppt_x</p:attrName>
                                        </p:attrNameLst>
                                      </p:cBhvr>
                                      <p:tavLst>
                                        <p:tav tm="0">
                                          <p:val>
                                            <p:strVal val="ppt_x"/>
                                          </p:val>
                                        </p:tav>
                                        <p:tav tm="100000">
                                          <p:val>
                                            <p:strVal val="0-ppt_w/2"/>
                                          </p:val>
                                        </p:tav>
                                      </p:tavLst>
                                    </p:anim>
                                    <p:anim calcmode="lin" valueType="num">
                                      <p:cBhvr additive="base">
                                        <p:cTn id="29" dur="500"/>
                                        <p:tgtEl>
                                          <p:spTgt spid="3">
                                            <p:txEl>
                                              <p:pRg st="0" end="0"/>
                                            </p:txEl>
                                          </p:spTgt>
                                        </p:tgtEl>
                                        <p:attrNameLst>
                                          <p:attrName>ppt_y</p:attrName>
                                        </p:attrNameLst>
                                      </p:cBhvr>
                                      <p:tavLst>
                                        <p:tav tm="0">
                                          <p:val>
                                            <p:strVal val="ppt_y"/>
                                          </p:val>
                                        </p:tav>
                                        <p:tav tm="100000">
                                          <p:val>
                                            <p:strVal val="ppt_y"/>
                                          </p:val>
                                        </p:tav>
                                      </p:tavLst>
                                    </p:anim>
                                    <p:set>
                                      <p:cBhvr>
                                        <p:cTn id="30" dur="1" fill="hold">
                                          <p:stCondLst>
                                            <p:cond delay="499"/>
                                          </p:stCondLst>
                                        </p:cTn>
                                        <p:tgtEl>
                                          <p:spTgt spid="3">
                                            <p:txEl>
                                              <p:pRg st="0" end="0"/>
                                            </p:txEl>
                                          </p:spTgt>
                                        </p:tgtEl>
                                        <p:attrNameLst>
                                          <p:attrName>style.visibility</p:attrName>
                                        </p:attrNameLst>
                                      </p:cBhvr>
                                      <p:to>
                                        <p:strVal val="hidden"/>
                                      </p:to>
                                    </p:set>
                                  </p:childTnLst>
                                </p:cTn>
                              </p:par>
                              <p:par>
                                <p:cTn id="31" presetID="2" presetClass="exit" presetSubtype="8" accel="100000" fill="hold" grpId="1" nodeType="withEffect">
                                  <p:stCondLst>
                                    <p:cond delay="0"/>
                                  </p:stCondLst>
                                  <p:childTnLst>
                                    <p:anim calcmode="lin" valueType="num">
                                      <p:cBhvr additive="base">
                                        <p:cTn id="32" dur="500"/>
                                        <p:tgtEl>
                                          <p:spTgt spid="3">
                                            <p:txEl>
                                              <p:pRg st="1" end="1"/>
                                            </p:txEl>
                                          </p:spTgt>
                                        </p:tgtEl>
                                        <p:attrNameLst>
                                          <p:attrName>ppt_x</p:attrName>
                                        </p:attrNameLst>
                                      </p:cBhvr>
                                      <p:tavLst>
                                        <p:tav tm="0">
                                          <p:val>
                                            <p:strVal val="ppt_x"/>
                                          </p:val>
                                        </p:tav>
                                        <p:tav tm="100000">
                                          <p:val>
                                            <p:strVal val="0-ppt_w/2"/>
                                          </p:val>
                                        </p:tav>
                                      </p:tavLst>
                                    </p:anim>
                                    <p:anim calcmode="lin" valueType="num">
                                      <p:cBhvr additive="base">
                                        <p:cTn id="33" dur="500"/>
                                        <p:tgtEl>
                                          <p:spTgt spid="3">
                                            <p:txEl>
                                              <p:pRg st="1" end="1"/>
                                            </p:txEl>
                                          </p:spTgt>
                                        </p:tgtEl>
                                        <p:attrNameLst>
                                          <p:attrName>ppt_y</p:attrName>
                                        </p:attrNameLst>
                                      </p:cBhvr>
                                      <p:tavLst>
                                        <p:tav tm="0">
                                          <p:val>
                                            <p:strVal val="ppt_y"/>
                                          </p:val>
                                        </p:tav>
                                        <p:tav tm="100000">
                                          <p:val>
                                            <p:strVal val="ppt_y"/>
                                          </p:val>
                                        </p:tav>
                                      </p:tavLst>
                                    </p:anim>
                                    <p:set>
                                      <p:cBhvr>
                                        <p:cTn id="34" dur="1" fill="hold">
                                          <p:stCondLst>
                                            <p:cond delay="499"/>
                                          </p:stCondLst>
                                        </p:cTn>
                                        <p:tgtEl>
                                          <p:spTgt spid="3">
                                            <p:txEl>
                                              <p:pRg st="1" end="1"/>
                                            </p:txEl>
                                          </p:spTgt>
                                        </p:tgtEl>
                                        <p:attrNameLst>
                                          <p:attrName>style.visibility</p:attrName>
                                        </p:attrNameLst>
                                      </p:cBhvr>
                                      <p:to>
                                        <p:strVal val="hidden"/>
                                      </p:to>
                                    </p:set>
                                  </p:childTnLst>
                                </p:cTn>
                              </p:par>
                              <p:par>
                                <p:cTn id="35" presetID="2" presetClass="exit" presetSubtype="8" accel="100000" fill="hold" grpId="0" nodeType="withEffect">
                                  <p:stCondLst>
                                    <p:cond delay="200"/>
                                  </p:stCondLst>
                                  <p:childTnLst>
                                    <p:anim calcmode="lin" valueType="num">
                                      <p:cBhvr additive="base">
                                        <p:cTn id="36" dur="500"/>
                                        <p:tgtEl>
                                          <p:spTgt spid="2"/>
                                        </p:tgtEl>
                                        <p:attrNameLst>
                                          <p:attrName>ppt_x</p:attrName>
                                        </p:attrNameLst>
                                      </p:cBhvr>
                                      <p:tavLst>
                                        <p:tav tm="0">
                                          <p:val>
                                            <p:strVal val="ppt_x"/>
                                          </p:val>
                                        </p:tav>
                                        <p:tav tm="100000">
                                          <p:val>
                                            <p:strVal val="0-ppt_w/2"/>
                                          </p:val>
                                        </p:tav>
                                      </p:tavLst>
                                    </p:anim>
                                    <p:anim calcmode="lin" valueType="num">
                                      <p:cBhvr additive="base">
                                        <p:cTn id="37" dur="500"/>
                                        <p:tgtEl>
                                          <p:spTgt spid="2"/>
                                        </p:tgtEl>
                                        <p:attrNameLst>
                                          <p:attrName>ppt_y</p:attrName>
                                        </p:attrNameLst>
                                      </p:cBhvr>
                                      <p:tavLst>
                                        <p:tav tm="0">
                                          <p:val>
                                            <p:strVal val="ppt_y"/>
                                          </p:val>
                                        </p:tav>
                                        <p:tav tm="100000">
                                          <p:val>
                                            <p:strVal val="ppt_y"/>
                                          </p:val>
                                        </p:tav>
                                      </p:tavLst>
                                    </p:anim>
                                    <p:set>
                                      <p:cBhvr>
                                        <p:cTn id="38"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P spid="3" grpId="1" uiExpand="1" build="p"/>
    </p:bld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a:extLst>
            <a:ext uri="{FF2B5EF4-FFF2-40B4-BE49-F238E27FC236}">
              <a16:creationId xmlns:a16="http://schemas.microsoft.com/office/drawing/2014/main" id="{4452947D-F1E5-B060-83A4-3249558EA8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7DBBB9-B17D-FD04-C1BE-9C5607C2224A}"/>
              </a:ext>
            </a:extLst>
          </p:cNvPr>
          <p:cNvSpPr>
            <a:spLocks noGrp="1"/>
          </p:cNvSpPr>
          <p:nvPr>
            <p:ph type="title"/>
          </p:nvPr>
        </p:nvSpPr>
        <p:spPr/>
        <p:txBody>
          <a:bodyPr/>
          <a:lstStyle/>
          <a:p>
            <a:r>
              <a:rPr lang="en-US"/>
              <a:t>XXXXXXXXXXX</a:t>
            </a:r>
          </a:p>
        </p:txBody>
      </p:sp>
      <p:sp>
        <p:nvSpPr>
          <p:cNvPr id="3" name="Content Placeholder 2">
            <a:extLst>
              <a:ext uri="{FF2B5EF4-FFF2-40B4-BE49-F238E27FC236}">
                <a16:creationId xmlns:a16="http://schemas.microsoft.com/office/drawing/2014/main" id="{D328C6B0-29CD-6806-F921-1BC4A047A115}"/>
              </a:ext>
            </a:extLst>
          </p:cNvPr>
          <p:cNvSpPr>
            <a:spLocks noGrp="1"/>
          </p:cNvSpPr>
          <p:nvPr>
            <p:ph idx="1"/>
          </p:nvPr>
        </p:nvSpPr>
        <p:spPr>
          <a:xfrm>
            <a:off x="838200" y="1825625"/>
            <a:ext cx="6972300" cy="4351338"/>
          </a:xfrm>
        </p:spPr>
        <p:txBody>
          <a:bodyPr>
            <a:normAutofit fontScale="92500" lnSpcReduction="10000"/>
          </a:bodyPr>
          <a:lstStyle/>
          <a:p>
            <a:pPr marL="0" indent="0">
              <a:buNone/>
            </a:pPr>
            <a:r>
              <a:rPr lang="en-US"/>
              <a:t>XX XXXXXXX XXX XX XXXX XXXXXXXX XX XXXX XX XXX XX XXX XXXXXXX XXXXX X XXXX XXXX XXXX XXXXXXX XX XXXXXXX XXXXXXXXX XXX XXXXX </a:t>
            </a:r>
            <a:r>
              <a:rPr lang="en-US" u="sng"/>
              <a:t>XXXXXXXXXXXXX</a:t>
            </a:r>
            <a:r>
              <a:rPr lang="en-US"/>
              <a:t> XXXX XXX XXXXX XXXXXXX XXX XXXXXXXXXXXX XXXXXXX XXXXXXXXX</a:t>
            </a:r>
          </a:p>
          <a:p>
            <a:pPr marL="0" indent="0">
              <a:buNone/>
            </a:pPr>
            <a:r>
              <a:rPr lang="en-US"/>
              <a:t>XX </a:t>
            </a:r>
            <a:r>
              <a:rPr lang="en-US" u="sng"/>
              <a:t>XXXXXXX</a:t>
            </a:r>
            <a:r>
              <a:rPr lang="en-US"/>
              <a:t> XX XXXX XXXXXXXX XXXXXXXXX XXXX XXXXXXXX XX XX XXXXXXX XXX XX XXXXXXXX XXX XXXXX XXXXXXXXXXX XX XXXXXXX XXXX XXXXX XX XXXXX XXXXX XXXX XXXXXX XXXXXXXXX XXXXXXX XXX XXXXXXXXX</a:t>
            </a:r>
          </a:p>
        </p:txBody>
      </p:sp>
      <p:sp>
        <p:nvSpPr>
          <p:cNvPr id="220" name="Freeform: Shape 219">
            <a:extLst>
              <a:ext uri="{FF2B5EF4-FFF2-40B4-BE49-F238E27FC236}">
                <a16:creationId xmlns:a16="http://schemas.microsoft.com/office/drawing/2014/main" id="{83C18E20-15CE-23F3-FB8B-17B0923A7773}"/>
              </a:ext>
            </a:extLst>
          </p:cNvPr>
          <p:cNvSpPr/>
          <p:nvPr/>
        </p:nvSpPr>
        <p:spPr>
          <a:xfrm rot="10976236">
            <a:off x="-418931" y="-981955"/>
            <a:ext cx="12987320" cy="1847657"/>
          </a:xfrm>
          <a:custGeom>
            <a:avLst/>
            <a:gdLst>
              <a:gd name="csX0" fmla="*/ 0 w 8572500"/>
              <a:gd name="csY0" fmla="*/ 9525 h 990600"/>
              <a:gd name="csX1" fmla="*/ 390525 w 8572500"/>
              <a:gd name="csY1" fmla="*/ 38100 h 990600"/>
              <a:gd name="csX2" fmla="*/ 781050 w 8572500"/>
              <a:gd name="csY2" fmla="*/ 0 h 990600"/>
              <a:gd name="csX3" fmla="*/ 1171575 w 8572500"/>
              <a:gd name="csY3" fmla="*/ 28575 h 990600"/>
              <a:gd name="csX4" fmla="*/ 1562100 w 8572500"/>
              <a:gd name="csY4" fmla="*/ 9525 h 990600"/>
              <a:gd name="csX5" fmla="*/ 1952625 w 8572500"/>
              <a:gd name="csY5" fmla="*/ 38100 h 990600"/>
              <a:gd name="csX6" fmla="*/ 2333625 w 8572500"/>
              <a:gd name="csY6" fmla="*/ 19050 h 990600"/>
              <a:gd name="csX7" fmla="*/ 2724150 w 8572500"/>
              <a:gd name="csY7" fmla="*/ 104775 h 990600"/>
              <a:gd name="csX8" fmla="*/ 3114675 w 8572500"/>
              <a:gd name="csY8" fmla="*/ 114300 h 990600"/>
              <a:gd name="csX9" fmla="*/ 3505200 w 8572500"/>
              <a:gd name="csY9" fmla="*/ 190500 h 990600"/>
              <a:gd name="csX10" fmla="*/ 3895725 w 8572500"/>
              <a:gd name="csY10" fmla="*/ 47625 h 990600"/>
              <a:gd name="csX11" fmla="*/ 4286250 w 8572500"/>
              <a:gd name="csY11" fmla="*/ 190500 h 990600"/>
              <a:gd name="csX12" fmla="*/ 4676775 w 8572500"/>
              <a:gd name="csY12" fmla="*/ 190500 h 990600"/>
              <a:gd name="csX13" fmla="*/ 5067300 w 8572500"/>
              <a:gd name="csY13" fmla="*/ 66675 h 990600"/>
              <a:gd name="csX14" fmla="*/ 5457825 w 8572500"/>
              <a:gd name="csY14" fmla="*/ 85725 h 990600"/>
              <a:gd name="csX15" fmla="*/ 5848350 w 8572500"/>
              <a:gd name="csY15" fmla="*/ 47625 h 990600"/>
              <a:gd name="csX16" fmla="*/ 6238875 w 8572500"/>
              <a:gd name="csY16" fmla="*/ 28575 h 990600"/>
              <a:gd name="csX17" fmla="*/ 6619875 w 8572500"/>
              <a:gd name="csY17" fmla="*/ 180975 h 990600"/>
              <a:gd name="csX18" fmla="*/ 7010400 w 8572500"/>
              <a:gd name="csY18" fmla="*/ 114300 h 990600"/>
              <a:gd name="csX19" fmla="*/ 7400925 w 8572500"/>
              <a:gd name="csY19" fmla="*/ 180975 h 990600"/>
              <a:gd name="csX20" fmla="*/ 7791450 w 8572500"/>
              <a:gd name="csY20" fmla="*/ 38100 h 990600"/>
              <a:gd name="csX21" fmla="*/ 8181975 w 8572500"/>
              <a:gd name="csY21" fmla="*/ 171450 h 990600"/>
              <a:gd name="csX22" fmla="*/ 8572500 w 8572500"/>
              <a:gd name="csY22" fmla="*/ 171450 h 990600"/>
              <a:gd name="csX23" fmla="*/ 8572500 w 8572500"/>
              <a:gd name="csY23" fmla="*/ 990600 h 990600"/>
              <a:gd name="csX24" fmla="*/ 8181975 w 8572500"/>
              <a:gd name="csY24" fmla="*/ 990600 h 990600"/>
              <a:gd name="csX25" fmla="*/ 7791450 w 8572500"/>
              <a:gd name="csY25" fmla="*/ 990600 h 990600"/>
              <a:gd name="csX26" fmla="*/ 7400925 w 8572500"/>
              <a:gd name="csY26" fmla="*/ 990600 h 990600"/>
              <a:gd name="csX27" fmla="*/ 7010400 w 8572500"/>
              <a:gd name="csY27" fmla="*/ 990600 h 990600"/>
              <a:gd name="csX28" fmla="*/ 6619875 w 8572500"/>
              <a:gd name="csY28" fmla="*/ 990600 h 990600"/>
              <a:gd name="csX29" fmla="*/ 6238875 w 8572500"/>
              <a:gd name="csY29" fmla="*/ 990600 h 990600"/>
              <a:gd name="csX30" fmla="*/ 5848350 w 8572500"/>
              <a:gd name="csY30" fmla="*/ 990600 h 990600"/>
              <a:gd name="csX31" fmla="*/ 5457825 w 8572500"/>
              <a:gd name="csY31" fmla="*/ 990600 h 990600"/>
              <a:gd name="csX32" fmla="*/ 5067300 w 8572500"/>
              <a:gd name="csY32" fmla="*/ 990600 h 990600"/>
              <a:gd name="csX33" fmla="*/ 4676775 w 8572500"/>
              <a:gd name="csY33" fmla="*/ 990600 h 990600"/>
              <a:gd name="csX34" fmla="*/ 4286250 w 8572500"/>
              <a:gd name="csY34" fmla="*/ 990600 h 990600"/>
              <a:gd name="csX35" fmla="*/ 3895725 w 8572500"/>
              <a:gd name="csY35" fmla="*/ 990600 h 990600"/>
              <a:gd name="csX36" fmla="*/ 3505200 w 8572500"/>
              <a:gd name="csY36" fmla="*/ 990600 h 990600"/>
              <a:gd name="csX37" fmla="*/ 3114675 w 8572500"/>
              <a:gd name="csY37" fmla="*/ 990600 h 990600"/>
              <a:gd name="csX38" fmla="*/ 2724150 w 8572500"/>
              <a:gd name="csY38" fmla="*/ 990600 h 990600"/>
              <a:gd name="csX39" fmla="*/ 2333625 w 8572500"/>
              <a:gd name="csY39" fmla="*/ 990600 h 990600"/>
              <a:gd name="csX40" fmla="*/ 1952625 w 8572500"/>
              <a:gd name="csY40" fmla="*/ 990600 h 990600"/>
              <a:gd name="csX41" fmla="*/ 1562100 w 8572500"/>
              <a:gd name="csY41" fmla="*/ 990600 h 990600"/>
              <a:gd name="csX42" fmla="*/ 1171575 w 8572500"/>
              <a:gd name="csY42" fmla="*/ 990600 h 990600"/>
              <a:gd name="csX43" fmla="*/ 781050 w 8572500"/>
              <a:gd name="csY43" fmla="*/ 990600 h 990600"/>
              <a:gd name="csX44" fmla="*/ 390525 w 8572500"/>
              <a:gd name="csY44" fmla="*/ 990600 h 990600"/>
              <a:gd name="csX45" fmla="*/ 0 w 8572500"/>
              <a:gd name="csY45" fmla="*/ 990600 h 990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990600">
                <a:moveTo>
                  <a:pt x="0" y="9525"/>
                </a:moveTo>
                <a:lnTo>
                  <a:pt x="390525" y="38100"/>
                </a:lnTo>
                <a:lnTo>
                  <a:pt x="781050" y="0"/>
                </a:lnTo>
                <a:lnTo>
                  <a:pt x="1171575" y="28575"/>
                </a:lnTo>
                <a:lnTo>
                  <a:pt x="1562100" y="9525"/>
                </a:lnTo>
                <a:lnTo>
                  <a:pt x="1952625" y="38100"/>
                </a:lnTo>
                <a:lnTo>
                  <a:pt x="2333625" y="19050"/>
                </a:lnTo>
                <a:lnTo>
                  <a:pt x="2724150" y="104775"/>
                </a:lnTo>
                <a:lnTo>
                  <a:pt x="3114675" y="114300"/>
                </a:lnTo>
                <a:lnTo>
                  <a:pt x="3505200" y="190500"/>
                </a:lnTo>
                <a:lnTo>
                  <a:pt x="3895725" y="47625"/>
                </a:lnTo>
                <a:lnTo>
                  <a:pt x="4286250" y="190500"/>
                </a:lnTo>
                <a:lnTo>
                  <a:pt x="4676775" y="190500"/>
                </a:lnTo>
                <a:lnTo>
                  <a:pt x="5067300" y="66675"/>
                </a:lnTo>
                <a:lnTo>
                  <a:pt x="5457825" y="85725"/>
                </a:lnTo>
                <a:lnTo>
                  <a:pt x="5848350" y="47625"/>
                </a:lnTo>
                <a:lnTo>
                  <a:pt x="6238875" y="28575"/>
                </a:lnTo>
                <a:lnTo>
                  <a:pt x="6619875" y="180975"/>
                </a:lnTo>
                <a:lnTo>
                  <a:pt x="7010400" y="114300"/>
                </a:lnTo>
                <a:lnTo>
                  <a:pt x="7400925" y="180975"/>
                </a:lnTo>
                <a:lnTo>
                  <a:pt x="7791450" y="38100"/>
                </a:lnTo>
                <a:lnTo>
                  <a:pt x="8181975" y="171450"/>
                </a:lnTo>
                <a:lnTo>
                  <a:pt x="8572500" y="171450"/>
                </a:lnTo>
                <a:lnTo>
                  <a:pt x="8572500" y="990600"/>
                </a:lnTo>
                <a:lnTo>
                  <a:pt x="8181975" y="990600"/>
                </a:lnTo>
                <a:lnTo>
                  <a:pt x="7791450" y="990600"/>
                </a:lnTo>
                <a:lnTo>
                  <a:pt x="7400925" y="990600"/>
                </a:lnTo>
                <a:lnTo>
                  <a:pt x="7010400" y="990600"/>
                </a:lnTo>
                <a:lnTo>
                  <a:pt x="6619875" y="990600"/>
                </a:lnTo>
                <a:lnTo>
                  <a:pt x="6238875" y="990600"/>
                </a:lnTo>
                <a:lnTo>
                  <a:pt x="5848350" y="990600"/>
                </a:lnTo>
                <a:lnTo>
                  <a:pt x="5457825" y="990600"/>
                </a:lnTo>
                <a:lnTo>
                  <a:pt x="5067300" y="990600"/>
                </a:lnTo>
                <a:lnTo>
                  <a:pt x="4676775" y="990600"/>
                </a:lnTo>
                <a:lnTo>
                  <a:pt x="4286250" y="990600"/>
                </a:lnTo>
                <a:lnTo>
                  <a:pt x="3895725" y="990600"/>
                </a:lnTo>
                <a:lnTo>
                  <a:pt x="3505200" y="990600"/>
                </a:lnTo>
                <a:lnTo>
                  <a:pt x="3114675" y="990600"/>
                </a:lnTo>
                <a:lnTo>
                  <a:pt x="2724150" y="990600"/>
                </a:lnTo>
                <a:lnTo>
                  <a:pt x="2333625" y="990600"/>
                </a:lnTo>
                <a:lnTo>
                  <a:pt x="1952625" y="990600"/>
                </a:lnTo>
                <a:lnTo>
                  <a:pt x="1562100" y="990600"/>
                </a:lnTo>
                <a:lnTo>
                  <a:pt x="1171575" y="990600"/>
                </a:lnTo>
                <a:lnTo>
                  <a:pt x="781050" y="990600"/>
                </a:lnTo>
                <a:lnTo>
                  <a:pt x="390525" y="990600"/>
                </a:lnTo>
                <a:lnTo>
                  <a:pt x="0" y="990600"/>
                </a:lnTo>
                <a:close/>
              </a:path>
            </a:pathLst>
          </a:custGeom>
          <a:solidFill>
            <a:schemeClr val="accent2">
              <a:lumMod val="20000"/>
              <a:lumOff val="80000"/>
            </a:schemeClr>
          </a:solidFill>
          <a:ln w="9525" cap="flat">
            <a:noFill/>
            <a:prstDash val="solid"/>
            <a:miter/>
          </a:ln>
        </p:spPr>
        <p:txBody>
          <a:bodyPr/>
          <a:lstStyle/>
          <a:p>
            <a:endParaRPr lang="en-US"/>
          </a:p>
        </p:txBody>
      </p:sp>
      <p:sp>
        <p:nvSpPr>
          <p:cNvPr id="221" name="Freeform: Shape 220">
            <a:extLst>
              <a:ext uri="{FF2B5EF4-FFF2-40B4-BE49-F238E27FC236}">
                <a16:creationId xmlns:a16="http://schemas.microsoft.com/office/drawing/2014/main" id="{CCE657C8-F92D-EB62-B3E0-CAA733DDEC09}"/>
              </a:ext>
            </a:extLst>
          </p:cNvPr>
          <p:cNvSpPr/>
          <p:nvPr/>
        </p:nvSpPr>
        <p:spPr>
          <a:xfrm rot="10976236">
            <a:off x="-396815" y="-1253098"/>
            <a:ext cx="12987320" cy="1527870"/>
          </a:xfrm>
          <a:custGeom>
            <a:avLst/>
            <a:gdLst>
              <a:gd name="csX0" fmla="*/ 0 w 8572500"/>
              <a:gd name="csY0" fmla="*/ 38100 h 819150"/>
              <a:gd name="csX1" fmla="*/ 390525 w 8572500"/>
              <a:gd name="csY1" fmla="*/ 95250 h 819150"/>
              <a:gd name="csX2" fmla="*/ 781050 w 8572500"/>
              <a:gd name="csY2" fmla="*/ 66675 h 819150"/>
              <a:gd name="csX3" fmla="*/ 1171575 w 8572500"/>
              <a:gd name="csY3" fmla="*/ 19050 h 819150"/>
              <a:gd name="csX4" fmla="*/ 1562100 w 8572500"/>
              <a:gd name="csY4" fmla="*/ 142875 h 819150"/>
              <a:gd name="csX5" fmla="*/ 1952625 w 8572500"/>
              <a:gd name="csY5" fmla="*/ 161925 h 819150"/>
              <a:gd name="csX6" fmla="*/ 2333625 w 8572500"/>
              <a:gd name="csY6" fmla="*/ 47625 h 819150"/>
              <a:gd name="csX7" fmla="*/ 2724150 w 8572500"/>
              <a:gd name="csY7" fmla="*/ 123825 h 819150"/>
              <a:gd name="csX8" fmla="*/ 3114675 w 8572500"/>
              <a:gd name="csY8" fmla="*/ 95250 h 819150"/>
              <a:gd name="csX9" fmla="*/ 3505200 w 8572500"/>
              <a:gd name="csY9" fmla="*/ 190500 h 819150"/>
              <a:gd name="csX10" fmla="*/ 3895725 w 8572500"/>
              <a:gd name="csY10" fmla="*/ 142875 h 819150"/>
              <a:gd name="csX11" fmla="*/ 4286250 w 8572500"/>
              <a:gd name="csY11" fmla="*/ 28575 h 819150"/>
              <a:gd name="csX12" fmla="*/ 4676775 w 8572500"/>
              <a:gd name="csY12" fmla="*/ 190500 h 819150"/>
              <a:gd name="csX13" fmla="*/ 5067300 w 8572500"/>
              <a:gd name="csY13" fmla="*/ 142875 h 819150"/>
              <a:gd name="csX14" fmla="*/ 5457825 w 8572500"/>
              <a:gd name="csY14" fmla="*/ 0 h 819150"/>
              <a:gd name="csX15" fmla="*/ 5848350 w 8572500"/>
              <a:gd name="csY15" fmla="*/ 47625 h 819150"/>
              <a:gd name="csX16" fmla="*/ 6238875 w 8572500"/>
              <a:gd name="csY16" fmla="*/ 142875 h 819150"/>
              <a:gd name="csX17" fmla="*/ 6619875 w 8572500"/>
              <a:gd name="csY17" fmla="*/ 57150 h 819150"/>
              <a:gd name="csX18" fmla="*/ 7010400 w 8572500"/>
              <a:gd name="csY18" fmla="*/ 114300 h 819150"/>
              <a:gd name="csX19" fmla="*/ 7400925 w 8572500"/>
              <a:gd name="csY19" fmla="*/ 66675 h 819150"/>
              <a:gd name="csX20" fmla="*/ 7791450 w 8572500"/>
              <a:gd name="csY20" fmla="*/ 171450 h 819150"/>
              <a:gd name="csX21" fmla="*/ 8181975 w 8572500"/>
              <a:gd name="csY21" fmla="*/ 57150 h 819150"/>
              <a:gd name="csX22" fmla="*/ 8572500 w 8572500"/>
              <a:gd name="csY22" fmla="*/ 28575 h 819150"/>
              <a:gd name="csX23" fmla="*/ 8572500 w 8572500"/>
              <a:gd name="csY23" fmla="*/ 819150 h 819150"/>
              <a:gd name="csX24" fmla="*/ 8181975 w 8572500"/>
              <a:gd name="csY24" fmla="*/ 819150 h 819150"/>
              <a:gd name="csX25" fmla="*/ 7791450 w 8572500"/>
              <a:gd name="csY25" fmla="*/ 819150 h 819150"/>
              <a:gd name="csX26" fmla="*/ 7400925 w 8572500"/>
              <a:gd name="csY26" fmla="*/ 819150 h 819150"/>
              <a:gd name="csX27" fmla="*/ 7010400 w 8572500"/>
              <a:gd name="csY27" fmla="*/ 819150 h 819150"/>
              <a:gd name="csX28" fmla="*/ 6619875 w 8572500"/>
              <a:gd name="csY28" fmla="*/ 819150 h 819150"/>
              <a:gd name="csX29" fmla="*/ 6238875 w 8572500"/>
              <a:gd name="csY29" fmla="*/ 819150 h 819150"/>
              <a:gd name="csX30" fmla="*/ 5848350 w 8572500"/>
              <a:gd name="csY30" fmla="*/ 819150 h 819150"/>
              <a:gd name="csX31" fmla="*/ 5457825 w 8572500"/>
              <a:gd name="csY31" fmla="*/ 819150 h 819150"/>
              <a:gd name="csX32" fmla="*/ 5067300 w 8572500"/>
              <a:gd name="csY32" fmla="*/ 819150 h 819150"/>
              <a:gd name="csX33" fmla="*/ 4676775 w 8572500"/>
              <a:gd name="csY33" fmla="*/ 819150 h 819150"/>
              <a:gd name="csX34" fmla="*/ 4286250 w 8572500"/>
              <a:gd name="csY34" fmla="*/ 819150 h 819150"/>
              <a:gd name="csX35" fmla="*/ 3895725 w 8572500"/>
              <a:gd name="csY35" fmla="*/ 819150 h 819150"/>
              <a:gd name="csX36" fmla="*/ 3505200 w 8572500"/>
              <a:gd name="csY36" fmla="*/ 819150 h 819150"/>
              <a:gd name="csX37" fmla="*/ 3114675 w 8572500"/>
              <a:gd name="csY37" fmla="*/ 819150 h 819150"/>
              <a:gd name="csX38" fmla="*/ 2724150 w 8572500"/>
              <a:gd name="csY38" fmla="*/ 819150 h 819150"/>
              <a:gd name="csX39" fmla="*/ 2333625 w 8572500"/>
              <a:gd name="csY39" fmla="*/ 819150 h 819150"/>
              <a:gd name="csX40" fmla="*/ 1952625 w 8572500"/>
              <a:gd name="csY40" fmla="*/ 819150 h 819150"/>
              <a:gd name="csX41" fmla="*/ 1562100 w 8572500"/>
              <a:gd name="csY41" fmla="*/ 819150 h 819150"/>
              <a:gd name="csX42" fmla="*/ 1171575 w 8572500"/>
              <a:gd name="csY42" fmla="*/ 819150 h 819150"/>
              <a:gd name="csX43" fmla="*/ 781050 w 8572500"/>
              <a:gd name="csY43" fmla="*/ 819150 h 819150"/>
              <a:gd name="csX44" fmla="*/ 390525 w 8572500"/>
              <a:gd name="csY44" fmla="*/ 819150 h 819150"/>
              <a:gd name="csX45" fmla="*/ 0 w 8572500"/>
              <a:gd name="csY45" fmla="*/ 819150 h 8191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819150">
                <a:moveTo>
                  <a:pt x="0" y="38100"/>
                </a:moveTo>
                <a:lnTo>
                  <a:pt x="390525" y="95250"/>
                </a:lnTo>
                <a:lnTo>
                  <a:pt x="781050" y="66675"/>
                </a:lnTo>
                <a:lnTo>
                  <a:pt x="1171575" y="19050"/>
                </a:lnTo>
                <a:lnTo>
                  <a:pt x="1562100" y="142875"/>
                </a:lnTo>
                <a:lnTo>
                  <a:pt x="1952625" y="161925"/>
                </a:lnTo>
                <a:lnTo>
                  <a:pt x="2333625" y="47625"/>
                </a:lnTo>
                <a:lnTo>
                  <a:pt x="2724150" y="123825"/>
                </a:lnTo>
                <a:lnTo>
                  <a:pt x="3114675" y="95250"/>
                </a:lnTo>
                <a:lnTo>
                  <a:pt x="3505200" y="190500"/>
                </a:lnTo>
                <a:lnTo>
                  <a:pt x="3895725" y="142875"/>
                </a:lnTo>
                <a:lnTo>
                  <a:pt x="4286250" y="28575"/>
                </a:lnTo>
                <a:lnTo>
                  <a:pt x="4676775" y="190500"/>
                </a:lnTo>
                <a:lnTo>
                  <a:pt x="5067300" y="142875"/>
                </a:lnTo>
                <a:lnTo>
                  <a:pt x="5457825" y="0"/>
                </a:lnTo>
                <a:lnTo>
                  <a:pt x="5848350" y="47625"/>
                </a:lnTo>
                <a:lnTo>
                  <a:pt x="6238875" y="142875"/>
                </a:lnTo>
                <a:lnTo>
                  <a:pt x="6619875" y="57150"/>
                </a:lnTo>
                <a:lnTo>
                  <a:pt x="7010400" y="114300"/>
                </a:lnTo>
                <a:lnTo>
                  <a:pt x="7400925" y="66675"/>
                </a:lnTo>
                <a:lnTo>
                  <a:pt x="7791450" y="171450"/>
                </a:lnTo>
                <a:lnTo>
                  <a:pt x="8181975" y="57150"/>
                </a:lnTo>
                <a:lnTo>
                  <a:pt x="8572500" y="28575"/>
                </a:lnTo>
                <a:lnTo>
                  <a:pt x="8572500" y="819150"/>
                </a:lnTo>
                <a:lnTo>
                  <a:pt x="8181975" y="819150"/>
                </a:lnTo>
                <a:lnTo>
                  <a:pt x="7791450" y="819150"/>
                </a:lnTo>
                <a:lnTo>
                  <a:pt x="7400925" y="819150"/>
                </a:lnTo>
                <a:lnTo>
                  <a:pt x="7010400" y="819150"/>
                </a:lnTo>
                <a:lnTo>
                  <a:pt x="6619875" y="819150"/>
                </a:lnTo>
                <a:lnTo>
                  <a:pt x="6238875" y="819150"/>
                </a:lnTo>
                <a:lnTo>
                  <a:pt x="5848350" y="819150"/>
                </a:lnTo>
                <a:lnTo>
                  <a:pt x="5457825" y="819150"/>
                </a:lnTo>
                <a:lnTo>
                  <a:pt x="5067300" y="819150"/>
                </a:lnTo>
                <a:lnTo>
                  <a:pt x="4676775" y="819150"/>
                </a:lnTo>
                <a:lnTo>
                  <a:pt x="4286250" y="819150"/>
                </a:lnTo>
                <a:lnTo>
                  <a:pt x="3895725" y="819150"/>
                </a:lnTo>
                <a:lnTo>
                  <a:pt x="3505200" y="819150"/>
                </a:lnTo>
                <a:lnTo>
                  <a:pt x="3114675" y="819150"/>
                </a:lnTo>
                <a:lnTo>
                  <a:pt x="2724150" y="819150"/>
                </a:lnTo>
                <a:lnTo>
                  <a:pt x="2333625" y="819150"/>
                </a:lnTo>
                <a:lnTo>
                  <a:pt x="1952625" y="819150"/>
                </a:lnTo>
                <a:lnTo>
                  <a:pt x="1562100" y="819150"/>
                </a:lnTo>
                <a:lnTo>
                  <a:pt x="1171575" y="819150"/>
                </a:lnTo>
                <a:lnTo>
                  <a:pt x="781050" y="819150"/>
                </a:lnTo>
                <a:lnTo>
                  <a:pt x="390525" y="819150"/>
                </a:lnTo>
                <a:lnTo>
                  <a:pt x="0" y="819150"/>
                </a:lnTo>
                <a:close/>
              </a:path>
            </a:pathLst>
          </a:custGeom>
          <a:solidFill>
            <a:schemeClr val="accent2">
              <a:lumMod val="40000"/>
              <a:lumOff val="60000"/>
            </a:schemeClr>
          </a:solidFill>
          <a:ln w="9525" cap="flat">
            <a:noFill/>
            <a:prstDash val="solid"/>
            <a:miter/>
          </a:ln>
        </p:spPr>
        <p:txBody>
          <a:bodyPr/>
          <a:lstStyle/>
          <a:p>
            <a:endParaRPr lang="en-US"/>
          </a:p>
        </p:txBody>
      </p:sp>
      <p:sp>
        <p:nvSpPr>
          <p:cNvPr id="222" name="Freeform: Shape 221">
            <a:extLst>
              <a:ext uri="{FF2B5EF4-FFF2-40B4-BE49-F238E27FC236}">
                <a16:creationId xmlns:a16="http://schemas.microsoft.com/office/drawing/2014/main" id="{AE02CE75-C342-CC87-DB83-9E078FA288A8}"/>
              </a:ext>
            </a:extLst>
          </p:cNvPr>
          <p:cNvSpPr/>
          <p:nvPr/>
        </p:nvSpPr>
        <p:spPr>
          <a:xfrm rot="10976236">
            <a:off x="-373470" y="-1539304"/>
            <a:ext cx="12987320" cy="1190317"/>
          </a:xfrm>
          <a:custGeom>
            <a:avLst/>
            <a:gdLst>
              <a:gd name="csX0" fmla="*/ 0 w 8572500"/>
              <a:gd name="csY0" fmla="*/ 76200 h 638175"/>
              <a:gd name="csX1" fmla="*/ 390525 w 8572500"/>
              <a:gd name="csY1" fmla="*/ 9525 h 638175"/>
              <a:gd name="csX2" fmla="*/ 781050 w 8572500"/>
              <a:gd name="csY2" fmla="*/ 123825 h 638175"/>
              <a:gd name="csX3" fmla="*/ 1171575 w 8572500"/>
              <a:gd name="csY3" fmla="*/ 142875 h 638175"/>
              <a:gd name="csX4" fmla="*/ 1562100 w 8572500"/>
              <a:gd name="csY4" fmla="*/ 76200 h 638175"/>
              <a:gd name="csX5" fmla="*/ 1952625 w 8572500"/>
              <a:gd name="csY5" fmla="*/ 76200 h 638175"/>
              <a:gd name="csX6" fmla="*/ 2333625 w 8572500"/>
              <a:gd name="csY6" fmla="*/ 171450 h 638175"/>
              <a:gd name="csX7" fmla="*/ 2724150 w 8572500"/>
              <a:gd name="csY7" fmla="*/ 76200 h 638175"/>
              <a:gd name="csX8" fmla="*/ 3114675 w 8572500"/>
              <a:gd name="csY8" fmla="*/ 123825 h 638175"/>
              <a:gd name="csX9" fmla="*/ 3505200 w 8572500"/>
              <a:gd name="csY9" fmla="*/ 142875 h 638175"/>
              <a:gd name="csX10" fmla="*/ 3895725 w 8572500"/>
              <a:gd name="csY10" fmla="*/ 19050 h 638175"/>
              <a:gd name="csX11" fmla="*/ 4286250 w 8572500"/>
              <a:gd name="csY11" fmla="*/ 123825 h 638175"/>
              <a:gd name="csX12" fmla="*/ 4676775 w 8572500"/>
              <a:gd name="csY12" fmla="*/ 142875 h 638175"/>
              <a:gd name="csX13" fmla="*/ 5067300 w 8572500"/>
              <a:gd name="csY13" fmla="*/ 152400 h 638175"/>
              <a:gd name="csX14" fmla="*/ 5457825 w 8572500"/>
              <a:gd name="csY14" fmla="*/ 133350 h 638175"/>
              <a:gd name="csX15" fmla="*/ 5848350 w 8572500"/>
              <a:gd name="csY15" fmla="*/ 0 h 638175"/>
              <a:gd name="csX16" fmla="*/ 6238875 w 8572500"/>
              <a:gd name="csY16" fmla="*/ 66675 h 638175"/>
              <a:gd name="csX17" fmla="*/ 6619875 w 8572500"/>
              <a:gd name="csY17" fmla="*/ 28575 h 638175"/>
              <a:gd name="csX18" fmla="*/ 7010400 w 8572500"/>
              <a:gd name="csY18" fmla="*/ 28575 h 638175"/>
              <a:gd name="csX19" fmla="*/ 7400925 w 8572500"/>
              <a:gd name="csY19" fmla="*/ 47625 h 638175"/>
              <a:gd name="csX20" fmla="*/ 7791450 w 8572500"/>
              <a:gd name="csY20" fmla="*/ 161925 h 638175"/>
              <a:gd name="csX21" fmla="*/ 8181975 w 8572500"/>
              <a:gd name="csY21" fmla="*/ 47625 h 638175"/>
              <a:gd name="csX22" fmla="*/ 8572500 w 8572500"/>
              <a:gd name="csY22" fmla="*/ 47625 h 638175"/>
              <a:gd name="csX23" fmla="*/ 8572500 w 8572500"/>
              <a:gd name="csY23" fmla="*/ 638175 h 638175"/>
              <a:gd name="csX24" fmla="*/ 8181975 w 8572500"/>
              <a:gd name="csY24" fmla="*/ 638175 h 638175"/>
              <a:gd name="csX25" fmla="*/ 7791450 w 8572500"/>
              <a:gd name="csY25" fmla="*/ 638175 h 638175"/>
              <a:gd name="csX26" fmla="*/ 7400925 w 8572500"/>
              <a:gd name="csY26" fmla="*/ 638175 h 638175"/>
              <a:gd name="csX27" fmla="*/ 7010400 w 8572500"/>
              <a:gd name="csY27" fmla="*/ 638175 h 638175"/>
              <a:gd name="csX28" fmla="*/ 6619875 w 8572500"/>
              <a:gd name="csY28" fmla="*/ 638175 h 638175"/>
              <a:gd name="csX29" fmla="*/ 6238875 w 8572500"/>
              <a:gd name="csY29" fmla="*/ 638175 h 638175"/>
              <a:gd name="csX30" fmla="*/ 5848350 w 8572500"/>
              <a:gd name="csY30" fmla="*/ 638175 h 638175"/>
              <a:gd name="csX31" fmla="*/ 5457825 w 8572500"/>
              <a:gd name="csY31" fmla="*/ 638175 h 638175"/>
              <a:gd name="csX32" fmla="*/ 5067300 w 8572500"/>
              <a:gd name="csY32" fmla="*/ 638175 h 638175"/>
              <a:gd name="csX33" fmla="*/ 4676775 w 8572500"/>
              <a:gd name="csY33" fmla="*/ 638175 h 638175"/>
              <a:gd name="csX34" fmla="*/ 4286250 w 8572500"/>
              <a:gd name="csY34" fmla="*/ 638175 h 638175"/>
              <a:gd name="csX35" fmla="*/ 3895725 w 8572500"/>
              <a:gd name="csY35" fmla="*/ 638175 h 638175"/>
              <a:gd name="csX36" fmla="*/ 3505200 w 8572500"/>
              <a:gd name="csY36" fmla="*/ 638175 h 638175"/>
              <a:gd name="csX37" fmla="*/ 3114675 w 8572500"/>
              <a:gd name="csY37" fmla="*/ 638175 h 638175"/>
              <a:gd name="csX38" fmla="*/ 2724150 w 8572500"/>
              <a:gd name="csY38" fmla="*/ 638175 h 638175"/>
              <a:gd name="csX39" fmla="*/ 2333625 w 8572500"/>
              <a:gd name="csY39" fmla="*/ 638175 h 638175"/>
              <a:gd name="csX40" fmla="*/ 1952625 w 8572500"/>
              <a:gd name="csY40" fmla="*/ 638175 h 638175"/>
              <a:gd name="csX41" fmla="*/ 1562100 w 8572500"/>
              <a:gd name="csY41" fmla="*/ 638175 h 638175"/>
              <a:gd name="csX42" fmla="*/ 1171575 w 8572500"/>
              <a:gd name="csY42" fmla="*/ 638175 h 638175"/>
              <a:gd name="csX43" fmla="*/ 781050 w 8572500"/>
              <a:gd name="csY43" fmla="*/ 638175 h 638175"/>
              <a:gd name="csX44" fmla="*/ 390525 w 8572500"/>
              <a:gd name="csY44" fmla="*/ 638175 h 638175"/>
              <a:gd name="csX45" fmla="*/ 0 w 8572500"/>
              <a:gd name="csY45" fmla="*/ 638175 h 6381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638175">
                <a:moveTo>
                  <a:pt x="0" y="76200"/>
                </a:moveTo>
                <a:lnTo>
                  <a:pt x="390525" y="9525"/>
                </a:lnTo>
                <a:lnTo>
                  <a:pt x="781050" y="123825"/>
                </a:lnTo>
                <a:lnTo>
                  <a:pt x="1171575" y="142875"/>
                </a:lnTo>
                <a:lnTo>
                  <a:pt x="1562100" y="76200"/>
                </a:lnTo>
                <a:lnTo>
                  <a:pt x="1952625" y="76200"/>
                </a:lnTo>
                <a:lnTo>
                  <a:pt x="2333625" y="171450"/>
                </a:lnTo>
                <a:lnTo>
                  <a:pt x="2724150" y="76200"/>
                </a:lnTo>
                <a:lnTo>
                  <a:pt x="3114675" y="123825"/>
                </a:lnTo>
                <a:lnTo>
                  <a:pt x="3505200" y="142875"/>
                </a:lnTo>
                <a:lnTo>
                  <a:pt x="3895725" y="19050"/>
                </a:lnTo>
                <a:lnTo>
                  <a:pt x="4286250" y="123825"/>
                </a:lnTo>
                <a:lnTo>
                  <a:pt x="4676775" y="142875"/>
                </a:lnTo>
                <a:lnTo>
                  <a:pt x="5067300" y="152400"/>
                </a:lnTo>
                <a:lnTo>
                  <a:pt x="5457825" y="133350"/>
                </a:lnTo>
                <a:lnTo>
                  <a:pt x="5848350" y="0"/>
                </a:lnTo>
                <a:lnTo>
                  <a:pt x="6238875" y="66675"/>
                </a:lnTo>
                <a:lnTo>
                  <a:pt x="6619875" y="28575"/>
                </a:lnTo>
                <a:lnTo>
                  <a:pt x="7010400" y="28575"/>
                </a:lnTo>
                <a:lnTo>
                  <a:pt x="7400925" y="47625"/>
                </a:lnTo>
                <a:lnTo>
                  <a:pt x="7791450" y="161925"/>
                </a:lnTo>
                <a:lnTo>
                  <a:pt x="8181975" y="47625"/>
                </a:lnTo>
                <a:lnTo>
                  <a:pt x="8572500" y="47625"/>
                </a:lnTo>
                <a:lnTo>
                  <a:pt x="8572500" y="638175"/>
                </a:lnTo>
                <a:lnTo>
                  <a:pt x="8181975" y="638175"/>
                </a:lnTo>
                <a:lnTo>
                  <a:pt x="7791450" y="638175"/>
                </a:lnTo>
                <a:lnTo>
                  <a:pt x="7400925" y="638175"/>
                </a:lnTo>
                <a:lnTo>
                  <a:pt x="7010400" y="638175"/>
                </a:lnTo>
                <a:lnTo>
                  <a:pt x="6619875" y="638175"/>
                </a:lnTo>
                <a:lnTo>
                  <a:pt x="6238875" y="638175"/>
                </a:lnTo>
                <a:lnTo>
                  <a:pt x="5848350" y="638175"/>
                </a:lnTo>
                <a:lnTo>
                  <a:pt x="5457825" y="638175"/>
                </a:lnTo>
                <a:lnTo>
                  <a:pt x="5067300" y="638175"/>
                </a:lnTo>
                <a:lnTo>
                  <a:pt x="4676775" y="638175"/>
                </a:lnTo>
                <a:lnTo>
                  <a:pt x="4286250" y="638175"/>
                </a:lnTo>
                <a:lnTo>
                  <a:pt x="3895725" y="638175"/>
                </a:lnTo>
                <a:lnTo>
                  <a:pt x="3505200" y="638175"/>
                </a:lnTo>
                <a:lnTo>
                  <a:pt x="3114675" y="638175"/>
                </a:lnTo>
                <a:lnTo>
                  <a:pt x="2724150" y="638175"/>
                </a:lnTo>
                <a:lnTo>
                  <a:pt x="2333625" y="638175"/>
                </a:lnTo>
                <a:lnTo>
                  <a:pt x="1952625" y="638175"/>
                </a:lnTo>
                <a:lnTo>
                  <a:pt x="1562100" y="638175"/>
                </a:lnTo>
                <a:lnTo>
                  <a:pt x="1171575" y="638175"/>
                </a:lnTo>
                <a:lnTo>
                  <a:pt x="781050" y="638175"/>
                </a:lnTo>
                <a:lnTo>
                  <a:pt x="390525" y="638175"/>
                </a:lnTo>
                <a:lnTo>
                  <a:pt x="0" y="638175"/>
                </a:lnTo>
                <a:close/>
              </a:path>
            </a:pathLst>
          </a:custGeom>
          <a:solidFill>
            <a:schemeClr val="accent2">
              <a:lumMod val="60000"/>
              <a:lumOff val="40000"/>
            </a:schemeClr>
          </a:solidFill>
          <a:ln w="9525" cap="flat">
            <a:noFill/>
            <a:prstDash val="solid"/>
            <a:miter/>
          </a:ln>
        </p:spPr>
        <p:txBody>
          <a:bodyPr/>
          <a:lstStyle/>
          <a:p>
            <a:endParaRPr lang="en-US"/>
          </a:p>
        </p:txBody>
      </p:sp>
      <p:sp>
        <p:nvSpPr>
          <p:cNvPr id="223" name="Freeform: Shape 222">
            <a:extLst>
              <a:ext uri="{FF2B5EF4-FFF2-40B4-BE49-F238E27FC236}">
                <a16:creationId xmlns:a16="http://schemas.microsoft.com/office/drawing/2014/main" id="{67E5C2A3-8F25-622F-D3EC-74C8C2521365}"/>
              </a:ext>
            </a:extLst>
          </p:cNvPr>
          <p:cNvSpPr/>
          <p:nvPr/>
        </p:nvSpPr>
        <p:spPr>
          <a:xfrm rot="10976236">
            <a:off x="-351353" y="-1810446"/>
            <a:ext cx="12987320" cy="870530"/>
          </a:xfrm>
          <a:custGeom>
            <a:avLst/>
            <a:gdLst>
              <a:gd name="csX0" fmla="*/ 0 w 8572500"/>
              <a:gd name="csY0" fmla="*/ 152400 h 466725"/>
              <a:gd name="csX1" fmla="*/ 390525 w 8572500"/>
              <a:gd name="csY1" fmla="*/ 104775 h 466725"/>
              <a:gd name="csX2" fmla="*/ 781050 w 8572500"/>
              <a:gd name="csY2" fmla="*/ 57150 h 466725"/>
              <a:gd name="csX3" fmla="*/ 1171575 w 8572500"/>
              <a:gd name="csY3" fmla="*/ 28575 h 466725"/>
              <a:gd name="csX4" fmla="*/ 1562100 w 8572500"/>
              <a:gd name="csY4" fmla="*/ 123825 h 466725"/>
              <a:gd name="csX5" fmla="*/ 1952625 w 8572500"/>
              <a:gd name="csY5" fmla="*/ 133350 h 466725"/>
              <a:gd name="csX6" fmla="*/ 2333625 w 8572500"/>
              <a:gd name="csY6" fmla="*/ 9525 h 466725"/>
              <a:gd name="csX7" fmla="*/ 2724150 w 8572500"/>
              <a:gd name="csY7" fmla="*/ 57150 h 466725"/>
              <a:gd name="csX8" fmla="*/ 3114675 w 8572500"/>
              <a:gd name="csY8" fmla="*/ 28575 h 466725"/>
              <a:gd name="csX9" fmla="*/ 3505200 w 8572500"/>
              <a:gd name="csY9" fmla="*/ 171450 h 466725"/>
              <a:gd name="csX10" fmla="*/ 3895725 w 8572500"/>
              <a:gd name="csY10" fmla="*/ 152400 h 466725"/>
              <a:gd name="csX11" fmla="*/ 4286250 w 8572500"/>
              <a:gd name="csY11" fmla="*/ 161925 h 466725"/>
              <a:gd name="csX12" fmla="*/ 4676775 w 8572500"/>
              <a:gd name="csY12" fmla="*/ 95250 h 466725"/>
              <a:gd name="csX13" fmla="*/ 5067300 w 8572500"/>
              <a:gd name="csY13" fmla="*/ 171450 h 466725"/>
              <a:gd name="csX14" fmla="*/ 5457825 w 8572500"/>
              <a:gd name="csY14" fmla="*/ 114300 h 466725"/>
              <a:gd name="csX15" fmla="*/ 5848350 w 8572500"/>
              <a:gd name="csY15" fmla="*/ 95250 h 466725"/>
              <a:gd name="csX16" fmla="*/ 6238875 w 8572500"/>
              <a:gd name="csY16" fmla="*/ 104775 h 466725"/>
              <a:gd name="csX17" fmla="*/ 6619875 w 8572500"/>
              <a:gd name="csY17" fmla="*/ 152400 h 466725"/>
              <a:gd name="csX18" fmla="*/ 7010400 w 8572500"/>
              <a:gd name="csY18" fmla="*/ 95250 h 466725"/>
              <a:gd name="csX19" fmla="*/ 7400925 w 8572500"/>
              <a:gd name="csY19" fmla="*/ 28575 h 466725"/>
              <a:gd name="csX20" fmla="*/ 7791450 w 8572500"/>
              <a:gd name="csY20" fmla="*/ 123825 h 466725"/>
              <a:gd name="csX21" fmla="*/ 8181975 w 8572500"/>
              <a:gd name="csY21" fmla="*/ 0 h 466725"/>
              <a:gd name="csX22" fmla="*/ 8572500 w 8572500"/>
              <a:gd name="csY22" fmla="*/ 85725 h 466725"/>
              <a:gd name="csX23" fmla="*/ 8572500 w 8572500"/>
              <a:gd name="csY23" fmla="*/ 466725 h 466725"/>
              <a:gd name="csX24" fmla="*/ 8181975 w 8572500"/>
              <a:gd name="csY24" fmla="*/ 466725 h 466725"/>
              <a:gd name="csX25" fmla="*/ 7791450 w 8572500"/>
              <a:gd name="csY25" fmla="*/ 466725 h 466725"/>
              <a:gd name="csX26" fmla="*/ 7400925 w 8572500"/>
              <a:gd name="csY26" fmla="*/ 466725 h 466725"/>
              <a:gd name="csX27" fmla="*/ 7010400 w 8572500"/>
              <a:gd name="csY27" fmla="*/ 466725 h 466725"/>
              <a:gd name="csX28" fmla="*/ 6619875 w 8572500"/>
              <a:gd name="csY28" fmla="*/ 466725 h 466725"/>
              <a:gd name="csX29" fmla="*/ 6238875 w 8572500"/>
              <a:gd name="csY29" fmla="*/ 466725 h 466725"/>
              <a:gd name="csX30" fmla="*/ 5848350 w 8572500"/>
              <a:gd name="csY30" fmla="*/ 466725 h 466725"/>
              <a:gd name="csX31" fmla="*/ 5457825 w 8572500"/>
              <a:gd name="csY31" fmla="*/ 466725 h 466725"/>
              <a:gd name="csX32" fmla="*/ 5067300 w 8572500"/>
              <a:gd name="csY32" fmla="*/ 466725 h 466725"/>
              <a:gd name="csX33" fmla="*/ 4676775 w 8572500"/>
              <a:gd name="csY33" fmla="*/ 466725 h 466725"/>
              <a:gd name="csX34" fmla="*/ 4286250 w 8572500"/>
              <a:gd name="csY34" fmla="*/ 466725 h 466725"/>
              <a:gd name="csX35" fmla="*/ 3895725 w 8572500"/>
              <a:gd name="csY35" fmla="*/ 466725 h 466725"/>
              <a:gd name="csX36" fmla="*/ 3505200 w 8572500"/>
              <a:gd name="csY36" fmla="*/ 466725 h 466725"/>
              <a:gd name="csX37" fmla="*/ 3114675 w 8572500"/>
              <a:gd name="csY37" fmla="*/ 466725 h 466725"/>
              <a:gd name="csX38" fmla="*/ 2724150 w 8572500"/>
              <a:gd name="csY38" fmla="*/ 466725 h 466725"/>
              <a:gd name="csX39" fmla="*/ 2333625 w 8572500"/>
              <a:gd name="csY39" fmla="*/ 466725 h 466725"/>
              <a:gd name="csX40" fmla="*/ 1952625 w 8572500"/>
              <a:gd name="csY40" fmla="*/ 466725 h 466725"/>
              <a:gd name="csX41" fmla="*/ 1562100 w 8572500"/>
              <a:gd name="csY41" fmla="*/ 466725 h 466725"/>
              <a:gd name="csX42" fmla="*/ 1171575 w 8572500"/>
              <a:gd name="csY42" fmla="*/ 466725 h 466725"/>
              <a:gd name="csX43" fmla="*/ 781050 w 8572500"/>
              <a:gd name="csY43" fmla="*/ 466725 h 466725"/>
              <a:gd name="csX44" fmla="*/ 390525 w 8572500"/>
              <a:gd name="csY44" fmla="*/ 466725 h 466725"/>
              <a:gd name="csX45" fmla="*/ 0 w 8572500"/>
              <a:gd name="csY45" fmla="*/ 466725 h 4667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466725">
                <a:moveTo>
                  <a:pt x="0" y="152400"/>
                </a:moveTo>
                <a:lnTo>
                  <a:pt x="390525" y="104775"/>
                </a:lnTo>
                <a:lnTo>
                  <a:pt x="781050" y="57150"/>
                </a:lnTo>
                <a:lnTo>
                  <a:pt x="1171575" y="28575"/>
                </a:lnTo>
                <a:lnTo>
                  <a:pt x="1562100" y="123825"/>
                </a:lnTo>
                <a:lnTo>
                  <a:pt x="1952625" y="133350"/>
                </a:lnTo>
                <a:lnTo>
                  <a:pt x="2333625" y="9525"/>
                </a:lnTo>
                <a:lnTo>
                  <a:pt x="2724150" y="57150"/>
                </a:lnTo>
                <a:lnTo>
                  <a:pt x="3114675" y="28575"/>
                </a:lnTo>
                <a:lnTo>
                  <a:pt x="3505200" y="171450"/>
                </a:lnTo>
                <a:lnTo>
                  <a:pt x="3895725" y="152400"/>
                </a:lnTo>
                <a:lnTo>
                  <a:pt x="4286250" y="161925"/>
                </a:lnTo>
                <a:lnTo>
                  <a:pt x="4676775" y="95250"/>
                </a:lnTo>
                <a:lnTo>
                  <a:pt x="5067300" y="171450"/>
                </a:lnTo>
                <a:lnTo>
                  <a:pt x="5457825" y="114300"/>
                </a:lnTo>
                <a:lnTo>
                  <a:pt x="5848350" y="95250"/>
                </a:lnTo>
                <a:lnTo>
                  <a:pt x="6238875" y="104775"/>
                </a:lnTo>
                <a:lnTo>
                  <a:pt x="6619875" y="152400"/>
                </a:lnTo>
                <a:lnTo>
                  <a:pt x="7010400" y="95250"/>
                </a:lnTo>
                <a:lnTo>
                  <a:pt x="7400925" y="28575"/>
                </a:lnTo>
                <a:lnTo>
                  <a:pt x="7791450" y="123825"/>
                </a:lnTo>
                <a:lnTo>
                  <a:pt x="8181975" y="0"/>
                </a:lnTo>
                <a:lnTo>
                  <a:pt x="8572500" y="85725"/>
                </a:lnTo>
                <a:lnTo>
                  <a:pt x="8572500" y="466725"/>
                </a:lnTo>
                <a:lnTo>
                  <a:pt x="8181975" y="466725"/>
                </a:lnTo>
                <a:lnTo>
                  <a:pt x="7791450" y="466725"/>
                </a:lnTo>
                <a:lnTo>
                  <a:pt x="7400925" y="466725"/>
                </a:lnTo>
                <a:lnTo>
                  <a:pt x="7010400" y="466725"/>
                </a:lnTo>
                <a:lnTo>
                  <a:pt x="6619875" y="466725"/>
                </a:lnTo>
                <a:lnTo>
                  <a:pt x="6238875" y="466725"/>
                </a:lnTo>
                <a:lnTo>
                  <a:pt x="5848350" y="466725"/>
                </a:lnTo>
                <a:lnTo>
                  <a:pt x="5457825" y="466725"/>
                </a:lnTo>
                <a:lnTo>
                  <a:pt x="5067300" y="466725"/>
                </a:lnTo>
                <a:lnTo>
                  <a:pt x="4676775" y="466725"/>
                </a:lnTo>
                <a:lnTo>
                  <a:pt x="4286250" y="466725"/>
                </a:lnTo>
                <a:lnTo>
                  <a:pt x="3895725" y="466725"/>
                </a:lnTo>
                <a:lnTo>
                  <a:pt x="3505200" y="466725"/>
                </a:lnTo>
                <a:lnTo>
                  <a:pt x="3114675" y="466725"/>
                </a:lnTo>
                <a:lnTo>
                  <a:pt x="2724150" y="466725"/>
                </a:lnTo>
                <a:lnTo>
                  <a:pt x="2333625" y="466725"/>
                </a:lnTo>
                <a:lnTo>
                  <a:pt x="1952625" y="466725"/>
                </a:lnTo>
                <a:lnTo>
                  <a:pt x="1562100" y="466725"/>
                </a:lnTo>
                <a:lnTo>
                  <a:pt x="1171575" y="466725"/>
                </a:lnTo>
                <a:lnTo>
                  <a:pt x="781050" y="466725"/>
                </a:lnTo>
                <a:lnTo>
                  <a:pt x="390525" y="466725"/>
                </a:lnTo>
                <a:lnTo>
                  <a:pt x="0" y="466725"/>
                </a:lnTo>
                <a:close/>
              </a:path>
            </a:pathLst>
          </a:custGeom>
          <a:solidFill>
            <a:schemeClr val="accent2"/>
          </a:solidFill>
          <a:ln w="9525" cap="flat">
            <a:noFill/>
            <a:prstDash val="solid"/>
            <a:miter/>
          </a:ln>
        </p:spPr>
        <p:txBody>
          <a:bodyPr/>
          <a:lstStyle/>
          <a:p>
            <a:endParaRPr lang="en-US"/>
          </a:p>
        </p:txBody>
      </p:sp>
      <p:cxnSp>
        <p:nvCxnSpPr>
          <p:cNvPr id="228" name="Straight Connector 227">
            <a:extLst>
              <a:ext uri="{FF2B5EF4-FFF2-40B4-BE49-F238E27FC236}">
                <a16:creationId xmlns:a16="http://schemas.microsoft.com/office/drawing/2014/main" id="{8A57D783-7994-F7D4-6D87-992D3B3B3BF4}"/>
              </a:ext>
            </a:extLst>
          </p:cNvPr>
          <p:cNvCxnSpPr>
            <a:cxnSpLocks/>
          </p:cNvCxnSpPr>
          <p:nvPr/>
        </p:nvCxnSpPr>
        <p:spPr>
          <a:xfrm>
            <a:off x="952500" y="1384300"/>
            <a:ext cx="3048000" cy="0"/>
          </a:xfrm>
          <a:prstGeom prst="line">
            <a:avLst/>
          </a:prstGeom>
        </p:spPr>
        <p:style>
          <a:lnRef idx="2">
            <a:schemeClr val="accent1"/>
          </a:lnRef>
          <a:fillRef idx="0">
            <a:schemeClr val="accent1"/>
          </a:fillRef>
          <a:effectRef idx="1">
            <a:schemeClr val="accent1"/>
          </a:effectRef>
          <a:fontRef idx="minor">
            <a:schemeClr val="tx1"/>
          </a:fontRef>
        </p:style>
      </p:cxnSp>
      <p:pic>
        <p:nvPicPr>
          <p:cNvPr id="4" name="Picture 3">
            <a:extLst>
              <a:ext uri="{FF2B5EF4-FFF2-40B4-BE49-F238E27FC236}">
                <a16:creationId xmlns:a16="http://schemas.microsoft.com/office/drawing/2014/main" id="{755C20D3-429C-3700-7713-BE5A00B060A1}"/>
              </a:ext>
            </a:extLst>
          </p:cNvPr>
          <p:cNvPicPr>
            <a:picLocks noChangeAspect="1"/>
          </p:cNvPicPr>
          <p:nvPr/>
        </p:nvPicPr>
        <p:blipFill>
          <a:blip r:embed="rId2"/>
          <a:stretch>
            <a:fillRect/>
          </a:stretch>
        </p:blipFill>
        <p:spPr>
          <a:xfrm>
            <a:off x="8425521" y="1566574"/>
            <a:ext cx="3151458" cy="4377026"/>
          </a:xfrm>
          <a:prstGeom prst="rect">
            <a:avLst/>
          </a:prstGeom>
        </p:spPr>
      </p:pic>
      <p:grpSp>
        <p:nvGrpSpPr>
          <p:cNvPr id="17" name="Group 16">
            <a:extLst>
              <a:ext uri="{FF2B5EF4-FFF2-40B4-BE49-F238E27FC236}">
                <a16:creationId xmlns:a16="http://schemas.microsoft.com/office/drawing/2014/main" id="{3C43D913-0247-38BE-45FB-376D1834102C}"/>
              </a:ext>
            </a:extLst>
          </p:cNvPr>
          <p:cNvGrpSpPr/>
          <p:nvPr/>
        </p:nvGrpSpPr>
        <p:grpSpPr>
          <a:xfrm>
            <a:off x="-24384000" y="5943600"/>
            <a:ext cx="24384000" cy="1589314"/>
            <a:chOff x="0" y="5268686"/>
            <a:chExt cx="24384000" cy="1589314"/>
          </a:xfrm>
        </p:grpSpPr>
        <p:sp>
          <p:nvSpPr>
            <p:cNvPr id="18" name="Freeform: Shape 17">
              <a:extLst>
                <a:ext uri="{FF2B5EF4-FFF2-40B4-BE49-F238E27FC236}">
                  <a16:creationId xmlns:a16="http://schemas.microsoft.com/office/drawing/2014/main" id="{29CCB5B3-E659-F82F-630B-1BEC5DA6B4D6}"/>
                </a:ext>
              </a:extLst>
            </p:cNvPr>
            <p:cNvSpPr/>
            <p:nvPr/>
          </p:nvSpPr>
          <p:spPr>
            <a:xfrm>
              <a:off x="0" y="5268686"/>
              <a:ext cx="12192000" cy="1589314"/>
            </a:xfrm>
            <a:custGeom>
              <a:avLst/>
              <a:gdLst>
                <a:gd name="csX0" fmla="*/ 0 w 8572500"/>
                <a:gd name="csY0" fmla="*/ 9525 h 990600"/>
                <a:gd name="csX1" fmla="*/ 390525 w 8572500"/>
                <a:gd name="csY1" fmla="*/ 38100 h 990600"/>
                <a:gd name="csX2" fmla="*/ 781050 w 8572500"/>
                <a:gd name="csY2" fmla="*/ 0 h 990600"/>
                <a:gd name="csX3" fmla="*/ 1171575 w 8572500"/>
                <a:gd name="csY3" fmla="*/ 28575 h 990600"/>
                <a:gd name="csX4" fmla="*/ 1562100 w 8572500"/>
                <a:gd name="csY4" fmla="*/ 9525 h 990600"/>
                <a:gd name="csX5" fmla="*/ 1952625 w 8572500"/>
                <a:gd name="csY5" fmla="*/ 38100 h 990600"/>
                <a:gd name="csX6" fmla="*/ 2333625 w 8572500"/>
                <a:gd name="csY6" fmla="*/ 19050 h 990600"/>
                <a:gd name="csX7" fmla="*/ 2724150 w 8572500"/>
                <a:gd name="csY7" fmla="*/ 104775 h 990600"/>
                <a:gd name="csX8" fmla="*/ 3114675 w 8572500"/>
                <a:gd name="csY8" fmla="*/ 114300 h 990600"/>
                <a:gd name="csX9" fmla="*/ 3505200 w 8572500"/>
                <a:gd name="csY9" fmla="*/ 190500 h 990600"/>
                <a:gd name="csX10" fmla="*/ 3895725 w 8572500"/>
                <a:gd name="csY10" fmla="*/ 47625 h 990600"/>
                <a:gd name="csX11" fmla="*/ 4286250 w 8572500"/>
                <a:gd name="csY11" fmla="*/ 190500 h 990600"/>
                <a:gd name="csX12" fmla="*/ 4676775 w 8572500"/>
                <a:gd name="csY12" fmla="*/ 190500 h 990600"/>
                <a:gd name="csX13" fmla="*/ 5067300 w 8572500"/>
                <a:gd name="csY13" fmla="*/ 66675 h 990600"/>
                <a:gd name="csX14" fmla="*/ 5457825 w 8572500"/>
                <a:gd name="csY14" fmla="*/ 85725 h 990600"/>
                <a:gd name="csX15" fmla="*/ 5848350 w 8572500"/>
                <a:gd name="csY15" fmla="*/ 47625 h 990600"/>
                <a:gd name="csX16" fmla="*/ 6238875 w 8572500"/>
                <a:gd name="csY16" fmla="*/ 28575 h 990600"/>
                <a:gd name="csX17" fmla="*/ 6619875 w 8572500"/>
                <a:gd name="csY17" fmla="*/ 180975 h 990600"/>
                <a:gd name="csX18" fmla="*/ 7010400 w 8572500"/>
                <a:gd name="csY18" fmla="*/ 114300 h 990600"/>
                <a:gd name="csX19" fmla="*/ 7400925 w 8572500"/>
                <a:gd name="csY19" fmla="*/ 180975 h 990600"/>
                <a:gd name="csX20" fmla="*/ 7791450 w 8572500"/>
                <a:gd name="csY20" fmla="*/ 38100 h 990600"/>
                <a:gd name="csX21" fmla="*/ 8181975 w 8572500"/>
                <a:gd name="csY21" fmla="*/ 171450 h 990600"/>
                <a:gd name="csX22" fmla="*/ 8572500 w 8572500"/>
                <a:gd name="csY22" fmla="*/ 171450 h 990600"/>
                <a:gd name="csX23" fmla="*/ 8572500 w 8572500"/>
                <a:gd name="csY23" fmla="*/ 990600 h 990600"/>
                <a:gd name="csX24" fmla="*/ 8181975 w 8572500"/>
                <a:gd name="csY24" fmla="*/ 990600 h 990600"/>
                <a:gd name="csX25" fmla="*/ 7791450 w 8572500"/>
                <a:gd name="csY25" fmla="*/ 990600 h 990600"/>
                <a:gd name="csX26" fmla="*/ 7400925 w 8572500"/>
                <a:gd name="csY26" fmla="*/ 990600 h 990600"/>
                <a:gd name="csX27" fmla="*/ 7010400 w 8572500"/>
                <a:gd name="csY27" fmla="*/ 990600 h 990600"/>
                <a:gd name="csX28" fmla="*/ 6619875 w 8572500"/>
                <a:gd name="csY28" fmla="*/ 990600 h 990600"/>
                <a:gd name="csX29" fmla="*/ 6238875 w 8572500"/>
                <a:gd name="csY29" fmla="*/ 990600 h 990600"/>
                <a:gd name="csX30" fmla="*/ 5848350 w 8572500"/>
                <a:gd name="csY30" fmla="*/ 990600 h 990600"/>
                <a:gd name="csX31" fmla="*/ 5457825 w 8572500"/>
                <a:gd name="csY31" fmla="*/ 990600 h 990600"/>
                <a:gd name="csX32" fmla="*/ 5067300 w 8572500"/>
                <a:gd name="csY32" fmla="*/ 990600 h 990600"/>
                <a:gd name="csX33" fmla="*/ 4676775 w 8572500"/>
                <a:gd name="csY33" fmla="*/ 990600 h 990600"/>
                <a:gd name="csX34" fmla="*/ 4286250 w 8572500"/>
                <a:gd name="csY34" fmla="*/ 990600 h 990600"/>
                <a:gd name="csX35" fmla="*/ 3895725 w 8572500"/>
                <a:gd name="csY35" fmla="*/ 990600 h 990600"/>
                <a:gd name="csX36" fmla="*/ 3505200 w 8572500"/>
                <a:gd name="csY36" fmla="*/ 990600 h 990600"/>
                <a:gd name="csX37" fmla="*/ 3114675 w 8572500"/>
                <a:gd name="csY37" fmla="*/ 990600 h 990600"/>
                <a:gd name="csX38" fmla="*/ 2724150 w 8572500"/>
                <a:gd name="csY38" fmla="*/ 990600 h 990600"/>
                <a:gd name="csX39" fmla="*/ 2333625 w 8572500"/>
                <a:gd name="csY39" fmla="*/ 990600 h 990600"/>
                <a:gd name="csX40" fmla="*/ 1952625 w 8572500"/>
                <a:gd name="csY40" fmla="*/ 990600 h 990600"/>
                <a:gd name="csX41" fmla="*/ 1562100 w 8572500"/>
                <a:gd name="csY41" fmla="*/ 990600 h 990600"/>
                <a:gd name="csX42" fmla="*/ 1171575 w 8572500"/>
                <a:gd name="csY42" fmla="*/ 990600 h 990600"/>
                <a:gd name="csX43" fmla="*/ 781050 w 8572500"/>
                <a:gd name="csY43" fmla="*/ 990600 h 990600"/>
                <a:gd name="csX44" fmla="*/ 390525 w 8572500"/>
                <a:gd name="csY44" fmla="*/ 990600 h 990600"/>
                <a:gd name="csX45" fmla="*/ 0 w 8572500"/>
                <a:gd name="csY45" fmla="*/ 990600 h 990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990600">
                  <a:moveTo>
                    <a:pt x="0" y="9525"/>
                  </a:moveTo>
                  <a:lnTo>
                    <a:pt x="390525" y="38100"/>
                  </a:lnTo>
                  <a:lnTo>
                    <a:pt x="781050" y="0"/>
                  </a:lnTo>
                  <a:lnTo>
                    <a:pt x="1171575" y="28575"/>
                  </a:lnTo>
                  <a:lnTo>
                    <a:pt x="1562100" y="9525"/>
                  </a:lnTo>
                  <a:lnTo>
                    <a:pt x="1952625" y="38100"/>
                  </a:lnTo>
                  <a:lnTo>
                    <a:pt x="2333625" y="19050"/>
                  </a:lnTo>
                  <a:lnTo>
                    <a:pt x="2724150" y="104775"/>
                  </a:lnTo>
                  <a:lnTo>
                    <a:pt x="3114675" y="114300"/>
                  </a:lnTo>
                  <a:lnTo>
                    <a:pt x="3505200" y="190500"/>
                  </a:lnTo>
                  <a:lnTo>
                    <a:pt x="3895725" y="47625"/>
                  </a:lnTo>
                  <a:lnTo>
                    <a:pt x="4286250" y="190500"/>
                  </a:lnTo>
                  <a:lnTo>
                    <a:pt x="4676775" y="190500"/>
                  </a:lnTo>
                  <a:lnTo>
                    <a:pt x="5067300" y="66675"/>
                  </a:lnTo>
                  <a:lnTo>
                    <a:pt x="5457825" y="85725"/>
                  </a:lnTo>
                  <a:lnTo>
                    <a:pt x="5848350" y="47625"/>
                  </a:lnTo>
                  <a:lnTo>
                    <a:pt x="6238875" y="28575"/>
                  </a:lnTo>
                  <a:lnTo>
                    <a:pt x="6619875" y="180975"/>
                  </a:lnTo>
                  <a:lnTo>
                    <a:pt x="7010400" y="114300"/>
                  </a:lnTo>
                  <a:lnTo>
                    <a:pt x="7400925" y="180975"/>
                  </a:lnTo>
                  <a:lnTo>
                    <a:pt x="7791450" y="38100"/>
                  </a:lnTo>
                  <a:lnTo>
                    <a:pt x="8181975" y="171450"/>
                  </a:lnTo>
                  <a:lnTo>
                    <a:pt x="8572500" y="171450"/>
                  </a:lnTo>
                  <a:lnTo>
                    <a:pt x="8572500" y="990600"/>
                  </a:lnTo>
                  <a:lnTo>
                    <a:pt x="8181975" y="990600"/>
                  </a:lnTo>
                  <a:lnTo>
                    <a:pt x="7791450" y="990600"/>
                  </a:lnTo>
                  <a:lnTo>
                    <a:pt x="7400925" y="990600"/>
                  </a:lnTo>
                  <a:lnTo>
                    <a:pt x="7010400" y="990600"/>
                  </a:lnTo>
                  <a:lnTo>
                    <a:pt x="6619875" y="990600"/>
                  </a:lnTo>
                  <a:lnTo>
                    <a:pt x="6238875" y="990600"/>
                  </a:lnTo>
                  <a:lnTo>
                    <a:pt x="5848350" y="990600"/>
                  </a:lnTo>
                  <a:lnTo>
                    <a:pt x="5457825" y="990600"/>
                  </a:lnTo>
                  <a:lnTo>
                    <a:pt x="5067300" y="990600"/>
                  </a:lnTo>
                  <a:lnTo>
                    <a:pt x="4676775" y="990600"/>
                  </a:lnTo>
                  <a:lnTo>
                    <a:pt x="4286250" y="990600"/>
                  </a:lnTo>
                  <a:lnTo>
                    <a:pt x="3895725" y="990600"/>
                  </a:lnTo>
                  <a:lnTo>
                    <a:pt x="3505200" y="990600"/>
                  </a:lnTo>
                  <a:lnTo>
                    <a:pt x="3114675" y="990600"/>
                  </a:lnTo>
                  <a:lnTo>
                    <a:pt x="2724150" y="990600"/>
                  </a:lnTo>
                  <a:lnTo>
                    <a:pt x="2333625" y="990600"/>
                  </a:lnTo>
                  <a:lnTo>
                    <a:pt x="1952625" y="990600"/>
                  </a:lnTo>
                  <a:lnTo>
                    <a:pt x="1562100" y="990600"/>
                  </a:lnTo>
                  <a:lnTo>
                    <a:pt x="1171575" y="990600"/>
                  </a:lnTo>
                  <a:lnTo>
                    <a:pt x="781050" y="990600"/>
                  </a:lnTo>
                  <a:lnTo>
                    <a:pt x="390525" y="990600"/>
                  </a:lnTo>
                  <a:lnTo>
                    <a:pt x="0" y="990600"/>
                  </a:lnTo>
                  <a:close/>
                </a:path>
              </a:pathLst>
            </a:custGeom>
            <a:solidFill>
              <a:schemeClr val="accent2">
                <a:lumMod val="20000"/>
                <a:lumOff val="80000"/>
              </a:schemeClr>
            </a:solidFill>
            <a:ln w="9525" cap="flat">
              <a:noFill/>
              <a:prstDash val="solid"/>
              <a:miter/>
            </a:ln>
          </p:spPr>
          <p:txBody>
            <a:bodyPr/>
            <a:lstStyle/>
            <a:p>
              <a:endParaRPr lang="en-US"/>
            </a:p>
          </p:txBody>
        </p:sp>
        <p:sp>
          <p:nvSpPr>
            <p:cNvPr id="19" name="Freeform: Shape 18">
              <a:extLst>
                <a:ext uri="{FF2B5EF4-FFF2-40B4-BE49-F238E27FC236}">
                  <a16:creationId xmlns:a16="http://schemas.microsoft.com/office/drawing/2014/main" id="{33914D87-4283-5A6E-113C-1520D0957552}"/>
                </a:ext>
              </a:extLst>
            </p:cNvPr>
            <p:cNvSpPr/>
            <p:nvPr/>
          </p:nvSpPr>
          <p:spPr>
            <a:xfrm>
              <a:off x="0" y="5543760"/>
              <a:ext cx="12192000" cy="1314240"/>
            </a:xfrm>
            <a:custGeom>
              <a:avLst/>
              <a:gdLst>
                <a:gd name="csX0" fmla="*/ 0 w 8572500"/>
                <a:gd name="csY0" fmla="*/ 38100 h 819150"/>
                <a:gd name="csX1" fmla="*/ 390525 w 8572500"/>
                <a:gd name="csY1" fmla="*/ 95250 h 819150"/>
                <a:gd name="csX2" fmla="*/ 781050 w 8572500"/>
                <a:gd name="csY2" fmla="*/ 66675 h 819150"/>
                <a:gd name="csX3" fmla="*/ 1171575 w 8572500"/>
                <a:gd name="csY3" fmla="*/ 19050 h 819150"/>
                <a:gd name="csX4" fmla="*/ 1562100 w 8572500"/>
                <a:gd name="csY4" fmla="*/ 142875 h 819150"/>
                <a:gd name="csX5" fmla="*/ 1952625 w 8572500"/>
                <a:gd name="csY5" fmla="*/ 161925 h 819150"/>
                <a:gd name="csX6" fmla="*/ 2333625 w 8572500"/>
                <a:gd name="csY6" fmla="*/ 47625 h 819150"/>
                <a:gd name="csX7" fmla="*/ 2724150 w 8572500"/>
                <a:gd name="csY7" fmla="*/ 123825 h 819150"/>
                <a:gd name="csX8" fmla="*/ 3114675 w 8572500"/>
                <a:gd name="csY8" fmla="*/ 95250 h 819150"/>
                <a:gd name="csX9" fmla="*/ 3505200 w 8572500"/>
                <a:gd name="csY9" fmla="*/ 190500 h 819150"/>
                <a:gd name="csX10" fmla="*/ 3895725 w 8572500"/>
                <a:gd name="csY10" fmla="*/ 142875 h 819150"/>
                <a:gd name="csX11" fmla="*/ 4286250 w 8572500"/>
                <a:gd name="csY11" fmla="*/ 28575 h 819150"/>
                <a:gd name="csX12" fmla="*/ 4676775 w 8572500"/>
                <a:gd name="csY12" fmla="*/ 190500 h 819150"/>
                <a:gd name="csX13" fmla="*/ 5067300 w 8572500"/>
                <a:gd name="csY13" fmla="*/ 142875 h 819150"/>
                <a:gd name="csX14" fmla="*/ 5457825 w 8572500"/>
                <a:gd name="csY14" fmla="*/ 0 h 819150"/>
                <a:gd name="csX15" fmla="*/ 5848350 w 8572500"/>
                <a:gd name="csY15" fmla="*/ 47625 h 819150"/>
                <a:gd name="csX16" fmla="*/ 6238875 w 8572500"/>
                <a:gd name="csY16" fmla="*/ 142875 h 819150"/>
                <a:gd name="csX17" fmla="*/ 6619875 w 8572500"/>
                <a:gd name="csY17" fmla="*/ 57150 h 819150"/>
                <a:gd name="csX18" fmla="*/ 7010400 w 8572500"/>
                <a:gd name="csY18" fmla="*/ 114300 h 819150"/>
                <a:gd name="csX19" fmla="*/ 7400925 w 8572500"/>
                <a:gd name="csY19" fmla="*/ 66675 h 819150"/>
                <a:gd name="csX20" fmla="*/ 7791450 w 8572500"/>
                <a:gd name="csY20" fmla="*/ 171450 h 819150"/>
                <a:gd name="csX21" fmla="*/ 8181975 w 8572500"/>
                <a:gd name="csY21" fmla="*/ 57150 h 819150"/>
                <a:gd name="csX22" fmla="*/ 8572500 w 8572500"/>
                <a:gd name="csY22" fmla="*/ 28575 h 819150"/>
                <a:gd name="csX23" fmla="*/ 8572500 w 8572500"/>
                <a:gd name="csY23" fmla="*/ 819150 h 819150"/>
                <a:gd name="csX24" fmla="*/ 8181975 w 8572500"/>
                <a:gd name="csY24" fmla="*/ 819150 h 819150"/>
                <a:gd name="csX25" fmla="*/ 7791450 w 8572500"/>
                <a:gd name="csY25" fmla="*/ 819150 h 819150"/>
                <a:gd name="csX26" fmla="*/ 7400925 w 8572500"/>
                <a:gd name="csY26" fmla="*/ 819150 h 819150"/>
                <a:gd name="csX27" fmla="*/ 7010400 w 8572500"/>
                <a:gd name="csY27" fmla="*/ 819150 h 819150"/>
                <a:gd name="csX28" fmla="*/ 6619875 w 8572500"/>
                <a:gd name="csY28" fmla="*/ 819150 h 819150"/>
                <a:gd name="csX29" fmla="*/ 6238875 w 8572500"/>
                <a:gd name="csY29" fmla="*/ 819150 h 819150"/>
                <a:gd name="csX30" fmla="*/ 5848350 w 8572500"/>
                <a:gd name="csY30" fmla="*/ 819150 h 819150"/>
                <a:gd name="csX31" fmla="*/ 5457825 w 8572500"/>
                <a:gd name="csY31" fmla="*/ 819150 h 819150"/>
                <a:gd name="csX32" fmla="*/ 5067300 w 8572500"/>
                <a:gd name="csY32" fmla="*/ 819150 h 819150"/>
                <a:gd name="csX33" fmla="*/ 4676775 w 8572500"/>
                <a:gd name="csY33" fmla="*/ 819150 h 819150"/>
                <a:gd name="csX34" fmla="*/ 4286250 w 8572500"/>
                <a:gd name="csY34" fmla="*/ 819150 h 819150"/>
                <a:gd name="csX35" fmla="*/ 3895725 w 8572500"/>
                <a:gd name="csY35" fmla="*/ 819150 h 819150"/>
                <a:gd name="csX36" fmla="*/ 3505200 w 8572500"/>
                <a:gd name="csY36" fmla="*/ 819150 h 819150"/>
                <a:gd name="csX37" fmla="*/ 3114675 w 8572500"/>
                <a:gd name="csY37" fmla="*/ 819150 h 819150"/>
                <a:gd name="csX38" fmla="*/ 2724150 w 8572500"/>
                <a:gd name="csY38" fmla="*/ 819150 h 819150"/>
                <a:gd name="csX39" fmla="*/ 2333625 w 8572500"/>
                <a:gd name="csY39" fmla="*/ 819150 h 819150"/>
                <a:gd name="csX40" fmla="*/ 1952625 w 8572500"/>
                <a:gd name="csY40" fmla="*/ 819150 h 819150"/>
                <a:gd name="csX41" fmla="*/ 1562100 w 8572500"/>
                <a:gd name="csY41" fmla="*/ 819150 h 819150"/>
                <a:gd name="csX42" fmla="*/ 1171575 w 8572500"/>
                <a:gd name="csY42" fmla="*/ 819150 h 819150"/>
                <a:gd name="csX43" fmla="*/ 781050 w 8572500"/>
                <a:gd name="csY43" fmla="*/ 819150 h 819150"/>
                <a:gd name="csX44" fmla="*/ 390525 w 8572500"/>
                <a:gd name="csY44" fmla="*/ 819150 h 819150"/>
                <a:gd name="csX45" fmla="*/ 0 w 8572500"/>
                <a:gd name="csY45" fmla="*/ 819150 h 8191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819150">
                  <a:moveTo>
                    <a:pt x="0" y="38100"/>
                  </a:moveTo>
                  <a:lnTo>
                    <a:pt x="390525" y="95250"/>
                  </a:lnTo>
                  <a:lnTo>
                    <a:pt x="781050" y="66675"/>
                  </a:lnTo>
                  <a:lnTo>
                    <a:pt x="1171575" y="19050"/>
                  </a:lnTo>
                  <a:lnTo>
                    <a:pt x="1562100" y="142875"/>
                  </a:lnTo>
                  <a:lnTo>
                    <a:pt x="1952625" y="161925"/>
                  </a:lnTo>
                  <a:lnTo>
                    <a:pt x="2333625" y="47625"/>
                  </a:lnTo>
                  <a:lnTo>
                    <a:pt x="2724150" y="123825"/>
                  </a:lnTo>
                  <a:lnTo>
                    <a:pt x="3114675" y="95250"/>
                  </a:lnTo>
                  <a:lnTo>
                    <a:pt x="3505200" y="190500"/>
                  </a:lnTo>
                  <a:lnTo>
                    <a:pt x="3895725" y="142875"/>
                  </a:lnTo>
                  <a:lnTo>
                    <a:pt x="4286250" y="28575"/>
                  </a:lnTo>
                  <a:lnTo>
                    <a:pt x="4676775" y="190500"/>
                  </a:lnTo>
                  <a:lnTo>
                    <a:pt x="5067300" y="142875"/>
                  </a:lnTo>
                  <a:lnTo>
                    <a:pt x="5457825" y="0"/>
                  </a:lnTo>
                  <a:lnTo>
                    <a:pt x="5848350" y="47625"/>
                  </a:lnTo>
                  <a:lnTo>
                    <a:pt x="6238875" y="142875"/>
                  </a:lnTo>
                  <a:lnTo>
                    <a:pt x="6619875" y="57150"/>
                  </a:lnTo>
                  <a:lnTo>
                    <a:pt x="7010400" y="114300"/>
                  </a:lnTo>
                  <a:lnTo>
                    <a:pt x="7400925" y="66675"/>
                  </a:lnTo>
                  <a:lnTo>
                    <a:pt x="7791450" y="171450"/>
                  </a:lnTo>
                  <a:lnTo>
                    <a:pt x="8181975" y="57150"/>
                  </a:lnTo>
                  <a:lnTo>
                    <a:pt x="8572500" y="28575"/>
                  </a:lnTo>
                  <a:lnTo>
                    <a:pt x="8572500" y="819150"/>
                  </a:lnTo>
                  <a:lnTo>
                    <a:pt x="8181975" y="819150"/>
                  </a:lnTo>
                  <a:lnTo>
                    <a:pt x="7791450" y="819150"/>
                  </a:lnTo>
                  <a:lnTo>
                    <a:pt x="7400925" y="819150"/>
                  </a:lnTo>
                  <a:lnTo>
                    <a:pt x="7010400" y="819150"/>
                  </a:lnTo>
                  <a:lnTo>
                    <a:pt x="6619875" y="819150"/>
                  </a:lnTo>
                  <a:lnTo>
                    <a:pt x="6238875" y="819150"/>
                  </a:lnTo>
                  <a:lnTo>
                    <a:pt x="5848350" y="819150"/>
                  </a:lnTo>
                  <a:lnTo>
                    <a:pt x="5457825" y="819150"/>
                  </a:lnTo>
                  <a:lnTo>
                    <a:pt x="5067300" y="819150"/>
                  </a:lnTo>
                  <a:lnTo>
                    <a:pt x="4676775" y="819150"/>
                  </a:lnTo>
                  <a:lnTo>
                    <a:pt x="4286250" y="819150"/>
                  </a:lnTo>
                  <a:lnTo>
                    <a:pt x="3895725" y="819150"/>
                  </a:lnTo>
                  <a:lnTo>
                    <a:pt x="3505200" y="819150"/>
                  </a:lnTo>
                  <a:lnTo>
                    <a:pt x="3114675" y="819150"/>
                  </a:lnTo>
                  <a:lnTo>
                    <a:pt x="2724150" y="819150"/>
                  </a:lnTo>
                  <a:lnTo>
                    <a:pt x="2333625" y="819150"/>
                  </a:lnTo>
                  <a:lnTo>
                    <a:pt x="1952625" y="819150"/>
                  </a:lnTo>
                  <a:lnTo>
                    <a:pt x="1562100" y="819150"/>
                  </a:lnTo>
                  <a:lnTo>
                    <a:pt x="1171575" y="819150"/>
                  </a:lnTo>
                  <a:lnTo>
                    <a:pt x="781050" y="819150"/>
                  </a:lnTo>
                  <a:lnTo>
                    <a:pt x="390525" y="819150"/>
                  </a:lnTo>
                  <a:lnTo>
                    <a:pt x="0" y="819150"/>
                  </a:lnTo>
                  <a:close/>
                </a:path>
              </a:pathLst>
            </a:custGeom>
            <a:solidFill>
              <a:schemeClr val="accent2">
                <a:lumMod val="40000"/>
                <a:lumOff val="60000"/>
              </a:schemeClr>
            </a:solidFill>
            <a:ln w="9525" cap="flat">
              <a:noFill/>
              <a:prstDash val="solid"/>
              <a:miter/>
            </a:ln>
          </p:spPr>
          <p:txBody>
            <a:bodyPr/>
            <a:lstStyle/>
            <a:p>
              <a:endParaRPr lang="en-US"/>
            </a:p>
          </p:txBody>
        </p:sp>
        <p:sp>
          <p:nvSpPr>
            <p:cNvPr id="20" name="Freeform: Shape 19">
              <a:extLst>
                <a:ext uri="{FF2B5EF4-FFF2-40B4-BE49-F238E27FC236}">
                  <a16:creationId xmlns:a16="http://schemas.microsoft.com/office/drawing/2014/main" id="{C507C2A2-BB99-CABA-479C-BFD714AC240E}"/>
                </a:ext>
              </a:extLst>
            </p:cNvPr>
            <p:cNvSpPr/>
            <p:nvPr/>
          </p:nvSpPr>
          <p:spPr>
            <a:xfrm>
              <a:off x="0" y="5834115"/>
              <a:ext cx="12192000" cy="1023885"/>
            </a:xfrm>
            <a:custGeom>
              <a:avLst/>
              <a:gdLst>
                <a:gd name="csX0" fmla="*/ 0 w 8572500"/>
                <a:gd name="csY0" fmla="*/ 76200 h 638175"/>
                <a:gd name="csX1" fmla="*/ 390525 w 8572500"/>
                <a:gd name="csY1" fmla="*/ 9525 h 638175"/>
                <a:gd name="csX2" fmla="*/ 781050 w 8572500"/>
                <a:gd name="csY2" fmla="*/ 123825 h 638175"/>
                <a:gd name="csX3" fmla="*/ 1171575 w 8572500"/>
                <a:gd name="csY3" fmla="*/ 142875 h 638175"/>
                <a:gd name="csX4" fmla="*/ 1562100 w 8572500"/>
                <a:gd name="csY4" fmla="*/ 76200 h 638175"/>
                <a:gd name="csX5" fmla="*/ 1952625 w 8572500"/>
                <a:gd name="csY5" fmla="*/ 76200 h 638175"/>
                <a:gd name="csX6" fmla="*/ 2333625 w 8572500"/>
                <a:gd name="csY6" fmla="*/ 171450 h 638175"/>
                <a:gd name="csX7" fmla="*/ 2724150 w 8572500"/>
                <a:gd name="csY7" fmla="*/ 76200 h 638175"/>
                <a:gd name="csX8" fmla="*/ 3114675 w 8572500"/>
                <a:gd name="csY8" fmla="*/ 123825 h 638175"/>
                <a:gd name="csX9" fmla="*/ 3505200 w 8572500"/>
                <a:gd name="csY9" fmla="*/ 142875 h 638175"/>
                <a:gd name="csX10" fmla="*/ 3895725 w 8572500"/>
                <a:gd name="csY10" fmla="*/ 19050 h 638175"/>
                <a:gd name="csX11" fmla="*/ 4286250 w 8572500"/>
                <a:gd name="csY11" fmla="*/ 123825 h 638175"/>
                <a:gd name="csX12" fmla="*/ 4676775 w 8572500"/>
                <a:gd name="csY12" fmla="*/ 142875 h 638175"/>
                <a:gd name="csX13" fmla="*/ 5067300 w 8572500"/>
                <a:gd name="csY13" fmla="*/ 152400 h 638175"/>
                <a:gd name="csX14" fmla="*/ 5457825 w 8572500"/>
                <a:gd name="csY14" fmla="*/ 133350 h 638175"/>
                <a:gd name="csX15" fmla="*/ 5848350 w 8572500"/>
                <a:gd name="csY15" fmla="*/ 0 h 638175"/>
                <a:gd name="csX16" fmla="*/ 6238875 w 8572500"/>
                <a:gd name="csY16" fmla="*/ 66675 h 638175"/>
                <a:gd name="csX17" fmla="*/ 6619875 w 8572500"/>
                <a:gd name="csY17" fmla="*/ 28575 h 638175"/>
                <a:gd name="csX18" fmla="*/ 7010400 w 8572500"/>
                <a:gd name="csY18" fmla="*/ 28575 h 638175"/>
                <a:gd name="csX19" fmla="*/ 7400925 w 8572500"/>
                <a:gd name="csY19" fmla="*/ 47625 h 638175"/>
                <a:gd name="csX20" fmla="*/ 7791450 w 8572500"/>
                <a:gd name="csY20" fmla="*/ 161925 h 638175"/>
                <a:gd name="csX21" fmla="*/ 8181975 w 8572500"/>
                <a:gd name="csY21" fmla="*/ 47625 h 638175"/>
                <a:gd name="csX22" fmla="*/ 8572500 w 8572500"/>
                <a:gd name="csY22" fmla="*/ 47625 h 638175"/>
                <a:gd name="csX23" fmla="*/ 8572500 w 8572500"/>
                <a:gd name="csY23" fmla="*/ 638175 h 638175"/>
                <a:gd name="csX24" fmla="*/ 8181975 w 8572500"/>
                <a:gd name="csY24" fmla="*/ 638175 h 638175"/>
                <a:gd name="csX25" fmla="*/ 7791450 w 8572500"/>
                <a:gd name="csY25" fmla="*/ 638175 h 638175"/>
                <a:gd name="csX26" fmla="*/ 7400925 w 8572500"/>
                <a:gd name="csY26" fmla="*/ 638175 h 638175"/>
                <a:gd name="csX27" fmla="*/ 7010400 w 8572500"/>
                <a:gd name="csY27" fmla="*/ 638175 h 638175"/>
                <a:gd name="csX28" fmla="*/ 6619875 w 8572500"/>
                <a:gd name="csY28" fmla="*/ 638175 h 638175"/>
                <a:gd name="csX29" fmla="*/ 6238875 w 8572500"/>
                <a:gd name="csY29" fmla="*/ 638175 h 638175"/>
                <a:gd name="csX30" fmla="*/ 5848350 w 8572500"/>
                <a:gd name="csY30" fmla="*/ 638175 h 638175"/>
                <a:gd name="csX31" fmla="*/ 5457825 w 8572500"/>
                <a:gd name="csY31" fmla="*/ 638175 h 638175"/>
                <a:gd name="csX32" fmla="*/ 5067300 w 8572500"/>
                <a:gd name="csY32" fmla="*/ 638175 h 638175"/>
                <a:gd name="csX33" fmla="*/ 4676775 w 8572500"/>
                <a:gd name="csY33" fmla="*/ 638175 h 638175"/>
                <a:gd name="csX34" fmla="*/ 4286250 w 8572500"/>
                <a:gd name="csY34" fmla="*/ 638175 h 638175"/>
                <a:gd name="csX35" fmla="*/ 3895725 w 8572500"/>
                <a:gd name="csY35" fmla="*/ 638175 h 638175"/>
                <a:gd name="csX36" fmla="*/ 3505200 w 8572500"/>
                <a:gd name="csY36" fmla="*/ 638175 h 638175"/>
                <a:gd name="csX37" fmla="*/ 3114675 w 8572500"/>
                <a:gd name="csY37" fmla="*/ 638175 h 638175"/>
                <a:gd name="csX38" fmla="*/ 2724150 w 8572500"/>
                <a:gd name="csY38" fmla="*/ 638175 h 638175"/>
                <a:gd name="csX39" fmla="*/ 2333625 w 8572500"/>
                <a:gd name="csY39" fmla="*/ 638175 h 638175"/>
                <a:gd name="csX40" fmla="*/ 1952625 w 8572500"/>
                <a:gd name="csY40" fmla="*/ 638175 h 638175"/>
                <a:gd name="csX41" fmla="*/ 1562100 w 8572500"/>
                <a:gd name="csY41" fmla="*/ 638175 h 638175"/>
                <a:gd name="csX42" fmla="*/ 1171575 w 8572500"/>
                <a:gd name="csY42" fmla="*/ 638175 h 638175"/>
                <a:gd name="csX43" fmla="*/ 781050 w 8572500"/>
                <a:gd name="csY43" fmla="*/ 638175 h 638175"/>
                <a:gd name="csX44" fmla="*/ 390525 w 8572500"/>
                <a:gd name="csY44" fmla="*/ 638175 h 638175"/>
                <a:gd name="csX45" fmla="*/ 0 w 8572500"/>
                <a:gd name="csY45" fmla="*/ 638175 h 6381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638175">
                  <a:moveTo>
                    <a:pt x="0" y="76200"/>
                  </a:moveTo>
                  <a:lnTo>
                    <a:pt x="390525" y="9525"/>
                  </a:lnTo>
                  <a:lnTo>
                    <a:pt x="781050" y="123825"/>
                  </a:lnTo>
                  <a:lnTo>
                    <a:pt x="1171575" y="142875"/>
                  </a:lnTo>
                  <a:lnTo>
                    <a:pt x="1562100" y="76200"/>
                  </a:lnTo>
                  <a:lnTo>
                    <a:pt x="1952625" y="76200"/>
                  </a:lnTo>
                  <a:lnTo>
                    <a:pt x="2333625" y="171450"/>
                  </a:lnTo>
                  <a:lnTo>
                    <a:pt x="2724150" y="76200"/>
                  </a:lnTo>
                  <a:lnTo>
                    <a:pt x="3114675" y="123825"/>
                  </a:lnTo>
                  <a:lnTo>
                    <a:pt x="3505200" y="142875"/>
                  </a:lnTo>
                  <a:lnTo>
                    <a:pt x="3895725" y="19050"/>
                  </a:lnTo>
                  <a:lnTo>
                    <a:pt x="4286250" y="123825"/>
                  </a:lnTo>
                  <a:lnTo>
                    <a:pt x="4676775" y="142875"/>
                  </a:lnTo>
                  <a:lnTo>
                    <a:pt x="5067300" y="152400"/>
                  </a:lnTo>
                  <a:lnTo>
                    <a:pt x="5457825" y="133350"/>
                  </a:lnTo>
                  <a:lnTo>
                    <a:pt x="5848350" y="0"/>
                  </a:lnTo>
                  <a:lnTo>
                    <a:pt x="6238875" y="66675"/>
                  </a:lnTo>
                  <a:lnTo>
                    <a:pt x="6619875" y="28575"/>
                  </a:lnTo>
                  <a:lnTo>
                    <a:pt x="7010400" y="28575"/>
                  </a:lnTo>
                  <a:lnTo>
                    <a:pt x="7400925" y="47625"/>
                  </a:lnTo>
                  <a:lnTo>
                    <a:pt x="7791450" y="161925"/>
                  </a:lnTo>
                  <a:lnTo>
                    <a:pt x="8181975" y="47625"/>
                  </a:lnTo>
                  <a:lnTo>
                    <a:pt x="8572500" y="47625"/>
                  </a:lnTo>
                  <a:lnTo>
                    <a:pt x="8572500" y="638175"/>
                  </a:lnTo>
                  <a:lnTo>
                    <a:pt x="8181975" y="638175"/>
                  </a:lnTo>
                  <a:lnTo>
                    <a:pt x="7791450" y="638175"/>
                  </a:lnTo>
                  <a:lnTo>
                    <a:pt x="7400925" y="638175"/>
                  </a:lnTo>
                  <a:lnTo>
                    <a:pt x="7010400" y="638175"/>
                  </a:lnTo>
                  <a:lnTo>
                    <a:pt x="6619875" y="638175"/>
                  </a:lnTo>
                  <a:lnTo>
                    <a:pt x="6238875" y="638175"/>
                  </a:lnTo>
                  <a:lnTo>
                    <a:pt x="5848350" y="638175"/>
                  </a:lnTo>
                  <a:lnTo>
                    <a:pt x="5457825" y="638175"/>
                  </a:lnTo>
                  <a:lnTo>
                    <a:pt x="5067300" y="638175"/>
                  </a:lnTo>
                  <a:lnTo>
                    <a:pt x="4676775" y="638175"/>
                  </a:lnTo>
                  <a:lnTo>
                    <a:pt x="4286250" y="638175"/>
                  </a:lnTo>
                  <a:lnTo>
                    <a:pt x="3895725" y="638175"/>
                  </a:lnTo>
                  <a:lnTo>
                    <a:pt x="3505200" y="638175"/>
                  </a:lnTo>
                  <a:lnTo>
                    <a:pt x="3114675" y="638175"/>
                  </a:lnTo>
                  <a:lnTo>
                    <a:pt x="2724150" y="638175"/>
                  </a:lnTo>
                  <a:lnTo>
                    <a:pt x="2333625" y="638175"/>
                  </a:lnTo>
                  <a:lnTo>
                    <a:pt x="1952625" y="638175"/>
                  </a:lnTo>
                  <a:lnTo>
                    <a:pt x="1562100" y="638175"/>
                  </a:lnTo>
                  <a:lnTo>
                    <a:pt x="1171575" y="638175"/>
                  </a:lnTo>
                  <a:lnTo>
                    <a:pt x="781050" y="638175"/>
                  </a:lnTo>
                  <a:lnTo>
                    <a:pt x="390525" y="638175"/>
                  </a:lnTo>
                  <a:lnTo>
                    <a:pt x="0" y="638175"/>
                  </a:lnTo>
                  <a:close/>
                </a:path>
              </a:pathLst>
            </a:custGeom>
            <a:solidFill>
              <a:schemeClr val="accent2">
                <a:lumMod val="60000"/>
                <a:lumOff val="40000"/>
              </a:schemeClr>
            </a:solidFill>
            <a:ln w="9525" cap="flat">
              <a:noFill/>
              <a:prstDash val="solid"/>
              <a:miter/>
            </a:ln>
          </p:spPr>
          <p:txBody>
            <a:bodyPr/>
            <a:lstStyle/>
            <a:p>
              <a:endParaRPr lang="en-US"/>
            </a:p>
          </p:txBody>
        </p:sp>
        <p:sp>
          <p:nvSpPr>
            <p:cNvPr id="21" name="Freeform: Shape 20">
              <a:extLst>
                <a:ext uri="{FF2B5EF4-FFF2-40B4-BE49-F238E27FC236}">
                  <a16:creationId xmlns:a16="http://schemas.microsoft.com/office/drawing/2014/main" id="{4DD8CB8D-3313-9C6E-AE53-C08E3AB5F567}"/>
                </a:ext>
              </a:extLst>
            </p:cNvPr>
            <p:cNvSpPr/>
            <p:nvPr/>
          </p:nvSpPr>
          <p:spPr>
            <a:xfrm>
              <a:off x="0" y="6109189"/>
              <a:ext cx="12192000" cy="748811"/>
            </a:xfrm>
            <a:custGeom>
              <a:avLst/>
              <a:gdLst>
                <a:gd name="csX0" fmla="*/ 0 w 8572500"/>
                <a:gd name="csY0" fmla="*/ 152400 h 466725"/>
                <a:gd name="csX1" fmla="*/ 390525 w 8572500"/>
                <a:gd name="csY1" fmla="*/ 104775 h 466725"/>
                <a:gd name="csX2" fmla="*/ 781050 w 8572500"/>
                <a:gd name="csY2" fmla="*/ 57150 h 466725"/>
                <a:gd name="csX3" fmla="*/ 1171575 w 8572500"/>
                <a:gd name="csY3" fmla="*/ 28575 h 466725"/>
                <a:gd name="csX4" fmla="*/ 1562100 w 8572500"/>
                <a:gd name="csY4" fmla="*/ 123825 h 466725"/>
                <a:gd name="csX5" fmla="*/ 1952625 w 8572500"/>
                <a:gd name="csY5" fmla="*/ 133350 h 466725"/>
                <a:gd name="csX6" fmla="*/ 2333625 w 8572500"/>
                <a:gd name="csY6" fmla="*/ 9525 h 466725"/>
                <a:gd name="csX7" fmla="*/ 2724150 w 8572500"/>
                <a:gd name="csY7" fmla="*/ 57150 h 466725"/>
                <a:gd name="csX8" fmla="*/ 3114675 w 8572500"/>
                <a:gd name="csY8" fmla="*/ 28575 h 466725"/>
                <a:gd name="csX9" fmla="*/ 3505200 w 8572500"/>
                <a:gd name="csY9" fmla="*/ 171450 h 466725"/>
                <a:gd name="csX10" fmla="*/ 3895725 w 8572500"/>
                <a:gd name="csY10" fmla="*/ 152400 h 466725"/>
                <a:gd name="csX11" fmla="*/ 4286250 w 8572500"/>
                <a:gd name="csY11" fmla="*/ 161925 h 466725"/>
                <a:gd name="csX12" fmla="*/ 4676775 w 8572500"/>
                <a:gd name="csY12" fmla="*/ 95250 h 466725"/>
                <a:gd name="csX13" fmla="*/ 5067300 w 8572500"/>
                <a:gd name="csY13" fmla="*/ 171450 h 466725"/>
                <a:gd name="csX14" fmla="*/ 5457825 w 8572500"/>
                <a:gd name="csY14" fmla="*/ 114300 h 466725"/>
                <a:gd name="csX15" fmla="*/ 5848350 w 8572500"/>
                <a:gd name="csY15" fmla="*/ 95250 h 466725"/>
                <a:gd name="csX16" fmla="*/ 6238875 w 8572500"/>
                <a:gd name="csY16" fmla="*/ 104775 h 466725"/>
                <a:gd name="csX17" fmla="*/ 6619875 w 8572500"/>
                <a:gd name="csY17" fmla="*/ 152400 h 466725"/>
                <a:gd name="csX18" fmla="*/ 7010400 w 8572500"/>
                <a:gd name="csY18" fmla="*/ 95250 h 466725"/>
                <a:gd name="csX19" fmla="*/ 7400925 w 8572500"/>
                <a:gd name="csY19" fmla="*/ 28575 h 466725"/>
                <a:gd name="csX20" fmla="*/ 7791450 w 8572500"/>
                <a:gd name="csY20" fmla="*/ 123825 h 466725"/>
                <a:gd name="csX21" fmla="*/ 8181975 w 8572500"/>
                <a:gd name="csY21" fmla="*/ 0 h 466725"/>
                <a:gd name="csX22" fmla="*/ 8572500 w 8572500"/>
                <a:gd name="csY22" fmla="*/ 85725 h 466725"/>
                <a:gd name="csX23" fmla="*/ 8572500 w 8572500"/>
                <a:gd name="csY23" fmla="*/ 466725 h 466725"/>
                <a:gd name="csX24" fmla="*/ 8181975 w 8572500"/>
                <a:gd name="csY24" fmla="*/ 466725 h 466725"/>
                <a:gd name="csX25" fmla="*/ 7791450 w 8572500"/>
                <a:gd name="csY25" fmla="*/ 466725 h 466725"/>
                <a:gd name="csX26" fmla="*/ 7400925 w 8572500"/>
                <a:gd name="csY26" fmla="*/ 466725 h 466725"/>
                <a:gd name="csX27" fmla="*/ 7010400 w 8572500"/>
                <a:gd name="csY27" fmla="*/ 466725 h 466725"/>
                <a:gd name="csX28" fmla="*/ 6619875 w 8572500"/>
                <a:gd name="csY28" fmla="*/ 466725 h 466725"/>
                <a:gd name="csX29" fmla="*/ 6238875 w 8572500"/>
                <a:gd name="csY29" fmla="*/ 466725 h 466725"/>
                <a:gd name="csX30" fmla="*/ 5848350 w 8572500"/>
                <a:gd name="csY30" fmla="*/ 466725 h 466725"/>
                <a:gd name="csX31" fmla="*/ 5457825 w 8572500"/>
                <a:gd name="csY31" fmla="*/ 466725 h 466725"/>
                <a:gd name="csX32" fmla="*/ 5067300 w 8572500"/>
                <a:gd name="csY32" fmla="*/ 466725 h 466725"/>
                <a:gd name="csX33" fmla="*/ 4676775 w 8572500"/>
                <a:gd name="csY33" fmla="*/ 466725 h 466725"/>
                <a:gd name="csX34" fmla="*/ 4286250 w 8572500"/>
                <a:gd name="csY34" fmla="*/ 466725 h 466725"/>
                <a:gd name="csX35" fmla="*/ 3895725 w 8572500"/>
                <a:gd name="csY35" fmla="*/ 466725 h 466725"/>
                <a:gd name="csX36" fmla="*/ 3505200 w 8572500"/>
                <a:gd name="csY36" fmla="*/ 466725 h 466725"/>
                <a:gd name="csX37" fmla="*/ 3114675 w 8572500"/>
                <a:gd name="csY37" fmla="*/ 466725 h 466725"/>
                <a:gd name="csX38" fmla="*/ 2724150 w 8572500"/>
                <a:gd name="csY38" fmla="*/ 466725 h 466725"/>
                <a:gd name="csX39" fmla="*/ 2333625 w 8572500"/>
                <a:gd name="csY39" fmla="*/ 466725 h 466725"/>
                <a:gd name="csX40" fmla="*/ 1952625 w 8572500"/>
                <a:gd name="csY40" fmla="*/ 466725 h 466725"/>
                <a:gd name="csX41" fmla="*/ 1562100 w 8572500"/>
                <a:gd name="csY41" fmla="*/ 466725 h 466725"/>
                <a:gd name="csX42" fmla="*/ 1171575 w 8572500"/>
                <a:gd name="csY42" fmla="*/ 466725 h 466725"/>
                <a:gd name="csX43" fmla="*/ 781050 w 8572500"/>
                <a:gd name="csY43" fmla="*/ 466725 h 466725"/>
                <a:gd name="csX44" fmla="*/ 390525 w 8572500"/>
                <a:gd name="csY44" fmla="*/ 466725 h 466725"/>
                <a:gd name="csX45" fmla="*/ 0 w 8572500"/>
                <a:gd name="csY45" fmla="*/ 466725 h 4667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466725">
                  <a:moveTo>
                    <a:pt x="0" y="152400"/>
                  </a:moveTo>
                  <a:lnTo>
                    <a:pt x="390525" y="104775"/>
                  </a:lnTo>
                  <a:lnTo>
                    <a:pt x="781050" y="57150"/>
                  </a:lnTo>
                  <a:lnTo>
                    <a:pt x="1171575" y="28575"/>
                  </a:lnTo>
                  <a:lnTo>
                    <a:pt x="1562100" y="123825"/>
                  </a:lnTo>
                  <a:lnTo>
                    <a:pt x="1952625" y="133350"/>
                  </a:lnTo>
                  <a:lnTo>
                    <a:pt x="2333625" y="9525"/>
                  </a:lnTo>
                  <a:lnTo>
                    <a:pt x="2724150" y="57150"/>
                  </a:lnTo>
                  <a:lnTo>
                    <a:pt x="3114675" y="28575"/>
                  </a:lnTo>
                  <a:lnTo>
                    <a:pt x="3505200" y="171450"/>
                  </a:lnTo>
                  <a:lnTo>
                    <a:pt x="3895725" y="152400"/>
                  </a:lnTo>
                  <a:lnTo>
                    <a:pt x="4286250" y="161925"/>
                  </a:lnTo>
                  <a:lnTo>
                    <a:pt x="4676775" y="95250"/>
                  </a:lnTo>
                  <a:lnTo>
                    <a:pt x="5067300" y="171450"/>
                  </a:lnTo>
                  <a:lnTo>
                    <a:pt x="5457825" y="114300"/>
                  </a:lnTo>
                  <a:lnTo>
                    <a:pt x="5848350" y="95250"/>
                  </a:lnTo>
                  <a:lnTo>
                    <a:pt x="6238875" y="104775"/>
                  </a:lnTo>
                  <a:lnTo>
                    <a:pt x="6619875" y="152400"/>
                  </a:lnTo>
                  <a:lnTo>
                    <a:pt x="7010400" y="95250"/>
                  </a:lnTo>
                  <a:lnTo>
                    <a:pt x="7400925" y="28575"/>
                  </a:lnTo>
                  <a:lnTo>
                    <a:pt x="7791450" y="123825"/>
                  </a:lnTo>
                  <a:lnTo>
                    <a:pt x="8181975" y="0"/>
                  </a:lnTo>
                  <a:lnTo>
                    <a:pt x="8572500" y="85725"/>
                  </a:lnTo>
                  <a:lnTo>
                    <a:pt x="8572500" y="466725"/>
                  </a:lnTo>
                  <a:lnTo>
                    <a:pt x="8181975" y="466725"/>
                  </a:lnTo>
                  <a:lnTo>
                    <a:pt x="7791450" y="466725"/>
                  </a:lnTo>
                  <a:lnTo>
                    <a:pt x="7400925" y="466725"/>
                  </a:lnTo>
                  <a:lnTo>
                    <a:pt x="7010400" y="466725"/>
                  </a:lnTo>
                  <a:lnTo>
                    <a:pt x="6619875" y="466725"/>
                  </a:lnTo>
                  <a:lnTo>
                    <a:pt x="6238875" y="466725"/>
                  </a:lnTo>
                  <a:lnTo>
                    <a:pt x="5848350" y="466725"/>
                  </a:lnTo>
                  <a:lnTo>
                    <a:pt x="5457825" y="466725"/>
                  </a:lnTo>
                  <a:lnTo>
                    <a:pt x="5067300" y="466725"/>
                  </a:lnTo>
                  <a:lnTo>
                    <a:pt x="4676775" y="466725"/>
                  </a:lnTo>
                  <a:lnTo>
                    <a:pt x="4286250" y="466725"/>
                  </a:lnTo>
                  <a:lnTo>
                    <a:pt x="3895725" y="466725"/>
                  </a:lnTo>
                  <a:lnTo>
                    <a:pt x="3505200" y="466725"/>
                  </a:lnTo>
                  <a:lnTo>
                    <a:pt x="3114675" y="466725"/>
                  </a:lnTo>
                  <a:lnTo>
                    <a:pt x="2724150" y="466725"/>
                  </a:lnTo>
                  <a:lnTo>
                    <a:pt x="2333625" y="466725"/>
                  </a:lnTo>
                  <a:lnTo>
                    <a:pt x="1952625" y="466725"/>
                  </a:lnTo>
                  <a:lnTo>
                    <a:pt x="1562100" y="466725"/>
                  </a:lnTo>
                  <a:lnTo>
                    <a:pt x="1171575" y="466725"/>
                  </a:lnTo>
                  <a:lnTo>
                    <a:pt x="781050" y="466725"/>
                  </a:lnTo>
                  <a:lnTo>
                    <a:pt x="390525" y="466725"/>
                  </a:lnTo>
                  <a:lnTo>
                    <a:pt x="0" y="466725"/>
                  </a:lnTo>
                  <a:close/>
                </a:path>
              </a:pathLst>
            </a:custGeom>
            <a:solidFill>
              <a:schemeClr val="accent2"/>
            </a:solidFill>
            <a:ln w="9525" cap="flat">
              <a:noFill/>
              <a:prstDash val="solid"/>
              <a:miter/>
            </a:ln>
          </p:spPr>
          <p:txBody>
            <a:bodyPr/>
            <a:lstStyle/>
            <a:p>
              <a:endParaRPr lang="en-US"/>
            </a:p>
          </p:txBody>
        </p:sp>
        <p:sp>
          <p:nvSpPr>
            <p:cNvPr id="22" name="Freeform: Shape 21">
              <a:extLst>
                <a:ext uri="{FF2B5EF4-FFF2-40B4-BE49-F238E27FC236}">
                  <a16:creationId xmlns:a16="http://schemas.microsoft.com/office/drawing/2014/main" id="{B5BA310E-E94B-2819-3AF3-7103C89E4824}"/>
                </a:ext>
              </a:extLst>
            </p:cNvPr>
            <p:cNvSpPr/>
            <p:nvPr/>
          </p:nvSpPr>
          <p:spPr>
            <a:xfrm>
              <a:off x="0" y="6399544"/>
              <a:ext cx="12192000" cy="458456"/>
            </a:xfrm>
            <a:custGeom>
              <a:avLst/>
              <a:gdLst>
                <a:gd name="csX0" fmla="*/ 0 w 8572500"/>
                <a:gd name="csY0" fmla="*/ 142875 h 285750"/>
                <a:gd name="csX1" fmla="*/ 390525 w 8572500"/>
                <a:gd name="csY1" fmla="*/ 38100 h 285750"/>
                <a:gd name="csX2" fmla="*/ 781050 w 8572500"/>
                <a:gd name="csY2" fmla="*/ 123825 h 285750"/>
                <a:gd name="csX3" fmla="*/ 1171575 w 8572500"/>
                <a:gd name="csY3" fmla="*/ 114300 h 285750"/>
                <a:gd name="csX4" fmla="*/ 1562100 w 8572500"/>
                <a:gd name="csY4" fmla="*/ 66675 h 285750"/>
                <a:gd name="csX5" fmla="*/ 1952625 w 8572500"/>
                <a:gd name="csY5" fmla="*/ 57150 h 285750"/>
                <a:gd name="csX6" fmla="*/ 2333625 w 8572500"/>
                <a:gd name="csY6" fmla="*/ 57150 h 285750"/>
                <a:gd name="csX7" fmla="*/ 2724150 w 8572500"/>
                <a:gd name="csY7" fmla="*/ 152400 h 285750"/>
                <a:gd name="csX8" fmla="*/ 3114675 w 8572500"/>
                <a:gd name="csY8" fmla="*/ 19050 h 285750"/>
                <a:gd name="csX9" fmla="*/ 3505200 w 8572500"/>
                <a:gd name="csY9" fmla="*/ 66675 h 285750"/>
                <a:gd name="csX10" fmla="*/ 3895725 w 8572500"/>
                <a:gd name="csY10" fmla="*/ 114300 h 285750"/>
                <a:gd name="csX11" fmla="*/ 4286250 w 8572500"/>
                <a:gd name="csY11" fmla="*/ 133350 h 285750"/>
                <a:gd name="csX12" fmla="*/ 4676775 w 8572500"/>
                <a:gd name="csY12" fmla="*/ 28575 h 285750"/>
                <a:gd name="csX13" fmla="*/ 5067300 w 8572500"/>
                <a:gd name="csY13" fmla="*/ 133350 h 285750"/>
                <a:gd name="csX14" fmla="*/ 5457825 w 8572500"/>
                <a:gd name="csY14" fmla="*/ 85725 h 285750"/>
                <a:gd name="csX15" fmla="*/ 5848350 w 8572500"/>
                <a:gd name="csY15" fmla="*/ 38100 h 285750"/>
                <a:gd name="csX16" fmla="*/ 6238875 w 8572500"/>
                <a:gd name="csY16" fmla="*/ 142875 h 285750"/>
                <a:gd name="csX17" fmla="*/ 6619875 w 8572500"/>
                <a:gd name="csY17" fmla="*/ 0 h 285750"/>
                <a:gd name="csX18" fmla="*/ 7010400 w 8572500"/>
                <a:gd name="csY18" fmla="*/ 57150 h 285750"/>
                <a:gd name="csX19" fmla="*/ 7400925 w 8572500"/>
                <a:gd name="csY19" fmla="*/ 85725 h 285750"/>
                <a:gd name="csX20" fmla="*/ 7791450 w 8572500"/>
                <a:gd name="csY20" fmla="*/ 76200 h 285750"/>
                <a:gd name="csX21" fmla="*/ 8181975 w 8572500"/>
                <a:gd name="csY21" fmla="*/ 95250 h 285750"/>
                <a:gd name="csX22" fmla="*/ 8572500 w 8572500"/>
                <a:gd name="csY22" fmla="*/ 142875 h 285750"/>
                <a:gd name="csX23" fmla="*/ 8572500 w 8572500"/>
                <a:gd name="csY23" fmla="*/ 285750 h 285750"/>
                <a:gd name="csX24" fmla="*/ 8181975 w 8572500"/>
                <a:gd name="csY24" fmla="*/ 285750 h 285750"/>
                <a:gd name="csX25" fmla="*/ 7791450 w 8572500"/>
                <a:gd name="csY25" fmla="*/ 285750 h 285750"/>
                <a:gd name="csX26" fmla="*/ 7400925 w 8572500"/>
                <a:gd name="csY26" fmla="*/ 285750 h 285750"/>
                <a:gd name="csX27" fmla="*/ 7010400 w 8572500"/>
                <a:gd name="csY27" fmla="*/ 285750 h 285750"/>
                <a:gd name="csX28" fmla="*/ 6619875 w 8572500"/>
                <a:gd name="csY28" fmla="*/ 285750 h 285750"/>
                <a:gd name="csX29" fmla="*/ 6238875 w 8572500"/>
                <a:gd name="csY29" fmla="*/ 285750 h 285750"/>
                <a:gd name="csX30" fmla="*/ 5848350 w 8572500"/>
                <a:gd name="csY30" fmla="*/ 285750 h 285750"/>
                <a:gd name="csX31" fmla="*/ 5457825 w 8572500"/>
                <a:gd name="csY31" fmla="*/ 285750 h 285750"/>
                <a:gd name="csX32" fmla="*/ 5067300 w 8572500"/>
                <a:gd name="csY32" fmla="*/ 285750 h 285750"/>
                <a:gd name="csX33" fmla="*/ 4676775 w 8572500"/>
                <a:gd name="csY33" fmla="*/ 285750 h 285750"/>
                <a:gd name="csX34" fmla="*/ 4286250 w 8572500"/>
                <a:gd name="csY34" fmla="*/ 285750 h 285750"/>
                <a:gd name="csX35" fmla="*/ 3895725 w 8572500"/>
                <a:gd name="csY35" fmla="*/ 285750 h 285750"/>
                <a:gd name="csX36" fmla="*/ 3505200 w 8572500"/>
                <a:gd name="csY36" fmla="*/ 285750 h 285750"/>
                <a:gd name="csX37" fmla="*/ 3114675 w 8572500"/>
                <a:gd name="csY37" fmla="*/ 285750 h 285750"/>
                <a:gd name="csX38" fmla="*/ 2724150 w 8572500"/>
                <a:gd name="csY38" fmla="*/ 285750 h 285750"/>
                <a:gd name="csX39" fmla="*/ 2333625 w 8572500"/>
                <a:gd name="csY39" fmla="*/ 285750 h 285750"/>
                <a:gd name="csX40" fmla="*/ 1952625 w 8572500"/>
                <a:gd name="csY40" fmla="*/ 285750 h 285750"/>
                <a:gd name="csX41" fmla="*/ 1562100 w 8572500"/>
                <a:gd name="csY41" fmla="*/ 285750 h 285750"/>
                <a:gd name="csX42" fmla="*/ 1171575 w 8572500"/>
                <a:gd name="csY42" fmla="*/ 285750 h 285750"/>
                <a:gd name="csX43" fmla="*/ 781050 w 8572500"/>
                <a:gd name="csY43" fmla="*/ 285750 h 285750"/>
                <a:gd name="csX44" fmla="*/ 390525 w 8572500"/>
                <a:gd name="csY44" fmla="*/ 285750 h 285750"/>
                <a:gd name="csX45" fmla="*/ 0 w 8572500"/>
                <a:gd name="csY45" fmla="*/ 285750 h 285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285750">
                  <a:moveTo>
                    <a:pt x="0" y="142875"/>
                  </a:moveTo>
                  <a:lnTo>
                    <a:pt x="390525" y="38100"/>
                  </a:lnTo>
                  <a:lnTo>
                    <a:pt x="781050" y="123825"/>
                  </a:lnTo>
                  <a:lnTo>
                    <a:pt x="1171575" y="114300"/>
                  </a:lnTo>
                  <a:lnTo>
                    <a:pt x="1562100" y="66675"/>
                  </a:lnTo>
                  <a:lnTo>
                    <a:pt x="1952625" y="57150"/>
                  </a:lnTo>
                  <a:lnTo>
                    <a:pt x="2333625" y="57150"/>
                  </a:lnTo>
                  <a:lnTo>
                    <a:pt x="2724150" y="152400"/>
                  </a:lnTo>
                  <a:lnTo>
                    <a:pt x="3114675" y="19050"/>
                  </a:lnTo>
                  <a:lnTo>
                    <a:pt x="3505200" y="66675"/>
                  </a:lnTo>
                  <a:lnTo>
                    <a:pt x="3895725" y="114300"/>
                  </a:lnTo>
                  <a:lnTo>
                    <a:pt x="4286250" y="133350"/>
                  </a:lnTo>
                  <a:lnTo>
                    <a:pt x="4676775" y="28575"/>
                  </a:lnTo>
                  <a:lnTo>
                    <a:pt x="5067300" y="133350"/>
                  </a:lnTo>
                  <a:lnTo>
                    <a:pt x="5457825" y="85725"/>
                  </a:lnTo>
                  <a:lnTo>
                    <a:pt x="5848350" y="38100"/>
                  </a:lnTo>
                  <a:lnTo>
                    <a:pt x="6238875" y="142875"/>
                  </a:lnTo>
                  <a:lnTo>
                    <a:pt x="6619875" y="0"/>
                  </a:lnTo>
                  <a:lnTo>
                    <a:pt x="7010400" y="57150"/>
                  </a:lnTo>
                  <a:lnTo>
                    <a:pt x="7400925" y="85725"/>
                  </a:lnTo>
                  <a:lnTo>
                    <a:pt x="7791450" y="76200"/>
                  </a:lnTo>
                  <a:lnTo>
                    <a:pt x="8181975" y="95250"/>
                  </a:lnTo>
                  <a:lnTo>
                    <a:pt x="8572500" y="142875"/>
                  </a:lnTo>
                  <a:lnTo>
                    <a:pt x="8572500" y="285750"/>
                  </a:lnTo>
                  <a:lnTo>
                    <a:pt x="8181975" y="285750"/>
                  </a:lnTo>
                  <a:lnTo>
                    <a:pt x="7791450" y="285750"/>
                  </a:lnTo>
                  <a:lnTo>
                    <a:pt x="7400925" y="285750"/>
                  </a:lnTo>
                  <a:lnTo>
                    <a:pt x="7010400" y="285750"/>
                  </a:lnTo>
                  <a:lnTo>
                    <a:pt x="6619875" y="285750"/>
                  </a:lnTo>
                  <a:lnTo>
                    <a:pt x="6238875" y="285750"/>
                  </a:lnTo>
                  <a:lnTo>
                    <a:pt x="5848350" y="285750"/>
                  </a:lnTo>
                  <a:lnTo>
                    <a:pt x="5457825" y="285750"/>
                  </a:lnTo>
                  <a:lnTo>
                    <a:pt x="5067300" y="285750"/>
                  </a:lnTo>
                  <a:lnTo>
                    <a:pt x="4676775" y="285750"/>
                  </a:lnTo>
                  <a:lnTo>
                    <a:pt x="4286250" y="285750"/>
                  </a:lnTo>
                  <a:lnTo>
                    <a:pt x="3895725" y="285750"/>
                  </a:lnTo>
                  <a:lnTo>
                    <a:pt x="3505200" y="285750"/>
                  </a:lnTo>
                  <a:lnTo>
                    <a:pt x="3114675" y="285750"/>
                  </a:lnTo>
                  <a:lnTo>
                    <a:pt x="2724150" y="285750"/>
                  </a:lnTo>
                  <a:lnTo>
                    <a:pt x="2333625" y="285750"/>
                  </a:lnTo>
                  <a:lnTo>
                    <a:pt x="1952625" y="285750"/>
                  </a:lnTo>
                  <a:lnTo>
                    <a:pt x="1562100" y="285750"/>
                  </a:lnTo>
                  <a:lnTo>
                    <a:pt x="1171575" y="285750"/>
                  </a:lnTo>
                  <a:lnTo>
                    <a:pt x="781050" y="285750"/>
                  </a:lnTo>
                  <a:lnTo>
                    <a:pt x="390525" y="285750"/>
                  </a:lnTo>
                  <a:lnTo>
                    <a:pt x="0" y="285750"/>
                  </a:lnTo>
                  <a:close/>
                </a:path>
              </a:pathLst>
            </a:custGeom>
            <a:solidFill>
              <a:schemeClr val="accent2">
                <a:lumMod val="50000"/>
              </a:schemeClr>
            </a:solidFill>
            <a:ln w="9525" cap="flat">
              <a:noFill/>
              <a:prstDash val="solid"/>
              <a:miter/>
            </a:ln>
          </p:spPr>
          <p:txBody>
            <a:bodyPr/>
            <a:lstStyle/>
            <a:p>
              <a:endParaRPr lang="en-US"/>
            </a:p>
          </p:txBody>
        </p:sp>
        <p:sp>
          <p:nvSpPr>
            <p:cNvPr id="23" name="Freeform: Shape 22">
              <a:extLst>
                <a:ext uri="{FF2B5EF4-FFF2-40B4-BE49-F238E27FC236}">
                  <a16:creationId xmlns:a16="http://schemas.microsoft.com/office/drawing/2014/main" id="{7D1B6918-6026-68B9-CB13-276D39AE9708}"/>
                </a:ext>
              </a:extLst>
            </p:cNvPr>
            <p:cNvSpPr/>
            <p:nvPr/>
          </p:nvSpPr>
          <p:spPr>
            <a:xfrm flipH="1">
              <a:off x="12192000" y="5268686"/>
              <a:ext cx="12192000" cy="1589314"/>
            </a:xfrm>
            <a:custGeom>
              <a:avLst/>
              <a:gdLst>
                <a:gd name="csX0" fmla="*/ 0 w 8572500"/>
                <a:gd name="csY0" fmla="*/ 9525 h 990600"/>
                <a:gd name="csX1" fmla="*/ 390525 w 8572500"/>
                <a:gd name="csY1" fmla="*/ 38100 h 990600"/>
                <a:gd name="csX2" fmla="*/ 781050 w 8572500"/>
                <a:gd name="csY2" fmla="*/ 0 h 990600"/>
                <a:gd name="csX3" fmla="*/ 1171575 w 8572500"/>
                <a:gd name="csY3" fmla="*/ 28575 h 990600"/>
                <a:gd name="csX4" fmla="*/ 1562100 w 8572500"/>
                <a:gd name="csY4" fmla="*/ 9525 h 990600"/>
                <a:gd name="csX5" fmla="*/ 1952625 w 8572500"/>
                <a:gd name="csY5" fmla="*/ 38100 h 990600"/>
                <a:gd name="csX6" fmla="*/ 2333625 w 8572500"/>
                <a:gd name="csY6" fmla="*/ 19050 h 990600"/>
                <a:gd name="csX7" fmla="*/ 2724150 w 8572500"/>
                <a:gd name="csY7" fmla="*/ 104775 h 990600"/>
                <a:gd name="csX8" fmla="*/ 3114675 w 8572500"/>
                <a:gd name="csY8" fmla="*/ 114300 h 990600"/>
                <a:gd name="csX9" fmla="*/ 3505200 w 8572500"/>
                <a:gd name="csY9" fmla="*/ 190500 h 990600"/>
                <a:gd name="csX10" fmla="*/ 3895725 w 8572500"/>
                <a:gd name="csY10" fmla="*/ 47625 h 990600"/>
                <a:gd name="csX11" fmla="*/ 4286250 w 8572500"/>
                <a:gd name="csY11" fmla="*/ 190500 h 990600"/>
                <a:gd name="csX12" fmla="*/ 4676775 w 8572500"/>
                <a:gd name="csY12" fmla="*/ 190500 h 990600"/>
                <a:gd name="csX13" fmla="*/ 5067300 w 8572500"/>
                <a:gd name="csY13" fmla="*/ 66675 h 990600"/>
                <a:gd name="csX14" fmla="*/ 5457825 w 8572500"/>
                <a:gd name="csY14" fmla="*/ 85725 h 990600"/>
                <a:gd name="csX15" fmla="*/ 5848350 w 8572500"/>
                <a:gd name="csY15" fmla="*/ 47625 h 990600"/>
                <a:gd name="csX16" fmla="*/ 6238875 w 8572500"/>
                <a:gd name="csY16" fmla="*/ 28575 h 990600"/>
                <a:gd name="csX17" fmla="*/ 6619875 w 8572500"/>
                <a:gd name="csY17" fmla="*/ 180975 h 990600"/>
                <a:gd name="csX18" fmla="*/ 7010400 w 8572500"/>
                <a:gd name="csY18" fmla="*/ 114300 h 990600"/>
                <a:gd name="csX19" fmla="*/ 7400925 w 8572500"/>
                <a:gd name="csY19" fmla="*/ 180975 h 990600"/>
                <a:gd name="csX20" fmla="*/ 7791450 w 8572500"/>
                <a:gd name="csY20" fmla="*/ 38100 h 990600"/>
                <a:gd name="csX21" fmla="*/ 8181975 w 8572500"/>
                <a:gd name="csY21" fmla="*/ 171450 h 990600"/>
                <a:gd name="csX22" fmla="*/ 8572500 w 8572500"/>
                <a:gd name="csY22" fmla="*/ 171450 h 990600"/>
                <a:gd name="csX23" fmla="*/ 8572500 w 8572500"/>
                <a:gd name="csY23" fmla="*/ 990600 h 990600"/>
                <a:gd name="csX24" fmla="*/ 8181975 w 8572500"/>
                <a:gd name="csY24" fmla="*/ 990600 h 990600"/>
                <a:gd name="csX25" fmla="*/ 7791450 w 8572500"/>
                <a:gd name="csY25" fmla="*/ 990600 h 990600"/>
                <a:gd name="csX26" fmla="*/ 7400925 w 8572500"/>
                <a:gd name="csY26" fmla="*/ 990600 h 990600"/>
                <a:gd name="csX27" fmla="*/ 7010400 w 8572500"/>
                <a:gd name="csY27" fmla="*/ 990600 h 990600"/>
                <a:gd name="csX28" fmla="*/ 6619875 w 8572500"/>
                <a:gd name="csY28" fmla="*/ 990600 h 990600"/>
                <a:gd name="csX29" fmla="*/ 6238875 w 8572500"/>
                <a:gd name="csY29" fmla="*/ 990600 h 990600"/>
                <a:gd name="csX30" fmla="*/ 5848350 w 8572500"/>
                <a:gd name="csY30" fmla="*/ 990600 h 990600"/>
                <a:gd name="csX31" fmla="*/ 5457825 w 8572500"/>
                <a:gd name="csY31" fmla="*/ 990600 h 990600"/>
                <a:gd name="csX32" fmla="*/ 5067300 w 8572500"/>
                <a:gd name="csY32" fmla="*/ 990600 h 990600"/>
                <a:gd name="csX33" fmla="*/ 4676775 w 8572500"/>
                <a:gd name="csY33" fmla="*/ 990600 h 990600"/>
                <a:gd name="csX34" fmla="*/ 4286250 w 8572500"/>
                <a:gd name="csY34" fmla="*/ 990600 h 990600"/>
                <a:gd name="csX35" fmla="*/ 3895725 w 8572500"/>
                <a:gd name="csY35" fmla="*/ 990600 h 990600"/>
                <a:gd name="csX36" fmla="*/ 3505200 w 8572500"/>
                <a:gd name="csY36" fmla="*/ 990600 h 990600"/>
                <a:gd name="csX37" fmla="*/ 3114675 w 8572500"/>
                <a:gd name="csY37" fmla="*/ 990600 h 990600"/>
                <a:gd name="csX38" fmla="*/ 2724150 w 8572500"/>
                <a:gd name="csY38" fmla="*/ 990600 h 990600"/>
                <a:gd name="csX39" fmla="*/ 2333625 w 8572500"/>
                <a:gd name="csY39" fmla="*/ 990600 h 990600"/>
                <a:gd name="csX40" fmla="*/ 1952625 w 8572500"/>
                <a:gd name="csY40" fmla="*/ 990600 h 990600"/>
                <a:gd name="csX41" fmla="*/ 1562100 w 8572500"/>
                <a:gd name="csY41" fmla="*/ 990600 h 990600"/>
                <a:gd name="csX42" fmla="*/ 1171575 w 8572500"/>
                <a:gd name="csY42" fmla="*/ 990600 h 990600"/>
                <a:gd name="csX43" fmla="*/ 781050 w 8572500"/>
                <a:gd name="csY43" fmla="*/ 990600 h 990600"/>
                <a:gd name="csX44" fmla="*/ 390525 w 8572500"/>
                <a:gd name="csY44" fmla="*/ 990600 h 990600"/>
                <a:gd name="csX45" fmla="*/ 0 w 8572500"/>
                <a:gd name="csY45" fmla="*/ 990600 h 990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990600">
                  <a:moveTo>
                    <a:pt x="0" y="9525"/>
                  </a:moveTo>
                  <a:lnTo>
                    <a:pt x="390525" y="38100"/>
                  </a:lnTo>
                  <a:lnTo>
                    <a:pt x="781050" y="0"/>
                  </a:lnTo>
                  <a:lnTo>
                    <a:pt x="1171575" y="28575"/>
                  </a:lnTo>
                  <a:lnTo>
                    <a:pt x="1562100" y="9525"/>
                  </a:lnTo>
                  <a:lnTo>
                    <a:pt x="1952625" y="38100"/>
                  </a:lnTo>
                  <a:lnTo>
                    <a:pt x="2333625" y="19050"/>
                  </a:lnTo>
                  <a:lnTo>
                    <a:pt x="2724150" y="104775"/>
                  </a:lnTo>
                  <a:lnTo>
                    <a:pt x="3114675" y="114300"/>
                  </a:lnTo>
                  <a:lnTo>
                    <a:pt x="3505200" y="190500"/>
                  </a:lnTo>
                  <a:lnTo>
                    <a:pt x="3895725" y="47625"/>
                  </a:lnTo>
                  <a:lnTo>
                    <a:pt x="4286250" y="190500"/>
                  </a:lnTo>
                  <a:lnTo>
                    <a:pt x="4676775" y="190500"/>
                  </a:lnTo>
                  <a:lnTo>
                    <a:pt x="5067300" y="66675"/>
                  </a:lnTo>
                  <a:lnTo>
                    <a:pt x="5457825" y="85725"/>
                  </a:lnTo>
                  <a:lnTo>
                    <a:pt x="5848350" y="47625"/>
                  </a:lnTo>
                  <a:lnTo>
                    <a:pt x="6238875" y="28575"/>
                  </a:lnTo>
                  <a:lnTo>
                    <a:pt x="6619875" y="180975"/>
                  </a:lnTo>
                  <a:lnTo>
                    <a:pt x="7010400" y="114300"/>
                  </a:lnTo>
                  <a:lnTo>
                    <a:pt x="7400925" y="180975"/>
                  </a:lnTo>
                  <a:lnTo>
                    <a:pt x="7791450" y="38100"/>
                  </a:lnTo>
                  <a:lnTo>
                    <a:pt x="8181975" y="171450"/>
                  </a:lnTo>
                  <a:lnTo>
                    <a:pt x="8572500" y="171450"/>
                  </a:lnTo>
                  <a:lnTo>
                    <a:pt x="8572500" y="990600"/>
                  </a:lnTo>
                  <a:lnTo>
                    <a:pt x="8181975" y="990600"/>
                  </a:lnTo>
                  <a:lnTo>
                    <a:pt x="7791450" y="990600"/>
                  </a:lnTo>
                  <a:lnTo>
                    <a:pt x="7400925" y="990600"/>
                  </a:lnTo>
                  <a:lnTo>
                    <a:pt x="7010400" y="990600"/>
                  </a:lnTo>
                  <a:lnTo>
                    <a:pt x="6619875" y="990600"/>
                  </a:lnTo>
                  <a:lnTo>
                    <a:pt x="6238875" y="990600"/>
                  </a:lnTo>
                  <a:lnTo>
                    <a:pt x="5848350" y="990600"/>
                  </a:lnTo>
                  <a:lnTo>
                    <a:pt x="5457825" y="990600"/>
                  </a:lnTo>
                  <a:lnTo>
                    <a:pt x="5067300" y="990600"/>
                  </a:lnTo>
                  <a:lnTo>
                    <a:pt x="4676775" y="990600"/>
                  </a:lnTo>
                  <a:lnTo>
                    <a:pt x="4286250" y="990600"/>
                  </a:lnTo>
                  <a:lnTo>
                    <a:pt x="3895725" y="990600"/>
                  </a:lnTo>
                  <a:lnTo>
                    <a:pt x="3505200" y="990600"/>
                  </a:lnTo>
                  <a:lnTo>
                    <a:pt x="3114675" y="990600"/>
                  </a:lnTo>
                  <a:lnTo>
                    <a:pt x="2724150" y="990600"/>
                  </a:lnTo>
                  <a:lnTo>
                    <a:pt x="2333625" y="990600"/>
                  </a:lnTo>
                  <a:lnTo>
                    <a:pt x="1952625" y="990600"/>
                  </a:lnTo>
                  <a:lnTo>
                    <a:pt x="1562100" y="990600"/>
                  </a:lnTo>
                  <a:lnTo>
                    <a:pt x="1171575" y="990600"/>
                  </a:lnTo>
                  <a:lnTo>
                    <a:pt x="781050" y="990600"/>
                  </a:lnTo>
                  <a:lnTo>
                    <a:pt x="390525" y="990600"/>
                  </a:lnTo>
                  <a:lnTo>
                    <a:pt x="0" y="990600"/>
                  </a:lnTo>
                  <a:close/>
                </a:path>
              </a:pathLst>
            </a:custGeom>
            <a:solidFill>
              <a:schemeClr val="accent2">
                <a:lumMod val="20000"/>
                <a:lumOff val="80000"/>
              </a:schemeClr>
            </a:solidFill>
            <a:ln w="9525" cap="flat">
              <a:noFill/>
              <a:prstDash val="solid"/>
              <a:miter/>
            </a:ln>
          </p:spPr>
          <p:txBody>
            <a:bodyPr/>
            <a:lstStyle/>
            <a:p>
              <a:endParaRPr lang="en-US"/>
            </a:p>
          </p:txBody>
        </p:sp>
        <p:sp>
          <p:nvSpPr>
            <p:cNvPr id="24" name="Freeform: Shape 23">
              <a:extLst>
                <a:ext uri="{FF2B5EF4-FFF2-40B4-BE49-F238E27FC236}">
                  <a16:creationId xmlns:a16="http://schemas.microsoft.com/office/drawing/2014/main" id="{6ED218E2-B68B-68B2-417D-07E87E17B5AE}"/>
                </a:ext>
              </a:extLst>
            </p:cNvPr>
            <p:cNvSpPr/>
            <p:nvPr/>
          </p:nvSpPr>
          <p:spPr>
            <a:xfrm flipH="1">
              <a:off x="12192000" y="5543760"/>
              <a:ext cx="12192000" cy="1314240"/>
            </a:xfrm>
            <a:custGeom>
              <a:avLst/>
              <a:gdLst>
                <a:gd name="csX0" fmla="*/ 0 w 8572500"/>
                <a:gd name="csY0" fmla="*/ 38100 h 819150"/>
                <a:gd name="csX1" fmla="*/ 390525 w 8572500"/>
                <a:gd name="csY1" fmla="*/ 95250 h 819150"/>
                <a:gd name="csX2" fmla="*/ 781050 w 8572500"/>
                <a:gd name="csY2" fmla="*/ 66675 h 819150"/>
                <a:gd name="csX3" fmla="*/ 1171575 w 8572500"/>
                <a:gd name="csY3" fmla="*/ 19050 h 819150"/>
                <a:gd name="csX4" fmla="*/ 1562100 w 8572500"/>
                <a:gd name="csY4" fmla="*/ 142875 h 819150"/>
                <a:gd name="csX5" fmla="*/ 1952625 w 8572500"/>
                <a:gd name="csY5" fmla="*/ 161925 h 819150"/>
                <a:gd name="csX6" fmla="*/ 2333625 w 8572500"/>
                <a:gd name="csY6" fmla="*/ 47625 h 819150"/>
                <a:gd name="csX7" fmla="*/ 2724150 w 8572500"/>
                <a:gd name="csY7" fmla="*/ 123825 h 819150"/>
                <a:gd name="csX8" fmla="*/ 3114675 w 8572500"/>
                <a:gd name="csY8" fmla="*/ 95250 h 819150"/>
                <a:gd name="csX9" fmla="*/ 3505200 w 8572500"/>
                <a:gd name="csY9" fmla="*/ 190500 h 819150"/>
                <a:gd name="csX10" fmla="*/ 3895725 w 8572500"/>
                <a:gd name="csY10" fmla="*/ 142875 h 819150"/>
                <a:gd name="csX11" fmla="*/ 4286250 w 8572500"/>
                <a:gd name="csY11" fmla="*/ 28575 h 819150"/>
                <a:gd name="csX12" fmla="*/ 4676775 w 8572500"/>
                <a:gd name="csY12" fmla="*/ 190500 h 819150"/>
                <a:gd name="csX13" fmla="*/ 5067300 w 8572500"/>
                <a:gd name="csY13" fmla="*/ 142875 h 819150"/>
                <a:gd name="csX14" fmla="*/ 5457825 w 8572500"/>
                <a:gd name="csY14" fmla="*/ 0 h 819150"/>
                <a:gd name="csX15" fmla="*/ 5848350 w 8572500"/>
                <a:gd name="csY15" fmla="*/ 47625 h 819150"/>
                <a:gd name="csX16" fmla="*/ 6238875 w 8572500"/>
                <a:gd name="csY16" fmla="*/ 142875 h 819150"/>
                <a:gd name="csX17" fmla="*/ 6619875 w 8572500"/>
                <a:gd name="csY17" fmla="*/ 57150 h 819150"/>
                <a:gd name="csX18" fmla="*/ 7010400 w 8572500"/>
                <a:gd name="csY18" fmla="*/ 114300 h 819150"/>
                <a:gd name="csX19" fmla="*/ 7400925 w 8572500"/>
                <a:gd name="csY19" fmla="*/ 66675 h 819150"/>
                <a:gd name="csX20" fmla="*/ 7791450 w 8572500"/>
                <a:gd name="csY20" fmla="*/ 171450 h 819150"/>
                <a:gd name="csX21" fmla="*/ 8181975 w 8572500"/>
                <a:gd name="csY21" fmla="*/ 57150 h 819150"/>
                <a:gd name="csX22" fmla="*/ 8572500 w 8572500"/>
                <a:gd name="csY22" fmla="*/ 28575 h 819150"/>
                <a:gd name="csX23" fmla="*/ 8572500 w 8572500"/>
                <a:gd name="csY23" fmla="*/ 819150 h 819150"/>
                <a:gd name="csX24" fmla="*/ 8181975 w 8572500"/>
                <a:gd name="csY24" fmla="*/ 819150 h 819150"/>
                <a:gd name="csX25" fmla="*/ 7791450 w 8572500"/>
                <a:gd name="csY25" fmla="*/ 819150 h 819150"/>
                <a:gd name="csX26" fmla="*/ 7400925 w 8572500"/>
                <a:gd name="csY26" fmla="*/ 819150 h 819150"/>
                <a:gd name="csX27" fmla="*/ 7010400 w 8572500"/>
                <a:gd name="csY27" fmla="*/ 819150 h 819150"/>
                <a:gd name="csX28" fmla="*/ 6619875 w 8572500"/>
                <a:gd name="csY28" fmla="*/ 819150 h 819150"/>
                <a:gd name="csX29" fmla="*/ 6238875 w 8572500"/>
                <a:gd name="csY29" fmla="*/ 819150 h 819150"/>
                <a:gd name="csX30" fmla="*/ 5848350 w 8572500"/>
                <a:gd name="csY30" fmla="*/ 819150 h 819150"/>
                <a:gd name="csX31" fmla="*/ 5457825 w 8572500"/>
                <a:gd name="csY31" fmla="*/ 819150 h 819150"/>
                <a:gd name="csX32" fmla="*/ 5067300 w 8572500"/>
                <a:gd name="csY32" fmla="*/ 819150 h 819150"/>
                <a:gd name="csX33" fmla="*/ 4676775 w 8572500"/>
                <a:gd name="csY33" fmla="*/ 819150 h 819150"/>
                <a:gd name="csX34" fmla="*/ 4286250 w 8572500"/>
                <a:gd name="csY34" fmla="*/ 819150 h 819150"/>
                <a:gd name="csX35" fmla="*/ 3895725 w 8572500"/>
                <a:gd name="csY35" fmla="*/ 819150 h 819150"/>
                <a:gd name="csX36" fmla="*/ 3505200 w 8572500"/>
                <a:gd name="csY36" fmla="*/ 819150 h 819150"/>
                <a:gd name="csX37" fmla="*/ 3114675 w 8572500"/>
                <a:gd name="csY37" fmla="*/ 819150 h 819150"/>
                <a:gd name="csX38" fmla="*/ 2724150 w 8572500"/>
                <a:gd name="csY38" fmla="*/ 819150 h 819150"/>
                <a:gd name="csX39" fmla="*/ 2333625 w 8572500"/>
                <a:gd name="csY39" fmla="*/ 819150 h 819150"/>
                <a:gd name="csX40" fmla="*/ 1952625 w 8572500"/>
                <a:gd name="csY40" fmla="*/ 819150 h 819150"/>
                <a:gd name="csX41" fmla="*/ 1562100 w 8572500"/>
                <a:gd name="csY41" fmla="*/ 819150 h 819150"/>
                <a:gd name="csX42" fmla="*/ 1171575 w 8572500"/>
                <a:gd name="csY42" fmla="*/ 819150 h 819150"/>
                <a:gd name="csX43" fmla="*/ 781050 w 8572500"/>
                <a:gd name="csY43" fmla="*/ 819150 h 819150"/>
                <a:gd name="csX44" fmla="*/ 390525 w 8572500"/>
                <a:gd name="csY44" fmla="*/ 819150 h 819150"/>
                <a:gd name="csX45" fmla="*/ 0 w 8572500"/>
                <a:gd name="csY45" fmla="*/ 819150 h 8191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819150">
                  <a:moveTo>
                    <a:pt x="0" y="38100"/>
                  </a:moveTo>
                  <a:lnTo>
                    <a:pt x="390525" y="95250"/>
                  </a:lnTo>
                  <a:lnTo>
                    <a:pt x="781050" y="66675"/>
                  </a:lnTo>
                  <a:lnTo>
                    <a:pt x="1171575" y="19050"/>
                  </a:lnTo>
                  <a:lnTo>
                    <a:pt x="1562100" y="142875"/>
                  </a:lnTo>
                  <a:lnTo>
                    <a:pt x="1952625" y="161925"/>
                  </a:lnTo>
                  <a:lnTo>
                    <a:pt x="2333625" y="47625"/>
                  </a:lnTo>
                  <a:lnTo>
                    <a:pt x="2724150" y="123825"/>
                  </a:lnTo>
                  <a:lnTo>
                    <a:pt x="3114675" y="95250"/>
                  </a:lnTo>
                  <a:lnTo>
                    <a:pt x="3505200" y="190500"/>
                  </a:lnTo>
                  <a:lnTo>
                    <a:pt x="3895725" y="142875"/>
                  </a:lnTo>
                  <a:lnTo>
                    <a:pt x="4286250" y="28575"/>
                  </a:lnTo>
                  <a:lnTo>
                    <a:pt x="4676775" y="190500"/>
                  </a:lnTo>
                  <a:lnTo>
                    <a:pt x="5067300" y="142875"/>
                  </a:lnTo>
                  <a:lnTo>
                    <a:pt x="5457825" y="0"/>
                  </a:lnTo>
                  <a:lnTo>
                    <a:pt x="5848350" y="47625"/>
                  </a:lnTo>
                  <a:lnTo>
                    <a:pt x="6238875" y="142875"/>
                  </a:lnTo>
                  <a:lnTo>
                    <a:pt x="6619875" y="57150"/>
                  </a:lnTo>
                  <a:lnTo>
                    <a:pt x="7010400" y="114300"/>
                  </a:lnTo>
                  <a:lnTo>
                    <a:pt x="7400925" y="66675"/>
                  </a:lnTo>
                  <a:lnTo>
                    <a:pt x="7791450" y="171450"/>
                  </a:lnTo>
                  <a:lnTo>
                    <a:pt x="8181975" y="57150"/>
                  </a:lnTo>
                  <a:lnTo>
                    <a:pt x="8572500" y="28575"/>
                  </a:lnTo>
                  <a:lnTo>
                    <a:pt x="8572500" y="819150"/>
                  </a:lnTo>
                  <a:lnTo>
                    <a:pt x="8181975" y="819150"/>
                  </a:lnTo>
                  <a:lnTo>
                    <a:pt x="7791450" y="819150"/>
                  </a:lnTo>
                  <a:lnTo>
                    <a:pt x="7400925" y="819150"/>
                  </a:lnTo>
                  <a:lnTo>
                    <a:pt x="7010400" y="819150"/>
                  </a:lnTo>
                  <a:lnTo>
                    <a:pt x="6619875" y="819150"/>
                  </a:lnTo>
                  <a:lnTo>
                    <a:pt x="6238875" y="819150"/>
                  </a:lnTo>
                  <a:lnTo>
                    <a:pt x="5848350" y="819150"/>
                  </a:lnTo>
                  <a:lnTo>
                    <a:pt x="5457825" y="819150"/>
                  </a:lnTo>
                  <a:lnTo>
                    <a:pt x="5067300" y="819150"/>
                  </a:lnTo>
                  <a:lnTo>
                    <a:pt x="4676775" y="819150"/>
                  </a:lnTo>
                  <a:lnTo>
                    <a:pt x="4286250" y="819150"/>
                  </a:lnTo>
                  <a:lnTo>
                    <a:pt x="3895725" y="819150"/>
                  </a:lnTo>
                  <a:lnTo>
                    <a:pt x="3505200" y="819150"/>
                  </a:lnTo>
                  <a:lnTo>
                    <a:pt x="3114675" y="819150"/>
                  </a:lnTo>
                  <a:lnTo>
                    <a:pt x="2724150" y="819150"/>
                  </a:lnTo>
                  <a:lnTo>
                    <a:pt x="2333625" y="819150"/>
                  </a:lnTo>
                  <a:lnTo>
                    <a:pt x="1952625" y="819150"/>
                  </a:lnTo>
                  <a:lnTo>
                    <a:pt x="1562100" y="819150"/>
                  </a:lnTo>
                  <a:lnTo>
                    <a:pt x="1171575" y="819150"/>
                  </a:lnTo>
                  <a:lnTo>
                    <a:pt x="781050" y="819150"/>
                  </a:lnTo>
                  <a:lnTo>
                    <a:pt x="390525" y="819150"/>
                  </a:lnTo>
                  <a:lnTo>
                    <a:pt x="0" y="819150"/>
                  </a:lnTo>
                  <a:close/>
                </a:path>
              </a:pathLst>
            </a:custGeom>
            <a:solidFill>
              <a:schemeClr val="accent2">
                <a:lumMod val="40000"/>
                <a:lumOff val="60000"/>
              </a:schemeClr>
            </a:solidFill>
            <a:ln w="9525" cap="flat">
              <a:noFill/>
              <a:prstDash val="solid"/>
              <a:miter/>
            </a:ln>
          </p:spPr>
          <p:txBody>
            <a:bodyPr/>
            <a:lstStyle/>
            <a:p>
              <a:endParaRPr lang="en-US"/>
            </a:p>
          </p:txBody>
        </p:sp>
        <p:sp>
          <p:nvSpPr>
            <p:cNvPr id="25" name="Freeform: Shape 24">
              <a:extLst>
                <a:ext uri="{FF2B5EF4-FFF2-40B4-BE49-F238E27FC236}">
                  <a16:creationId xmlns:a16="http://schemas.microsoft.com/office/drawing/2014/main" id="{F1DE1CD4-4927-D015-40C5-21195D99DE0A}"/>
                </a:ext>
              </a:extLst>
            </p:cNvPr>
            <p:cNvSpPr/>
            <p:nvPr/>
          </p:nvSpPr>
          <p:spPr>
            <a:xfrm flipH="1">
              <a:off x="12192000" y="5834115"/>
              <a:ext cx="12192000" cy="1023885"/>
            </a:xfrm>
            <a:custGeom>
              <a:avLst/>
              <a:gdLst>
                <a:gd name="csX0" fmla="*/ 0 w 8572500"/>
                <a:gd name="csY0" fmla="*/ 76200 h 638175"/>
                <a:gd name="csX1" fmla="*/ 390525 w 8572500"/>
                <a:gd name="csY1" fmla="*/ 9525 h 638175"/>
                <a:gd name="csX2" fmla="*/ 781050 w 8572500"/>
                <a:gd name="csY2" fmla="*/ 123825 h 638175"/>
                <a:gd name="csX3" fmla="*/ 1171575 w 8572500"/>
                <a:gd name="csY3" fmla="*/ 142875 h 638175"/>
                <a:gd name="csX4" fmla="*/ 1562100 w 8572500"/>
                <a:gd name="csY4" fmla="*/ 76200 h 638175"/>
                <a:gd name="csX5" fmla="*/ 1952625 w 8572500"/>
                <a:gd name="csY5" fmla="*/ 76200 h 638175"/>
                <a:gd name="csX6" fmla="*/ 2333625 w 8572500"/>
                <a:gd name="csY6" fmla="*/ 171450 h 638175"/>
                <a:gd name="csX7" fmla="*/ 2724150 w 8572500"/>
                <a:gd name="csY7" fmla="*/ 76200 h 638175"/>
                <a:gd name="csX8" fmla="*/ 3114675 w 8572500"/>
                <a:gd name="csY8" fmla="*/ 123825 h 638175"/>
                <a:gd name="csX9" fmla="*/ 3505200 w 8572500"/>
                <a:gd name="csY9" fmla="*/ 142875 h 638175"/>
                <a:gd name="csX10" fmla="*/ 3895725 w 8572500"/>
                <a:gd name="csY10" fmla="*/ 19050 h 638175"/>
                <a:gd name="csX11" fmla="*/ 4286250 w 8572500"/>
                <a:gd name="csY11" fmla="*/ 123825 h 638175"/>
                <a:gd name="csX12" fmla="*/ 4676775 w 8572500"/>
                <a:gd name="csY12" fmla="*/ 142875 h 638175"/>
                <a:gd name="csX13" fmla="*/ 5067300 w 8572500"/>
                <a:gd name="csY13" fmla="*/ 152400 h 638175"/>
                <a:gd name="csX14" fmla="*/ 5457825 w 8572500"/>
                <a:gd name="csY14" fmla="*/ 133350 h 638175"/>
                <a:gd name="csX15" fmla="*/ 5848350 w 8572500"/>
                <a:gd name="csY15" fmla="*/ 0 h 638175"/>
                <a:gd name="csX16" fmla="*/ 6238875 w 8572500"/>
                <a:gd name="csY16" fmla="*/ 66675 h 638175"/>
                <a:gd name="csX17" fmla="*/ 6619875 w 8572500"/>
                <a:gd name="csY17" fmla="*/ 28575 h 638175"/>
                <a:gd name="csX18" fmla="*/ 7010400 w 8572500"/>
                <a:gd name="csY18" fmla="*/ 28575 h 638175"/>
                <a:gd name="csX19" fmla="*/ 7400925 w 8572500"/>
                <a:gd name="csY19" fmla="*/ 47625 h 638175"/>
                <a:gd name="csX20" fmla="*/ 7791450 w 8572500"/>
                <a:gd name="csY20" fmla="*/ 161925 h 638175"/>
                <a:gd name="csX21" fmla="*/ 8181975 w 8572500"/>
                <a:gd name="csY21" fmla="*/ 47625 h 638175"/>
                <a:gd name="csX22" fmla="*/ 8572500 w 8572500"/>
                <a:gd name="csY22" fmla="*/ 47625 h 638175"/>
                <a:gd name="csX23" fmla="*/ 8572500 w 8572500"/>
                <a:gd name="csY23" fmla="*/ 638175 h 638175"/>
                <a:gd name="csX24" fmla="*/ 8181975 w 8572500"/>
                <a:gd name="csY24" fmla="*/ 638175 h 638175"/>
                <a:gd name="csX25" fmla="*/ 7791450 w 8572500"/>
                <a:gd name="csY25" fmla="*/ 638175 h 638175"/>
                <a:gd name="csX26" fmla="*/ 7400925 w 8572500"/>
                <a:gd name="csY26" fmla="*/ 638175 h 638175"/>
                <a:gd name="csX27" fmla="*/ 7010400 w 8572500"/>
                <a:gd name="csY27" fmla="*/ 638175 h 638175"/>
                <a:gd name="csX28" fmla="*/ 6619875 w 8572500"/>
                <a:gd name="csY28" fmla="*/ 638175 h 638175"/>
                <a:gd name="csX29" fmla="*/ 6238875 w 8572500"/>
                <a:gd name="csY29" fmla="*/ 638175 h 638175"/>
                <a:gd name="csX30" fmla="*/ 5848350 w 8572500"/>
                <a:gd name="csY30" fmla="*/ 638175 h 638175"/>
                <a:gd name="csX31" fmla="*/ 5457825 w 8572500"/>
                <a:gd name="csY31" fmla="*/ 638175 h 638175"/>
                <a:gd name="csX32" fmla="*/ 5067300 w 8572500"/>
                <a:gd name="csY32" fmla="*/ 638175 h 638175"/>
                <a:gd name="csX33" fmla="*/ 4676775 w 8572500"/>
                <a:gd name="csY33" fmla="*/ 638175 h 638175"/>
                <a:gd name="csX34" fmla="*/ 4286250 w 8572500"/>
                <a:gd name="csY34" fmla="*/ 638175 h 638175"/>
                <a:gd name="csX35" fmla="*/ 3895725 w 8572500"/>
                <a:gd name="csY35" fmla="*/ 638175 h 638175"/>
                <a:gd name="csX36" fmla="*/ 3505200 w 8572500"/>
                <a:gd name="csY36" fmla="*/ 638175 h 638175"/>
                <a:gd name="csX37" fmla="*/ 3114675 w 8572500"/>
                <a:gd name="csY37" fmla="*/ 638175 h 638175"/>
                <a:gd name="csX38" fmla="*/ 2724150 w 8572500"/>
                <a:gd name="csY38" fmla="*/ 638175 h 638175"/>
                <a:gd name="csX39" fmla="*/ 2333625 w 8572500"/>
                <a:gd name="csY39" fmla="*/ 638175 h 638175"/>
                <a:gd name="csX40" fmla="*/ 1952625 w 8572500"/>
                <a:gd name="csY40" fmla="*/ 638175 h 638175"/>
                <a:gd name="csX41" fmla="*/ 1562100 w 8572500"/>
                <a:gd name="csY41" fmla="*/ 638175 h 638175"/>
                <a:gd name="csX42" fmla="*/ 1171575 w 8572500"/>
                <a:gd name="csY42" fmla="*/ 638175 h 638175"/>
                <a:gd name="csX43" fmla="*/ 781050 w 8572500"/>
                <a:gd name="csY43" fmla="*/ 638175 h 638175"/>
                <a:gd name="csX44" fmla="*/ 390525 w 8572500"/>
                <a:gd name="csY44" fmla="*/ 638175 h 638175"/>
                <a:gd name="csX45" fmla="*/ 0 w 8572500"/>
                <a:gd name="csY45" fmla="*/ 638175 h 6381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638175">
                  <a:moveTo>
                    <a:pt x="0" y="76200"/>
                  </a:moveTo>
                  <a:lnTo>
                    <a:pt x="390525" y="9525"/>
                  </a:lnTo>
                  <a:lnTo>
                    <a:pt x="781050" y="123825"/>
                  </a:lnTo>
                  <a:lnTo>
                    <a:pt x="1171575" y="142875"/>
                  </a:lnTo>
                  <a:lnTo>
                    <a:pt x="1562100" y="76200"/>
                  </a:lnTo>
                  <a:lnTo>
                    <a:pt x="1952625" y="76200"/>
                  </a:lnTo>
                  <a:lnTo>
                    <a:pt x="2333625" y="171450"/>
                  </a:lnTo>
                  <a:lnTo>
                    <a:pt x="2724150" y="76200"/>
                  </a:lnTo>
                  <a:lnTo>
                    <a:pt x="3114675" y="123825"/>
                  </a:lnTo>
                  <a:lnTo>
                    <a:pt x="3505200" y="142875"/>
                  </a:lnTo>
                  <a:lnTo>
                    <a:pt x="3895725" y="19050"/>
                  </a:lnTo>
                  <a:lnTo>
                    <a:pt x="4286250" y="123825"/>
                  </a:lnTo>
                  <a:lnTo>
                    <a:pt x="4676775" y="142875"/>
                  </a:lnTo>
                  <a:lnTo>
                    <a:pt x="5067300" y="152400"/>
                  </a:lnTo>
                  <a:lnTo>
                    <a:pt x="5457825" y="133350"/>
                  </a:lnTo>
                  <a:lnTo>
                    <a:pt x="5848350" y="0"/>
                  </a:lnTo>
                  <a:lnTo>
                    <a:pt x="6238875" y="66675"/>
                  </a:lnTo>
                  <a:lnTo>
                    <a:pt x="6619875" y="28575"/>
                  </a:lnTo>
                  <a:lnTo>
                    <a:pt x="7010400" y="28575"/>
                  </a:lnTo>
                  <a:lnTo>
                    <a:pt x="7400925" y="47625"/>
                  </a:lnTo>
                  <a:lnTo>
                    <a:pt x="7791450" y="161925"/>
                  </a:lnTo>
                  <a:lnTo>
                    <a:pt x="8181975" y="47625"/>
                  </a:lnTo>
                  <a:lnTo>
                    <a:pt x="8572500" y="47625"/>
                  </a:lnTo>
                  <a:lnTo>
                    <a:pt x="8572500" y="638175"/>
                  </a:lnTo>
                  <a:lnTo>
                    <a:pt x="8181975" y="638175"/>
                  </a:lnTo>
                  <a:lnTo>
                    <a:pt x="7791450" y="638175"/>
                  </a:lnTo>
                  <a:lnTo>
                    <a:pt x="7400925" y="638175"/>
                  </a:lnTo>
                  <a:lnTo>
                    <a:pt x="7010400" y="638175"/>
                  </a:lnTo>
                  <a:lnTo>
                    <a:pt x="6619875" y="638175"/>
                  </a:lnTo>
                  <a:lnTo>
                    <a:pt x="6238875" y="638175"/>
                  </a:lnTo>
                  <a:lnTo>
                    <a:pt x="5848350" y="638175"/>
                  </a:lnTo>
                  <a:lnTo>
                    <a:pt x="5457825" y="638175"/>
                  </a:lnTo>
                  <a:lnTo>
                    <a:pt x="5067300" y="638175"/>
                  </a:lnTo>
                  <a:lnTo>
                    <a:pt x="4676775" y="638175"/>
                  </a:lnTo>
                  <a:lnTo>
                    <a:pt x="4286250" y="638175"/>
                  </a:lnTo>
                  <a:lnTo>
                    <a:pt x="3895725" y="638175"/>
                  </a:lnTo>
                  <a:lnTo>
                    <a:pt x="3505200" y="638175"/>
                  </a:lnTo>
                  <a:lnTo>
                    <a:pt x="3114675" y="638175"/>
                  </a:lnTo>
                  <a:lnTo>
                    <a:pt x="2724150" y="638175"/>
                  </a:lnTo>
                  <a:lnTo>
                    <a:pt x="2333625" y="638175"/>
                  </a:lnTo>
                  <a:lnTo>
                    <a:pt x="1952625" y="638175"/>
                  </a:lnTo>
                  <a:lnTo>
                    <a:pt x="1562100" y="638175"/>
                  </a:lnTo>
                  <a:lnTo>
                    <a:pt x="1171575" y="638175"/>
                  </a:lnTo>
                  <a:lnTo>
                    <a:pt x="781050" y="638175"/>
                  </a:lnTo>
                  <a:lnTo>
                    <a:pt x="390525" y="638175"/>
                  </a:lnTo>
                  <a:lnTo>
                    <a:pt x="0" y="638175"/>
                  </a:lnTo>
                  <a:close/>
                </a:path>
              </a:pathLst>
            </a:custGeom>
            <a:solidFill>
              <a:schemeClr val="accent2">
                <a:lumMod val="60000"/>
                <a:lumOff val="40000"/>
              </a:schemeClr>
            </a:solidFill>
            <a:ln w="9525" cap="flat">
              <a:noFill/>
              <a:prstDash val="solid"/>
              <a:miter/>
            </a:ln>
          </p:spPr>
          <p:txBody>
            <a:bodyPr/>
            <a:lstStyle/>
            <a:p>
              <a:endParaRPr lang="en-US"/>
            </a:p>
          </p:txBody>
        </p:sp>
        <p:sp>
          <p:nvSpPr>
            <p:cNvPr id="26" name="Freeform: Shape 25">
              <a:extLst>
                <a:ext uri="{FF2B5EF4-FFF2-40B4-BE49-F238E27FC236}">
                  <a16:creationId xmlns:a16="http://schemas.microsoft.com/office/drawing/2014/main" id="{C07855FF-AD0E-23DD-98FD-97DCE0DAB211}"/>
                </a:ext>
              </a:extLst>
            </p:cNvPr>
            <p:cNvSpPr/>
            <p:nvPr/>
          </p:nvSpPr>
          <p:spPr>
            <a:xfrm flipH="1">
              <a:off x="12192000" y="6109189"/>
              <a:ext cx="12192000" cy="748811"/>
            </a:xfrm>
            <a:custGeom>
              <a:avLst/>
              <a:gdLst>
                <a:gd name="csX0" fmla="*/ 0 w 8572500"/>
                <a:gd name="csY0" fmla="*/ 152400 h 466725"/>
                <a:gd name="csX1" fmla="*/ 390525 w 8572500"/>
                <a:gd name="csY1" fmla="*/ 104775 h 466725"/>
                <a:gd name="csX2" fmla="*/ 781050 w 8572500"/>
                <a:gd name="csY2" fmla="*/ 57150 h 466725"/>
                <a:gd name="csX3" fmla="*/ 1171575 w 8572500"/>
                <a:gd name="csY3" fmla="*/ 28575 h 466725"/>
                <a:gd name="csX4" fmla="*/ 1562100 w 8572500"/>
                <a:gd name="csY4" fmla="*/ 123825 h 466725"/>
                <a:gd name="csX5" fmla="*/ 1952625 w 8572500"/>
                <a:gd name="csY5" fmla="*/ 133350 h 466725"/>
                <a:gd name="csX6" fmla="*/ 2333625 w 8572500"/>
                <a:gd name="csY6" fmla="*/ 9525 h 466725"/>
                <a:gd name="csX7" fmla="*/ 2724150 w 8572500"/>
                <a:gd name="csY7" fmla="*/ 57150 h 466725"/>
                <a:gd name="csX8" fmla="*/ 3114675 w 8572500"/>
                <a:gd name="csY8" fmla="*/ 28575 h 466725"/>
                <a:gd name="csX9" fmla="*/ 3505200 w 8572500"/>
                <a:gd name="csY9" fmla="*/ 171450 h 466725"/>
                <a:gd name="csX10" fmla="*/ 3895725 w 8572500"/>
                <a:gd name="csY10" fmla="*/ 152400 h 466725"/>
                <a:gd name="csX11" fmla="*/ 4286250 w 8572500"/>
                <a:gd name="csY11" fmla="*/ 161925 h 466725"/>
                <a:gd name="csX12" fmla="*/ 4676775 w 8572500"/>
                <a:gd name="csY12" fmla="*/ 95250 h 466725"/>
                <a:gd name="csX13" fmla="*/ 5067300 w 8572500"/>
                <a:gd name="csY13" fmla="*/ 171450 h 466725"/>
                <a:gd name="csX14" fmla="*/ 5457825 w 8572500"/>
                <a:gd name="csY14" fmla="*/ 114300 h 466725"/>
                <a:gd name="csX15" fmla="*/ 5848350 w 8572500"/>
                <a:gd name="csY15" fmla="*/ 95250 h 466725"/>
                <a:gd name="csX16" fmla="*/ 6238875 w 8572500"/>
                <a:gd name="csY16" fmla="*/ 104775 h 466725"/>
                <a:gd name="csX17" fmla="*/ 6619875 w 8572500"/>
                <a:gd name="csY17" fmla="*/ 152400 h 466725"/>
                <a:gd name="csX18" fmla="*/ 7010400 w 8572500"/>
                <a:gd name="csY18" fmla="*/ 95250 h 466725"/>
                <a:gd name="csX19" fmla="*/ 7400925 w 8572500"/>
                <a:gd name="csY19" fmla="*/ 28575 h 466725"/>
                <a:gd name="csX20" fmla="*/ 7791450 w 8572500"/>
                <a:gd name="csY20" fmla="*/ 123825 h 466725"/>
                <a:gd name="csX21" fmla="*/ 8181975 w 8572500"/>
                <a:gd name="csY21" fmla="*/ 0 h 466725"/>
                <a:gd name="csX22" fmla="*/ 8572500 w 8572500"/>
                <a:gd name="csY22" fmla="*/ 85725 h 466725"/>
                <a:gd name="csX23" fmla="*/ 8572500 w 8572500"/>
                <a:gd name="csY23" fmla="*/ 466725 h 466725"/>
                <a:gd name="csX24" fmla="*/ 8181975 w 8572500"/>
                <a:gd name="csY24" fmla="*/ 466725 h 466725"/>
                <a:gd name="csX25" fmla="*/ 7791450 w 8572500"/>
                <a:gd name="csY25" fmla="*/ 466725 h 466725"/>
                <a:gd name="csX26" fmla="*/ 7400925 w 8572500"/>
                <a:gd name="csY26" fmla="*/ 466725 h 466725"/>
                <a:gd name="csX27" fmla="*/ 7010400 w 8572500"/>
                <a:gd name="csY27" fmla="*/ 466725 h 466725"/>
                <a:gd name="csX28" fmla="*/ 6619875 w 8572500"/>
                <a:gd name="csY28" fmla="*/ 466725 h 466725"/>
                <a:gd name="csX29" fmla="*/ 6238875 w 8572500"/>
                <a:gd name="csY29" fmla="*/ 466725 h 466725"/>
                <a:gd name="csX30" fmla="*/ 5848350 w 8572500"/>
                <a:gd name="csY30" fmla="*/ 466725 h 466725"/>
                <a:gd name="csX31" fmla="*/ 5457825 w 8572500"/>
                <a:gd name="csY31" fmla="*/ 466725 h 466725"/>
                <a:gd name="csX32" fmla="*/ 5067300 w 8572500"/>
                <a:gd name="csY32" fmla="*/ 466725 h 466725"/>
                <a:gd name="csX33" fmla="*/ 4676775 w 8572500"/>
                <a:gd name="csY33" fmla="*/ 466725 h 466725"/>
                <a:gd name="csX34" fmla="*/ 4286250 w 8572500"/>
                <a:gd name="csY34" fmla="*/ 466725 h 466725"/>
                <a:gd name="csX35" fmla="*/ 3895725 w 8572500"/>
                <a:gd name="csY35" fmla="*/ 466725 h 466725"/>
                <a:gd name="csX36" fmla="*/ 3505200 w 8572500"/>
                <a:gd name="csY36" fmla="*/ 466725 h 466725"/>
                <a:gd name="csX37" fmla="*/ 3114675 w 8572500"/>
                <a:gd name="csY37" fmla="*/ 466725 h 466725"/>
                <a:gd name="csX38" fmla="*/ 2724150 w 8572500"/>
                <a:gd name="csY38" fmla="*/ 466725 h 466725"/>
                <a:gd name="csX39" fmla="*/ 2333625 w 8572500"/>
                <a:gd name="csY39" fmla="*/ 466725 h 466725"/>
                <a:gd name="csX40" fmla="*/ 1952625 w 8572500"/>
                <a:gd name="csY40" fmla="*/ 466725 h 466725"/>
                <a:gd name="csX41" fmla="*/ 1562100 w 8572500"/>
                <a:gd name="csY41" fmla="*/ 466725 h 466725"/>
                <a:gd name="csX42" fmla="*/ 1171575 w 8572500"/>
                <a:gd name="csY42" fmla="*/ 466725 h 466725"/>
                <a:gd name="csX43" fmla="*/ 781050 w 8572500"/>
                <a:gd name="csY43" fmla="*/ 466725 h 466725"/>
                <a:gd name="csX44" fmla="*/ 390525 w 8572500"/>
                <a:gd name="csY44" fmla="*/ 466725 h 466725"/>
                <a:gd name="csX45" fmla="*/ 0 w 8572500"/>
                <a:gd name="csY45" fmla="*/ 466725 h 4667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466725">
                  <a:moveTo>
                    <a:pt x="0" y="152400"/>
                  </a:moveTo>
                  <a:lnTo>
                    <a:pt x="390525" y="104775"/>
                  </a:lnTo>
                  <a:lnTo>
                    <a:pt x="781050" y="57150"/>
                  </a:lnTo>
                  <a:lnTo>
                    <a:pt x="1171575" y="28575"/>
                  </a:lnTo>
                  <a:lnTo>
                    <a:pt x="1562100" y="123825"/>
                  </a:lnTo>
                  <a:lnTo>
                    <a:pt x="1952625" y="133350"/>
                  </a:lnTo>
                  <a:lnTo>
                    <a:pt x="2333625" y="9525"/>
                  </a:lnTo>
                  <a:lnTo>
                    <a:pt x="2724150" y="57150"/>
                  </a:lnTo>
                  <a:lnTo>
                    <a:pt x="3114675" y="28575"/>
                  </a:lnTo>
                  <a:lnTo>
                    <a:pt x="3505200" y="171450"/>
                  </a:lnTo>
                  <a:lnTo>
                    <a:pt x="3895725" y="152400"/>
                  </a:lnTo>
                  <a:lnTo>
                    <a:pt x="4286250" y="161925"/>
                  </a:lnTo>
                  <a:lnTo>
                    <a:pt x="4676775" y="95250"/>
                  </a:lnTo>
                  <a:lnTo>
                    <a:pt x="5067300" y="171450"/>
                  </a:lnTo>
                  <a:lnTo>
                    <a:pt x="5457825" y="114300"/>
                  </a:lnTo>
                  <a:lnTo>
                    <a:pt x="5848350" y="95250"/>
                  </a:lnTo>
                  <a:lnTo>
                    <a:pt x="6238875" y="104775"/>
                  </a:lnTo>
                  <a:lnTo>
                    <a:pt x="6619875" y="152400"/>
                  </a:lnTo>
                  <a:lnTo>
                    <a:pt x="7010400" y="95250"/>
                  </a:lnTo>
                  <a:lnTo>
                    <a:pt x="7400925" y="28575"/>
                  </a:lnTo>
                  <a:lnTo>
                    <a:pt x="7791450" y="123825"/>
                  </a:lnTo>
                  <a:lnTo>
                    <a:pt x="8181975" y="0"/>
                  </a:lnTo>
                  <a:lnTo>
                    <a:pt x="8572500" y="85725"/>
                  </a:lnTo>
                  <a:lnTo>
                    <a:pt x="8572500" y="466725"/>
                  </a:lnTo>
                  <a:lnTo>
                    <a:pt x="8181975" y="466725"/>
                  </a:lnTo>
                  <a:lnTo>
                    <a:pt x="7791450" y="466725"/>
                  </a:lnTo>
                  <a:lnTo>
                    <a:pt x="7400925" y="466725"/>
                  </a:lnTo>
                  <a:lnTo>
                    <a:pt x="7010400" y="466725"/>
                  </a:lnTo>
                  <a:lnTo>
                    <a:pt x="6619875" y="466725"/>
                  </a:lnTo>
                  <a:lnTo>
                    <a:pt x="6238875" y="466725"/>
                  </a:lnTo>
                  <a:lnTo>
                    <a:pt x="5848350" y="466725"/>
                  </a:lnTo>
                  <a:lnTo>
                    <a:pt x="5457825" y="466725"/>
                  </a:lnTo>
                  <a:lnTo>
                    <a:pt x="5067300" y="466725"/>
                  </a:lnTo>
                  <a:lnTo>
                    <a:pt x="4676775" y="466725"/>
                  </a:lnTo>
                  <a:lnTo>
                    <a:pt x="4286250" y="466725"/>
                  </a:lnTo>
                  <a:lnTo>
                    <a:pt x="3895725" y="466725"/>
                  </a:lnTo>
                  <a:lnTo>
                    <a:pt x="3505200" y="466725"/>
                  </a:lnTo>
                  <a:lnTo>
                    <a:pt x="3114675" y="466725"/>
                  </a:lnTo>
                  <a:lnTo>
                    <a:pt x="2724150" y="466725"/>
                  </a:lnTo>
                  <a:lnTo>
                    <a:pt x="2333625" y="466725"/>
                  </a:lnTo>
                  <a:lnTo>
                    <a:pt x="1952625" y="466725"/>
                  </a:lnTo>
                  <a:lnTo>
                    <a:pt x="1562100" y="466725"/>
                  </a:lnTo>
                  <a:lnTo>
                    <a:pt x="1171575" y="466725"/>
                  </a:lnTo>
                  <a:lnTo>
                    <a:pt x="781050" y="466725"/>
                  </a:lnTo>
                  <a:lnTo>
                    <a:pt x="390525" y="466725"/>
                  </a:lnTo>
                  <a:lnTo>
                    <a:pt x="0" y="466725"/>
                  </a:lnTo>
                  <a:close/>
                </a:path>
              </a:pathLst>
            </a:custGeom>
            <a:solidFill>
              <a:schemeClr val="accent2"/>
            </a:solidFill>
            <a:ln w="9525" cap="flat">
              <a:noFill/>
              <a:prstDash val="solid"/>
              <a:miter/>
            </a:ln>
          </p:spPr>
          <p:txBody>
            <a:bodyPr/>
            <a:lstStyle/>
            <a:p>
              <a:endParaRPr lang="en-US"/>
            </a:p>
          </p:txBody>
        </p:sp>
        <p:sp>
          <p:nvSpPr>
            <p:cNvPr id="27" name="Freeform: Shape 26">
              <a:extLst>
                <a:ext uri="{FF2B5EF4-FFF2-40B4-BE49-F238E27FC236}">
                  <a16:creationId xmlns:a16="http://schemas.microsoft.com/office/drawing/2014/main" id="{995BCFCB-A515-A989-CDD9-566D03E1998A}"/>
                </a:ext>
              </a:extLst>
            </p:cNvPr>
            <p:cNvSpPr/>
            <p:nvPr/>
          </p:nvSpPr>
          <p:spPr>
            <a:xfrm flipH="1">
              <a:off x="12192000" y="6399544"/>
              <a:ext cx="12192000" cy="458456"/>
            </a:xfrm>
            <a:custGeom>
              <a:avLst/>
              <a:gdLst>
                <a:gd name="csX0" fmla="*/ 0 w 8572500"/>
                <a:gd name="csY0" fmla="*/ 142875 h 285750"/>
                <a:gd name="csX1" fmla="*/ 390525 w 8572500"/>
                <a:gd name="csY1" fmla="*/ 38100 h 285750"/>
                <a:gd name="csX2" fmla="*/ 781050 w 8572500"/>
                <a:gd name="csY2" fmla="*/ 123825 h 285750"/>
                <a:gd name="csX3" fmla="*/ 1171575 w 8572500"/>
                <a:gd name="csY3" fmla="*/ 114300 h 285750"/>
                <a:gd name="csX4" fmla="*/ 1562100 w 8572500"/>
                <a:gd name="csY4" fmla="*/ 66675 h 285750"/>
                <a:gd name="csX5" fmla="*/ 1952625 w 8572500"/>
                <a:gd name="csY5" fmla="*/ 57150 h 285750"/>
                <a:gd name="csX6" fmla="*/ 2333625 w 8572500"/>
                <a:gd name="csY6" fmla="*/ 57150 h 285750"/>
                <a:gd name="csX7" fmla="*/ 2724150 w 8572500"/>
                <a:gd name="csY7" fmla="*/ 152400 h 285750"/>
                <a:gd name="csX8" fmla="*/ 3114675 w 8572500"/>
                <a:gd name="csY8" fmla="*/ 19050 h 285750"/>
                <a:gd name="csX9" fmla="*/ 3505200 w 8572500"/>
                <a:gd name="csY9" fmla="*/ 66675 h 285750"/>
                <a:gd name="csX10" fmla="*/ 3895725 w 8572500"/>
                <a:gd name="csY10" fmla="*/ 114300 h 285750"/>
                <a:gd name="csX11" fmla="*/ 4286250 w 8572500"/>
                <a:gd name="csY11" fmla="*/ 133350 h 285750"/>
                <a:gd name="csX12" fmla="*/ 4676775 w 8572500"/>
                <a:gd name="csY12" fmla="*/ 28575 h 285750"/>
                <a:gd name="csX13" fmla="*/ 5067300 w 8572500"/>
                <a:gd name="csY13" fmla="*/ 133350 h 285750"/>
                <a:gd name="csX14" fmla="*/ 5457825 w 8572500"/>
                <a:gd name="csY14" fmla="*/ 85725 h 285750"/>
                <a:gd name="csX15" fmla="*/ 5848350 w 8572500"/>
                <a:gd name="csY15" fmla="*/ 38100 h 285750"/>
                <a:gd name="csX16" fmla="*/ 6238875 w 8572500"/>
                <a:gd name="csY16" fmla="*/ 142875 h 285750"/>
                <a:gd name="csX17" fmla="*/ 6619875 w 8572500"/>
                <a:gd name="csY17" fmla="*/ 0 h 285750"/>
                <a:gd name="csX18" fmla="*/ 7010400 w 8572500"/>
                <a:gd name="csY18" fmla="*/ 57150 h 285750"/>
                <a:gd name="csX19" fmla="*/ 7400925 w 8572500"/>
                <a:gd name="csY19" fmla="*/ 85725 h 285750"/>
                <a:gd name="csX20" fmla="*/ 7791450 w 8572500"/>
                <a:gd name="csY20" fmla="*/ 76200 h 285750"/>
                <a:gd name="csX21" fmla="*/ 8181975 w 8572500"/>
                <a:gd name="csY21" fmla="*/ 95250 h 285750"/>
                <a:gd name="csX22" fmla="*/ 8572500 w 8572500"/>
                <a:gd name="csY22" fmla="*/ 142875 h 285750"/>
                <a:gd name="csX23" fmla="*/ 8572500 w 8572500"/>
                <a:gd name="csY23" fmla="*/ 285750 h 285750"/>
                <a:gd name="csX24" fmla="*/ 8181975 w 8572500"/>
                <a:gd name="csY24" fmla="*/ 285750 h 285750"/>
                <a:gd name="csX25" fmla="*/ 7791450 w 8572500"/>
                <a:gd name="csY25" fmla="*/ 285750 h 285750"/>
                <a:gd name="csX26" fmla="*/ 7400925 w 8572500"/>
                <a:gd name="csY26" fmla="*/ 285750 h 285750"/>
                <a:gd name="csX27" fmla="*/ 7010400 w 8572500"/>
                <a:gd name="csY27" fmla="*/ 285750 h 285750"/>
                <a:gd name="csX28" fmla="*/ 6619875 w 8572500"/>
                <a:gd name="csY28" fmla="*/ 285750 h 285750"/>
                <a:gd name="csX29" fmla="*/ 6238875 w 8572500"/>
                <a:gd name="csY29" fmla="*/ 285750 h 285750"/>
                <a:gd name="csX30" fmla="*/ 5848350 w 8572500"/>
                <a:gd name="csY30" fmla="*/ 285750 h 285750"/>
                <a:gd name="csX31" fmla="*/ 5457825 w 8572500"/>
                <a:gd name="csY31" fmla="*/ 285750 h 285750"/>
                <a:gd name="csX32" fmla="*/ 5067300 w 8572500"/>
                <a:gd name="csY32" fmla="*/ 285750 h 285750"/>
                <a:gd name="csX33" fmla="*/ 4676775 w 8572500"/>
                <a:gd name="csY33" fmla="*/ 285750 h 285750"/>
                <a:gd name="csX34" fmla="*/ 4286250 w 8572500"/>
                <a:gd name="csY34" fmla="*/ 285750 h 285750"/>
                <a:gd name="csX35" fmla="*/ 3895725 w 8572500"/>
                <a:gd name="csY35" fmla="*/ 285750 h 285750"/>
                <a:gd name="csX36" fmla="*/ 3505200 w 8572500"/>
                <a:gd name="csY36" fmla="*/ 285750 h 285750"/>
                <a:gd name="csX37" fmla="*/ 3114675 w 8572500"/>
                <a:gd name="csY37" fmla="*/ 285750 h 285750"/>
                <a:gd name="csX38" fmla="*/ 2724150 w 8572500"/>
                <a:gd name="csY38" fmla="*/ 285750 h 285750"/>
                <a:gd name="csX39" fmla="*/ 2333625 w 8572500"/>
                <a:gd name="csY39" fmla="*/ 285750 h 285750"/>
                <a:gd name="csX40" fmla="*/ 1952625 w 8572500"/>
                <a:gd name="csY40" fmla="*/ 285750 h 285750"/>
                <a:gd name="csX41" fmla="*/ 1562100 w 8572500"/>
                <a:gd name="csY41" fmla="*/ 285750 h 285750"/>
                <a:gd name="csX42" fmla="*/ 1171575 w 8572500"/>
                <a:gd name="csY42" fmla="*/ 285750 h 285750"/>
                <a:gd name="csX43" fmla="*/ 781050 w 8572500"/>
                <a:gd name="csY43" fmla="*/ 285750 h 285750"/>
                <a:gd name="csX44" fmla="*/ 390525 w 8572500"/>
                <a:gd name="csY44" fmla="*/ 285750 h 285750"/>
                <a:gd name="csX45" fmla="*/ 0 w 8572500"/>
                <a:gd name="csY45" fmla="*/ 285750 h 285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285750">
                  <a:moveTo>
                    <a:pt x="0" y="142875"/>
                  </a:moveTo>
                  <a:lnTo>
                    <a:pt x="390525" y="38100"/>
                  </a:lnTo>
                  <a:lnTo>
                    <a:pt x="781050" y="123825"/>
                  </a:lnTo>
                  <a:lnTo>
                    <a:pt x="1171575" y="114300"/>
                  </a:lnTo>
                  <a:lnTo>
                    <a:pt x="1562100" y="66675"/>
                  </a:lnTo>
                  <a:lnTo>
                    <a:pt x="1952625" y="57150"/>
                  </a:lnTo>
                  <a:lnTo>
                    <a:pt x="2333625" y="57150"/>
                  </a:lnTo>
                  <a:lnTo>
                    <a:pt x="2724150" y="152400"/>
                  </a:lnTo>
                  <a:lnTo>
                    <a:pt x="3114675" y="19050"/>
                  </a:lnTo>
                  <a:lnTo>
                    <a:pt x="3505200" y="66675"/>
                  </a:lnTo>
                  <a:lnTo>
                    <a:pt x="3895725" y="114300"/>
                  </a:lnTo>
                  <a:lnTo>
                    <a:pt x="4286250" y="133350"/>
                  </a:lnTo>
                  <a:lnTo>
                    <a:pt x="4676775" y="28575"/>
                  </a:lnTo>
                  <a:lnTo>
                    <a:pt x="5067300" y="133350"/>
                  </a:lnTo>
                  <a:lnTo>
                    <a:pt x="5457825" y="85725"/>
                  </a:lnTo>
                  <a:lnTo>
                    <a:pt x="5848350" y="38100"/>
                  </a:lnTo>
                  <a:lnTo>
                    <a:pt x="6238875" y="142875"/>
                  </a:lnTo>
                  <a:lnTo>
                    <a:pt x="6619875" y="0"/>
                  </a:lnTo>
                  <a:lnTo>
                    <a:pt x="7010400" y="57150"/>
                  </a:lnTo>
                  <a:lnTo>
                    <a:pt x="7400925" y="85725"/>
                  </a:lnTo>
                  <a:lnTo>
                    <a:pt x="7791450" y="76200"/>
                  </a:lnTo>
                  <a:lnTo>
                    <a:pt x="8181975" y="95250"/>
                  </a:lnTo>
                  <a:lnTo>
                    <a:pt x="8572500" y="142875"/>
                  </a:lnTo>
                  <a:lnTo>
                    <a:pt x="8572500" y="285750"/>
                  </a:lnTo>
                  <a:lnTo>
                    <a:pt x="8181975" y="285750"/>
                  </a:lnTo>
                  <a:lnTo>
                    <a:pt x="7791450" y="285750"/>
                  </a:lnTo>
                  <a:lnTo>
                    <a:pt x="7400925" y="285750"/>
                  </a:lnTo>
                  <a:lnTo>
                    <a:pt x="7010400" y="285750"/>
                  </a:lnTo>
                  <a:lnTo>
                    <a:pt x="6619875" y="285750"/>
                  </a:lnTo>
                  <a:lnTo>
                    <a:pt x="6238875" y="285750"/>
                  </a:lnTo>
                  <a:lnTo>
                    <a:pt x="5848350" y="285750"/>
                  </a:lnTo>
                  <a:lnTo>
                    <a:pt x="5457825" y="285750"/>
                  </a:lnTo>
                  <a:lnTo>
                    <a:pt x="5067300" y="285750"/>
                  </a:lnTo>
                  <a:lnTo>
                    <a:pt x="4676775" y="285750"/>
                  </a:lnTo>
                  <a:lnTo>
                    <a:pt x="4286250" y="285750"/>
                  </a:lnTo>
                  <a:lnTo>
                    <a:pt x="3895725" y="285750"/>
                  </a:lnTo>
                  <a:lnTo>
                    <a:pt x="3505200" y="285750"/>
                  </a:lnTo>
                  <a:lnTo>
                    <a:pt x="3114675" y="285750"/>
                  </a:lnTo>
                  <a:lnTo>
                    <a:pt x="2724150" y="285750"/>
                  </a:lnTo>
                  <a:lnTo>
                    <a:pt x="2333625" y="285750"/>
                  </a:lnTo>
                  <a:lnTo>
                    <a:pt x="1952625" y="285750"/>
                  </a:lnTo>
                  <a:lnTo>
                    <a:pt x="1562100" y="285750"/>
                  </a:lnTo>
                  <a:lnTo>
                    <a:pt x="1171575" y="285750"/>
                  </a:lnTo>
                  <a:lnTo>
                    <a:pt x="781050" y="285750"/>
                  </a:lnTo>
                  <a:lnTo>
                    <a:pt x="390525" y="285750"/>
                  </a:lnTo>
                  <a:lnTo>
                    <a:pt x="0" y="285750"/>
                  </a:lnTo>
                  <a:close/>
                </a:path>
              </a:pathLst>
            </a:custGeom>
            <a:solidFill>
              <a:schemeClr val="accent2">
                <a:lumMod val="50000"/>
              </a:schemeClr>
            </a:solidFill>
            <a:ln w="9525" cap="flat">
              <a:noFill/>
              <a:prstDash val="solid"/>
              <a:miter/>
            </a:ln>
          </p:spPr>
          <p:txBody>
            <a:bodyPr/>
            <a:lstStyle/>
            <a:p>
              <a:endParaRPr lang="en-US"/>
            </a:p>
          </p:txBody>
        </p:sp>
      </p:grpSp>
      <p:grpSp>
        <p:nvGrpSpPr>
          <p:cNvPr id="28" name="Group 27">
            <a:extLst>
              <a:ext uri="{FF2B5EF4-FFF2-40B4-BE49-F238E27FC236}">
                <a16:creationId xmlns:a16="http://schemas.microsoft.com/office/drawing/2014/main" id="{C0ADC06E-7FC9-74E5-C3DC-F9AF975DBE32}"/>
              </a:ext>
            </a:extLst>
          </p:cNvPr>
          <p:cNvGrpSpPr/>
          <p:nvPr/>
        </p:nvGrpSpPr>
        <p:grpSpPr>
          <a:xfrm>
            <a:off x="0" y="5943600"/>
            <a:ext cx="24384000" cy="1589314"/>
            <a:chOff x="0" y="5268686"/>
            <a:chExt cx="24384000" cy="1589314"/>
          </a:xfrm>
        </p:grpSpPr>
        <p:sp>
          <p:nvSpPr>
            <p:cNvPr id="29" name="Freeform: Shape 28">
              <a:extLst>
                <a:ext uri="{FF2B5EF4-FFF2-40B4-BE49-F238E27FC236}">
                  <a16:creationId xmlns:a16="http://schemas.microsoft.com/office/drawing/2014/main" id="{E1BF8CD3-AB9A-9577-1F41-65090C5C4C34}"/>
                </a:ext>
              </a:extLst>
            </p:cNvPr>
            <p:cNvSpPr/>
            <p:nvPr/>
          </p:nvSpPr>
          <p:spPr>
            <a:xfrm>
              <a:off x="0" y="5268686"/>
              <a:ext cx="12192000" cy="1589314"/>
            </a:xfrm>
            <a:custGeom>
              <a:avLst/>
              <a:gdLst>
                <a:gd name="csX0" fmla="*/ 0 w 8572500"/>
                <a:gd name="csY0" fmla="*/ 9525 h 990600"/>
                <a:gd name="csX1" fmla="*/ 390525 w 8572500"/>
                <a:gd name="csY1" fmla="*/ 38100 h 990600"/>
                <a:gd name="csX2" fmla="*/ 781050 w 8572500"/>
                <a:gd name="csY2" fmla="*/ 0 h 990600"/>
                <a:gd name="csX3" fmla="*/ 1171575 w 8572500"/>
                <a:gd name="csY3" fmla="*/ 28575 h 990600"/>
                <a:gd name="csX4" fmla="*/ 1562100 w 8572500"/>
                <a:gd name="csY4" fmla="*/ 9525 h 990600"/>
                <a:gd name="csX5" fmla="*/ 1952625 w 8572500"/>
                <a:gd name="csY5" fmla="*/ 38100 h 990600"/>
                <a:gd name="csX6" fmla="*/ 2333625 w 8572500"/>
                <a:gd name="csY6" fmla="*/ 19050 h 990600"/>
                <a:gd name="csX7" fmla="*/ 2724150 w 8572500"/>
                <a:gd name="csY7" fmla="*/ 104775 h 990600"/>
                <a:gd name="csX8" fmla="*/ 3114675 w 8572500"/>
                <a:gd name="csY8" fmla="*/ 114300 h 990600"/>
                <a:gd name="csX9" fmla="*/ 3505200 w 8572500"/>
                <a:gd name="csY9" fmla="*/ 190500 h 990600"/>
                <a:gd name="csX10" fmla="*/ 3895725 w 8572500"/>
                <a:gd name="csY10" fmla="*/ 47625 h 990600"/>
                <a:gd name="csX11" fmla="*/ 4286250 w 8572500"/>
                <a:gd name="csY11" fmla="*/ 190500 h 990600"/>
                <a:gd name="csX12" fmla="*/ 4676775 w 8572500"/>
                <a:gd name="csY12" fmla="*/ 190500 h 990600"/>
                <a:gd name="csX13" fmla="*/ 5067300 w 8572500"/>
                <a:gd name="csY13" fmla="*/ 66675 h 990600"/>
                <a:gd name="csX14" fmla="*/ 5457825 w 8572500"/>
                <a:gd name="csY14" fmla="*/ 85725 h 990600"/>
                <a:gd name="csX15" fmla="*/ 5848350 w 8572500"/>
                <a:gd name="csY15" fmla="*/ 47625 h 990600"/>
                <a:gd name="csX16" fmla="*/ 6238875 w 8572500"/>
                <a:gd name="csY16" fmla="*/ 28575 h 990600"/>
                <a:gd name="csX17" fmla="*/ 6619875 w 8572500"/>
                <a:gd name="csY17" fmla="*/ 180975 h 990600"/>
                <a:gd name="csX18" fmla="*/ 7010400 w 8572500"/>
                <a:gd name="csY18" fmla="*/ 114300 h 990600"/>
                <a:gd name="csX19" fmla="*/ 7400925 w 8572500"/>
                <a:gd name="csY19" fmla="*/ 180975 h 990600"/>
                <a:gd name="csX20" fmla="*/ 7791450 w 8572500"/>
                <a:gd name="csY20" fmla="*/ 38100 h 990600"/>
                <a:gd name="csX21" fmla="*/ 8181975 w 8572500"/>
                <a:gd name="csY21" fmla="*/ 171450 h 990600"/>
                <a:gd name="csX22" fmla="*/ 8572500 w 8572500"/>
                <a:gd name="csY22" fmla="*/ 171450 h 990600"/>
                <a:gd name="csX23" fmla="*/ 8572500 w 8572500"/>
                <a:gd name="csY23" fmla="*/ 990600 h 990600"/>
                <a:gd name="csX24" fmla="*/ 8181975 w 8572500"/>
                <a:gd name="csY24" fmla="*/ 990600 h 990600"/>
                <a:gd name="csX25" fmla="*/ 7791450 w 8572500"/>
                <a:gd name="csY25" fmla="*/ 990600 h 990600"/>
                <a:gd name="csX26" fmla="*/ 7400925 w 8572500"/>
                <a:gd name="csY26" fmla="*/ 990600 h 990600"/>
                <a:gd name="csX27" fmla="*/ 7010400 w 8572500"/>
                <a:gd name="csY27" fmla="*/ 990600 h 990600"/>
                <a:gd name="csX28" fmla="*/ 6619875 w 8572500"/>
                <a:gd name="csY28" fmla="*/ 990600 h 990600"/>
                <a:gd name="csX29" fmla="*/ 6238875 w 8572500"/>
                <a:gd name="csY29" fmla="*/ 990600 h 990600"/>
                <a:gd name="csX30" fmla="*/ 5848350 w 8572500"/>
                <a:gd name="csY30" fmla="*/ 990600 h 990600"/>
                <a:gd name="csX31" fmla="*/ 5457825 w 8572500"/>
                <a:gd name="csY31" fmla="*/ 990600 h 990600"/>
                <a:gd name="csX32" fmla="*/ 5067300 w 8572500"/>
                <a:gd name="csY32" fmla="*/ 990600 h 990600"/>
                <a:gd name="csX33" fmla="*/ 4676775 w 8572500"/>
                <a:gd name="csY33" fmla="*/ 990600 h 990600"/>
                <a:gd name="csX34" fmla="*/ 4286250 w 8572500"/>
                <a:gd name="csY34" fmla="*/ 990600 h 990600"/>
                <a:gd name="csX35" fmla="*/ 3895725 w 8572500"/>
                <a:gd name="csY35" fmla="*/ 990600 h 990600"/>
                <a:gd name="csX36" fmla="*/ 3505200 w 8572500"/>
                <a:gd name="csY36" fmla="*/ 990600 h 990600"/>
                <a:gd name="csX37" fmla="*/ 3114675 w 8572500"/>
                <a:gd name="csY37" fmla="*/ 990600 h 990600"/>
                <a:gd name="csX38" fmla="*/ 2724150 w 8572500"/>
                <a:gd name="csY38" fmla="*/ 990600 h 990600"/>
                <a:gd name="csX39" fmla="*/ 2333625 w 8572500"/>
                <a:gd name="csY39" fmla="*/ 990600 h 990600"/>
                <a:gd name="csX40" fmla="*/ 1952625 w 8572500"/>
                <a:gd name="csY40" fmla="*/ 990600 h 990600"/>
                <a:gd name="csX41" fmla="*/ 1562100 w 8572500"/>
                <a:gd name="csY41" fmla="*/ 990600 h 990600"/>
                <a:gd name="csX42" fmla="*/ 1171575 w 8572500"/>
                <a:gd name="csY42" fmla="*/ 990600 h 990600"/>
                <a:gd name="csX43" fmla="*/ 781050 w 8572500"/>
                <a:gd name="csY43" fmla="*/ 990600 h 990600"/>
                <a:gd name="csX44" fmla="*/ 390525 w 8572500"/>
                <a:gd name="csY44" fmla="*/ 990600 h 990600"/>
                <a:gd name="csX45" fmla="*/ 0 w 8572500"/>
                <a:gd name="csY45" fmla="*/ 990600 h 990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990600">
                  <a:moveTo>
                    <a:pt x="0" y="9525"/>
                  </a:moveTo>
                  <a:lnTo>
                    <a:pt x="390525" y="38100"/>
                  </a:lnTo>
                  <a:lnTo>
                    <a:pt x="781050" y="0"/>
                  </a:lnTo>
                  <a:lnTo>
                    <a:pt x="1171575" y="28575"/>
                  </a:lnTo>
                  <a:lnTo>
                    <a:pt x="1562100" y="9525"/>
                  </a:lnTo>
                  <a:lnTo>
                    <a:pt x="1952625" y="38100"/>
                  </a:lnTo>
                  <a:lnTo>
                    <a:pt x="2333625" y="19050"/>
                  </a:lnTo>
                  <a:lnTo>
                    <a:pt x="2724150" y="104775"/>
                  </a:lnTo>
                  <a:lnTo>
                    <a:pt x="3114675" y="114300"/>
                  </a:lnTo>
                  <a:lnTo>
                    <a:pt x="3505200" y="190500"/>
                  </a:lnTo>
                  <a:lnTo>
                    <a:pt x="3895725" y="47625"/>
                  </a:lnTo>
                  <a:lnTo>
                    <a:pt x="4286250" y="190500"/>
                  </a:lnTo>
                  <a:lnTo>
                    <a:pt x="4676775" y="190500"/>
                  </a:lnTo>
                  <a:lnTo>
                    <a:pt x="5067300" y="66675"/>
                  </a:lnTo>
                  <a:lnTo>
                    <a:pt x="5457825" y="85725"/>
                  </a:lnTo>
                  <a:lnTo>
                    <a:pt x="5848350" y="47625"/>
                  </a:lnTo>
                  <a:lnTo>
                    <a:pt x="6238875" y="28575"/>
                  </a:lnTo>
                  <a:lnTo>
                    <a:pt x="6619875" y="180975"/>
                  </a:lnTo>
                  <a:lnTo>
                    <a:pt x="7010400" y="114300"/>
                  </a:lnTo>
                  <a:lnTo>
                    <a:pt x="7400925" y="180975"/>
                  </a:lnTo>
                  <a:lnTo>
                    <a:pt x="7791450" y="38100"/>
                  </a:lnTo>
                  <a:lnTo>
                    <a:pt x="8181975" y="171450"/>
                  </a:lnTo>
                  <a:lnTo>
                    <a:pt x="8572500" y="171450"/>
                  </a:lnTo>
                  <a:lnTo>
                    <a:pt x="8572500" y="990600"/>
                  </a:lnTo>
                  <a:lnTo>
                    <a:pt x="8181975" y="990600"/>
                  </a:lnTo>
                  <a:lnTo>
                    <a:pt x="7791450" y="990600"/>
                  </a:lnTo>
                  <a:lnTo>
                    <a:pt x="7400925" y="990600"/>
                  </a:lnTo>
                  <a:lnTo>
                    <a:pt x="7010400" y="990600"/>
                  </a:lnTo>
                  <a:lnTo>
                    <a:pt x="6619875" y="990600"/>
                  </a:lnTo>
                  <a:lnTo>
                    <a:pt x="6238875" y="990600"/>
                  </a:lnTo>
                  <a:lnTo>
                    <a:pt x="5848350" y="990600"/>
                  </a:lnTo>
                  <a:lnTo>
                    <a:pt x="5457825" y="990600"/>
                  </a:lnTo>
                  <a:lnTo>
                    <a:pt x="5067300" y="990600"/>
                  </a:lnTo>
                  <a:lnTo>
                    <a:pt x="4676775" y="990600"/>
                  </a:lnTo>
                  <a:lnTo>
                    <a:pt x="4286250" y="990600"/>
                  </a:lnTo>
                  <a:lnTo>
                    <a:pt x="3895725" y="990600"/>
                  </a:lnTo>
                  <a:lnTo>
                    <a:pt x="3505200" y="990600"/>
                  </a:lnTo>
                  <a:lnTo>
                    <a:pt x="3114675" y="990600"/>
                  </a:lnTo>
                  <a:lnTo>
                    <a:pt x="2724150" y="990600"/>
                  </a:lnTo>
                  <a:lnTo>
                    <a:pt x="2333625" y="990600"/>
                  </a:lnTo>
                  <a:lnTo>
                    <a:pt x="1952625" y="990600"/>
                  </a:lnTo>
                  <a:lnTo>
                    <a:pt x="1562100" y="990600"/>
                  </a:lnTo>
                  <a:lnTo>
                    <a:pt x="1171575" y="990600"/>
                  </a:lnTo>
                  <a:lnTo>
                    <a:pt x="781050" y="990600"/>
                  </a:lnTo>
                  <a:lnTo>
                    <a:pt x="390525" y="990600"/>
                  </a:lnTo>
                  <a:lnTo>
                    <a:pt x="0" y="990600"/>
                  </a:lnTo>
                  <a:close/>
                </a:path>
              </a:pathLst>
            </a:custGeom>
            <a:solidFill>
              <a:schemeClr val="accent2">
                <a:lumMod val="20000"/>
                <a:lumOff val="80000"/>
              </a:schemeClr>
            </a:solidFill>
            <a:ln w="9525" cap="flat">
              <a:noFill/>
              <a:prstDash val="solid"/>
              <a:miter/>
            </a:ln>
          </p:spPr>
          <p:txBody>
            <a:bodyPr/>
            <a:lstStyle/>
            <a:p>
              <a:endParaRPr lang="en-US"/>
            </a:p>
          </p:txBody>
        </p:sp>
        <p:sp>
          <p:nvSpPr>
            <p:cNvPr id="30" name="Freeform: Shape 29">
              <a:extLst>
                <a:ext uri="{FF2B5EF4-FFF2-40B4-BE49-F238E27FC236}">
                  <a16:creationId xmlns:a16="http://schemas.microsoft.com/office/drawing/2014/main" id="{49B951EA-757D-5F39-A7D1-B7553AC44C63}"/>
                </a:ext>
              </a:extLst>
            </p:cNvPr>
            <p:cNvSpPr/>
            <p:nvPr/>
          </p:nvSpPr>
          <p:spPr>
            <a:xfrm>
              <a:off x="0" y="5543760"/>
              <a:ext cx="12192000" cy="1314240"/>
            </a:xfrm>
            <a:custGeom>
              <a:avLst/>
              <a:gdLst>
                <a:gd name="csX0" fmla="*/ 0 w 8572500"/>
                <a:gd name="csY0" fmla="*/ 38100 h 819150"/>
                <a:gd name="csX1" fmla="*/ 390525 w 8572500"/>
                <a:gd name="csY1" fmla="*/ 95250 h 819150"/>
                <a:gd name="csX2" fmla="*/ 781050 w 8572500"/>
                <a:gd name="csY2" fmla="*/ 66675 h 819150"/>
                <a:gd name="csX3" fmla="*/ 1171575 w 8572500"/>
                <a:gd name="csY3" fmla="*/ 19050 h 819150"/>
                <a:gd name="csX4" fmla="*/ 1562100 w 8572500"/>
                <a:gd name="csY4" fmla="*/ 142875 h 819150"/>
                <a:gd name="csX5" fmla="*/ 1952625 w 8572500"/>
                <a:gd name="csY5" fmla="*/ 161925 h 819150"/>
                <a:gd name="csX6" fmla="*/ 2333625 w 8572500"/>
                <a:gd name="csY6" fmla="*/ 47625 h 819150"/>
                <a:gd name="csX7" fmla="*/ 2724150 w 8572500"/>
                <a:gd name="csY7" fmla="*/ 123825 h 819150"/>
                <a:gd name="csX8" fmla="*/ 3114675 w 8572500"/>
                <a:gd name="csY8" fmla="*/ 95250 h 819150"/>
                <a:gd name="csX9" fmla="*/ 3505200 w 8572500"/>
                <a:gd name="csY9" fmla="*/ 190500 h 819150"/>
                <a:gd name="csX10" fmla="*/ 3895725 w 8572500"/>
                <a:gd name="csY10" fmla="*/ 142875 h 819150"/>
                <a:gd name="csX11" fmla="*/ 4286250 w 8572500"/>
                <a:gd name="csY11" fmla="*/ 28575 h 819150"/>
                <a:gd name="csX12" fmla="*/ 4676775 w 8572500"/>
                <a:gd name="csY12" fmla="*/ 190500 h 819150"/>
                <a:gd name="csX13" fmla="*/ 5067300 w 8572500"/>
                <a:gd name="csY13" fmla="*/ 142875 h 819150"/>
                <a:gd name="csX14" fmla="*/ 5457825 w 8572500"/>
                <a:gd name="csY14" fmla="*/ 0 h 819150"/>
                <a:gd name="csX15" fmla="*/ 5848350 w 8572500"/>
                <a:gd name="csY15" fmla="*/ 47625 h 819150"/>
                <a:gd name="csX16" fmla="*/ 6238875 w 8572500"/>
                <a:gd name="csY16" fmla="*/ 142875 h 819150"/>
                <a:gd name="csX17" fmla="*/ 6619875 w 8572500"/>
                <a:gd name="csY17" fmla="*/ 57150 h 819150"/>
                <a:gd name="csX18" fmla="*/ 7010400 w 8572500"/>
                <a:gd name="csY18" fmla="*/ 114300 h 819150"/>
                <a:gd name="csX19" fmla="*/ 7400925 w 8572500"/>
                <a:gd name="csY19" fmla="*/ 66675 h 819150"/>
                <a:gd name="csX20" fmla="*/ 7791450 w 8572500"/>
                <a:gd name="csY20" fmla="*/ 171450 h 819150"/>
                <a:gd name="csX21" fmla="*/ 8181975 w 8572500"/>
                <a:gd name="csY21" fmla="*/ 57150 h 819150"/>
                <a:gd name="csX22" fmla="*/ 8572500 w 8572500"/>
                <a:gd name="csY22" fmla="*/ 28575 h 819150"/>
                <a:gd name="csX23" fmla="*/ 8572500 w 8572500"/>
                <a:gd name="csY23" fmla="*/ 819150 h 819150"/>
                <a:gd name="csX24" fmla="*/ 8181975 w 8572500"/>
                <a:gd name="csY24" fmla="*/ 819150 h 819150"/>
                <a:gd name="csX25" fmla="*/ 7791450 w 8572500"/>
                <a:gd name="csY25" fmla="*/ 819150 h 819150"/>
                <a:gd name="csX26" fmla="*/ 7400925 w 8572500"/>
                <a:gd name="csY26" fmla="*/ 819150 h 819150"/>
                <a:gd name="csX27" fmla="*/ 7010400 w 8572500"/>
                <a:gd name="csY27" fmla="*/ 819150 h 819150"/>
                <a:gd name="csX28" fmla="*/ 6619875 w 8572500"/>
                <a:gd name="csY28" fmla="*/ 819150 h 819150"/>
                <a:gd name="csX29" fmla="*/ 6238875 w 8572500"/>
                <a:gd name="csY29" fmla="*/ 819150 h 819150"/>
                <a:gd name="csX30" fmla="*/ 5848350 w 8572500"/>
                <a:gd name="csY30" fmla="*/ 819150 h 819150"/>
                <a:gd name="csX31" fmla="*/ 5457825 w 8572500"/>
                <a:gd name="csY31" fmla="*/ 819150 h 819150"/>
                <a:gd name="csX32" fmla="*/ 5067300 w 8572500"/>
                <a:gd name="csY32" fmla="*/ 819150 h 819150"/>
                <a:gd name="csX33" fmla="*/ 4676775 w 8572500"/>
                <a:gd name="csY33" fmla="*/ 819150 h 819150"/>
                <a:gd name="csX34" fmla="*/ 4286250 w 8572500"/>
                <a:gd name="csY34" fmla="*/ 819150 h 819150"/>
                <a:gd name="csX35" fmla="*/ 3895725 w 8572500"/>
                <a:gd name="csY35" fmla="*/ 819150 h 819150"/>
                <a:gd name="csX36" fmla="*/ 3505200 w 8572500"/>
                <a:gd name="csY36" fmla="*/ 819150 h 819150"/>
                <a:gd name="csX37" fmla="*/ 3114675 w 8572500"/>
                <a:gd name="csY37" fmla="*/ 819150 h 819150"/>
                <a:gd name="csX38" fmla="*/ 2724150 w 8572500"/>
                <a:gd name="csY38" fmla="*/ 819150 h 819150"/>
                <a:gd name="csX39" fmla="*/ 2333625 w 8572500"/>
                <a:gd name="csY39" fmla="*/ 819150 h 819150"/>
                <a:gd name="csX40" fmla="*/ 1952625 w 8572500"/>
                <a:gd name="csY40" fmla="*/ 819150 h 819150"/>
                <a:gd name="csX41" fmla="*/ 1562100 w 8572500"/>
                <a:gd name="csY41" fmla="*/ 819150 h 819150"/>
                <a:gd name="csX42" fmla="*/ 1171575 w 8572500"/>
                <a:gd name="csY42" fmla="*/ 819150 h 819150"/>
                <a:gd name="csX43" fmla="*/ 781050 w 8572500"/>
                <a:gd name="csY43" fmla="*/ 819150 h 819150"/>
                <a:gd name="csX44" fmla="*/ 390525 w 8572500"/>
                <a:gd name="csY44" fmla="*/ 819150 h 819150"/>
                <a:gd name="csX45" fmla="*/ 0 w 8572500"/>
                <a:gd name="csY45" fmla="*/ 819150 h 8191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819150">
                  <a:moveTo>
                    <a:pt x="0" y="38100"/>
                  </a:moveTo>
                  <a:lnTo>
                    <a:pt x="390525" y="95250"/>
                  </a:lnTo>
                  <a:lnTo>
                    <a:pt x="781050" y="66675"/>
                  </a:lnTo>
                  <a:lnTo>
                    <a:pt x="1171575" y="19050"/>
                  </a:lnTo>
                  <a:lnTo>
                    <a:pt x="1562100" y="142875"/>
                  </a:lnTo>
                  <a:lnTo>
                    <a:pt x="1952625" y="161925"/>
                  </a:lnTo>
                  <a:lnTo>
                    <a:pt x="2333625" y="47625"/>
                  </a:lnTo>
                  <a:lnTo>
                    <a:pt x="2724150" y="123825"/>
                  </a:lnTo>
                  <a:lnTo>
                    <a:pt x="3114675" y="95250"/>
                  </a:lnTo>
                  <a:lnTo>
                    <a:pt x="3505200" y="190500"/>
                  </a:lnTo>
                  <a:lnTo>
                    <a:pt x="3895725" y="142875"/>
                  </a:lnTo>
                  <a:lnTo>
                    <a:pt x="4286250" y="28575"/>
                  </a:lnTo>
                  <a:lnTo>
                    <a:pt x="4676775" y="190500"/>
                  </a:lnTo>
                  <a:lnTo>
                    <a:pt x="5067300" y="142875"/>
                  </a:lnTo>
                  <a:lnTo>
                    <a:pt x="5457825" y="0"/>
                  </a:lnTo>
                  <a:lnTo>
                    <a:pt x="5848350" y="47625"/>
                  </a:lnTo>
                  <a:lnTo>
                    <a:pt x="6238875" y="142875"/>
                  </a:lnTo>
                  <a:lnTo>
                    <a:pt x="6619875" y="57150"/>
                  </a:lnTo>
                  <a:lnTo>
                    <a:pt x="7010400" y="114300"/>
                  </a:lnTo>
                  <a:lnTo>
                    <a:pt x="7400925" y="66675"/>
                  </a:lnTo>
                  <a:lnTo>
                    <a:pt x="7791450" y="171450"/>
                  </a:lnTo>
                  <a:lnTo>
                    <a:pt x="8181975" y="57150"/>
                  </a:lnTo>
                  <a:lnTo>
                    <a:pt x="8572500" y="28575"/>
                  </a:lnTo>
                  <a:lnTo>
                    <a:pt x="8572500" y="819150"/>
                  </a:lnTo>
                  <a:lnTo>
                    <a:pt x="8181975" y="819150"/>
                  </a:lnTo>
                  <a:lnTo>
                    <a:pt x="7791450" y="819150"/>
                  </a:lnTo>
                  <a:lnTo>
                    <a:pt x="7400925" y="819150"/>
                  </a:lnTo>
                  <a:lnTo>
                    <a:pt x="7010400" y="819150"/>
                  </a:lnTo>
                  <a:lnTo>
                    <a:pt x="6619875" y="819150"/>
                  </a:lnTo>
                  <a:lnTo>
                    <a:pt x="6238875" y="819150"/>
                  </a:lnTo>
                  <a:lnTo>
                    <a:pt x="5848350" y="819150"/>
                  </a:lnTo>
                  <a:lnTo>
                    <a:pt x="5457825" y="819150"/>
                  </a:lnTo>
                  <a:lnTo>
                    <a:pt x="5067300" y="819150"/>
                  </a:lnTo>
                  <a:lnTo>
                    <a:pt x="4676775" y="819150"/>
                  </a:lnTo>
                  <a:lnTo>
                    <a:pt x="4286250" y="819150"/>
                  </a:lnTo>
                  <a:lnTo>
                    <a:pt x="3895725" y="819150"/>
                  </a:lnTo>
                  <a:lnTo>
                    <a:pt x="3505200" y="819150"/>
                  </a:lnTo>
                  <a:lnTo>
                    <a:pt x="3114675" y="819150"/>
                  </a:lnTo>
                  <a:lnTo>
                    <a:pt x="2724150" y="819150"/>
                  </a:lnTo>
                  <a:lnTo>
                    <a:pt x="2333625" y="819150"/>
                  </a:lnTo>
                  <a:lnTo>
                    <a:pt x="1952625" y="819150"/>
                  </a:lnTo>
                  <a:lnTo>
                    <a:pt x="1562100" y="819150"/>
                  </a:lnTo>
                  <a:lnTo>
                    <a:pt x="1171575" y="819150"/>
                  </a:lnTo>
                  <a:lnTo>
                    <a:pt x="781050" y="819150"/>
                  </a:lnTo>
                  <a:lnTo>
                    <a:pt x="390525" y="819150"/>
                  </a:lnTo>
                  <a:lnTo>
                    <a:pt x="0" y="819150"/>
                  </a:lnTo>
                  <a:close/>
                </a:path>
              </a:pathLst>
            </a:custGeom>
            <a:solidFill>
              <a:schemeClr val="accent2">
                <a:lumMod val="40000"/>
                <a:lumOff val="60000"/>
              </a:schemeClr>
            </a:solidFill>
            <a:ln w="9525" cap="flat">
              <a:noFill/>
              <a:prstDash val="solid"/>
              <a:miter/>
            </a:ln>
          </p:spPr>
          <p:txBody>
            <a:bodyPr/>
            <a:lstStyle/>
            <a:p>
              <a:endParaRPr lang="en-US"/>
            </a:p>
          </p:txBody>
        </p:sp>
        <p:sp>
          <p:nvSpPr>
            <p:cNvPr id="31" name="Freeform: Shape 30">
              <a:extLst>
                <a:ext uri="{FF2B5EF4-FFF2-40B4-BE49-F238E27FC236}">
                  <a16:creationId xmlns:a16="http://schemas.microsoft.com/office/drawing/2014/main" id="{020D60E9-4ED8-4D6D-A063-F0DA86B8EAFF}"/>
                </a:ext>
              </a:extLst>
            </p:cNvPr>
            <p:cNvSpPr/>
            <p:nvPr/>
          </p:nvSpPr>
          <p:spPr>
            <a:xfrm>
              <a:off x="0" y="5834115"/>
              <a:ext cx="12192000" cy="1023885"/>
            </a:xfrm>
            <a:custGeom>
              <a:avLst/>
              <a:gdLst>
                <a:gd name="csX0" fmla="*/ 0 w 8572500"/>
                <a:gd name="csY0" fmla="*/ 76200 h 638175"/>
                <a:gd name="csX1" fmla="*/ 390525 w 8572500"/>
                <a:gd name="csY1" fmla="*/ 9525 h 638175"/>
                <a:gd name="csX2" fmla="*/ 781050 w 8572500"/>
                <a:gd name="csY2" fmla="*/ 123825 h 638175"/>
                <a:gd name="csX3" fmla="*/ 1171575 w 8572500"/>
                <a:gd name="csY3" fmla="*/ 142875 h 638175"/>
                <a:gd name="csX4" fmla="*/ 1562100 w 8572500"/>
                <a:gd name="csY4" fmla="*/ 76200 h 638175"/>
                <a:gd name="csX5" fmla="*/ 1952625 w 8572500"/>
                <a:gd name="csY5" fmla="*/ 76200 h 638175"/>
                <a:gd name="csX6" fmla="*/ 2333625 w 8572500"/>
                <a:gd name="csY6" fmla="*/ 171450 h 638175"/>
                <a:gd name="csX7" fmla="*/ 2724150 w 8572500"/>
                <a:gd name="csY7" fmla="*/ 76200 h 638175"/>
                <a:gd name="csX8" fmla="*/ 3114675 w 8572500"/>
                <a:gd name="csY8" fmla="*/ 123825 h 638175"/>
                <a:gd name="csX9" fmla="*/ 3505200 w 8572500"/>
                <a:gd name="csY9" fmla="*/ 142875 h 638175"/>
                <a:gd name="csX10" fmla="*/ 3895725 w 8572500"/>
                <a:gd name="csY10" fmla="*/ 19050 h 638175"/>
                <a:gd name="csX11" fmla="*/ 4286250 w 8572500"/>
                <a:gd name="csY11" fmla="*/ 123825 h 638175"/>
                <a:gd name="csX12" fmla="*/ 4676775 w 8572500"/>
                <a:gd name="csY12" fmla="*/ 142875 h 638175"/>
                <a:gd name="csX13" fmla="*/ 5067300 w 8572500"/>
                <a:gd name="csY13" fmla="*/ 152400 h 638175"/>
                <a:gd name="csX14" fmla="*/ 5457825 w 8572500"/>
                <a:gd name="csY14" fmla="*/ 133350 h 638175"/>
                <a:gd name="csX15" fmla="*/ 5848350 w 8572500"/>
                <a:gd name="csY15" fmla="*/ 0 h 638175"/>
                <a:gd name="csX16" fmla="*/ 6238875 w 8572500"/>
                <a:gd name="csY16" fmla="*/ 66675 h 638175"/>
                <a:gd name="csX17" fmla="*/ 6619875 w 8572500"/>
                <a:gd name="csY17" fmla="*/ 28575 h 638175"/>
                <a:gd name="csX18" fmla="*/ 7010400 w 8572500"/>
                <a:gd name="csY18" fmla="*/ 28575 h 638175"/>
                <a:gd name="csX19" fmla="*/ 7400925 w 8572500"/>
                <a:gd name="csY19" fmla="*/ 47625 h 638175"/>
                <a:gd name="csX20" fmla="*/ 7791450 w 8572500"/>
                <a:gd name="csY20" fmla="*/ 161925 h 638175"/>
                <a:gd name="csX21" fmla="*/ 8181975 w 8572500"/>
                <a:gd name="csY21" fmla="*/ 47625 h 638175"/>
                <a:gd name="csX22" fmla="*/ 8572500 w 8572500"/>
                <a:gd name="csY22" fmla="*/ 47625 h 638175"/>
                <a:gd name="csX23" fmla="*/ 8572500 w 8572500"/>
                <a:gd name="csY23" fmla="*/ 638175 h 638175"/>
                <a:gd name="csX24" fmla="*/ 8181975 w 8572500"/>
                <a:gd name="csY24" fmla="*/ 638175 h 638175"/>
                <a:gd name="csX25" fmla="*/ 7791450 w 8572500"/>
                <a:gd name="csY25" fmla="*/ 638175 h 638175"/>
                <a:gd name="csX26" fmla="*/ 7400925 w 8572500"/>
                <a:gd name="csY26" fmla="*/ 638175 h 638175"/>
                <a:gd name="csX27" fmla="*/ 7010400 w 8572500"/>
                <a:gd name="csY27" fmla="*/ 638175 h 638175"/>
                <a:gd name="csX28" fmla="*/ 6619875 w 8572500"/>
                <a:gd name="csY28" fmla="*/ 638175 h 638175"/>
                <a:gd name="csX29" fmla="*/ 6238875 w 8572500"/>
                <a:gd name="csY29" fmla="*/ 638175 h 638175"/>
                <a:gd name="csX30" fmla="*/ 5848350 w 8572500"/>
                <a:gd name="csY30" fmla="*/ 638175 h 638175"/>
                <a:gd name="csX31" fmla="*/ 5457825 w 8572500"/>
                <a:gd name="csY31" fmla="*/ 638175 h 638175"/>
                <a:gd name="csX32" fmla="*/ 5067300 w 8572500"/>
                <a:gd name="csY32" fmla="*/ 638175 h 638175"/>
                <a:gd name="csX33" fmla="*/ 4676775 w 8572500"/>
                <a:gd name="csY33" fmla="*/ 638175 h 638175"/>
                <a:gd name="csX34" fmla="*/ 4286250 w 8572500"/>
                <a:gd name="csY34" fmla="*/ 638175 h 638175"/>
                <a:gd name="csX35" fmla="*/ 3895725 w 8572500"/>
                <a:gd name="csY35" fmla="*/ 638175 h 638175"/>
                <a:gd name="csX36" fmla="*/ 3505200 w 8572500"/>
                <a:gd name="csY36" fmla="*/ 638175 h 638175"/>
                <a:gd name="csX37" fmla="*/ 3114675 w 8572500"/>
                <a:gd name="csY37" fmla="*/ 638175 h 638175"/>
                <a:gd name="csX38" fmla="*/ 2724150 w 8572500"/>
                <a:gd name="csY38" fmla="*/ 638175 h 638175"/>
                <a:gd name="csX39" fmla="*/ 2333625 w 8572500"/>
                <a:gd name="csY39" fmla="*/ 638175 h 638175"/>
                <a:gd name="csX40" fmla="*/ 1952625 w 8572500"/>
                <a:gd name="csY40" fmla="*/ 638175 h 638175"/>
                <a:gd name="csX41" fmla="*/ 1562100 w 8572500"/>
                <a:gd name="csY41" fmla="*/ 638175 h 638175"/>
                <a:gd name="csX42" fmla="*/ 1171575 w 8572500"/>
                <a:gd name="csY42" fmla="*/ 638175 h 638175"/>
                <a:gd name="csX43" fmla="*/ 781050 w 8572500"/>
                <a:gd name="csY43" fmla="*/ 638175 h 638175"/>
                <a:gd name="csX44" fmla="*/ 390525 w 8572500"/>
                <a:gd name="csY44" fmla="*/ 638175 h 638175"/>
                <a:gd name="csX45" fmla="*/ 0 w 8572500"/>
                <a:gd name="csY45" fmla="*/ 638175 h 6381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638175">
                  <a:moveTo>
                    <a:pt x="0" y="76200"/>
                  </a:moveTo>
                  <a:lnTo>
                    <a:pt x="390525" y="9525"/>
                  </a:lnTo>
                  <a:lnTo>
                    <a:pt x="781050" y="123825"/>
                  </a:lnTo>
                  <a:lnTo>
                    <a:pt x="1171575" y="142875"/>
                  </a:lnTo>
                  <a:lnTo>
                    <a:pt x="1562100" y="76200"/>
                  </a:lnTo>
                  <a:lnTo>
                    <a:pt x="1952625" y="76200"/>
                  </a:lnTo>
                  <a:lnTo>
                    <a:pt x="2333625" y="171450"/>
                  </a:lnTo>
                  <a:lnTo>
                    <a:pt x="2724150" y="76200"/>
                  </a:lnTo>
                  <a:lnTo>
                    <a:pt x="3114675" y="123825"/>
                  </a:lnTo>
                  <a:lnTo>
                    <a:pt x="3505200" y="142875"/>
                  </a:lnTo>
                  <a:lnTo>
                    <a:pt x="3895725" y="19050"/>
                  </a:lnTo>
                  <a:lnTo>
                    <a:pt x="4286250" y="123825"/>
                  </a:lnTo>
                  <a:lnTo>
                    <a:pt x="4676775" y="142875"/>
                  </a:lnTo>
                  <a:lnTo>
                    <a:pt x="5067300" y="152400"/>
                  </a:lnTo>
                  <a:lnTo>
                    <a:pt x="5457825" y="133350"/>
                  </a:lnTo>
                  <a:lnTo>
                    <a:pt x="5848350" y="0"/>
                  </a:lnTo>
                  <a:lnTo>
                    <a:pt x="6238875" y="66675"/>
                  </a:lnTo>
                  <a:lnTo>
                    <a:pt x="6619875" y="28575"/>
                  </a:lnTo>
                  <a:lnTo>
                    <a:pt x="7010400" y="28575"/>
                  </a:lnTo>
                  <a:lnTo>
                    <a:pt x="7400925" y="47625"/>
                  </a:lnTo>
                  <a:lnTo>
                    <a:pt x="7791450" y="161925"/>
                  </a:lnTo>
                  <a:lnTo>
                    <a:pt x="8181975" y="47625"/>
                  </a:lnTo>
                  <a:lnTo>
                    <a:pt x="8572500" y="47625"/>
                  </a:lnTo>
                  <a:lnTo>
                    <a:pt x="8572500" y="638175"/>
                  </a:lnTo>
                  <a:lnTo>
                    <a:pt x="8181975" y="638175"/>
                  </a:lnTo>
                  <a:lnTo>
                    <a:pt x="7791450" y="638175"/>
                  </a:lnTo>
                  <a:lnTo>
                    <a:pt x="7400925" y="638175"/>
                  </a:lnTo>
                  <a:lnTo>
                    <a:pt x="7010400" y="638175"/>
                  </a:lnTo>
                  <a:lnTo>
                    <a:pt x="6619875" y="638175"/>
                  </a:lnTo>
                  <a:lnTo>
                    <a:pt x="6238875" y="638175"/>
                  </a:lnTo>
                  <a:lnTo>
                    <a:pt x="5848350" y="638175"/>
                  </a:lnTo>
                  <a:lnTo>
                    <a:pt x="5457825" y="638175"/>
                  </a:lnTo>
                  <a:lnTo>
                    <a:pt x="5067300" y="638175"/>
                  </a:lnTo>
                  <a:lnTo>
                    <a:pt x="4676775" y="638175"/>
                  </a:lnTo>
                  <a:lnTo>
                    <a:pt x="4286250" y="638175"/>
                  </a:lnTo>
                  <a:lnTo>
                    <a:pt x="3895725" y="638175"/>
                  </a:lnTo>
                  <a:lnTo>
                    <a:pt x="3505200" y="638175"/>
                  </a:lnTo>
                  <a:lnTo>
                    <a:pt x="3114675" y="638175"/>
                  </a:lnTo>
                  <a:lnTo>
                    <a:pt x="2724150" y="638175"/>
                  </a:lnTo>
                  <a:lnTo>
                    <a:pt x="2333625" y="638175"/>
                  </a:lnTo>
                  <a:lnTo>
                    <a:pt x="1952625" y="638175"/>
                  </a:lnTo>
                  <a:lnTo>
                    <a:pt x="1562100" y="638175"/>
                  </a:lnTo>
                  <a:lnTo>
                    <a:pt x="1171575" y="638175"/>
                  </a:lnTo>
                  <a:lnTo>
                    <a:pt x="781050" y="638175"/>
                  </a:lnTo>
                  <a:lnTo>
                    <a:pt x="390525" y="638175"/>
                  </a:lnTo>
                  <a:lnTo>
                    <a:pt x="0" y="638175"/>
                  </a:lnTo>
                  <a:close/>
                </a:path>
              </a:pathLst>
            </a:custGeom>
            <a:solidFill>
              <a:schemeClr val="accent2">
                <a:lumMod val="60000"/>
                <a:lumOff val="40000"/>
              </a:schemeClr>
            </a:solidFill>
            <a:ln w="9525" cap="flat">
              <a:noFill/>
              <a:prstDash val="solid"/>
              <a:miter/>
            </a:ln>
          </p:spPr>
          <p:txBody>
            <a:bodyPr/>
            <a:lstStyle/>
            <a:p>
              <a:endParaRPr lang="en-US"/>
            </a:p>
          </p:txBody>
        </p:sp>
        <p:sp>
          <p:nvSpPr>
            <p:cNvPr id="32" name="Freeform: Shape 31">
              <a:extLst>
                <a:ext uri="{FF2B5EF4-FFF2-40B4-BE49-F238E27FC236}">
                  <a16:creationId xmlns:a16="http://schemas.microsoft.com/office/drawing/2014/main" id="{EC8CC25D-B731-7E81-0B09-64D593B519D1}"/>
                </a:ext>
              </a:extLst>
            </p:cNvPr>
            <p:cNvSpPr/>
            <p:nvPr/>
          </p:nvSpPr>
          <p:spPr>
            <a:xfrm>
              <a:off x="0" y="6109189"/>
              <a:ext cx="12192000" cy="748811"/>
            </a:xfrm>
            <a:custGeom>
              <a:avLst/>
              <a:gdLst>
                <a:gd name="csX0" fmla="*/ 0 w 8572500"/>
                <a:gd name="csY0" fmla="*/ 152400 h 466725"/>
                <a:gd name="csX1" fmla="*/ 390525 w 8572500"/>
                <a:gd name="csY1" fmla="*/ 104775 h 466725"/>
                <a:gd name="csX2" fmla="*/ 781050 w 8572500"/>
                <a:gd name="csY2" fmla="*/ 57150 h 466725"/>
                <a:gd name="csX3" fmla="*/ 1171575 w 8572500"/>
                <a:gd name="csY3" fmla="*/ 28575 h 466725"/>
                <a:gd name="csX4" fmla="*/ 1562100 w 8572500"/>
                <a:gd name="csY4" fmla="*/ 123825 h 466725"/>
                <a:gd name="csX5" fmla="*/ 1952625 w 8572500"/>
                <a:gd name="csY5" fmla="*/ 133350 h 466725"/>
                <a:gd name="csX6" fmla="*/ 2333625 w 8572500"/>
                <a:gd name="csY6" fmla="*/ 9525 h 466725"/>
                <a:gd name="csX7" fmla="*/ 2724150 w 8572500"/>
                <a:gd name="csY7" fmla="*/ 57150 h 466725"/>
                <a:gd name="csX8" fmla="*/ 3114675 w 8572500"/>
                <a:gd name="csY8" fmla="*/ 28575 h 466725"/>
                <a:gd name="csX9" fmla="*/ 3505200 w 8572500"/>
                <a:gd name="csY9" fmla="*/ 171450 h 466725"/>
                <a:gd name="csX10" fmla="*/ 3895725 w 8572500"/>
                <a:gd name="csY10" fmla="*/ 152400 h 466725"/>
                <a:gd name="csX11" fmla="*/ 4286250 w 8572500"/>
                <a:gd name="csY11" fmla="*/ 161925 h 466725"/>
                <a:gd name="csX12" fmla="*/ 4676775 w 8572500"/>
                <a:gd name="csY12" fmla="*/ 95250 h 466725"/>
                <a:gd name="csX13" fmla="*/ 5067300 w 8572500"/>
                <a:gd name="csY13" fmla="*/ 171450 h 466725"/>
                <a:gd name="csX14" fmla="*/ 5457825 w 8572500"/>
                <a:gd name="csY14" fmla="*/ 114300 h 466725"/>
                <a:gd name="csX15" fmla="*/ 5848350 w 8572500"/>
                <a:gd name="csY15" fmla="*/ 95250 h 466725"/>
                <a:gd name="csX16" fmla="*/ 6238875 w 8572500"/>
                <a:gd name="csY16" fmla="*/ 104775 h 466725"/>
                <a:gd name="csX17" fmla="*/ 6619875 w 8572500"/>
                <a:gd name="csY17" fmla="*/ 152400 h 466725"/>
                <a:gd name="csX18" fmla="*/ 7010400 w 8572500"/>
                <a:gd name="csY18" fmla="*/ 95250 h 466725"/>
                <a:gd name="csX19" fmla="*/ 7400925 w 8572500"/>
                <a:gd name="csY19" fmla="*/ 28575 h 466725"/>
                <a:gd name="csX20" fmla="*/ 7791450 w 8572500"/>
                <a:gd name="csY20" fmla="*/ 123825 h 466725"/>
                <a:gd name="csX21" fmla="*/ 8181975 w 8572500"/>
                <a:gd name="csY21" fmla="*/ 0 h 466725"/>
                <a:gd name="csX22" fmla="*/ 8572500 w 8572500"/>
                <a:gd name="csY22" fmla="*/ 85725 h 466725"/>
                <a:gd name="csX23" fmla="*/ 8572500 w 8572500"/>
                <a:gd name="csY23" fmla="*/ 466725 h 466725"/>
                <a:gd name="csX24" fmla="*/ 8181975 w 8572500"/>
                <a:gd name="csY24" fmla="*/ 466725 h 466725"/>
                <a:gd name="csX25" fmla="*/ 7791450 w 8572500"/>
                <a:gd name="csY25" fmla="*/ 466725 h 466725"/>
                <a:gd name="csX26" fmla="*/ 7400925 w 8572500"/>
                <a:gd name="csY26" fmla="*/ 466725 h 466725"/>
                <a:gd name="csX27" fmla="*/ 7010400 w 8572500"/>
                <a:gd name="csY27" fmla="*/ 466725 h 466725"/>
                <a:gd name="csX28" fmla="*/ 6619875 w 8572500"/>
                <a:gd name="csY28" fmla="*/ 466725 h 466725"/>
                <a:gd name="csX29" fmla="*/ 6238875 w 8572500"/>
                <a:gd name="csY29" fmla="*/ 466725 h 466725"/>
                <a:gd name="csX30" fmla="*/ 5848350 w 8572500"/>
                <a:gd name="csY30" fmla="*/ 466725 h 466725"/>
                <a:gd name="csX31" fmla="*/ 5457825 w 8572500"/>
                <a:gd name="csY31" fmla="*/ 466725 h 466725"/>
                <a:gd name="csX32" fmla="*/ 5067300 w 8572500"/>
                <a:gd name="csY32" fmla="*/ 466725 h 466725"/>
                <a:gd name="csX33" fmla="*/ 4676775 w 8572500"/>
                <a:gd name="csY33" fmla="*/ 466725 h 466725"/>
                <a:gd name="csX34" fmla="*/ 4286250 w 8572500"/>
                <a:gd name="csY34" fmla="*/ 466725 h 466725"/>
                <a:gd name="csX35" fmla="*/ 3895725 w 8572500"/>
                <a:gd name="csY35" fmla="*/ 466725 h 466725"/>
                <a:gd name="csX36" fmla="*/ 3505200 w 8572500"/>
                <a:gd name="csY36" fmla="*/ 466725 h 466725"/>
                <a:gd name="csX37" fmla="*/ 3114675 w 8572500"/>
                <a:gd name="csY37" fmla="*/ 466725 h 466725"/>
                <a:gd name="csX38" fmla="*/ 2724150 w 8572500"/>
                <a:gd name="csY38" fmla="*/ 466725 h 466725"/>
                <a:gd name="csX39" fmla="*/ 2333625 w 8572500"/>
                <a:gd name="csY39" fmla="*/ 466725 h 466725"/>
                <a:gd name="csX40" fmla="*/ 1952625 w 8572500"/>
                <a:gd name="csY40" fmla="*/ 466725 h 466725"/>
                <a:gd name="csX41" fmla="*/ 1562100 w 8572500"/>
                <a:gd name="csY41" fmla="*/ 466725 h 466725"/>
                <a:gd name="csX42" fmla="*/ 1171575 w 8572500"/>
                <a:gd name="csY42" fmla="*/ 466725 h 466725"/>
                <a:gd name="csX43" fmla="*/ 781050 w 8572500"/>
                <a:gd name="csY43" fmla="*/ 466725 h 466725"/>
                <a:gd name="csX44" fmla="*/ 390525 w 8572500"/>
                <a:gd name="csY44" fmla="*/ 466725 h 466725"/>
                <a:gd name="csX45" fmla="*/ 0 w 8572500"/>
                <a:gd name="csY45" fmla="*/ 466725 h 4667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466725">
                  <a:moveTo>
                    <a:pt x="0" y="152400"/>
                  </a:moveTo>
                  <a:lnTo>
                    <a:pt x="390525" y="104775"/>
                  </a:lnTo>
                  <a:lnTo>
                    <a:pt x="781050" y="57150"/>
                  </a:lnTo>
                  <a:lnTo>
                    <a:pt x="1171575" y="28575"/>
                  </a:lnTo>
                  <a:lnTo>
                    <a:pt x="1562100" y="123825"/>
                  </a:lnTo>
                  <a:lnTo>
                    <a:pt x="1952625" y="133350"/>
                  </a:lnTo>
                  <a:lnTo>
                    <a:pt x="2333625" y="9525"/>
                  </a:lnTo>
                  <a:lnTo>
                    <a:pt x="2724150" y="57150"/>
                  </a:lnTo>
                  <a:lnTo>
                    <a:pt x="3114675" y="28575"/>
                  </a:lnTo>
                  <a:lnTo>
                    <a:pt x="3505200" y="171450"/>
                  </a:lnTo>
                  <a:lnTo>
                    <a:pt x="3895725" y="152400"/>
                  </a:lnTo>
                  <a:lnTo>
                    <a:pt x="4286250" y="161925"/>
                  </a:lnTo>
                  <a:lnTo>
                    <a:pt x="4676775" y="95250"/>
                  </a:lnTo>
                  <a:lnTo>
                    <a:pt x="5067300" y="171450"/>
                  </a:lnTo>
                  <a:lnTo>
                    <a:pt x="5457825" y="114300"/>
                  </a:lnTo>
                  <a:lnTo>
                    <a:pt x="5848350" y="95250"/>
                  </a:lnTo>
                  <a:lnTo>
                    <a:pt x="6238875" y="104775"/>
                  </a:lnTo>
                  <a:lnTo>
                    <a:pt x="6619875" y="152400"/>
                  </a:lnTo>
                  <a:lnTo>
                    <a:pt x="7010400" y="95250"/>
                  </a:lnTo>
                  <a:lnTo>
                    <a:pt x="7400925" y="28575"/>
                  </a:lnTo>
                  <a:lnTo>
                    <a:pt x="7791450" y="123825"/>
                  </a:lnTo>
                  <a:lnTo>
                    <a:pt x="8181975" y="0"/>
                  </a:lnTo>
                  <a:lnTo>
                    <a:pt x="8572500" y="85725"/>
                  </a:lnTo>
                  <a:lnTo>
                    <a:pt x="8572500" y="466725"/>
                  </a:lnTo>
                  <a:lnTo>
                    <a:pt x="8181975" y="466725"/>
                  </a:lnTo>
                  <a:lnTo>
                    <a:pt x="7791450" y="466725"/>
                  </a:lnTo>
                  <a:lnTo>
                    <a:pt x="7400925" y="466725"/>
                  </a:lnTo>
                  <a:lnTo>
                    <a:pt x="7010400" y="466725"/>
                  </a:lnTo>
                  <a:lnTo>
                    <a:pt x="6619875" y="466725"/>
                  </a:lnTo>
                  <a:lnTo>
                    <a:pt x="6238875" y="466725"/>
                  </a:lnTo>
                  <a:lnTo>
                    <a:pt x="5848350" y="466725"/>
                  </a:lnTo>
                  <a:lnTo>
                    <a:pt x="5457825" y="466725"/>
                  </a:lnTo>
                  <a:lnTo>
                    <a:pt x="5067300" y="466725"/>
                  </a:lnTo>
                  <a:lnTo>
                    <a:pt x="4676775" y="466725"/>
                  </a:lnTo>
                  <a:lnTo>
                    <a:pt x="4286250" y="466725"/>
                  </a:lnTo>
                  <a:lnTo>
                    <a:pt x="3895725" y="466725"/>
                  </a:lnTo>
                  <a:lnTo>
                    <a:pt x="3505200" y="466725"/>
                  </a:lnTo>
                  <a:lnTo>
                    <a:pt x="3114675" y="466725"/>
                  </a:lnTo>
                  <a:lnTo>
                    <a:pt x="2724150" y="466725"/>
                  </a:lnTo>
                  <a:lnTo>
                    <a:pt x="2333625" y="466725"/>
                  </a:lnTo>
                  <a:lnTo>
                    <a:pt x="1952625" y="466725"/>
                  </a:lnTo>
                  <a:lnTo>
                    <a:pt x="1562100" y="466725"/>
                  </a:lnTo>
                  <a:lnTo>
                    <a:pt x="1171575" y="466725"/>
                  </a:lnTo>
                  <a:lnTo>
                    <a:pt x="781050" y="466725"/>
                  </a:lnTo>
                  <a:lnTo>
                    <a:pt x="390525" y="466725"/>
                  </a:lnTo>
                  <a:lnTo>
                    <a:pt x="0" y="466725"/>
                  </a:lnTo>
                  <a:close/>
                </a:path>
              </a:pathLst>
            </a:custGeom>
            <a:solidFill>
              <a:schemeClr val="accent2"/>
            </a:solidFill>
            <a:ln w="9525" cap="flat">
              <a:noFill/>
              <a:prstDash val="solid"/>
              <a:miter/>
            </a:ln>
          </p:spPr>
          <p:txBody>
            <a:bodyPr/>
            <a:lstStyle/>
            <a:p>
              <a:endParaRPr lang="en-US"/>
            </a:p>
          </p:txBody>
        </p:sp>
        <p:sp>
          <p:nvSpPr>
            <p:cNvPr id="33" name="Freeform: Shape 32">
              <a:extLst>
                <a:ext uri="{FF2B5EF4-FFF2-40B4-BE49-F238E27FC236}">
                  <a16:creationId xmlns:a16="http://schemas.microsoft.com/office/drawing/2014/main" id="{7C85E231-E75B-8B36-2EBE-AEF4443524EB}"/>
                </a:ext>
              </a:extLst>
            </p:cNvPr>
            <p:cNvSpPr/>
            <p:nvPr/>
          </p:nvSpPr>
          <p:spPr>
            <a:xfrm>
              <a:off x="0" y="6399544"/>
              <a:ext cx="12192000" cy="458456"/>
            </a:xfrm>
            <a:custGeom>
              <a:avLst/>
              <a:gdLst>
                <a:gd name="csX0" fmla="*/ 0 w 8572500"/>
                <a:gd name="csY0" fmla="*/ 142875 h 285750"/>
                <a:gd name="csX1" fmla="*/ 390525 w 8572500"/>
                <a:gd name="csY1" fmla="*/ 38100 h 285750"/>
                <a:gd name="csX2" fmla="*/ 781050 w 8572500"/>
                <a:gd name="csY2" fmla="*/ 123825 h 285750"/>
                <a:gd name="csX3" fmla="*/ 1171575 w 8572500"/>
                <a:gd name="csY3" fmla="*/ 114300 h 285750"/>
                <a:gd name="csX4" fmla="*/ 1562100 w 8572500"/>
                <a:gd name="csY4" fmla="*/ 66675 h 285750"/>
                <a:gd name="csX5" fmla="*/ 1952625 w 8572500"/>
                <a:gd name="csY5" fmla="*/ 57150 h 285750"/>
                <a:gd name="csX6" fmla="*/ 2333625 w 8572500"/>
                <a:gd name="csY6" fmla="*/ 57150 h 285750"/>
                <a:gd name="csX7" fmla="*/ 2724150 w 8572500"/>
                <a:gd name="csY7" fmla="*/ 152400 h 285750"/>
                <a:gd name="csX8" fmla="*/ 3114675 w 8572500"/>
                <a:gd name="csY8" fmla="*/ 19050 h 285750"/>
                <a:gd name="csX9" fmla="*/ 3505200 w 8572500"/>
                <a:gd name="csY9" fmla="*/ 66675 h 285750"/>
                <a:gd name="csX10" fmla="*/ 3895725 w 8572500"/>
                <a:gd name="csY10" fmla="*/ 114300 h 285750"/>
                <a:gd name="csX11" fmla="*/ 4286250 w 8572500"/>
                <a:gd name="csY11" fmla="*/ 133350 h 285750"/>
                <a:gd name="csX12" fmla="*/ 4676775 w 8572500"/>
                <a:gd name="csY12" fmla="*/ 28575 h 285750"/>
                <a:gd name="csX13" fmla="*/ 5067300 w 8572500"/>
                <a:gd name="csY13" fmla="*/ 133350 h 285750"/>
                <a:gd name="csX14" fmla="*/ 5457825 w 8572500"/>
                <a:gd name="csY14" fmla="*/ 85725 h 285750"/>
                <a:gd name="csX15" fmla="*/ 5848350 w 8572500"/>
                <a:gd name="csY15" fmla="*/ 38100 h 285750"/>
                <a:gd name="csX16" fmla="*/ 6238875 w 8572500"/>
                <a:gd name="csY16" fmla="*/ 142875 h 285750"/>
                <a:gd name="csX17" fmla="*/ 6619875 w 8572500"/>
                <a:gd name="csY17" fmla="*/ 0 h 285750"/>
                <a:gd name="csX18" fmla="*/ 7010400 w 8572500"/>
                <a:gd name="csY18" fmla="*/ 57150 h 285750"/>
                <a:gd name="csX19" fmla="*/ 7400925 w 8572500"/>
                <a:gd name="csY19" fmla="*/ 85725 h 285750"/>
                <a:gd name="csX20" fmla="*/ 7791450 w 8572500"/>
                <a:gd name="csY20" fmla="*/ 76200 h 285750"/>
                <a:gd name="csX21" fmla="*/ 8181975 w 8572500"/>
                <a:gd name="csY21" fmla="*/ 95250 h 285750"/>
                <a:gd name="csX22" fmla="*/ 8572500 w 8572500"/>
                <a:gd name="csY22" fmla="*/ 142875 h 285750"/>
                <a:gd name="csX23" fmla="*/ 8572500 w 8572500"/>
                <a:gd name="csY23" fmla="*/ 285750 h 285750"/>
                <a:gd name="csX24" fmla="*/ 8181975 w 8572500"/>
                <a:gd name="csY24" fmla="*/ 285750 h 285750"/>
                <a:gd name="csX25" fmla="*/ 7791450 w 8572500"/>
                <a:gd name="csY25" fmla="*/ 285750 h 285750"/>
                <a:gd name="csX26" fmla="*/ 7400925 w 8572500"/>
                <a:gd name="csY26" fmla="*/ 285750 h 285750"/>
                <a:gd name="csX27" fmla="*/ 7010400 w 8572500"/>
                <a:gd name="csY27" fmla="*/ 285750 h 285750"/>
                <a:gd name="csX28" fmla="*/ 6619875 w 8572500"/>
                <a:gd name="csY28" fmla="*/ 285750 h 285750"/>
                <a:gd name="csX29" fmla="*/ 6238875 w 8572500"/>
                <a:gd name="csY29" fmla="*/ 285750 h 285750"/>
                <a:gd name="csX30" fmla="*/ 5848350 w 8572500"/>
                <a:gd name="csY30" fmla="*/ 285750 h 285750"/>
                <a:gd name="csX31" fmla="*/ 5457825 w 8572500"/>
                <a:gd name="csY31" fmla="*/ 285750 h 285750"/>
                <a:gd name="csX32" fmla="*/ 5067300 w 8572500"/>
                <a:gd name="csY32" fmla="*/ 285750 h 285750"/>
                <a:gd name="csX33" fmla="*/ 4676775 w 8572500"/>
                <a:gd name="csY33" fmla="*/ 285750 h 285750"/>
                <a:gd name="csX34" fmla="*/ 4286250 w 8572500"/>
                <a:gd name="csY34" fmla="*/ 285750 h 285750"/>
                <a:gd name="csX35" fmla="*/ 3895725 w 8572500"/>
                <a:gd name="csY35" fmla="*/ 285750 h 285750"/>
                <a:gd name="csX36" fmla="*/ 3505200 w 8572500"/>
                <a:gd name="csY36" fmla="*/ 285750 h 285750"/>
                <a:gd name="csX37" fmla="*/ 3114675 w 8572500"/>
                <a:gd name="csY37" fmla="*/ 285750 h 285750"/>
                <a:gd name="csX38" fmla="*/ 2724150 w 8572500"/>
                <a:gd name="csY38" fmla="*/ 285750 h 285750"/>
                <a:gd name="csX39" fmla="*/ 2333625 w 8572500"/>
                <a:gd name="csY39" fmla="*/ 285750 h 285750"/>
                <a:gd name="csX40" fmla="*/ 1952625 w 8572500"/>
                <a:gd name="csY40" fmla="*/ 285750 h 285750"/>
                <a:gd name="csX41" fmla="*/ 1562100 w 8572500"/>
                <a:gd name="csY41" fmla="*/ 285750 h 285750"/>
                <a:gd name="csX42" fmla="*/ 1171575 w 8572500"/>
                <a:gd name="csY42" fmla="*/ 285750 h 285750"/>
                <a:gd name="csX43" fmla="*/ 781050 w 8572500"/>
                <a:gd name="csY43" fmla="*/ 285750 h 285750"/>
                <a:gd name="csX44" fmla="*/ 390525 w 8572500"/>
                <a:gd name="csY44" fmla="*/ 285750 h 285750"/>
                <a:gd name="csX45" fmla="*/ 0 w 8572500"/>
                <a:gd name="csY45" fmla="*/ 285750 h 285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285750">
                  <a:moveTo>
                    <a:pt x="0" y="142875"/>
                  </a:moveTo>
                  <a:lnTo>
                    <a:pt x="390525" y="38100"/>
                  </a:lnTo>
                  <a:lnTo>
                    <a:pt x="781050" y="123825"/>
                  </a:lnTo>
                  <a:lnTo>
                    <a:pt x="1171575" y="114300"/>
                  </a:lnTo>
                  <a:lnTo>
                    <a:pt x="1562100" y="66675"/>
                  </a:lnTo>
                  <a:lnTo>
                    <a:pt x="1952625" y="57150"/>
                  </a:lnTo>
                  <a:lnTo>
                    <a:pt x="2333625" y="57150"/>
                  </a:lnTo>
                  <a:lnTo>
                    <a:pt x="2724150" y="152400"/>
                  </a:lnTo>
                  <a:lnTo>
                    <a:pt x="3114675" y="19050"/>
                  </a:lnTo>
                  <a:lnTo>
                    <a:pt x="3505200" y="66675"/>
                  </a:lnTo>
                  <a:lnTo>
                    <a:pt x="3895725" y="114300"/>
                  </a:lnTo>
                  <a:lnTo>
                    <a:pt x="4286250" y="133350"/>
                  </a:lnTo>
                  <a:lnTo>
                    <a:pt x="4676775" y="28575"/>
                  </a:lnTo>
                  <a:lnTo>
                    <a:pt x="5067300" y="133350"/>
                  </a:lnTo>
                  <a:lnTo>
                    <a:pt x="5457825" y="85725"/>
                  </a:lnTo>
                  <a:lnTo>
                    <a:pt x="5848350" y="38100"/>
                  </a:lnTo>
                  <a:lnTo>
                    <a:pt x="6238875" y="142875"/>
                  </a:lnTo>
                  <a:lnTo>
                    <a:pt x="6619875" y="0"/>
                  </a:lnTo>
                  <a:lnTo>
                    <a:pt x="7010400" y="57150"/>
                  </a:lnTo>
                  <a:lnTo>
                    <a:pt x="7400925" y="85725"/>
                  </a:lnTo>
                  <a:lnTo>
                    <a:pt x="7791450" y="76200"/>
                  </a:lnTo>
                  <a:lnTo>
                    <a:pt x="8181975" y="95250"/>
                  </a:lnTo>
                  <a:lnTo>
                    <a:pt x="8572500" y="142875"/>
                  </a:lnTo>
                  <a:lnTo>
                    <a:pt x="8572500" y="285750"/>
                  </a:lnTo>
                  <a:lnTo>
                    <a:pt x="8181975" y="285750"/>
                  </a:lnTo>
                  <a:lnTo>
                    <a:pt x="7791450" y="285750"/>
                  </a:lnTo>
                  <a:lnTo>
                    <a:pt x="7400925" y="285750"/>
                  </a:lnTo>
                  <a:lnTo>
                    <a:pt x="7010400" y="285750"/>
                  </a:lnTo>
                  <a:lnTo>
                    <a:pt x="6619875" y="285750"/>
                  </a:lnTo>
                  <a:lnTo>
                    <a:pt x="6238875" y="285750"/>
                  </a:lnTo>
                  <a:lnTo>
                    <a:pt x="5848350" y="285750"/>
                  </a:lnTo>
                  <a:lnTo>
                    <a:pt x="5457825" y="285750"/>
                  </a:lnTo>
                  <a:lnTo>
                    <a:pt x="5067300" y="285750"/>
                  </a:lnTo>
                  <a:lnTo>
                    <a:pt x="4676775" y="285750"/>
                  </a:lnTo>
                  <a:lnTo>
                    <a:pt x="4286250" y="285750"/>
                  </a:lnTo>
                  <a:lnTo>
                    <a:pt x="3895725" y="285750"/>
                  </a:lnTo>
                  <a:lnTo>
                    <a:pt x="3505200" y="285750"/>
                  </a:lnTo>
                  <a:lnTo>
                    <a:pt x="3114675" y="285750"/>
                  </a:lnTo>
                  <a:lnTo>
                    <a:pt x="2724150" y="285750"/>
                  </a:lnTo>
                  <a:lnTo>
                    <a:pt x="2333625" y="285750"/>
                  </a:lnTo>
                  <a:lnTo>
                    <a:pt x="1952625" y="285750"/>
                  </a:lnTo>
                  <a:lnTo>
                    <a:pt x="1562100" y="285750"/>
                  </a:lnTo>
                  <a:lnTo>
                    <a:pt x="1171575" y="285750"/>
                  </a:lnTo>
                  <a:lnTo>
                    <a:pt x="781050" y="285750"/>
                  </a:lnTo>
                  <a:lnTo>
                    <a:pt x="390525" y="285750"/>
                  </a:lnTo>
                  <a:lnTo>
                    <a:pt x="0" y="285750"/>
                  </a:lnTo>
                  <a:close/>
                </a:path>
              </a:pathLst>
            </a:custGeom>
            <a:solidFill>
              <a:schemeClr val="accent2">
                <a:lumMod val="50000"/>
              </a:schemeClr>
            </a:solidFill>
            <a:ln w="9525" cap="flat">
              <a:noFill/>
              <a:prstDash val="solid"/>
              <a:miter/>
            </a:ln>
          </p:spPr>
          <p:txBody>
            <a:bodyPr/>
            <a:lstStyle/>
            <a:p>
              <a:endParaRPr lang="en-US"/>
            </a:p>
          </p:txBody>
        </p:sp>
        <p:sp>
          <p:nvSpPr>
            <p:cNvPr id="34" name="Freeform: Shape 33">
              <a:extLst>
                <a:ext uri="{FF2B5EF4-FFF2-40B4-BE49-F238E27FC236}">
                  <a16:creationId xmlns:a16="http://schemas.microsoft.com/office/drawing/2014/main" id="{B44BDC6D-DF31-543D-386B-DE9C0BF20AD4}"/>
                </a:ext>
              </a:extLst>
            </p:cNvPr>
            <p:cNvSpPr/>
            <p:nvPr/>
          </p:nvSpPr>
          <p:spPr>
            <a:xfrm flipH="1">
              <a:off x="12192000" y="5268686"/>
              <a:ext cx="12192000" cy="1589314"/>
            </a:xfrm>
            <a:custGeom>
              <a:avLst/>
              <a:gdLst>
                <a:gd name="csX0" fmla="*/ 0 w 8572500"/>
                <a:gd name="csY0" fmla="*/ 9525 h 990600"/>
                <a:gd name="csX1" fmla="*/ 390525 w 8572500"/>
                <a:gd name="csY1" fmla="*/ 38100 h 990600"/>
                <a:gd name="csX2" fmla="*/ 781050 w 8572500"/>
                <a:gd name="csY2" fmla="*/ 0 h 990600"/>
                <a:gd name="csX3" fmla="*/ 1171575 w 8572500"/>
                <a:gd name="csY3" fmla="*/ 28575 h 990600"/>
                <a:gd name="csX4" fmla="*/ 1562100 w 8572500"/>
                <a:gd name="csY4" fmla="*/ 9525 h 990600"/>
                <a:gd name="csX5" fmla="*/ 1952625 w 8572500"/>
                <a:gd name="csY5" fmla="*/ 38100 h 990600"/>
                <a:gd name="csX6" fmla="*/ 2333625 w 8572500"/>
                <a:gd name="csY6" fmla="*/ 19050 h 990600"/>
                <a:gd name="csX7" fmla="*/ 2724150 w 8572500"/>
                <a:gd name="csY7" fmla="*/ 104775 h 990600"/>
                <a:gd name="csX8" fmla="*/ 3114675 w 8572500"/>
                <a:gd name="csY8" fmla="*/ 114300 h 990600"/>
                <a:gd name="csX9" fmla="*/ 3505200 w 8572500"/>
                <a:gd name="csY9" fmla="*/ 190500 h 990600"/>
                <a:gd name="csX10" fmla="*/ 3895725 w 8572500"/>
                <a:gd name="csY10" fmla="*/ 47625 h 990600"/>
                <a:gd name="csX11" fmla="*/ 4286250 w 8572500"/>
                <a:gd name="csY11" fmla="*/ 190500 h 990600"/>
                <a:gd name="csX12" fmla="*/ 4676775 w 8572500"/>
                <a:gd name="csY12" fmla="*/ 190500 h 990600"/>
                <a:gd name="csX13" fmla="*/ 5067300 w 8572500"/>
                <a:gd name="csY13" fmla="*/ 66675 h 990600"/>
                <a:gd name="csX14" fmla="*/ 5457825 w 8572500"/>
                <a:gd name="csY14" fmla="*/ 85725 h 990600"/>
                <a:gd name="csX15" fmla="*/ 5848350 w 8572500"/>
                <a:gd name="csY15" fmla="*/ 47625 h 990600"/>
                <a:gd name="csX16" fmla="*/ 6238875 w 8572500"/>
                <a:gd name="csY16" fmla="*/ 28575 h 990600"/>
                <a:gd name="csX17" fmla="*/ 6619875 w 8572500"/>
                <a:gd name="csY17" fmla="*/ 180975 h 990600"/>
                <a:gd name="csX18" fmla="*/ 7010400 w 8572500"/>
                <a:gd name="csY18" fmla="*/ 114300 h 990600"/>
                <a:gd name="csX19" fmla="*/ 7400925 w 8572500"/>
                <a:gd name="csY19" fmla="*/ 180975 h 990600"/>
                <a:gd name="csX20" fmla="*/ 7791450 w 8572500"/>
                <a:gd name="csY20" fmla="*/ 38100 h 990600"/>
                <a:gd name="csX21" fmla="*/ 8181975 w 8572500"/>
                <a:gd name="csY21" fmla="*/ 171450 h 990600"/>
                <a:gd name="csX22" fmla="*/ 8572500 w 8572500"/>
                <a:gd name="csY22" fmla="*/ 171450 h 990600"/>
                <a:gd name="csX23" fmla="*/ 8572500 w 8572500"/>
                <a:gd name="csY23" fmla="*/ 990600 h 990600"/>
                <a:gd name="csX24" fmla="*/ 8181975 w 8572500"/>
                <a:gd name="csY24" fmla="*/ 990600 h 990600"/>
                <a:gd name="csX25" fmla="*/ 7791450 w 8572500"/>
                <a:gd name="csY25" fmla="*/ 990600 h 990600"/>
                <a:gd name="csX26" fmla="*/ 7400925 w 8572500"/>
                <a:gd name="csY26" fmla="*/ 990600 h 990600"/>
                <a:gd name="csX27" fmla="*/ 7010400 w 8572500"/>
                <a:gd name="csY27" fmla="*/ 990600 h 990600"/>
                <a:gd name="csX28" fmla="*/ 6619875 w 8572500"/>
                <a:gd name="csY28" fmla="*/ 990600 h 990600"/>
                <a:gd name="csX29" fmla="*/ 6238875 w 8572500"/>
                <a:gd name="csY29" fmla="*/ 990600 h 990600"/>
                <a:gd name="csX30" fmla="*/ 5848350 w 8572500"/>
                <a:gd name="csY30" fmla="*/ 990600 h 990600"/>
                <a:gd name="csX31" fmla="*/ 5457825 w 8572500"/>
                <a:gd name="csY31" fmla="*/ 990600 h 990600"/>
                <a:gd name="csX32" fmla="*/ 5067300 w 8572500"/>
                <a:gd name="csY32" fmla="*/ 990600 h 990600"/>
                <a:gd name="csX33" fmla="*/ 4676775 w 8572500"/>
                <a:gd name="csY33" fmla="*/ 990600 h 990600"/>
                <a:gd name="csX34" fmla="*/ 4286250 w 8572500"/>
                <a:gd name="csY34" fmla="*/ 990600 h 990600"/>
                <a:gd name="csX35" fmla="*/ 3895725 w 8572500"/>
                <a:gd name="csY35" fmla="*/ 990600 h 990600"/>
                <a:gd name="csX36" fmla="*/ 3505200 w 8572500"/>
                <a:gd name="csY36" fmla="*/ 990600 h 990600"/>
                <a:gd name="csX37" fmla="*/ 3114675 w 8572500"/>
                <a:gd name="csY37" fmla="*/ 990600 h 990600"/>
                <a:gd name="csX38" fmla="*/ 2724150 w 8572500"/>
                <a:gd name="csY38" fmla="*/ 990600 h 990600"/>
                <a:gd name="csX39" fmla="*/ 2333625 w 8572500"/>
                <a:gd name="csY39" fmla="*/ 990600 h 990600"/>
                <a:gd name="csX40" fmla="*/ 1952625 w 8572500"/>
                <a:gd name="csY40" fmla="*/ 990600 h 990600"/>
                <a:gd name="csX41" fmla="*/ 1562100 w 8572500"/>
                <a:gd name="csY41" fmla="*/ 990600 h 990600"/>
                <a:gd name="csX42" fmla="*/ 1171575 w 8572500"/>
                <a:gd name="csY42" fmla="*/ 990600 h 990600"/>
                <a:gd name="csX43" fmla="*/ 781050 w 8572500"/>
                <a:gd name="csY43" fmla="*/ 990600 h 990600"/>
                <a:gd name="csX44" fmla="*/ 390525 w 8572500"/>
                <a:gd name="csY44" fmla="*/ 990600 h 990600"/>
                <a:gd name="csX45" fmla="*/ 0 w 8572500"/>
                <a:gd name="csY45" fmla="*/ 990600 h 990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990600">
                  <a:moveTo>
                    <a:pt x="0" y="9525"/>
                  </a:moveTo>
                  <a:lnTo>
                    <a:pt x="390525" y="38100"/>
                  </a:lnTo>
                  <a:lnTo>
                    <a:pt x="781050" y="0"/>
                  </a:lnTo>
                  <a:lnTo>
                    <a:pt x="1171575" y="28575"/>
                  </a:lnTo>
                  <a:lnTo>
                    <a:pt x="1562100" y="9525"/>
                  </a:lnTo>
                  <a:lnTo>
                    <a:pt x="1952625" y="38100"/>
                  </a:lnTo>
                  <a:lnTo>
                    <a:pt x="2333625" y="19050"/>
                  </a:lnTo>
                  <a:lnTo>
                    <a:pt x="2724150" y="104775"/>
                  </a:lnTo>
                  <a:lnTo>
                    <a:pt x="3114675" y="114300"/>
                  </a:lnTo>
                  <a:lnTo>
                    <a:pt x="3505200" y="190500"/>
                  </a:lnTo>
                  <a:lnTo>
                    <a:pt x="3895725" y="47625"/>
                  </a:lnTo>
                  <a:lnTo>
                    <a:pt x="4286250" y="190500"/>
                  </a:lnTo>
                  <a:lnTo>
                    <a:pt x="4676775" y="190500"/>
                  </a:lnTo>
                  <a:lnTo>
                    <a:pt x="5067300" y="66675"/>
                  </a:lnTo>
                  <a:lnTo>
                    <a:pt x="5457825" y="85725"/>
                  </a:lnTo>
                  <a:lnTo>
                    <a:pt x="5848350" y="47625"/>
                  </a:lnTo>
                  <a:lnTo>
                    <a:pt x="6238875" y="28575"/>
                  </a:lnTo>
                  <a:lnTo>
                    <a:pt x="6619875" y="180975"/>
                  </a:lnTo>
                  <a:lnTo>
                    <a:pt x="7010400" y="114300"/>
                  </a:lnTo>
                  <a:lnTo>
                    <a:pt x="7400925" y="180975"/>
                  </a:lnTo>
                  <a:lnTo>
                    <a:pt x="7791450" y="38100"/>
                  </a:lnTo>
                  <a:lnTo>
                    <a:pt x="8181975" y="171450"/>
                  </a:lnTo>
                  <a:lnTo>
                    <a:pt x="8572500" y="171450"/>
                  </a:lnTo>
                  <a:lnTo>
                    <a:pt x="8572500" y="990600"/>
                  </a:lnTo>
                  <a:lnTo>
                    <a:pt x="8181975" y="990600"/>
                  </a:lnTo>
                  <a:lnTo>
                    <a:pt x="7791450" y="990600"/>
                  </a:lnTo>
                  <a:lnTo>
                    <a:pt x="7400925" y="990600"/>
                  </a:lnTo>
                  <a:lnTo>
                    <a:pt x="7010400" y="990600"/>
                  </a:lnTo>
                  <a:lnTo>
                    <a:pt x="6619875" y="990600"/>
                  </a:lnTo>
                  <a:lnTo>
                    <a:pt x="6238875" y="990600"/>
                  </a:lnTo>
                  <a:lnTo>
                    <a:pt x="5848350" y="990600"/>
                  </a:lnTo>
                  <a:lnTo>
                    <a:pt x="5457825" y="990600"/>
                  </a:lnTo>
                  <a:lnTo>
                    <a:pt x="5067300" y="990600"/>
                  </a:lnTo>
                  <a:lnTo>
                    <a:pt x="4676775" y="990600"/>
                  </a:lnTo>
                  <a:lnTo>
                    <a:pt x="4286250" y="990600"/>
                  </a:lnTo>
                  <a:lnTo>
                    <a:pt x="3895725" y="990600"/>
                  </a:lnTo>
                  <a:lnTo>
                    <a:pt x="3505200" y="990600"/>
                  </a:lnTo>
                  <a:lnTo>
                    <a:pt x="3114675" y="990600"/>
                  </a:lnTo>
                  <a:lnTo>
                    <a:pt x="2724150" y="990600"/>
                  </a:lnTo>
                  <a:lnTo>
                    <a:pt x="2333625" y="990600"/>
                  </a:lnTo>
                  <a:lnTo>
                    <a:pt x="1952625" y="990600"/>
                  </a:lnTo>
                  <a:lnTo>
                    <a:pt x="1562100" y="990600"/>
                  </a:lnTo>
                  <a:lnTo>
                    <a:pt x="1171575" y="990600"/>
                  </a:lnTo>
                  <a:lnTo>
                    <a:pt x="781050" y="990600"/>
                  </a:lnTo>
                  <a:lnTo>
                    <a:pt x="390525" y="990600"/>
                  </a:lnTo>
                  <a:lnTo>
                    <a:pt x="0" y="990600"/>
                  </a:lnTo>
                  <a:close/>
                </a:path>
              </a:pathLst>
            </a:custGeom>
            <a:solidFill>
              <a:schemeClr val="accent2">
                <a:lumMod val="20000"/>
                <a:lumOff val="80000"/>
              </a:schemeClr>
            </a:solidFill>
            <a:ln w="9525" cap="flat">
              <a:noFill/>
              <a:prstDash val="solid"/>
              <a:miter/>
            </a:ln>
          </p:spPr>
          <p:txBody>
            <a:bodyPr/>
            <a:lstStyle/>
            <a:p>
              <a:endParaRPr lang="en-US"/>
            </a:p>
          </p:txBody>
        </p:sp>
        <p:sp>
          <p:nvSpPr>
            <p:cNvPr id="35" name="Freeform: Shape 34">
              <a:extLst>
                <a:ext uri="{FF2B5EF4-FFF2-40B4-BE49-F238E27FC236}">
                  <a16:creationId xmlns:a16="http://schemas.microsoft.com/office/drawing/2014/main" id="{5B4CD8C5-BB92-4837-AB14-174FF2910133}"/>
                </a:ext>
              </a:extLst>
            </p:cNvPr>
            <p:cNvSpPr/>
            <p:nvPr/>
          </p:nvSpPr>
          <p:spPr>
            <a:xfrm flipH="1">
              <a:off x="12192000" y="5543760"/>
              <a:ext cx="12192000" cy="1314240"/>
            </a:xfrm>
            <a:custGeom>
              <a:avLst/>
              <a:gdLst>
                <a:gd name="csX0" fmla="*/ 0 w 8572500"/>
                <a:gd name="csY0" fmla="*/ 38100 h 819150"/>
                <a:gd name="csX1" fmla="*/ 390525 w 8572500"/>
                <a:gd name="csY1" fmla="*/ 95250 h 819150"/>
                <a:gd name="csX2" fmla="*/ 781050 w 8572500"/>
                <a:gd name="csY2" fmla="*/ 66675 h 819150"/>
                <a:gd name="csX3" fmla="*/ 1171575 w 8572500"/>
                <a:gd name="csY3" fmla="*/ 19050 h 819150"/>
                <a:gd name="csX4" fmla="*/ 1562100 w 8572500"/>
                <a:gd name="csY4" fmla="*/ 142875 h 819150"/>
                <a:gd name="csX5" fmla="*/ 1952625 w 8572500"/>
                <a:gd name="csY5" fmla="*/ 161925 h 819150"/>
                <a:gd name="csX6" fmla="*/ 2333625 w 8572500"/>
                <a:gd name="csY6" fmla="*/ 47625 h 819150"/>
                <a:gd name="csX7" fmla="*/ 2724150 w 8572500"/>
                <a:gd name="csY7" fmla="*/ 123825 h 819150"/>
                <a:gd name="csX8" fmla="*/ 3114675 w 8572500"/>
                <a:gd name="csY8" fmla="*/ 95250 h 819150"/>
                <a:gd name="csX9" fmla="*/ 3505200 w 8572500"/>
                <a:gd name="csY9" fmla="*/ 190500 h 819150"/>
                <a:gd name="csX10" fmla="*/ 3895725 w 8572500"/>
                <a:gd name="csY10" fmla="*/ 142875 h 819150"/>
                <a:gd name="csX11" fmla="*/ 4286250 w 8572500"/>
                <a:gd name="csY11" fmla="*/ 28575 h 819150"/>
                <a:gd name="csX12" fmla="*/ 4676775 w 8572500"/>
                <a:gd name="csY12" fmla="*/ 190500 h 819150"/>
                <a:gd name="csX13" fmla="*/ 5067300 w 8572500"/>
                <a:gd name="csY13" fmla="*/ 142875 h 819150"/>
                <a:gd name="csX14" fmla="*/ 5457825 w 8572500"/>
                <a:gd name="csY14" fmla="*/ 0 h 819150"/>
                <a:gd name="csX15" fmla="*/ 5848350 w 8572500"/>
                <a:gd name="csY15" fmla="*/ 47625 h 819150"/>
                <a:gd name="csX16" fmla="*/ 6238875 w 8572500"/>
                <a:gd name="csY16" fmla="*/ 142875 h 819150"/>
                <a:gd name="csX17" fmla="*/ 6619875 w 8572500"/>
                <a:gd name="csY17" fmla="*/ 57150 h 819150"/>
                <a:gd name="csX18" fmla="*/ 7010400 w 8572500"/>
                <a:gd name="csY18" fmla="*/ 114300 h 819150"/>
                <a:gd name="csX19" fmla="*/ 7400925 w 8572500"/>
                <a:gd name="csY19" fmla="*/ 66675 h 819150"/>
                <a:gd name="csX20" fmla="*/ 7791450 w 8572500"/>
                <a:gd name="csY20" fmla="*/ 171450 h 819150"/>
                <a:gd name="csX21" fmla="*/ 8181975 w 8572500"/>
                <a:gd name="csY21" fmla="*/ 57150 h 819150"/>
                <a:gd name="csX22" fmla="*/ 8572500 w 8572500"/>
                <a:gd name="csY22" fmla="*/ 28575 h 819150"/>
                <a:gd name="csX23" fmla="*/ 8572500 w 8572500"/>
                <a:gd name="csY23" fmla="*/ 819150 h 819150"/>
                <a:gd name="csX24" fmla="*/ 8181975 w 8572500"/>
                <a:gd name="csY24" fmla="*/ 819150 h 819150"/>
                <a:gd name="csX25" fmla="*/ 7791450 w 8572500"/>
                <a:gd name="csY25" fmla="*/ 819150 h 819150"/>
                <a:gd name="csX26" fmla="*/ 7400925 w 8572500"/>
                <a:gd name="csY26" fmla="*/ 819150 h 819150"/>
                <a:gd name="csX27" fmla="*/ 7010400 w 8572500"/>
                <a:gd name="csY27" fmla="*/ 819150 h 819150"/>
                <a:gd name="csX28" fmla="*/ 6619875 w 8572500"/>
                <a:gd name="csY28" fmla="*/ 819150 h 819150"/>
                <a:gd name="csX29" fmla="*/ 6238875 w 8572500"/>
                <a:gd name="csY29" fmla="*/ 819150 h 819150"/>
                <a:gd name="csX30" fmla="*/ 5848350 w 8572500"/>
                <a:gd name="csY30" fmla="*/ 819150 h 819150"/>
                <a:gd name="csX31" fmla="*/ 5457825 w 8572500"/>
                <a:gd name="csY31" fmla="*/ 819150 h 819150"/>
                <a:gd name="csX32" fmla="*/ 5067300 w 8572500"/>
                <a:gd name="csY32" fmla="*/ 819150 h 819150"/>
                <a:gd name="csX33" fmla="*/ 4676775 w 8572500"/>
                <a:gd name="csY33" fmla="*/ 819150 h 819150"/>
                <a:gd name="csX34" fmla="*/ 4286250 w 8572500"/>
                <a:gd name="csY34" fmla="*/ 819150 h 819150"/>
                <a:gd name="csX35" fmla="*/ 3895725 w 8572500"/>
                <a:gd name="csY35" fmla="*/ 819150 h 819150"/>
                <a:gd name="csX36" fmla="*/ 3505200 w 8572500"/>
                <a:gd name="csY36" fmla="*/ 819150 h 819150"/>
                <a:gd name="csX37" fmla="*/ 3114675 w 8572500"/>
                <a:gd name="csY37" fmla="*/ 819150 h 819150"/>
                <a:gd name="csX38" fmla="*/ 2724150 w 8572500"/>
                <a:gd name="csY38" fmla="*/ 819150 h 819150"/>
                <a:gd name="csX39" fmla="*/ 2333625 w 8572500"/>
                <a:gd name="csY39" fmla="*/ 819150 h 819150"/>
                <a:gd name="csX40" fmla="*/ 1952625 w 8572500"/>
                <a:gd name="csY40" fmla="*/ 819150 h 819150"/>
                <a:gd name="csX41" fmla="*/ 1562100 w 8572500"/>
                <a:gd name="csY41" fmla="*/ 819150 h 819150"/>
                <a:gd name="csX42" fmla="*/ 1171575 w 8572500"/>
                <a:gd name="csY42" fmla="*/ 819150 h 819150"/>
                <a:gd name="csX43" fmla="*/ 781050 w 8572500"/>
                <a:gd name="csY43" fmla="*/ 819150 h 819150"/>
                <a:gd name="csX44" fmla="*/ 390525 w 8572500"/>
                <a:gd name="csY44" fmla="*/ 819150 h 819150"/>
                <a:gd name="csX45" fmla="*/ 0 w 8572500"/>
                <a:gd name="csY45" fmla="*/ 819150 h 8191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819150">
                  <a:moveTo>
                    <a:pt x="0" y="38100"/>
                  </a:moveTo>
                  <a:lnTo>
                    <a:pt x="390525" y="95250"/>
                  </a:lnTo>
                  <a:lnTo>
                    <a:pt x="781050" y="66675"/>
                  </a:lnTo>
                  <a:lnTo>
                    <a:pt x="1171575" y="19050"/>
                  </a:lnTo>
                  <a:lnTo>
                    <a:pt x="1562100" y="142875"/>
                  </a:lnTo>
                  <a:lnTo>
                    <a:pt x="1952625" y="161925"/>
                  </a:lnTo>
                  <a:lnTo>
                    <a:pt x="2333625" y="47625"/>
                  </a:lnTo>
                  <a:lnTo>
                    <a:pt x="2724150" y="123825"/>
                  </a:lnTo>
                  <a:lnTo>
                    <a:pt x="3114675" y="95250"/>
                  </a:lnTo>
                  <a:lnTo>
                    <a:pt x="3505200" y="190500"/>
                  </a:lnTo>
                  <a:lnTo>
                    <a:pt x="3895725" y="142875"/>
                  </a:lnTo>
                  <a:lnTo>
                    <a:pt x="4286250" y="28575"/>
                  </a:lnTo>
                  <a:lnTo>
                    <a:pt x="4676775" y="190500"/>
                  </a:lnTo>
                  <a:lnTo>
                    <a:pt x="5067300" y="142875"/>
                  </a:lnTo>
                  <a:lnTo>
                    <a:pt x="5457825" y="0"/>
                  </a:lnTo>
                  <a:lnTo>
                    <a:pt x="5848350" y="47625"/>
                  </a:lnTo>
                  <a:lnTo>
                    <a:pt x="6238875" y="142875"/>
                  </a:lnTo>
                  <a:lnTo>
                    <a:pt x="6619875" y="57150"/>
                  </a:lnTo>
                  <a:lnTo>
                    <a:pt x="7010400" y="114300"/>
                  </a:lnTo>
                  <a:lnTo>
                    <a:pt x="7400925" y="66675"/>
                  </a:lnTo>
                  <a:lnTo>
                    <a:pt x="7791450" y="171450"/>
                  </a:lnTo>
                  <a:lnTo>
                    <a:pt x="8181975" y="57150"/>
                  </a:lnTo>
                  <a:lnTo>
                    <a:pt x="8572500" y="28575"/>
                  </a:lnTo>
                  <a:lnTo>
                    <a:pt x="8572500" y="819150"/>
                  </a:lnTo>
                  <a:lnTo>
                    <a:pt x="8181975" y="819150"/>
                  </a:lnTo>
                  <a:lnTo>
                    <a:pt x="7791450" y="819150"/>
                  </a:lnTo>
                  <a:lnTo>
                    <a:pt x="7400925" y="819150"/>
                  </a:lnTo>
                  <a:lnTo>
                    <a:pt x="7010400" y="819150"/>
                  </a:lnTo>
                  <a:lnTo>
                    <a:pt x="6619875" y="819150"/>
                  </a:lnTo>
                  <a:lnTo>
                    <a:pt x="6238875" y="819150"/>
                  </a:lnTo>
                  <a:lnTo>
                    <a:pt x="5848350" y="819150"/>
                  </a:lnTo>
                  <a:lnTo>
                    <a:pt x="5457825" y="819150"/>
                  </a:lnTo>
                  <a:lnTo>
                    <a:pt x="5067300" y="819150"/>
                  </a:lnTo>
                  <a:lnTo>
                    <a:pt x="4676775" y="819150"/>
                  </a:lnTo>
                  <a:lnTo>
                    <a:pt x="4286250" y="819150"/>
                  </a:lnTo>
                  <a:lnTo>
                    <a:pt x="3895725" y="819150"/>
                  </a:lnTo>
                  <a:lnTo>
                    <a:pt x="3505200" y="819150"/>
                  </a:lnTo>
                  <a:lnTo>
                    <a:pt x="3114675" y="819150"/>
                  </a:lnTo>
                  <a:lnTo>
                    <a:pt x="2724150" y="819150"/>
                  </a:lnTo>
                  <a:lnTo>
                    <a:pt x="2333625" y="819150"/>
                  </a:lnTo>
                  <a:lnTo>
                    <a:pt x="1952625" y="819150"/>
                  </a:lnTo>
                  <a:lnTo>
                    <a:pt x="1562100" y="819150"/>
                  </a:lnTo>
                  <a:lnTo>
                    <a:pt x="1171575" y="819150"/>
                  </a:lnTo>
                  <a:lnTo>
                    <a:pt x="781050" y="819150"/>
                  </a:lnTo>
                  <a:lnTo>
                    <a:pt x="390525" y="819150"/>
                  </a:lnTo>
                  <a:lnTo>
                    <a:pt x="0" y="819150"/>
                  </a:lnTo>
                  <a:close/>
                </a:path>
              </a:pathLst>
            </a:custGeom>
            <a:solidFill>
              <a:schemeClr val="accent2">
                <a:lumMod val="40000"/>
                <a:lumOff val="60000"/>
              </a:schemeClr>
            </a:solidFill>
            <a:ln w="9525" cap="flat">
              <a:noFill/>
              <a:prstDash val="solid"/>
              <a:miter/>
            </a:ln>
          </p:spPr>
          <p:txBody>
            <a:bodyPr/>
            <a:lstStyle/>
            <a:p>
              <a:endParaRPr lang="en-US"/>
            </a:p>
          </p:txBody>
        </p:sp>
        <p:sp>
          <p:nvSpPr>
            <p:cNvPr id="36" name="Freeform: Shape 35">
              <a:extLst>
                <a:ext uri="{FF2B5EF4-FFF2-40B4-BE49-F238E27FC236}">
                  <a16:creationId xmlns:a16="http://schemas.microsoft.com/office/drawing/2014/main" id="{68D49B99-85C9-E776-D1BE-500017C5E08D}"/>
                </a:ext>
              </a:extLst>
            </p:cNvPr>
            <p:cNvSpPr/>
            <p:nvPr/>
          </p:nvSpPr>
          <p:spPr>
            <a:xfrm flipH="1">
              <a:off x="12192000" y="5834115"/>
              <a:ext cx="12192000" cy="1023885"/>
            </a:xfrm>
            <a:custGeom>
              <a:avLst/>
              <a:gdLst>
                <a:gd name="csX0" fmla="*/ 0 w 8572500"/>
                <a:gd name="csY0" fmla="*/ 76200 h 638175"/>
                <a:gd name="csX1" fmla="*/ 390525 w 8572500"/>
                <a:gd name="csY1" fmla="*/ 9525 h 638175"/>
                <a:gd name="csX2" fmla="*/ 781050 w 8572500"/>
                <a:gd name="csY2" fmla="*/ 123825 h 638175"/>
                <a:gd name="csX3" fmla="*/ 1171575 w 8572500"/>
                <a:gd name="csY3" fmla="*/ 142875 h 638175"/>
                <a:gd name="csX4" fmla="*/ 1562100 w 8572500"/>
                <a:gd name="csY4" fmla="*/ 76200 h 638175"/>
                <a:gd name="csX5" fmla="*/ 1952625 w 8572500"/>
                <a:gd name="csY5" fmla="*/ 76200 h 638175"/>
                <a:gd name="csX6" fmla="*/ 2333625 w 8572500"/>
                <a:gd name="csY6" fmla="*/ 171450 h 638175"/>
                <a:gd name="csX7" fmla="*/ 2724150 w 8572500"/>
                <a:gd name="csY7" fmla="*/ 76200 h 638175"/>
                <a:gd name="csX8" fmla="*/ 3114675 w 8572500"/>
                <a:gd name="csY8" fmla="*/ 123825 h 638175"/>
                <a:gd name="csX9" fmla="*/ 3505200 w 8572500"/>
                <a:gd name="csY9" fmla="*/ 142875 h 638175"/>
                <a:gd name="csX10" fmla="*/ 3895725 w 8572500"/>
                <a:gd name="csY10" fmla="*/ 19050 h 638175"/>
                <a:gd name="csX11" fmla="*/ 4286250 w 8572500"/>
                <a:gd name="csY11" fmla="*/ 123825 h 638175"/>
                <a:gd name="csX12" fmla="*/ 4676775 w 8572500"/>
                <a:gd name="csY12" fmla="*/ 142875 h 638175"/>
                <a:gd name="csX13" fmla="*/ 5067300 w 8572500"/>
                <a:gd name="csY13" fmla="*/ 152400 h 638175"/>
                <a:gd name="csX14" fmla="*/ 5457825 w 8572500"/>
                <a:gd name="csY14" fmla="*/ 133350 h 638175"/>
                <a:gd name="csX15" fmla="*/ 5848350 w 8572500"/>
                <a:gd name="csY15" fmla="*/ 0 h 638175"/>
                <a:gd name="csX16" fmla="*/ 6238875 w 8572500"/>
                <a:gd name="csY16" fmla="*/ 66675 h 638175"/>
                <a:gd name="csX17" fmla="*/ 6619875 w 8572500"/>
                <a:gd name="csY17" fmla="*/ 28575 h 638175"/>
                <a:gd name="csX18" fmla="*/ 7010400 w 8572500"/>
                <a:gd name="csY18" fmla="*/ 28575 h 638175"/>
                <a:gd name="csX19" fmla="*/ 7400925 w 8572500"/>
                <a:gd name="csY19" fmla="*/ 47625 h 638175"/>
                <a:gd name="csX20" fmla="*/ 7791450 w 8572500"/>
                <a:gd name="csY20" fmla="*/ 161925 h 638175"/>
                <a:gd name="csX21" fmla="*/ 8181975 w 8572500"/>
                <a:gd name="csY21" fmla="*/ 47625 h 638175"/>
                <a:gd name="csX22" fmla="*/ 8572500 w 8572500"/>
                <a:gd name="csY22" fmla="*/ 47625 h 638175"/>
                <a:gd name="csX23" fmla="*/ 8572500 w 8572500"/>
                <a:gd name="csY23" fmla="*/ 638175 h 638175"/>
                <a:gd name="csX24" fmla="*/ 8181975 w 8572500"/>
                <a:gd name="csY24" fmla="*/ 638175 h 638175"/>
                <a:gd name="csX25" fmla="*/ 7791450 w 8572500"/>
                <a:gd name="csY25" fmla="*/ 638175 h 638175"/>
                <a:gd name="csX26" fmla="*/ 7400925 w 8572500"/>
                <a:gd name="csY26" fmla="*/ 638175 h 638175"/>
                <a:gd name="csX27" fmla="*/ 7010400 w 8572500"/>
                <a:gd name="csY27" fmla="*/ 638175 h 638175"/>
                <a:gd name="csX28" fmla="*/ 6619875 w 8572500"/>
                <a:gd name="csY28" fmla="*/ 638175 h 638175"/>
                <a:gd name="csX29" fmla="*/ 6238875 w 8572500"/>
                <a:gd name="csY29" fmla="*/ 638175 h 638175"/>
                <a:gd name="csX30" fmla="*/ 5848350 w 8572500"/>
                <a:gd name="csY30" fmla="*/ 638175 h 638175"/>
                <a:gd name="csX31" fmla="*/ 5457825 w 8572500"/>
                <a:gd name="csY31" fmla="*/ 638175 h 638175"/>
                <a:gd name="csX32" fmla="*/ 5067300 w 8572500"/>
                <a:gd name="csY32" fmla="*/ 638175 h 638175"/>
                <a:gd name="csX33" fmla="*/ 4676775 w 8572500"/>
                <a:gd name="csY33" fmla="*/ 638175 h 638175"/>
                <a:gd name="csX34" fmla="*/ 4286250 w 8572500"/>
                <a:gd name="csY34" fmla="*/ 638175 h 638175"/>
                <a:gd name="csX35" fmla="*/ 3895725 w 8572500"/>
                <a:gd name="csY35" fmla="*/ 638175 h 638175"/>
                <a:gd name="csX36" fmla="*/ 3505200 w 8572500"/>
                <a:gd name="csY36" fmla="*/ 638175 h 638175"/>
                <a:gd name="csX37" fmla="*/ 3114675 w 8572500"/>
                <a:gd name="csY37" fmla="*/ 638175 h 638175"/>
                <a:gd name="csX38" fmla="*/ 2724150 w 8572500"/>
                <a:gd name="csY38" fmla="*/ 638175 h 638175"/>
                <a:gd name="csX39" fmla="*/ 2333625 w 8572500"/>
                <a:gd name="csY39" fmla="*/ 638175 h 638175"/>
                <a:gd name="csX40" fmla="*/ 1952625 w 8572500"/>
                <a:gd name="csY40" fmla="*/ 638175 h 638175"/>
                <a:gd name="csX41" fmla="*/ 1562100 w 8572500"/>
                <a:gd name="csY41" fmla="*/ 638175 h 638175"/>
                <a:gd name="csX42" fmla="*/ 1171575 w 8572500"/>
                <a:gd name="csY42" fmla="*/ 638175 h 638175"/>
                <a:gd name="csX43" fmla="*/ 781050 w 8572500"/>
                <a:gd name="csY43" fmla="*/ 638175 h 638175"/>
                <a:gd name="csX44" fmla="*/ 390525 w 8572500"/>
                <a:gd name="csY44" fmla="*/ 638175 h 638175"/>
                <a:gd name="csX45" fmla="*/ 0 w 8572500"/>
                <a:gd name="csY45" fmla="*/ 638175 h 6381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638175">
                  <a:moveTo>
                    <a:pt x="0" y="76200"/>
                  </a:moveTo>
                  <a:lnTo>
                    <a:pt x="390525" y="9525"/>
                  </a:lnTo>
                  <a:lnTo>
                    <a:pt x="781050" y="123825"/>
                  </a:lnTo>
                  <a:lnTo>
                    <a:pt x="1171575" y="142875"/>
                  </a:lnTo>
                  <a:lnTo>
                    <a:pt x="1562100" y="76200"/>
                  </a:lnTo>
                  <a:lnTo>
                    <a:pt x="1952625" y="76200"/>
                  </a:lnTo>
                  <a:lnTo>
                    <a:pt x="2333625" y="171450"/>
                  </a:lnTo>
                  <a:lnTo>
                    <a:pt x="2724150" y="76200"/>
                  </a:lnTo>
                  <a:lnTo>
                    <a:pt x="3114675" y="123825"/>
                  </a:lnTo>
                  <a:lnTo>
                    <a:pt x="3505200" y="142875"/>
                  </a:lnTo>
                  <a:lnTo>
                    <a:pt x="3895725" y="19050"/>
                  </a:lnTo>
                  <a:lnTo>
                    <a:pt x="4286250" y="123825"/>
                  </a:lnTo>
                  <a:lnTo>
                    <a:pt x="4676775" y="142875"/>
                  </a:lnTo>
                  <a:lnTo>
                    <a:pt x="5067300" y="152400"/>
                  </a:lnTo>
                  <a:lnTo>
                    <a:pt x="5457825" y="133350"/>
                  </a:lnTo>
                  <a:lnTo>
                    <a:pt x="5848350" y="0"/>
                  </a:lnTo>
                  <a:lnTo>
                    <a:pt x="6238875" y="66675"/>
                  </a:lnTo>
                  <a:lnTo>
                    <a:pt x="6619875" y="28575"/>
                  </a:lnTo>
                  <a:lnTo>
                    <a:pt x="7010400" y="28575"/>
                  </a:lnTo>
                  <a:lnTo>
                    <a:pt x="7400925" y="47625"/>
                  </a:lnTo>
                  <a:lnTo>
                    <a:pt x="7791450" y="161925"/>
                  </a:lnTo>
                  <a:lnTo>
                    <a:pt x="8181975" y="47625"/>
                  </a:lnTo>
                  <a:lnTo>
                    <a:pt x="8572500" y="47625"/>
                  </a:lnTo>
                  <a:lnTo>
                    <a:pt x="8572500" y="638175"/>
                  </a:lnTo>
                  <a:lnTo>
                    <a:pt x="8181975" y="638175"/>
                  </a:lnTo>
                  <a:lnTo>
                    <a:pt x="7791450" y="638175"/>
                  </a:lnTo>
                  <a:lnTo>
                    <a:pt x="7400925" y="638175"/>
                  </a:lnTo>
                  <a:lnTo>
                    <a:pt x="7010400" y="638175"/>
                  </a:lnTo>
                  <a:lnTo>
                    <a:pt x="6619875" y="638175"/>
                  </a:lnTo>
                  <a:lnTo>
                    <a:pt x="6238875" y="638175"/>
                  </a:lnTo>
                  <a:lnTo>
                    <a:pt x="5848350" y="638175"/>
                  </a:lnTo>
                  <a:lnTo>
                    <a:pt x="5457825" y="638175"/>
                  </a:lnTo>
                  <a:lnTo>
                    <a:pt x="5067300" y="638175"/>
                  </a:lnTo>
                  <a:lnTo>
                    <a:pt x="4676775" y="638175"/>
                  </a:lnTo>
                  <a:lnTo>
                    <a:pt x="4286250" y="638175"/>
                  </a:lnTo>
                  <a:lnTo>
                    <a:pt x="3895725" y="638175"/>
                  </a:lnTo>
                  <a:lnTo>
                    <a:pt x="3505200" y="638175"/>
                  </a:lnTo>
                  <a:lnTo>
                    <a:pt x="3114675" y="638175"/>
                  </a:lnTo>
                  <a:lnTo>
                    <a:pt x="2724150" y="638175"/>
                  </a:lnTo>
                  <a:lnTo>
                    <a:pt x="2333625" y="638175"/>
                  </a:lnTo>
                  <a:lnTo>
                    <a:pt x="1952625" y="638175"/>
                  </a:lnTo>
                  <a:lnTo>
                    <a:pt x="1562100" y="638175"/>
                  </a:lnTo>
                  <a:lnTo>
                    <a:pt x="1171575" y="638175"/>
                  </a:lnTo>
                  <a:lnTo>
                    <a:pt x="781050" y="638175"/>
                  </a:lnTo>
                  <a:lnTo>
                    <a:pt x="390525" y="638175"/>
                  </a:lnTo>
                  <a:lnTo>
                    <a:pt x="0" y="638175"/>
                  </a:lnTo>
                  <a:close/>
                </a:path>
              </a:pathLst>
            </a:custGeom>
            <a:solidFill>
              <a:schemeClr val="accent2">
                <a:lumMod val="60000"/>
                <a:lumOff val="40000"/>
              </a:schemeClr>
            </a:solidFill>
            <a:ln w="9525" cap="flat">
              <a:noFill/>
              <a:prstDash val="solid"/>
              <a:miter/>
            </a:ln>
          </p:spPr>
          <p:txBody>
            <a:bodyPr/>
            <a:lstStyle/>
            <a:p>
              <a:endParaRPr lang="en-US"/>
            </a:p>
          </p:txBody>
        </p:sp>
        <p:sp>
          <p:nvSpPr>
            <p:cNvPr id="37" name="Freeform: Shape 36">
              <a:extLst>
                <a:ext uri="{FF2B5EF4-FFF2-40B4-BE49-F238E27FC236}">
                  <a16:creationId xmlns:a16="http://schemas.microsoft.com/office/drawing/2014/main" id="{2203EEA2-2D3A-2D7A-B43A-351CEBBA2F2D}"/>
                </a:ext>
              </a:extLst>
            </p:cNvPr>
            <p:cNvSpPr/>
            <p:nvPr/>
          </p:nvSpPr>
          <p:spPr>
            <a:xfrm flipH="1">
              <a:off x="12192000" y="6109189"/>
              <a:ext cx="12192000" cy="748811"/>
            </a:xfrm>
            <a:custGeom>
              <a:avLst/>
              <a:gdLst>
                <a:gd name="csX0" fmla="*/ 0 w 8572500"/>
                <a:gd name="csY0" fmla="*/ 152400 h 466725"/>
                <a:gd name="csX1" fmla="*/ 390525 w 8572500"/>
                <a:gd name="csY1" fmla="*/ 104775 h 466725"/>
                <a:gd name="csX2" fmla="*/ 781050 w 8572500"/>
                <a:gd name="csY2" fmla="*/ 57150 h 466725"/>
                <a:gd name="csX3" fmla="*/ 1171575 w 8572500"/>
                <a:gd name="csY3" fmla="*/ 28575 h 466725"/>
                <a:gd name="csX4" fmla="*/ 1562100 w 8572500"/>
                <a:gd name="csY4" fmla="*/ 123825 h 466725"/>
                <a:gd name="csX5" fmla="*/ 1952625 w 8572500"/>
                <a:gd name="csY5" fmla="*/ 133350 h 466725"/>
                <a:gd name="csX6" fmla="*/ 2333625 w 8572500"/>
                <a:gd name="csY6" fmla="*/ 9525 h 466725"/>
                <a:gd name="csX7" fmla="*/ 2724150 w 8572500"/>
                <a:gd name="csY7" fmla="*/ 57150 h 466725"/>
                <a:gd name="csX8" fmla="*/ 3114675 w 8572500"/>
                <a:gd name="csY8" fmla="*/ 28575 h 466725"/>
                <a:gd name="csX9" fmla="*/ 3505200 w 8572500"/>
                <a:gd name="csY9" fmla="*/ 171450 h 466725"/>
                <a:gd name="csX10" fmla="*/ 3895725 w 8572500"/>
                <a:gd name="csY10" fmla="*/ 152400 h 466725"/>
                <a:gd name="csX11" fmla="*/ 4286250 w 8572500"/>
                <a:gd name="csY11" fmla="*/ 161925 h 466725"/>
                <a:gd name="csX12" fmla="*/ 4676775 w 8572500"/>
                <a:gd name="csY12" fmla="*/ 95250 h 466725"/>
                <a:gd name="csX13" fmla="*/ 5067300 w 8572500"/>
                <a:gd name="csY13" fmla="*/ 171450 h 466725"/>
                <a:gd name="csX14" fmla="*/ 5457825 w 8572500"/>
                <a:gd name="csY14" fmla="*/ 114300 h 466725"/>
                <a:gd name="csX15" fmla="*/ 5848350 w 8572500"/>
                <a:gd name="csY15" fmla="*/ 95250 h 466725"/>
                <a:gd name="csX16" fmla="*/ 6238875 w 8572500"/>
                <a:gd name="csY16" fmla="*/ 104775 h 466725"/>
                <a:gd name="csX17" fmla="*/ 6619875 w 8572500"/>
                <a:gd name="csY17" fmla="*/ 152400 h 466725"/>
                <a:gd name="csX18" fmla="*/ 7010400 w 8572500"/>
                <a:gd name="csY18" fmla="*/ 95250 h 466725"/>
                <a:gd name="csX19" fmla="*/ 7400925 w 8572500"/>
                <a:gd name="csY19" fmla="*/ 28575 h 466725"/>
                <a:gd name="csX20" fmla="*/ 7791450 w 8572500"/>
                <a:gd name="csY20" fmla="*/ 123825 h 466725"/>
                <a:gd name="csX21" fmla="*/ 8181975 w 8572500"/>
                <a:gd name="csY21" fmla="*/ 0 h 466725"/>
                <a:gd name="csX22" fmla="*/ 8572500 w 8572500"/>
                <a:gd name="csY22" fmla="*/ 85725 h 466725"/>
                <a:gd name="csX23" fmla="*/ 8572500 w 8572500"/>
                <a:gd name="csY23" fmla="*/ 466725 h 466725"/>
                <a:gd name="csX24" fmla="*/ 8181975 w 8572500"/>
                <a:gd name="csY24" fmla="*/ 466725 h 466725"/>
                <a:gd name="csX25" fmla="*/ 7791450 w 8572500"/>
                <a:gd name="csY25" fmla="*/ 466725 h 466725"/>
                <a:gd name="csX26" fmla="*/ 7400925 w 8572500"/>
                <a:gd name="csY26" fmla="*/ 466725 h 466725"/>
                <a:gd name="csX27" fmla="*/ 7010400 w 8572500"/>
                <a:gd name="csY27" fmla="*/ 466725 h 466725"/>
                <a:gd name="csX28" fmla="*/ 6619875 w 8572500"/>
                <a:gd name="csY28" fmla="*/ 466725 h 466725"/>
                <a:gd name="csX29" fmla="*/ 6238875 w 8572500"/>
                <a:gd name="csY29" fmla="*/ 466725 h 466725"/>
                <a:gd name="csX30" fmla="*/ 5848350 w 8572500"/>
                <a:gd name="csY30" fmla="*/ 466725 h 466725"/>
                <a:gd name="csX31" fmla="*/ 5457825 w 8572500"/>
                <a:gd name="csY31" fmla="*/ 466725 h 466725"/>
                <a:gd name="csX32" fmla="*/ 5067300 w 8572500"/>
                <a:gd name="csY32" fmla="*/ 466725 h 466725"/>
                <a:gd name="csX33" fmla="*/ 4676775 w 8572500"/>
                <a:gd name="csY33" fmla="*/ 466725 h 466725"/>
                <a:gd name="csX34" fmla="*/ 4286250 w 8572500"/>
                <a:gd name="csY34" fmla="*/ 466725 h 466725"/>
                <a:gd name="csX35" fmla="*/ 3895725 w 8572500"/>
                <a:gd name="csY35" fmla="*/ 466725 h 466725"/>
                <a:gd name="csX36" fmla="*/ 3505200 w 8572500"/>
                <a:gd name="csY36" fmla="*/ 466725 h 466725"/>
                <a:gd name="csX37" fmla="*/ 3114675 w 8572500"/>
                <a:gd name="csY37" fmla="*/ 466725 h 466725"/>
                <a:gd name="csX38" fmla="*/ 2724150 w 8572500"/>
                <a:gd name="csY38" fmla="*/ 466725 h 466725"/>
                <a:gd name="csX39" fmla="*/ 2333625 w 8572500"/>
                <a:gd name="csY39" fmla="*/ 466725 h 466725"/>
                <a:gd name="csX40" fmla="*/ 1952625 w 8572500"/>
                <a:gd name="csY40" fmla="*/ 466725 h 466725"/>
                <a:gd name="csX41" fmla="*/ 1562100 w 8572500"/>
                <a:gd name="csY41" fmla="*/ 466725 h 466725"/>
                <a:gd name="csX42" fmla="*/ 1171575 w 8572500"/>
                <a:gd name="csY42" fmla="*/ 466725 h 466725"/>
                <a:gd name="csX43" fmla="*/ 781050 w 8572500"/>
                <a:gd name="csY43" fmla="*/ 466725 h 466725"/>
                <a:gd name="csX44" fmla="*/ 390525 w 8572500"/>
                <a:gd name="csY44" fmla="*/ 466725 h 466725"/>
                <a:gd name="csX45" fmla="*/ 0 w 8572500"/>
                <a:gd name="csY45" fmla="*/ 466725 h 4667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466725">
                  <a:moveTo>
                    <a:pt x="0" y="152400"/>
                  </a:moveTo>
                  <a:lnTo>
                    <a:pt x="390525" y="104775"/>
                  </a:lnTo>
                  <a:lnTo>
                    <a:pt x="781050" y="57150"/>
                  </a:lnTo>
                  <a:lnTo>
                    <a:pt x="1171575" y="28575"/>
                  </a:lnTo>
                  <a:lnTo>
                    <a:pt x="1562100" y="123825"/>
                  </a:lnTo>
                  <a:lnTo>
                    <a:pt x="1952625" y="133350"/>
                  </a:lnTo>
                  <a:lnTo>
                    <a:pt x="2333625" y="9525"/>
                  </a:lnTo>
                  <a:lnTo>
                    <a:pt x="2724150" y="57150"/>
                  </a:lnTo>
                  <a:lnTo>
                    <a:pt x="3114675" y="28575"/>
                  </a:lnTo>
                  <a:lnTo>
                    <a:pt x="3505200" y="171450"/>
                  </a:lnTo>
                  <a:lnTo>
                    <a:pt x="3895725" y="152400"/>
                  </a:lnTo>
                  <a:lnTo>
                    <a:pt x="4286250" y="161925"/>
                  </a:lnTo>
                  <a:lnTo>
                    <a:pt x="4676775" y="95250"/>
                  </a:lnTo>
                  <a:lnTo>
                    <a:pt x="5067300" y="171450"/>
                  </a:lnTo>
                  <a:lnTo>
                    <a:pt x="5457825" y="114300"/>
                  </a:lnTo>
                  <a:lnTo>
                    <a:pt x="5848350" y="95250"/>
                  </a:lnTo>
                  <a:lnTo>
                    <a:pt x="6238875" y="104775"/>
                  </a:lnTo>
                  <a:lnTo>
                    <a:pt x="6619875" y="152400"/>
                  </a:lnTo>
                  <a:lnTo>
                    <a:pt x="7010400" y="95250"/>
                  </a:lnTo>
                  <a:lnTo>
                    <a:pt x="7400925" y="28575"/>
                  </a:lnTo>
                  <a:lnTo>
                    <a:pt x="7791450" y="123825"/>
                  </a:lnTo>
                  <a:lnTo>
                    <a:pt x="8181975" y="0"/>
                  </a:lnTo>
                  <a:lnTo>
                    <a:pt x="8572500" y="85725"/>
                  </a:lnTo>
                  <a:lnTo>
                    <a:pt x="8572500" y="466725"/>
                  </a:lnTo>
                  <a:lnTo>
                    <a:pt x="8181975" y="466725"/>
                  </a:lnTo>
                  <a:lnTo>
                    <a:pt x="7791450" y="466725"/>
                  </a:lnTo>
                  <a:lnTo>
                    <a:pt x="7400925" y="466725"/>
                  </a:lnTo>
                  <a:lnTo>
                    <a:pt x="7010400" y="466725"/>
                  </a:lnTo>
                  <a:lnTo>
                    <a:pt x="6619875" y="466725"/>
                  </a:lnTo>
                  <a:lnTo>
                    <a:pt x="6238875" y="466725"/>
                  </a:lnTo>
                  <a:lnTo>
                    <a:pt x="5848350" y="466725"/>
                  </a:lnTo>
                  <a:lnTo>
                    <a:pt x="5457825" y="466725"/>
                  </a:lnTo>
                  <a:lnTo>
                    <a:pt x="5067300" y="466725"/>
                  </a:lnTo>
                  <a:lnTo>
                    <a:pt x="4676775" y="466725"/>
                  </a:lnTo>
                  <a:lnTo>
                    <a:pt x="4286250" y="466725"/>
                  </a:lnTo>
                  <a:lnTo>
                    <a:pt x="3895725" y="466725"/>
                  </a:lnTo>
                  <a:lnTo>
                    <a:pt x="3505200" y="466725"/>
                  </a:lnTo>
                  <a:lnTo>
                    <a:pt x="3114675" y="466725"/>
                  </a:lnTo>
                  <a:lnTo>
                    <a:pt x="2724150" y="466725"/>
                  </a:lnTo>
                  <a:lnTo>
                    <a:pt x="2333625" y="466725"/>
                  </a:lnTo>
                  <a:lnTo>
                    <a:pt x="1952625" y="466725"/>
                  </a:lnTo>
                  <a:lnTo>
                    <a:pt x="1562100" y="466725"/>
                  </a:lnTo>
                  <a:lnTo>
                    <a:pt x="1171575" y="466725"/>
                  </a:lnTo>
                  <a:lnTo>
                    <a:pt x="781050" y="466725"/>
                  </a:lnTo>
                  <a:lnTo>
                    <a:pt x="390525" y="466725"/>
                  </a:lnTo>
                  <a:lnTo>
                    <a:pt x="0" y="466725"/>
                  </a:lnTo>
                  <a:close/>
                </a:path>
              </a:pathLst>
            </a:custGeom>
            <a:solidFill>
              <a:schemeClr val="accent2"/>
            </a:solidFill>
            <a:ln w="9525" cap="flat">
              <a:noFill/>
              <a:prstDash val="solid"/>
              <a:miter/>
            </a:ln>
          </p:spPr>
          <p:txBody>
            <a:bodyPr/>
            <a:lstStyle/>
            <a:p>
              <a:endParaRPr lang="en-US"/>
            </a:p>
          </p:txBody>
        </p:sp>
        <p:sp>
          <p:nvSpPr>
            <p:cNvPr id="38" name="Freeform: Shape 37">
              <a:extLst>
                <a:ext uri="{FF2B5EF4-FFF2-40B4-BE49-F238E27FC236}">
                  <a16:creationId xmlns:a16="http://schemas.microsoft.com/office/drawing/2014/main" id="{A7A31C7C-102C-19FC-FFE5-59E7EB296CC8}"/>
                </a:ext>
              </a:extLst>
            </p:cNvPr>
            <p:cNvSpPr/>
            <p:nvPr/>
          </p:nvSpPr>
          <p:spPr>
            <a:xfrm flipH="1">
              <a:off x="12192000" y="6399544"/>
              <a:ext cx="12192000" cy="458456"/>
            </a:xfrm>
            <a:custGeom>
              <a:avLst/>
              <a:gdLst>
                <a:gd name="csX0" fmla="*/ 0 w 8572500"/>
                <a:gd name="csY0" fmla="*/ 142875 h 285750"/>
                <a:gd name="csX1" fmla="*/ 390525 w 8572500"/>
                <a:gd name="csY1" fmla="*/ 38100 h 285750"/>
                <a:gd name="csX2" fmla="*/ 781050 w 8572500"/>
                <a:gd name="csY2" fmla="*/ 123825 h 285750"/>
                <a:gd name="csX3" fmla="*/ 1171575 w 8572500"/>
                <a:gd name="csY3" fmla="*/ 114300 h 285750"/>
                <a:gd name="csX4" fmla="*/ 1562100 w 8572500"/>
                <a:gd name="csY4" fmla="*/ 66675 h 285750"/>
                <a:gd name="csX5" fmla="*/ 1952625 w 8572500"/>
                <a:gd name="csY5" fmla="*/ 57150 h 285750"/>
                <a:gd name="csX6" fmla="*/ 2333625 w 8572500"/>
                <a:gd name="csY6" fmla="*/ 57150 h 285750"/>
                <a:gd name="csX7" fmla="*/ 2724150 w 8572500"/>
                <a:gd name="csY7" fmla="*/ 152400 h 285750"/>
                <a:gd name="csX8" fmla="*/ 3114675 w 8572500"/>
                <a:gd name="csY8" fmla="*/ 19050 h 285750"/>
                <a:gd name="csX9" fmla="*/ 3505200 w 8572500"/>
                <a:gd name="csY9" fmla="*/ 66675 h 285750"/>
                <a:gd name="csX10" fmla="*/ 3895725 w 8572500"/>
                <a:gd name="csY10" fmla="*/ 114300 h 285750"/>
                <a:gd name="csX11" fmla="*/ 4286250 w 8572500"/>
                <a:gd name="csY11" fmla="*/ 133350 h 285750"/>
                <a:gd name="csX12" fmla="*/ 4676775 w 8572500"/>
                <a:gd name="csY12" fmla="*/ 28575 h 285750"/>
                <a:gd name="csX13" fmla="*/ 5067300 w 8572500"/>
                <a:gd name="csY13" fmla="*/ 133350 h 285750"/>
                <a:gd name="csX14" fmla="*/ 5457825 w 8572500"/>
                <a:gd name="csY14" fmla="*/ 85725 h 285750"/>
                <a:gd name="csX15" fmla="*/ 5848350 w 8572500"/>
                <a:gd name="csY15" fmla="*/ 38100 h 285750"/>
                <a:gd name="csX16" fmla="*/ 6238875 w 8572500"/>
                <a:gd name="csY16" fmla="*/ 142875 h 285750"/>
                <a:gd name="csX17" fmla="*/ 6619875 w 8572500"/>
                <a:gd name="csY17" fmla="*/ 0 h 285750"/>
                <a:gd name="csX18" fmla="*/ 7010400 w 8572500"/>
                <a:gd name="csY18" fmla="*/ 57150 h 285750"/>
                <a:gd name="csX19" fmla="*/ 7400925 w 8572500"/>
                <a:gd name="csY19" fmla="*/ 85725 h 285750"/>
                <a:gd name="csX20" fmla="*/ 7791450 w 8572500"/>
                <a:gd name="csY20" fmla="*/ 76200 h 285750"/>
                <a:gd name="csX21" fmla="*/ 8181975 w 8572500"/>
                <a:gd name="csY21" fmla="*/ 95250 h 285750"/>
                <a:gd name="csX22" fmla="*/ 8572500 w 8572500"/>
                <a:gd name="csY22" fmla="*/ 142875 h 285750"/>
                <a:gd name="csX23" fmla="*/ 8572500 w 8572500"/>
                <a:gd name="csY23" fmla="*/ 285750 h 285750"/>
                <a:gd name="csX24" fmla="*/ 8181975 w 8572500"/>
                <a:gd name="csY24" fmla="*/ 285750 h 285750"/>
                <a:gd name="csX25" fmla="*/ 7791450 w 8572500"/>
                <a:gd name="csY25" fmla="*/ 285750 h 285750"/>
                <a:gd name="csX26" fmla="*/ 7400925 w 8572500"/>
                <a:gd name="csY26" fmla="*/ 285750 h 285750"/>
                <a:gd name="csX27" fmla="*/ 7010400 w 8572500"/>
                <a:gd name="csY27" fmla="*/ 285750 h 285750"/>
                <a:gd name="csX28" fmla="*/ 6619875 w 8572500"/>
                <a:gd name="csY28" fmla="*/ 285750 h 285750"/>
                <a:gd name="csX29" fmla="*/ 6238875 w 8572500"/>
                <a:gd name="csY29" fmla="*/ 285750 h 285750"/>
                <a:gd name="csX30" fmla="*/ 5848350 w 8572500"/>
                <a:gd name="csY30" fmla="*/ 285750 h 285750"/>
                <a:gd name="csX31" fmla="*/ 5457825 w 8572500"/>
                <a:gd name="csY31" fmla="*/ 285750 h 285750"/>
                <a:gd name="csX32" fmla="*/ 5067300 w 8572500"/>
                <a:gd name="csY32" fmla="*/ 285750 h 285750"/>
                <a:gd name="csX33" fmla="*/ 4676775 w 8572500"/>
                <a:gd name="csY33" fmla="*/ 285750 h 285750"/>
                <a:gd name="csX34" fmla="*/ 4286250 w 8572500"/>
                <a:gd name="csY34" fmla="*/ 285750 h 285750"/>
                <a:gd name="csX35" fmla="*/ 3895725 w 8572500"/>
                <a:gd name="csY35" fmla="*/ 285750 h 285750"/>
                <a:gd name="csX36" fmla="*/ 3505200 w 8572500"/>
                <a:gd name="csY36" fmla="*/ 285750 h 285750"/>
                <a:gd name="csX37" fmla="*/ 3114675 w 8572500"/>
                <a:gd name="csY37" fmla="*/ 285750 h 285750"/>
                <a:gd name="csX38" fmla="*/ 2724150 w 8572500"/>
                <a:gd name="csY38" fmla="*/ 285750 h 285750"/>
                <a:gd name="csX39" fmla="*/ 2333625 w 8572500"/>
                <a:gd name="csY39" fmla="*/ 285750 h 285750"/>
                <a:gd name="csX40" fmla="*/ 1952625 w 8572500"/>
                <a:gd name="csY40" fmla="*/ 285750 h 285750"/>
                <a:gd name="csX41" fmla="*/ 1562100 w 8572500"/>
                <a:gd name="csY41" fmla="*/ 285750 h 285750"/>
                <a:gd name="csX42" fmla="*/ 1171575 w 8572500"/>
                <a:gd name="csY42" fmla="*/ 285750 h 285750"/>
                <a:gd name="csX43" fmla="*/ 781050 w 8572500"/>
                <a:gd name="csY43" fmla="*/ 285750 h 285750"/>
                <a:gd name="csX44" fmla="*/ 390525 w 8572500"/>
                <a:gd name="csY44" fmla="*/ 285750 h 285750"/>
                <a:gd name="csX45" fmla="*/ 0 w 8572500"/>
                <a:gd name="csY45" fmla="*/ 285750 h 285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285750">
                  <a:moveTo>
                    <a:pt x="0" y="142875"/>
                  </a:moveTo>
                  <a:lnTo>
                    <a:pt x="390525" y="38100"/>
                  </a:lnTo>
                  <a:lnTo>
                    <a:pt x="781050" y="123825"/>
                  </a:lnTo>
                  <a:lnTo>
                    <a:pt x="1171575" y="114300"/>
                  </a:lnTo>
                  <a:lnTo>
                    <a:pt x="1562100" y="66675"/>
                  </a:lnTo>
                  <a:lnTo>
                    <a:pt x="1952625" y="57150"/>
                  </a:lnTo>
                  <a:lnTo>
                    <a:pt x="2333625" y="57150"/>
                  </a:lnTo>
                  <a:lnTo>
                    <a:pt x="2724150" y="152400"/>
                  </a:lnTo>
                  <a:lnTo>
                    <a:pt x="3114675" y="19050"/>
                  </a:lnTo>
                  <a:lnTo>
                    <a:pt x="3505200" y="66675"/>
                  </a:lnTo>
                  <a:lnTo>
                    <a:pt x="3895725" y="114300"/>
                  </a:lnTo>
                  <a:lnTo>
                    <a:pt x="4286250" y="133350"/>
                  </a:lnTo>
                  <a:lnTo>
                    <a:pt x="4676775" y="28575"/>
                  </a:lnTo>
                  <a:lnTo>
                    <a:pt x="5067300" y="133350"/>
                  </a:lnTo>
                  <a:lnTo>
                    <a:pt x="5457825" y="85725"/>
                  </a:lnTo>
                  <a:lnTo>
                    <a:pt x="5848350" y="38100"/>
                  </a:lnTo>
                  <a:lnTo>
                    <a:pt x="6238875" y="142875"/>
                  </a:lnTo>
                  <a:lnTo>
                    <a:pt x="6619875" y="0"/>
                  </a:lnTo>
                  <a:lnTo>
                    <a:pt x="7010400" y="57150"/>
                  </a:lnTo>
                  <a:lnTo>
                    <a:pt x="7400925" y="85725"/>
                  </a:lnTo>
                  <a:lnTo>
                    <a:pt x="7791450" y="76200"/>
                  </a:lnTo>
                  <a:lnTo>
                    <a:pt x="8181975" y="95250"/>
                  </a:lnTo>
                  <a:lnTo>
                    <a:pt x="8572500" y="142875"/>
                  </a:lnTo>
                  <a:lnTo>
                    <a:pt x="8572500" y="285750"/>
                  </a:lnTo>
                  <a:lnTo>
                    <a:pt x="8181975" y="285750"/>
                  </a:lnTo>
                  <a:lnTo>
                    <a:pt x="7791450" y="285750"/>
                  </a:lnTo>
                  <a:lnTo>
                    <a:pt x="7400925" y="285750"/>
                  </a:lnTo>
                  <a:lnTo>
                    <a:pt x="7010400" y="285750"/>
                  </a:lnTo>
                  <a:lnTo>
                    <a:pt x="6619875" y="285750"/>
                  </a:lnTo>
                  <a:lnTo>
                    <a:pt x="6238875" y="285750"/>
                  </a:lnTo>
                  <a:lnTo>
                    <a:pt x="5848350" y="285750"/>
                  </a:lnTo>
                  <a:lnTo>
                    <a:pt x="5457825" y="285750"/>
                  </a:lnTo>
                  <a:lnTo>
                    <a:pt x="5067300" y="285750"/>
                  </a:lnTo>
                  <a:lnTo>
                    <a:pt x="4676775" y="285750"/>
                  </a:lnTo>
                  <a:lnTo>
                    <a:pt x="4286250" y="285750"/>
                  </a:lnTo>
                  <a:lnTo>
                    <a:pt x="3895725" y="285750"/>
                  </a:lnTo>
                  <a:lnTo>
                    <a:pt x="3505200" y="285750"/>
                  </a:lnTo>
                  <a:lnTo>
                    <a:pt x="3114675" y="285750"/>
                  </a:lnTo>
                  <a:lnTo>
                    <a:pt x="2724150" y="285750"/>
                  </a:lnTo>
                  <a:lnTo>
                    <a:pt x="2333625" y="285750"/>
                  </a:lnTo>
                  <a:lnTo>
                    <a:pt x="1952625" y="285750"/>
                  </a:lnTo>
                  <a:lnTo>
                    <a:pt x="1562100" y="285750"/>
                  </a:lnTo>
                  <a:lnTo>
                    <a:pt x="1171575" y="285750"/>
                  </a:lnTo>
                  <a:lnTo>
                    <a:pt x="781050" y="285750"/>
                  </a:lnTo>
                  <a:lnTo>
                    <a:pt x="390525" y="285750"/>
                  </a:lnTo>
                  <a:lnTo>
                    <a:pt x="0" y="285750"/>
                  </a:lnTo>
                  <a:close/>
                </a:path>
              </a:pathLst>
            </a:custGeom>
            <a:solidFill>
              <a:schemeClr val="accent2">
                <a:lumMod val="50000"/>
              </a:schemeClr>
            </a:solidFill>
            <a:ln w="9525" cap="flat">
              <a:noFill/>
              <a:prstDash val="solid"/>
              <a:miter/>
            </a:ln>
          </p:spPr>
          <p:txBody>
            <a:bodyPr/>
            <a:lstStyle/>
            <a:p>
              <a:endParaRPr lang="en-US"/>
            </a:p>
          </p:txBody>
        </p:sp>
      </p:grpSp>
    </p:spTree>
    <p:extLst>
      <p:ext uri="{BB962C8B-B14F-4D97-AF65-F5344CB8AC3E}">
        <p14:creationId xmlns:p14="http://schemas.microsoft.com/office/powerpoint/2010/main" val="412787231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28"/>
                                        </p:tgtEl>
                                        <p:attrNameLst>
                                          <p:attrName>style.visibility</p:attrName>
                                        </p:attrNameLst>
                                      </p:cBhvr>
                                      <p:to>
                                        <p:strVal val="visible"/>
                                      </p:to>
                                    </p:set>
                                    <p:animEffect transition="in" filter="wipe(left)">
                                      <p:cBhvr>
                                        <p:cTn id="7" dur="400"/>
                                        <p:tgtEl>
                                          <p:spTgt spid="228"/>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400"/>
                                        <p:tgtEl>
                                          <p:spTgt spid="3">
                                            <p:txEl>
                                              <p:pRg st="0" end="0"/>
                                            </p:txEl>
                                          </p:spTgt>
                                        </p:tgtEl>
                                      </p:cBhvr>
                                    </p:animEffect>
                                    <p:anim calcmode="lin" valueType="num">
                                      <p:cBhvr>
                                        <p:cTn id="13" dur="4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400" fill="hold"/>
                                        <p:tgtEl>
                                          <p:spTgt spid="3">
                                            <p:txEl>
                                              <p:pRg st="0" end="0"/>
                                            </p:txEl>
                                          </p:spTgt>
                                        </p:tgtEl>
                                        <p:attrNameLst>
                                          <p:attrName>ppt_y</p:attrName>
                                        </p:attrNameLst>
                                      </p:cBhvr>
                                      <p:tavLst>
                                        <p:tav tm="0">
                                          <p:val>
                                            <p:strVal val="#ppt_y+.1"/>
                                          </p:val>
                                        </p:tav>
                                        <p:tav tm="100000">
                                          <p:val>
                                            <p:strVal val="#ppt_y"/>
                                          </p:val>
                                        </p:tav>
                                      </p:tavLst>
                                    </p:anim>
                                  </p:childTnLst>
                                  <p:subTnLst>
                                    <p:animClr clrSpc="rgb" dir="cw">
                                      <p:cBhvr override="childStyle">
                                        <p:cTn dur="1" fill="hold" display="0" masterRel="nextClick" afterEffect="1"/>
                                        <p:tgtEl>
                                          <p:spTgt spid="3">
                                            <p:txEl>
                                              <p:pRg st="0" end="0"/>
                                            </p:txEl>
                                          </p:spTgt>
                                        </p:tgtEl>
                                        <p:attrNameLst>
                                          <p:attrName>ppt_c</p:attrName>
                                        </p:attrNameLst>
                                      </p:cBhvr>
                                      <p:to>
                                        <a:schemeClr val="tx1"/>
                                      </p:to>
                                    </p:animClr>
                                  </p:sub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400"/>
                                        <p:tgtEl>
                                          <p:spTgt spid="3">
                                            <p:txEl>
                                              <p:pRg st="1" end="1"/>
                                            </p:txEl>
                                          </p:spTgt>
                                        </p:tgtEl>
                                      </p:cBhvr>
                                    </p:animEffect>
                                    <p:anim calcmode="lin" valueType="num">
                                      <p:cBhvr>
                                        <p:cTn id="20" dur="4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1" dur="400" fill="hold"/>
                                        <p:tgtEl>
                                          <p:spTgt spid="3">
                                            <p:txEl>
                                              <p:pRg st="1" end="1"/>
                                            </p:txEl>
                                          </p:spTgt>
                                        </p:tgtEl>
                                        <p:attrNameLst>
                                          <p:attrName>ppt_y</p:attrName>
                                        </p:attrNameLst>
                                      </p:cBhvr>
                                      <p:tavLst>
                                        <p:tav tm="0">
                                          <p:val>
                                            <p:strVal val="#ppt_y+.1"/>
                                          </p:val>
                                        </p:tav>
                                        <p:tav tm="100000">
                                          <p:val>
                                            <p:strVal val="#ppt_y"/>
                                          </p:val>
                                        </p:tav>
                                      </p:tavLst>
                                    </p:anim>
                                  </p:childTnLst>
                                  <p:subTnLst>
                                    <p:animClr clrSpc="rgb" dir="cw">
                                      <p:cBhvr override="childStyle">
                                        <p:cTn dur="1" fill="hold" display="0" masterRel="nextClick" afterEffect="1"/>
                                        <p:tgtEl>
                                          <p:spTgt spid="3">
                                            <p:txEl>
                                              <p:pRg st="1" end="1"/>
                                            </p:txEl>
                                          </p:spTgt>
                                        </p:tgtEl>
                                        <p:attrNameLst>
                                          <p:attrName>ppt_c</p:attrName>
                                        </p:attrNameLst>
                                      </p:cBhvr>
                                      <p:to>
                                        <a:schemeClr val="tx1"/>
                                      </p:to>
                                    </p:animClr>
                                  </p:subTnLst>
                                </p:cTn>
                              </p:par>
                            </p:childTnLst>
                          </p:cTn>
                        </p:par>
                      </p:childTnLst>
                    </p:cTn>
                  </p:par>
                  <p:par>
                    <p:cTn id="22" fill="hold">
                      <p:stCondLst>
                        <p:cond delay="indefinite"/>
                      </p:stCondLst>
                      <p:childTnLst>
                        <p:par>
                          <p:cTn id="23" fill="hold">
                            <p:stCondLst>
                              <p:cond delay="0"/>
                            </p:stCondLst>
                            <p:childTnLst>
                              <p:par>
                                <p:cTn id="24" presetID="22" presetClass="exit" presetSubtype="2" fill="hold" nodeType="clickEffect">
                                  <p:stCondLst>
                                    <p:cond delay="0"/>
                                  </p:stCondLst>
                                  <p:childTnLst>
                                    <p:animEffect transition="out" filter="wipe(right)">
                                      <p:cBhvr>
                                        <p:cTn id="25" dur="500"/>
                                        <p:tgtEl>
                                          <p:spTgt spid="228"/>
                                        </p:tgtEl>
                                      </p:cBhvr>
                                    </p:animEffect>
                                    <p:set>
                                      <p:cBhvr>
                                        <p:cTn id="26" dur="1" fill="hold">
                                          <p:stCondLst>
                                            <p:cond delay="499"/>
                                          </p:stCondLst>
                                        </p:cTn>
                                        <p:tgtEl>
                                          <p:spTgt spid="228"/>
                                        </p:tgtEl>
                                        <p:attrNameLst>
                                          <p:attrName>style.visibility</p:attrName>
                                        </p:attrNameLst>
                                      </p:cBhvr>
                                      <p:to>
                                        <p:strVal val="hidden"/>
                                      </p:to>
                                    </p:set>
                                  </p:childTnLst>
                                </p:cTn>
                              </p:par>
                              <p:par>
                                <p:cTn id="27" presetID="2" presetClass="exit" presetSubtype="8" accel="100000" fill="hold" grpId="1" nodeType="withEffect">
                                  <p:stCondLst>
                                    <p:cond delay="0"/>
                                  </p:stCondLst>
                                  <p:childTnLst>
                                    <p:anim calcmode="lin" valueType="num">
                                      <p:cBhvr additive="base">
                                        <p:cTn id="28" dur="500"/>
                                        <p:tgtEl>
                                          <p:spTgt spid="3">
                                            <p:txEl>
                                              <p:pRg st="0" end="0"/>
                                            </p:txEl>
                                          </p:spTgt>
                                        </p:tgtEl>
                                        <p:attrNameLst>
                                          <p:attrName>ppt_x</p:attrName>
                                        </p:attrNameLst>
                                      </p:cBhvr>
                                      <p:tavLst>
                                        <p:tav tm="0">
                                          <p:val>
                                            <p:strVal val="ppt_x"/>
                                          </p:val>
                                        </p:tav>
                                        <p:tav tm="100000">
                                          <p:val>
                                            <p:strVal val="0-ppt_w/2"/>
                                          </p:val>
                                        </p:tav>
                                      </p:tavLst>
                                    </p:anim>
                                    <p:anim calcmode="lin" valueType="num">
                                      <p:cBhvr additive="base">
                                        <p:cTn id="29" dur="500"/>
                                        <p:tgtEl>
                                          <p:spTgt spid="3">
                                            <p:txEl>
                                              <p:pRg st="0" end="0"/>
                                            </p:txEl>
                                          </p:spTgt>
                                        </p:tgtEl>
                                        <p:attrNameLst>
                                          <p:attrName>ppt_y</p:attrName>
                                        </p:attrNameLst>
                                      </p:cBhvr>
                                      <p:tavLst>
                                        <p:tav tm="0">
                                          <p:val>
                                            <p:strVal val="ppt_y"/>
                                          </p:val>
                                        </p:tav>
                                        <p:tav tm="100000">
                                          <p:val>
                                            <p:strVal val="ppt_y"/>
                                          </p:val>
                                        </p:tav>
                                      </p:tavLst>
                                    </p:anim>
                                    <p:set>
                                      <p:cBhvr>
                                        <p:cTn id="30" dur="1" fill="hold">
                                          <p:stCondLst>
                                            <p:cond delay="499"/>
                                          </p:stCondLst>
                                        </p:cTn>
                                        <p:tgtEl>
                                          <p:spTgt spid="3">
                                            <p:txEl>
                                              <p:pRg st="0" end="0"/>
                                            </p:txEl>
                                          </p:spTgt>
                                        </p:tgtEl>
                                        <p:attrNameLst>
                                          <p:attrName>style.visibility</p:attrName>
                                        </p:attrNameLst>
                                      </p:cBhvr>
                                      <p:to>
                                        <p:strVal val="hidden"/>
                                      </p:to>
                                    </p:set>
                                  </p:childTnLst>
                                </p:cTn>
                              </p:par>
                              <p:par>
                                <p:cTn id="31" presetID="2" presetClass="exit" presetSubtype="8" accel="100000" fill="hold" grpId="1" nodeType="withEffect">
                                  <p:stCondLst>
                                    <p:cond delay="0"/>
                                  </p:stCondLst>
                                  <p:childTnLst>
                                    <p:anim calcmode="lin" valueType="num">
                                      <p:cBhvr additive="base">
                                        <p:cTn id="32" dur="500"/>
                                        <p:tgtEl>
                                          <p:spTgt spid="3">
                                            <p:txEl>
                                              <p:pRg st="1" end="1"/>
                                            </p:txEl>
                                          </p:spTgt>
                                        </p:tgtEl>
                                        <p:attrNameLst>
                                          <p:attrName>ppt_x</p:attrName>
                                        </p:attrNameLst>
                                      </p:cBhvr>
                                      <p:tavLst>
                                        <p:tav tm="0">
                                          <p:val>
                                            <p:strVal val="ppt_x"/>
                                          </p:val>
                                        </p:tav>
                                        <p:tav tm="100000">
                                          <p:val>
                                            <p:strVal val="0-ppt_w/2"/>
                                          </p:val>
                                        </p:tav>
                                      </p:tavLst>
                                    </p:anim>
                                    <p:anim calcmode="lin" valueType="num">
                                      <p:cBhvr additive="base">
                                        <p:cTn id="33" dur="500"/>
                                        <p:tgtEl>
                                          <p:spTgt spid="3">
                                            <p:txEl>
                                              <p:pRg st="1" end="1"/>
                                            </p:txEl>
                                          </p:spTgt>
                                        </p:tgtEl>
                                        <p:attrNameLst>
                                          <p:attrName>ppt_y</p:attrName>
                                        </p:attrNameLst>
                                      </p:cBhvr>
                                      <p:tavLst>
                                        <p:tav tm="0">
                                          <p:val>
                                            <p:strVal val="ppt_y"/>
                                          </p:val>
                                        </p:tav>
                                        <p:tav tm="100000">
                                          <p:val>
                                            <p:strVal val="ppt_y"/>
                                          </p:val>
                                        </p:tav>
                                      </p:tavLst>
                                    </p:anim>
                                    <p:set>
                                      <p:cBhvr>
                                        <p:cTn id="34" dur="1" fill="hold">
                                          <p:stCondLst>
                                            <p:cond delay="499"/>
                                          </p:stCondLst>
                                        </p:cTn>
                                        <p:tgtEl>
                                          <p:spTgt spid="3">
                                            <p:txEl>
                                              <p:pRg st="1" end="1"/>
                                            </p:txEl>
                                          </p:spTgt>
                                        </p:tgtEl>
                                        <p:attrNameLst>
                                          <p:attrName>style.visibility</p:attrName>
                                        </p:attrNameLst>
                                      </p:cBhvr>
                                      <p:to>
                                        <p:strVal val="hidden"/>
                                      </p:to>
                                    </p:set>
                                  </p:childTnLst>
                                </p:cTn>
                              </p:par>
                              <p:par>
                                <p:cTn id="35" presetID="2" presetClass="exit" presetSubtype="8" accel="100000" fill="hold" grpId="0" nodeType="withEffect">
                                  <p:stCondLst>
                                    <p:cond delay="200"/>
                                  </p:stCondLst>
                                  <p:childTnLst>
                                    <p:anim calcmode="lin" valueType="num">
                                      <p:cBhvr additive="base">
                                        <p:cTn id="36" dur="500"/>
                                        <p:tgtEl>
                                          <p:spTgt spid="2"/>
                                        </p:tgtEl>
                                        <p:attrNameLst>
                                          <p:attrName>ppt_x</p:attrName>
                                        </p:attrNameLst>
                                      </p:cBhvr>
                                      <p:tavLst>
                                        <p:tav tm="0">
                                          <p:val>
                                            <p:strVal val="ppt_x"/>
                                          </p:val>
                                        </p:tav>
                                        <p:tav tm="100000">
                                          <p:val>
                                            <p:strVal val="0-ppt_w/2"/>
                                          </p:val>
                                        </p:tav>
                                      </p:tavLst>
                                    </p:anim>
                                    <p:anim calcmode="lin" valueType="num">
                                      <p:cBhvr additive="base">
                                        <p:cTn id="37" dur="500"/>
                                        <p:tgtEl>
                                          <p:spTgt spid="2"/>
                                        </p:tgtEl>
                                        <p:attrNameLst>
                                          <p:attrName>ppt_y</p:attrName>
                                        </p:attrNameLst>
                                      </p:cBhvr>
                                      <p:tavLst>
                                        <p:tav tm="0">
                                          <p:val>
                                            <p:strVal val="ppt_y"/>
                                          </p:val>
                                        </p:tav>
                                        <p:tav tm="100000">
                                          <p:val>
                                            <p:strVal val="ppt_y"/>
                                          </p:val>
                                        </p:tav>
                                      </p:tavLst>
                                    </p:anim>
                                    <p:set>
                                      <p:cBhvr>
                                        <p:cTn id="38"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P spid="3" grpId="1" uiExpand="1" build="p"/>
    </p:bld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a:extLst>
            <a:ext uri="{FF2B5EF4-FFF2-40B4-BE49-F238E27FC236}">
              <a16:creationId xmlns:a16="http://schemas.microsoft.com/office/drawing/2014/main" id="{E815A861-C348-7F65-D603-324A995902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7054B5-E4C9-8B61-A2DB-8002B75F4D7F}"/>
              </a:ext>
            </a:extLst>
          </p:cNvPr>
          <p:cNvSpPr>
            <a:spLocks noGrp="1"/>
          </p:cNvSpPr>
          <p:nvPr>
            <p:ph type="title"/>
          </p:nvPr>
        </p:nvSpPr>
        <p:spPr/>
        <p:txBody>
          <a:bodyPr/>
          <a:lstStyle/>
          <a:p>
            <a:r>
              <a:rPr lang="en-US"/>
              <a:t>XXXXXX</a:t>
            </a:r>
          </a:p>
        </p:txBody>
      </p:sp>
      <p:sp>
        <p:nvSpPr>
          <p:cNvPr id="3" name="Content Placeholder 2">
            <a:extLst>
              <a:ext uri="{FF2B5EF4-FFF2-40B4-BE49-F238E27FC236}">
                <a16:creationId xmlns:a16="http://schemas.microsoft.com/office/drawing/2014/main" id="{B26D657F-8A27-8FDF-434B-FA484D24F92A}"/>
              </a:ext>
            </a:extLst>
          </p:cNvPr>
          <p:cNvSpPr>
            <a:spLocks noGrp="1"/>
          </p:cNvSpPr>
          <p:nvPr>
            <p:ph idx="1"/>
          </p:nvPr>
        </p:nvSpPr>
        <p:spPr/>
        <p:txBody>
          <a:bodyPr>
            <a:normAutofit lnSpcReduction="10000"/>
          </a:bodyPr>
          <a:lstStyle/>
          <a:p>
            <a:pPr marL="0" indent="0">
              <a:buNone/>
            </a:pPr>
            <a:r>
              <a:rPr lang="en-US"/>
              <a:t>XX XXXXX XXXXXX XXXXXXXX XXX XX XXX XX XXXXXX XX X XXXX XXXXX XXXX XXXXXXXXX XXXXXXXX XX XXXX XXXX XXX X XXXXXX XXX XXX XXX XXXXXXX XX XXXXXX XXXXXX XXX XXXXXXXXXX XXXXXXXXX XXXXX XXXXX XXXXXXXX XXX XXXX XXXXXX XXX XXXXXX XX XXXX XXXXXXXXX</a:t>
            </a:r>
          </a:p>
          <a:p>
            <a:pPr marL="0" indent="0">
              <a:buNone/>
            </a:pPr>
            <a:endParaRPr lang="en-US"/>
          </a:p>
          <a:p>
            <a:pPr marL="0" indent="0">
              <a:buNone/>
            </a:pPr>
            <a:r>
              <a:rPr lang="en-US"/>
              <a:t>XX XXX XXXX XXXXXXX XXXX XXXXXXX XX XXXXXXXXXX XXXXXXX XXXXXXX XXXXXXX XXXXX XXX XXXXX XXXXXXXX XX XXXXXXXXX XXXXXXXXX X XXXXXX XXXXXXXXXXXXXXXXXXXXXXXXX XXXX XXX X XXXXXXX XXXX XXX XXXXX</a:t>
            </a:r>
          </a:p>
        </p:txBody>
      </p:sp>
      <p:sp>
        <p:nvSpPr>
          <p:cNvPr id="220" name="Freeform: Shape 219">
            <a:extLst>
              <a:ext uri="{FF2B5EF4-FFF2-40B4-BE49-F238E27FC236}">
                <a16:creationId xmlns:a16="http://schemas.microsoft.com/office/drawing/2014/main" id="{242DB654-728B-6830-9172-906AB44C91C1}"/>
              </a:ext>
            </a:extLst>
          </p:cNvPr>
          <p:cNvSpPr/>
          <p:nvPr/>
        </p:nvSpPr>
        <p:spPr>
          <a:xfrm rot="11076825">
            <a:off x="-489574" y="-622284"/>
            <a:ext cx="13104366" cy="1847657"/>
          </a:xfrm>
          <a:custGeom>
            <a:avLst/>
            <a:gdLst>
              <a:gd name="csX0" fmla="*/ 0 w 8572500"/>
              <a:gd name="csY0" fmla="*/ 9525 h 990600"/>
              <a:gd name="csX1" fmla="*/ 390525 w 8572500"/>
              <a:gd name="csY1" fmla="*/ 38100 h 990600"/>
              <a:gd name="csX2" fmla="*/ 781050 w 8572500"/>
              <a:gd name="csY2" fmla="*/ 0 h 990600"/>
              <a:gd name="csX3" fmla="*/ 1171575 w 8572500"/>
              <a:gd name="csY3" fmla="*/ 28575 h 990600"/>
              <a:gd name="csX4" fmla="*/ 1562100 w 8572500"/>
              <a:gd name="csY4" fmla="*/ 9525 h 990600"/>
              <a:gd name="csX5" fmla="*/ 1952625 w 8572500"/>
              <a:gd name="csY5" fmla="*/ 38100 h 990600"/>
              <a:gd name="csX6" fmla="*/ 2333625 w 8572500"/>
              <a:gd name="csY6" fmla="*/ 19050 h 990600"/>
              <a:gd name="csX7" fmla="*/ 2724150 w 8572500"/>
              <a:gd name="csY7" fmla="*/ 104775 h 990600"/>
              <a:gd name="csX8" fmla="*/ 3114675 w 8572500"/>
              <a:gd name="csY8" fmla="*/ 114300 h 990600"/>
              <a:gd name="csX9" fmla="*/ 3505200 w 8572500"/>
              <a:gd name="csY9" fmla="*/ 190500 h 990600"/>
              <a:gd name="csX10" fmla="*/ 3895725 w 8572500"/>
              <a:gd name="csY10" fmla="*/ 47625 h 990600"/>
              <a:gd name="csX11" fmla="*/ 4286250 w 8572500"/>
              <a:gd name="csY11" fmla="*/ 190500 h 990600"/>
              <a:gd name="csX12" fmla="*/ 4676775 w 8572500"/>
              <a:gd name="csY12" fmla="*/ 190500 h 990600"/>
              <a:gd name="csX13" fmla="*/ 5067300 w 8572500"/>
              <a:gd name="csY13" fmla="*/ 66675 h 990600"/>
              <a:gd name="csX14" fmla="*/ 5457825 w 8572500"/>
              <a:gd name="csY14" fmla="*/ 85725 h 990600"/>
              <a:gd name="csX15" fmla="*/ 5848350 w 8572500"/>
              <a:gd name="csY15" fmla="*/ 47625 h 990600"/>
              <a:gd name="csX16" fmla="*/ 6238875 w 8572500"/>
              <a:gd name="csY16" fmla="*/ 28575 h 990600"/>
              <a:gd name="csX17" fmla="*/ 6619875 w 8572500"/>
              <a:gd name="csY17" fmla="*/ 180975 h 990600"/>
              <a:gd name="csX18" fmla="*/ 7010400 w 8572500"/>
              <a:gd name="csY18" fmla="*/ 114300 h 990600"/>
              <a:gd name="csX19" fmla="*/ 7400925 w 8572500"/>
              <a:gd name="csY19" fmla="*/ 180975 h 990600"/>
              <a:gd name="csX20" fmla="*/ 7791450 w 8572500"/>
              <a:gd name="csY20" fmla="*/ 38100 h 990600"/>
              <a:gd name="csX21" fmla="*/ 8181975 w 8572500"/>
              <a:gd name="csY21" fmla="*/ 171450 h 990600"/>
              <a:gd name="csX22" fmla="*/ 8572500 w 8572500"/>
              <a:gd name="csY22" fmla="*/ 171450 h 990600"/>
              <a:gd name="csX23" fmla="*/ 8572500 w 8572500"/>
              <a:gd name="csY23" fmla="*/ 990600 h 990600"/>
              <a:gd name="csX24" fmla="*/ 8181975 w 8572500"/>
              <a:gd name="csY24" fmla="*/ 990600 h 990600"/>
              <a:gd name="csX25" fmla="*/ 7791450 w 8572500"/>
              <a:gd name="csY25" fmla="*/ 990600 h 990600"/>
              <a:gd name="csX26" fmla="*/ 7400925 w 8572500"/>
              <a:gd name="csY26" fmla="*/ 990600 h 990600"/>
              <a:gd name="csX27" fmla="*/ 7010400 w 8572500"/>
              <a:gd name="csY27" fmla="*/ 990600 h 990600"/>
              <a:gd name="csX28" fmla="*/ 6619875 w 8572500"/>
              <a:gd name="csY28" fmla="*/ 990600 h 990600"/>
              <a:gd name="csX29" fmla="*/ 6238875 w 8572500"/>
              <a:gd name="csY29" fmla="*/ 990600 h 990600"/>
              <a:gd name="csX30" fmla="*/ 5848350 w 8572500"/>
              <a:gd name="csY30" fmla="*/ 990600 h 990600"/>
              <a:gd name="csX31" fmla="*/ 5457825 w 8572500"/>
              <a:gd name="csY31" fmla="*/ 990600 h 990600"/>
              <a:gd name="csX32" fmla="*/ 5067300 w 8572500"/>
              <a:gd name="csY32" fmla="*/ 990600 h 990600"/>
              <a:gd name="csX33" fmla="*/ 4676775 w 8572500"/>
              <a:gd name="csY33" fmla="*/ 990600 h 990600"/>
              <a:gd name="csX34" fmla="*/ 4286250 w 8572500"/>
              <a:gd name="csY34" fmla="*/ 990600 h 990600"/>
              <a:gd name="csX35" fmla="*/ 3895725 w 8572500"/>
              <a:gd name="csY35" fmla="*/ 990600 h 990600"/>
              <a:gd name="csX36" fmla="*/ 3505200 w 8572500"/>
              <a:gd name="csY36" fmla="*/ 990600 h 990600"/>
              <a:gd name="csX37" fmla="*/ 3114675 w 8572500"/>
              <a:gd name="csY37" fmla="*/ 990600 h 990600"/>
              <a:gd name="csX38" fmla="*/ 2724150 w 8572500"/>
              <a:gd name="csY38" fmla="*/ 990600 h 990600"/>
              <a:gd name="csX39" fmla="*/ 2333625 w 8572500"/>
              <a:gd name="csY39" fmla="*/ 990600 h 990600"/>
              <a:gd name="csX40" fmla="*/ 1952625 w 8572500"/>
              <a:gd name="csY40" fmla="*/ 990600 h 990600"/>
              <a:gd name="csX41" fmla="*/ 1562100 w 8572500"/>
              <a:gd name="csY41" fmla="*/ 990600 h 990600"/>
              <a:gd name="csX42" fmla="*/ 1171575 w 8572500"/>
              <a:gd name="csY42" fmla="*/ 990600 h 990600"/>
              <a:gd name="csX43" fmla="*/ 781050 w 8572500"/>
              <a:gd name="csY43" fmla="*/ 990600 h 990600"/>
              <a:gd name="csX44" fmla="*/ 390525 w 8572500"/>
              <a:gd name="csY44" fmla="*/ 990600 h 990600"/>
              <a:gd name="csX45" fmla="*/ 0 w 8572500"/>
              <a:gd name="csY45" fmla="*/ 990600 h 990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990600">
                <a:moveTo>
                  <a:pt x="0" y="9525"/>
                </a:moveTo>
                <a:lnTo>
                  <a:pt x="390525" y="38100"/>
                </a:lnTo>
                <a:lnTo>
                  <a:pt x="781050" y="0"/>
                </a:lnTo>
                <a:lnTo>
                  <a:pt x="1171575" y="28575"/>
                </a:lnTo>
                <a:lnTo>
                  <a:pt x="1562100" y="9525"/>
                </a:lnTo>
                <a:lnTo>
                  <a:pt x="1952625" y="38100"/>
                </a:lnTo>
                <a:lnTo>
                  <a:pt x="2333625" y="19050"/>
                </a:lnTo>
                <a:lnTo>
                  <a:pt x="2724150" y="104775"/>
                </a:lnTo>
                <a:lnTo>
                  <a:pt x="3114675" y="114300"/>
                </a:lnTo>
                <a:lnTo>
                  <a:pt x="3505200" y="190500"/>
                </a:lnTo>
                <a:lnTo>
                  <a:pt x="3895725" y="47625"/>
                </a:lnTo>
                <a:lnTo>
                  <a:pt x="4286250" y="190500"/>
                </a:lnTo>
                <a:lnTo>
                  <a:pt x="4676775" y="190500"/>
                </a:lnTo>
                <a:lnTo>
                  <a:pt x="5067300" y="66675"/>
                </a:lnTo>
                <a:lnTo>
                  <a:pt x="5457825" y="85725"/>
                </a:lnTo>
                <a:lnTo>
                  <a:pt x="5848350" y="47625"/>
                </a:lnTo>
                <a:lnTo>
                  <a:pt x="6238875" y="28575"/>
                </a:lnTo>
                <a:lnTo>
                  <a:pt x="6619875" y="180975"/>
                </a:lnTo>
                <a:lnTo>
                  <a:pt x="7010400" y="114300"/>
                </a:lnTo>
                <a:lnTo>
                  <a:pt x="7400925" y="180975"/>
                </a:lnTo>
                <a:lnTo>
                  <a:pt x="7791450" y="38100"/>
                </a:lnTo>
                <a:lnTo>
                  <a:pt x="8181975" y="171450"/>
                </a:lnTo>
                <a:lnTo>
                  <a:pt x="8572500" y="171450"/>
                </a:lnTo>
                <a:lnTo>
                  <a:pt x="8572500" y="990600"/>
                </a:lnTo>
                <a:lnTo>
                  <a:pt x="8181975" y="990600"/>
                </a:lnTo>
                <a:lnTo>
                  <a:pt x="7791450" y="990600"/>
                </a:lnTo>
                <a:lnTo>
                  <a:pt x="7400925" y="990600"/>
                </a:lnTo>
                <a:lnTo>
                  <a:pt x="7010400" y="990600"/>
                </a:lnTo>
                <a:lnTo>
                  <a:pt x="6619875" y="990600"/>
                </a:lnTo>
                <a:lnTo>
                  <a:pt x="6238875" y="990600"/>
                </a:lnTo>
                <a:lnTo>
                  <a:pt x="5848350" y="990600"/>
                </a:lnTo>
                <a:lnTo>
                  <a:pt x="5457825" y="990600"/>
                </a:lnTo>
                <a:lnTo>
                  <a:pt x="5067300" y="990600"/>
                </a:lnTo>
                <a:lnTo>
                  <a:pt x="4676775" y="990600"/>
                </a:lnTo>
                <a:lnTo>
                  <a:pt x="4286250" y="990600"/>
                </a:lnTo>
                <a:lnTo>
                  <a:pt x="3895725" y="990600"/>
                </a:lnTo>
                <a:lnTo>
                  <a:pt x="3505200" y="990600"/>
                </a:lnTo>
                <a:lnTo>
                  <a:pt x="3114675" y="990600"/>
                </a:lnTo>
                <a:lnTo>
                  <a:pt x="2724150" y="990600"/>
                </a:lnTo>
                <a:lnTo>
                  <a:pt x="2333625" y="990600"/>
                </a:lnTo>
                <a:lnTo>
                  <a:pt x="1952625" y="990600"/>
                </a:lnTo>
                <a:lnTo>
                  <a:pt x="1562100" y="990600"/>
                </a:lnTo>
                <a:lnTo>
                  <a:pt x="1171575" y="990600"/>
                </a:lnTo>
                <a:lnTo>
                  <a:pt x="781050" y="990600"/>
                </a:lnTo>
                <a:lnTo>
                  <a:pt x="390525" y="990600"/>
                </a:lnTo>
                <a:lnTo>
                  <a:pt x="0" y="990600"/>
                </a:lnTo>
                <a:close/>
              </a:path>
            </a:pathLst>
          </a:custGeom>
          <a:solidFill>
            <a:schemeClr val="accent2">
              <a:lumMod val="20000"/>
              <a:lumOff val="80000"/>
            </a:schemeClr>
          </a:solidFill>
          <a:ln w="9525" cap="flat">
            <a:noFill/>
            <a:prstDash val="solid"/>
            <a:miter/>
          </a:ln>
        </p:spPr>
        <p:txBody>
          <a:bodyPr/>
          <a:lstStyle/>
          <a:p>
            <a:endParaRPr lang="en-US"/>
          </a:p>
        </p:txBody>
      </p:sp>
      <p:sp>
        <p:nvSpPr>
          <p:cNvPr id="221" name="Freeform: Shape 220">
            <a:extLst>
              <a:ext uri="{FF2B5EF4-FFF2-40B4-BE49-F238E27FC236}">
                <a16:creationId xmlns:a16="http://schemas.microsoft.com/office/drawing/2014/main" id="{ECFB7C1E-B797-0214-DF37-E37ED6B2D687}"/>
              </a:ext>
            </a:extLst>
          </p:cNvPr>
          <p:cNvSpPr/>
          <p:nvPr/>
        </p:nvSpPr>
        <p:spPr>
          <a:xfrm rot="11076825">
            <a:off x="-454856" y="-892596"/>
            <a:ext cx="13104366" cy="1527870"/>
          </a:xfrm>
          <a:custGeom>
            <a:avLst/>
            <a:gdLst>
              <a:gd name="csX0" fmla="*/ 0 w 8572500"/>
              <a:gd name="csY0" fmla="*/ 38100 h 819150"/>
              <a:gd name="csX1" fmla="*/ 390525 w 8572500"/>
              <a:gd name="csY1" fmla="*/ 95250 h 819150"/>
              <a:gd name="csX2" fmla="*/ 781050 w 8572500"/>
              <a:gd name="csY2" fmla="*/ 66675 h 819150"/>
              <a:gd name="csX3" fmla="*/ 1171575 w 8572500"/>
              <a:gd name="csY3" fmla="*/ 19050 h 819150"/>
              <a:gd name="csX4" fmla="*/ 1562100 w 8572500"/>
              <a:gd name="csY4" fmla="*/ 142875 h 819150"/>
              <a:gd name="csX5" fmla="*/ 1952625 w 8572500"/>
              <a:gd name="csY5" fmla="*/ 161925 h 819150"/>
              <a:gd name="csX6" fmla="*/ 2333625 w 8572500"/>
              <a:gd name="csY6" fmla="*/ 47625 h 819150"/>
              <a:gd name="csX7" fmla="*/ 2724150 w 8572500"/>
              <a:gd name="csY7" fmla="*/ 123825 h 819150"/>
              <a:gd name="csX8" fmla="*/ 3114675 w 8572500"/>
              <a:gd name="csY8" fmla="*/ 95250 h 819150"/>
              <a:gd name="csX9" fmla="*/ 3505200 w 8572500"/>
              <a:gd name="csY9" fmla="*/ 190500 h 819150"/>
              <a:gd name="csX10" fmla="*/ 3895725 w 8572500"/>
              <a:gd name="csY10" fmla="*/ 142875 h 819150"/>
              <a:gd name="csX11" fmla="*/ 4286250 w 8572500"/>
              <a:gd name="csY11" fmla="*/ 28575 h 819150"/>
              <a:gd name="csX12" fmla="*/ 4676775 w 8572500"/>
              <a:gd name="csY12" fmla="*/ 190500 h 819150"/>
              <a:gd name="csX13" fmla="*/ 5067300 w 8572500"/>
              <a:gd name="csY13" fmla="*/ 142875 h 819150"/>
              <a:gd name="csX14" fmla="*/ 5457825 w 8572500"/>
              <a:gd name="csY14" fmla="*/ 0 h 819150"/>
              <a:gd name="csX15" fmla="*/ 5848350 w 8572500"/>
              <a:gd name="csY15" fmla="*/ 47625 h 819150"/>
              <a:gd name="csX16" fmla="*/ 6238875 w 8572500"/>
              <a:gd name="csY16" fmla="*/ 142875 h 819150"/>
              <a:gd name="csX17" fmla="*/ 6619875 w 8572500"/>
              <a:gd name="csY17" fmla="*/ 57150 h 819150"/>
              <a:gd name="csX18" fmla="*/ 7010400 w 8572500"/>
              <a:gd name="csY18" fmla="*/ 114300 h 819150"/>
              <a:gd name="csX19" fmla="*/ 7400925 w 8572500"/>
              <a:gd name="csY19" fmla="*/ 66675 h 819150"/>
              <a:gd name="csX20" fmla="*/ 7791450 w 8572500"/>
              <a:gd name="csY20" fmla="*/ 171450 h 819150"/>
              <a:gd name="csX21" fmla="*/ 8181975 w 8572500"/>
              <a:gd name="csY21" fmla="*/ 57150 h 819150"/>
              <a:gd name="csX22" fmla="*/ 8572500 w 8572500"/>
              <a:gd name="csY22" fmla="*/ 28575 h 819150"/>
              <a:gd name="csX23" fmla="*/ 8572500 w 8572500"/>
              <a:gd name="csY23" fmla="*/ 819150 h 819150"/>
              <a:gd name="csX24" fmla="*/ 8181975 w 8572500"/>
              <a:gd name="csY24" fmla="*/ 819150 h 819150"/>
              <a:gd name="csX25" fmla="*/ 7791450 w 8572500"/>
              <a:gd name="csY25" fmla="*/ 819150 h 819150"/>
              <a:gd name="csX26" fmla="*/ 7400925 w 8572500"/>
              <a:gd name="csY26" fmla="*/ 819150 h 819150"/>
              <a:gd name="csX27" fmla="*/ 7010400 w 8572500"/>
              <a:gd name="csY27" fmla="*/ 819150 h 819150"/>
              <a:gd name="csX28" fmla="*/ 6619875 w 8572500"/>
              <a:gd name="csY28" fmla="*/ 819150 h 819150"/>
              <a:gd name="csX29" fmla="*/ 6238875 w 8572500"/>
              <a:gd name="csY29" fmla="*/ 819150 h 819150"/>
              <a:gd name="csX30" fmla="*/ 5848350 w 8572500"/>
              <a:gd name="csY30" fmla="*/ 819150 h 819150"/>
              <a:gd name="csX31" fmla="*/ 5457825 w 8572500"/>
              <a:gd name="csY31" fmla="*/ 819150 h 819150"/>
              <a:gd name="csX32" fmla="*/ 5067300 w 8572500"/>
              <a:gd name="csY32" fmla="*/ 819150 h 819150"/>
              <a:gd name="csX33" fmla="*/ 4676775 w 8572500"/>
              <a:gd name="csY33" fmla="*/ 819150 h 819150"/>
              <a:gd name="csX34" fmla="*/ 4286250 w 8572500"/>
              <a:gd name="csY34" fmla="*/ 819150 h 819150"/>
              <a:gd name="csX35" fmla="*/ 3895725 w 8572500"/>
              <a:gd name="csY35" fmla="*/ 819150 h 819150"/>
              <a:gd name="csX36" fmla="*/ 3505200 w 8572500"/>
              <a:gd name="csY36" fmla="*/ 819150 h 819150"/>
              <a:gd name="csX37" fmla="*/ 3114675 w 8572500"/>
              <a:gd name="csY37" fmla="*/ 819150 h 819150"/>
              <a:gd name="csX38" fmla="*/ 2724150 w 8572500"/>
              <a:gd name="csY38" fmla="*/ 819150 h 819150"/>
              <a:gd name="csX39" fmla="*/ 2333625 w 8572500"/>
              <a:gd name="csY39" fmla="*/ 819150 h 819150"/>
              <a:gd name="csX40" fmla="*/ 1952625 w 8572500"/>
              <a:gd name="csY40" fmla="*/ 819150 h 819150"/>
              <a:gd name="csX41" fmla="*/ 1562100 w 8572500"/>
              <a:gd name="csY41" fmla="*/ 819150 h 819150"/>
              <a:gd name="csX42" fmla="*/ 1171575 w 8572500"/>
              <a:gd name="csY42" fmla="*/ 819150 h 819150"/>
              <a:gd name="csX43" fmla="*/ 781050 w 8572500"/>
              <a:gd name="csY43" fmla="*/ 819150 h 819150"/>
              <a:gd name="csX44" fmla="*/ 390525 w 8572500"/>
              <a:gd name="csY44" fmla="*/ 819150 h 819150"/>
              <a:gd name="csX45" fmla="*/ 0 w 8572500"/>
              <a:gd name="csY45" fmla="*/ 819150 h 8191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819150">
                <a:moveTo>
                  <a:pt x="0" y="38100"/>
                </a:moveTo>
                <a:lnTo>
                  <a:pt x="390525" y="95250"/>
                </a:lnTo>
                <a:lnTo>
                  <a:pt x="781050" y="66675"/>
                </a:lnTo>
                <a:lnTo>
                  <a:pt x="1171575" y="19050"/>
                </a:lnTo>
                <a:lnTo>
                  <a:pt x="1562100" y="142875"/>
                </a:lnTo>
                <a:lnTo>
                  <a:pt x="1952625" y="161925"/>
                </a:lnTo>
                <a:lnTo>
                  <a:pt x="2333625" y="47625"/>
                </a:lnTo>
                <a:lnTo>
                  <a:pt x="2724150" y="123825"/>
                </a:lnTo>
                <a:lnTo>
                  <a:pt x="3114675" y="95250"/>
                </a:lnTo>
                <a:lnTo>
                  <a:pt x="3505200" y="190500"/>
                </a:lnTo>
                <a:lnTo>
                  <a:pt x="3895725" y="142875"/>
                </a:lnTo>
                <a:lnTo>
                  <a:pt x="4286250" y="28575"/>
                </a:lnTo>
                <a:lnTo>
                  <a:pt x="4676775" y="190500"/>
                </a:lnTo>
                <a:lnTo>
                  <a:pt x="5067300" y="142875"/>
                </a:lnTo>
                <a:lnTo>
                  <a:pt x="5457825" y="0"/>
                </a:lnTo>
                <a:lnTo>
                  <a:pt x="5848350" y="47625"/>
                </a:lnTo>
                <a:lnTo>
                  <a:pt x="6238875" y="142875"/>
                </a:lnTo>
                <a:lnTo>
                  <a:pt x="6619875" y="57150"/>
                </a:lnTo>
                <a:lnTo>
                  <a:pt x="7010400" y="114300"/>
                </a:lnTo>
                <a:lnTo>
                  <a:pt x="7400925" y="66675"/>
                </a:lnTo>
                <a:lnTo>
                  <a:pt x="7791450" y="171450"/>
                </a:lnTo>
                <a:lnTo>
                  <a:pt x="8181975" y="57150"/>
                </a:lnTo>
                <a:lnTo>
                  <a:pt x="8572500" y="28575"/>
                </a:lnTo>
                <a:lnTo>
                  <a:pt x="8572500" y="819150"/>
                </a:lnTo>
                <a:lnTo>
                  <a:pt x="8181975" y="819150"/>
                </a:lnTo>
                <a:lnTo>
                  <a:pt x="7791450" y="819150"/>
                </a:lnTo>
                <a:lnTo>
                  <a:pt x="7400925" y="819150"/>
                </a:lnTo>
                <a:lnTo>
                  <a:pt x="7010400" y="819150"/>
                </a:lnTo>
                <a:lnTo>
                  <a:pt x="6619875" y="819150"/>
                </a:lnTo>
                <a:lnTo>
                  <a:pt x="6238875" y="819150"/>
                </a:lnTo>
                <a:lnTo>
                  <a:pt x="5848350" y="819150"/>
                </a:lnTo>
                <a:lnTo>
                  <a:pt x="5457825" y="819150"/>
                </a:lnTo>
                <a:lnTo>
                  <a:pt x="5067300" y="819150"/>
                </a:lnTo>
                <a:lnTo>
                  <a:pt x="4676775" y="819150"/>
                </a:lnTo>
                <a:lnTo>
                  <a:pt x="4286250" y="819150"/>
                </a:lnTo>
                <a:lnTo>
                  <a:pt x="3895725" y="819150"/>
                </a:lnTo>
                <a:lnTo>
                  <a:pt x="3505200" y="819150"/>
                </a:lnTo>
                <a:lnTo>
                  <a:pt x="3114675" y="819150"/>
                </a:lnTo>
                <a:lnTo>
                  <a:pt x="2724150" y="819150"/>
                </a:lnTo>
                <a:lnTo>
                  <a:pt x="2333625" y="819150"/>
                </a:lnTo>
                <a:lnTo>
                  <a:pt x="1952625" y="819150"/>
                </a:lnTo>
                <a:lnTo>
                  <a:pt x="1562100" y="819150"/>
                </a:lnTo>
                <a:lnTo>
                  <a:pt x="1171575" y="819150"/>
                </a:lnTo>
                <a:lnTo>
                  <a:pt x="781050" y="819150"/>
                </a:lnTo>
                <a:lnTo>
                  <a:pt x="390525" y="819150"/>
                </a:lnTo>
                <a:lnTo>
                  <a:pt x="0" y="819150"/>
                </a:lnTo>
                <a:close/>
              </a:path>
            </a:pathLst>
          </a:custGeom>
          <a:solidFill>
            <a:schemeClr val="accent2">
              <a:lumMod val="40000"/>
              <a:lumOff val="60000"/>
            </a:schemeClr>
          </a:solidFill>
          <a:ln w="9525" cap="flat">
            <a:noFill/>
            <a:prstDash val="solid"/>
            <a:miter/>
          </a:ln>
        </p:spPr>
        <p:txBody>
          <a:bodyPr/>
          <a:lstStyle/>
          <a:p>
            <a:endParaRPr lang="en-US"/>
          </a:p>
        </p:txBody>
      </p:sp>
      <p:sp>
        <p:nvSpPr>
          <p:cNvPr id="222" name="Freeform: Shape 221">
            <a:extLst>
              <a:ext uri="{FF2B5EF4-FFF2-40B4-BE49-F238E27FC236}">
                <a16:creationId xmlns:a16="http://schemas.microsoft.com/office/drawing/2014/main" id="{FFE2C869-4D49-4770-0C74-6E0A6F20A394}"/>
              </a:ext>
            </a:extLst>
          </p:cNvPr>
          <p:cNvSpPr/>
          <p:nvPr/>
        </p:nvSpPr>
        <p:spPr>
          <a:xfrm rot="11076825">
            <a:off x="-418210" y="-1177923"/>
            <a:ext cx="13104366" cy="1190317"/>
          </a:xfrm>
          <a:custGeom>
            <a:avLst/>
            <a:gdLst>
              <a:gd name="csX0" fmla="*/ 0 w 8572500"/>
              <a:gd name="csY0" fmla="*/ 76200 h 638175"/>
              <a:gd name="csX1" fmla="*/ 390525 w 8572500"/>
              <a:gd name="csY1" fmla="*/ 9525 h 638175"/>
              <a:gd name="csX2" fmla="*/ 781050 w 8572500"/>
              <a:gd name="csY2" fmla="*/ 123825 h 638175"/>
              <a:gd name="csX3" fmla="*/ 1171575 w 8572500"/>
              <a:gd name="csY3" fmla="*/ 142875 h 638175"/>
              <a:gd name="csX4" fmla="*/ 1562100 w 8572500"/>
              <a:gd name="csY4" fmla="*/ 76200 h 638175"/>
              <a:gd name="csX5" fmla="*/ 1952625 w 8572500"/>
              <a:gd name="csY5" fmla="*/ 76200 h 638175"/>
              <a:gd name="csX6" fmla="*/ 2333625 w 8572500"/>
              <a:gd name="csY6" fmla="*/ 171450 h 638175"/>
              <a:gd name="csX7" fmla="*/ 2724150 w 8572500"/>
              <a:gd name="csY7" fmla="*/ 76200 h 638175"/>
              <a:gd name="csX8" fmla="*/ 3114675 w 8572500"/>
              <a:gd name="csY8" fmla="*/ 123825 h 638175"/>
              <a:gd name="csX9" fmla="*/ 3505200 w 8572500"/>
              <a:gd name="csY9" fmla="*/ 142875 h 638175"/>
              <a:gd name="csX10" fmla="*/ 3895725 w 8572500"/>
              <a:gd name="csY10" fmla="*/ 19050 h 638175"/>
              <a:gd name="csX11" fmla="*/ 4286250 w 8572500"/>
              <a:gd name="csY11" fmla="*/ 123825 h 638175"/>
              <a:gd name="csX12" fmla="*/ 4676775 w 8572500"/>
              <a:gd name="csY12" fmla="*/ 142875 h 638175"/>
              <a:gd name="csX13" fmla="*/ 5067300 w 8572500"/>
              <a:gd name="csY13" fmla="*/ 152400 h 638175"/>
              <a:gd name="csX14" fmla="*/ 5457825 w 8572500"/>
              <a:gd name="csY14" fmla="*/ 133350 h 638175"/>
              <a:gd name="csX15" fmla="*/ 5848350 w 8572500"/>
              <a:gd name="csY15" fmla="*/ 0 h 638175"/>
              <a:gd name="csX16" fmla="*/ 6238875 w 8572500"/>
              <a:gd name="csY16" fmla="*/ 66675 h 638175"/>
              <a:gd name="csX17" fmla="*/ 6619875 w 8572500"/>
              <a:gd name="csY17" fmla="*/ 28575 h 638175"/>
              <a:gd name="csX18" fmla="*/ 7010400 w 8572500"/>
              <a:gd name="csY18" fmla="*/ 28575 h 638175"/>
              <a:gd name="csX19" fmla="*/ 7400925 w 8572500"/>
              <a:gd name="csY19" fmla="*/ 47625 h 638175"/>
              <a:gd name="csX20" fmla="*/ 7791450 w 8572500"/>
              <a:gd name="csY20" fmla="*/ 161925 h 638175"/>
              <a:gd name="csX21" fmla="*/ 8181975 w 8572500"/>
              <a:gd name="csY21" fmla="*/ 47625 h 638175"/>
              <a:gd name="csX22" fmla="*/ 8572500 w 8572500"/>
              <a:gd name="csY22" fmla="*/ 47625 h 638175"/>
              <a:gd name="csX23" fmla="*/ 8572500 w 8572500"/>
              <a:gd name="csY23" fmla="*/ 638175 h 638175"/>
              <a:gd name="csX24" fmla="*/ 8181975 w 8572500"/>
              <a:gd name="csY24" fmla="*/ 638175 h 638175"/>
              <a:gd name="csX25" fmla="*/ 7791450 w 8572500"/>
              <a:gd name="csY25" fmla="*/ 638175 h 638175"/>
              <a:gd name="csX26" fmla="*/ 7400925 w 8572500"/>
              <a:gd name="csY26" fmla="*/ 638175 h 638175"/>
              <a:gd name="csX27" fmla="*/ 7010400 w 8572500"/>
              <a:gd name="csY27" fmla="*/ 638175 h 638175"/>
              <a:gd name="csX28" fmla="*/ 6619875 w 8572500"/>
              <a:gd name="csY28" fmla="*/ 638175 h 638175"/>
              <a:gd name="csX29" fmla="*/ 6238875 w 8572500"/>
              <a:gd name="csY29" fmla="*/ 638175 h 638175"/>
              <a:gd name="csX30" fmla="*/ 5848350 w 8572500"/>
              <a:gd name="csY30" fmla="*/ 638175 h 638175"/>
              <a:gd name="csX31" fmla="*/ 5457825 w 8572500"/>
              <a:gd name="csY31" fmla="*/ 638175 h 638175"/>
              <a:gd name="csX32" fmla="*/ 5067300 w 8572500"/>
              <a:gd name="csY32" fmla="*/ 638175 h 638175"/>
              <a:gd name="csX33" fmla="*/ 4676775 w 8572500"/>
              <a:gd name="csY33" fmla="*/ 638175 h 638175"/>
              <a:gd name="csX34" fmla="*/ 4286250 w 8572500"/>
              <a:gd name="csY34" fmla="*/ 638175 h 638175"/>
              <a:gd name="csX35" fmla="*/ 3895725 w 8572500"/>
              <a:gd name="csY35" fmla="*/ 638175 h 638175"/>
              <a:gd name="csX36" fmla="*/ 3505200 w 8572500"/>
              <a:gd name="csY36" fmla="*/ 638175 h 638175"/>
              <a:gd name="csX37" fmla="*/ 3114675 w 8572500"/>
              <a:gd name="csY37" fmla="*/ 638175 h 638175"/>
              <a:gd name="csX38" fmla="*/ 2724150 w 8572500"/>
              <a:gd name="csY38" fmla="*/ 638175 h 638175"/>
              <a:gd name="csX39" fmla="*/ 2333625 w 8572500"/>
              <a:gd name="csY39" fmla="*/ 638175 h 638175"/>
              <a:gd name="csX40" fmla="*/ 1952625 w 8572500"/>
              <a:gd name="csY40" fmla="*/ 638175 h 638175"/>
              <a:gd name="csX41" fmla="*/ 1562100 w 8572500"/>
              <a:gd name="csY41" fmla="*/ 638175 h 638175"/>
              <a:gd name="csX42" fmla="*/ 1171575 w 8572500"/>
              <a:gd name="csY42" fmla="*/ 638175 h 638175"/>
              <a:gd name="csX43" fmla="*/ 781050 w 8572500"/>
              <a:gd name="csY43" fmla="*/ 638175 h 638175"/>
              <a:gd name="csX44" fmla="*/ 390525 w 8572500"/>
              <a:gd name="csY44" fmla="*/ 638175 h 638175"/>
              <a:gd name="csX45" fmla="*/ 0 w 8572500"/>
              <a:gd name="csY45" fmla="*/ 638175 h 6381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638175">
                <a:moveTo>
                  <a:pt x="0" y="76200"/>
                </a:moveTo>
                <a:lnTo>
                  <a:pt x="390525" y="9525"/>
                </a:lnTo>
                <a:lnTo>
                  <a:pt x="781050" y="123825"/>
                </a:lnTo>
                <a:lnTo>
                  <a:pt x="1171575" y="142875"/>
                </a:lnTo>
                <a:lnTo>
                  <a:pt x="1562100" y="76200"/>
                </a:lnTo>
                <a:lnTo>
                  <a:pt x="1952625" y="76200"/>
                </a:lnTo>
                <a:lnTo>
                  <a:pt x="2333625" y="171450"/>
                </a:lnTo>
                <a:lnTo>
                  <a:pt x="2724150" y="76200"/>
                </a:lnTo>
                <a:lnTo>
                  <a:pt x="3114675" y="123825"/>
                </a:lnTo>
                <a:lnTo>
                  <a:pt x="3505200" y="142875"/>
                </a:lnTo>
                <a:lnTo>
                  <a:pt x="3895725" y="19050"/>
                </a:lnTo>
                <a:lnTo>
                  <a:pt x="4286250" y="123825"/>
                </a:lnTo>
                <a:lnTo>
                  <a:pt x="4676775" y="142875"/>
                </a:lnTo>
                <a:lnTo>
                  <a:pt x="5067300" y="152400"/>
                </a:lnTo>
                <a:lnTo>
                  <a:pt x="5457825" y="133350"/>
                </a:lnTo>
                <a:lnTo>
                  <a:pt x="5848350" y="0"/>
                </a:lnTo>
                <a:lnTo>
                  <a:pt x="6238875" y="66675"/>
                </a:lnTo>
                <a:lnTo>
                  <a:pt x="6619875" y="28575"/>
                </a:lnTo>
                <a:lnTo>
                  <a:pt x="7010400" y="28575"/>
                </a:lnTo>
                <a:lnTo>
                  <a:pt x="7400925" y="47625"/>
                </a:lnTo>
                <a:lnTo>
                  <a:pt x="7791450" y="161925"/>
                </a:lnTo>
                <a:lnTo>
                  <a:pt x="8181975" y="47625"/>
                </a:lnTo>
                <a:lnTo>
                  <a:pt x="8572500" y="47625"/>
                </a:lnTo>
                <a:lnTo>
                  <a:pt x="8572500" y="638175"/>
                </a:lnTo>
                <a:lnTo>
                  <a:pt x="8181975" y="638175"/>
                </a:lnTo>
                <a:lnTo>
                  <a:pt x="7791450" y="638175"/>
                </a:lnTo>
                <a:lnTo>
                  <a:pt x="7400925" y="638175"/>
                </a:lnTo>
                <a:lnTo>
                  <a:pt x="7010400" y="638175"/>
                </a:lnTo>
                <a:lnTo>
                  <a:pt x="6619875" y="638175"/>
                </a:lnTo>
                <a:lnTo>
                  <a:pt x="6238875" y="638175"/>
                </a:lnTo>
                <a:lnTo>
                  <a:pt x="5848350" y="638175"/>
                </a:lnTo>
                <a:lnTo>
                  <a:pt x="5457825" y="638175"/>
                </a:lnTo>
                <a:lnTo>
                  <a:pt x="5067300" y="638175"/>
                </a:lnTo>
                <a:lnTo>
                  <a:pt x="4676775" y="638175"/>
                </a:lnTo>
                <a:lnTo>
                  <a:pt x="4286250" y="638175"/>
                </a:lnTo>
                <a:lnTo>
                  <a:pt x="3895725" y="638175"/>
                </a:lnTo>
                <a:lnTo>
                  <a:pt x="3505200" y="638175"/>
                </a:lnTo>
                <a:lnTo>
                  <a:pt x="3114675" y="638175"/>
                </a:lnTo>
                <a:lnTo>
                  <a:pt x="2724150" y="638175"/>
                </a:lnTo>
                <a:lnTo>
                  <a:pt x="2333625" y="638175"/>
                </a:lnTo>
                <a:lnTo>
                  <a:pt x="1952625" y="638175"/>
                </a:lnTo>
                <a:lnTo>
                  <a:pt x="1562100" y="638175"/>
                </a:lnTo>
                <a:lnTo>
                  <a:pt x="1171575" y="638175"/>
                </a:lnTo>
                <a:lnTo>
                  <a:pt x="781050" y="638175"/>
                </a:lnTo>
                <a:lnTo>
                  <a:pt x="390525" y="638175"/>
                </a:lnTo>
                <a:lnTo>
                  <a:pt x="0" y="638175"/>
                </a:lnTo>
                <a:close/>
              </a:path>
            </a:pathLst>
          </a:custGeom>
          <a:solidFill>
            <a:schemeClr val="accent2">
              <a:lumMod val="60000"/>
              <a:lumOff val="40000"/>
            </a:schemeClr>
          </a:solidFill>
          <a:ln w="9525" cap="flat">
            <a:noFill/>
            <a:prstDash val="solid"/>
            <a:miter/>
          </a:ln>
        </p:spPr>
        <p:txBody>
          <a:bodyPr/>
          <a:lstStyle/>
          <a:p>
            <a:endParaRPr lang="en-US"/>
          </a:p>
        </p:txBody>
      </p:sp>
      <p:sp>
        <p:nvSpPr>
          <p:cNvPr id="223" name="Freeform: Shape 222">
            <a:extLst>
              <a:ext uri="{FF2B5EF4-FFF2-40B4-BE49-F238E27FC236}">
                <a16:creationId xmlns:a16="http://schemas.microsoft.com/office/drawing/2014/main" id="{950E15CD-1DD3-C2B7-376B-7B8CB1000956}"/>
              </a:ext>
            </a:extLst>
          </p:cNvPr>
          <p:cNvSpPr/>
          <p:nvPr/>
        </p:nvSpPr>
        <p:spPr>
          <a:xfrm rot="11076825">
            <a:off x="-383493" y="-1448234"/>
            <a:ext cx="13104366" cy="870530"/>
          </a:xfrm>
          <a:custGeom>
            <a:avLst/>
            <a:gdLst>
              <a:gd name="csX0" fmla="*/ 0 w 8572500"/>
              <a:gd name="csY0" fmla="*/ 152400 h 466725"/>
              <a:gd name="csX1" fmla="*/ 390525 w 8572500"/>
              <a:gd name="csY1" fmla="*/ 104775 h 466725"/>
              <a:gd name="csX2" fmla="*/ 781050 w 8572500"/>
              <a:gd name="csY2" fmla="*/ 57150 h 466725"/>
              <a:gd name="csX3" fmla="*/ 1171575 w 8572500"/>
              <a:gd name="csY3" fmla="*/ 28575 h 466725"/>
              <a:gd name="csX4" fmla="*/ 1562100 w 8572500"/>
              <a:gd name="csY4" fmla="*/ 123825 h 466725"/>
              <a:gd name="csX5" fmla="*/ 1952625 w 8572500"/>
              <a:gd name="csY5" fmla="*/ 133350 h 466725"/>
              <a:gd name="csX6" fmla="*/ 2333625 w 8572500"/>
              <a:gd name="csY6" fmla="*/ 9525 h 466725"/>
              <a:gd name="csX7" fmla="*/ 2724150 w 8572500"/>
              <a:gd name="csY7" fmla="*/ 57150 h 466725"/>
              <a:gd name="csX8" fmla="*/ 3114675 w 8572500"/>
              <a:gd name="csY8" fmla="*/ 28575 h 466725"/>
              <a:gd name="csX9" fmla="*/ 3505200 w 8572500"/>
              <a:gd name="csY9" fmla="*/ 171450 h 466725"/>
              <a:gd name="csX10" fmla="*/ 3895725 w 8572500"/>
              <a:gd name="csY10" fmla="*/ 152400 h 466725"/>
              <a:gd name="csX11" fmla="*/ 4286250 w 8572500"/>
              <a:gd name="csY11" fmla="*/ 161925 h 466725"/>
              <a:gd name="csX12" fmla="*/ 4676775 w 8572500"/>
              <a:gd name="csY12" fmla="*/ 95250 h 466725"/>
              <a:gd name="csX13" fmla="*/ 5067300 w 8572500"/>
              <a:gd name="csY13" fmla="*/ 171450 h 466725"/>
              <a:gd name="csX14" fmla="*/ 5457825 w 8572500"/>
              <a:gd name="csY14" fmla="*/ 114300 h 466725"/>
              <a:gd name="csX15" fmla="*/ 5848350 w 8572500"/>
              <a:gd name="csY15" fmla="*/ 95250 h 466725"/>
              <a:gd name="csX16" fmla="*/ 6238875 w 8572500"/>
              <a:gd name="csY16" fmla="*/ 104775 h 466725"/>
              <a:gd name="csX17" fmla="*/ 6619875 w 8572500"/>
              <a:gd name="csY17" fmla="*/ 152400 h 466725"/>
              <a:gd name="csX18" fmla="*/ 7010400 w 8572500"/>
              <a:gd name="csY18" fmla="*/ 95250 h 466725"/>
              <a:gd name="csX19" fmla="*/ 7400925 w 8572500"/>
              <a:gd name="csY19" fmla="*/ 28575 h 466725"/>
              <a:gd name="csX20" fmla="*/ 7791450 w 8572500"/>
              <a:gd name="csY20" fmla="*/ 123825 h 466725"/>
              <a:gd name="csX21" fmla="*/ 8181975 w 8572500"/>
              <a:gd name="csY21" fmla="*/ 0 h 466725"/>
              <a:gd name="csX22" fmla="*/ 8572500 w 8572500"/>
              <a:gd name="csY22" fmla="*/ 85725 h 466725"/>
              <a:gd name="csX23" fmla="*/ 8572500 w 8572500"/>
              <a:gd name="csY23" fmla="*/ 466725 h 466725"/>
              <a:gd name="csX24" fmla="*/ 8181975 w 8572500"/>
              <a:gd name="csY24" fmla="*/ 466725 h 466725"/>
              <a:gd name="csX25" fmla="*/ 7791450 w 8572500"/>
              <a:gd name="csY25" fmla="*/ 466725 h 466725"/>
              <a:gd name="csX26" fmla="*/ 7400925 w 8572500"/>
              <a:gd name="csY26" fmla="*/ 466725 h 466725"/>
              <a:gd name="csX27" fmla="*/ 7010400 w 8572500"/>
              <a:gd name="csY27" fmla="*/ 466725 h 466725"/>
              <a:gd name="csX28" fmla="*/ 6619875 w 8572500"/>
              <a:gd name="csY28" fmla="*/ 466725 h 466725"/>
              <a:gd name="csX29" fmla="*/ 6238875 w 8572500"/>
              <a:gd name="csY29" fmla="*/ 466725 h 466725"/>
              <a:gd name="csX30" fmla="*/ 5848350 w 8572500"/>
              <a:gd name="csY30" fmla="*/ 466725 h 466725"/>
              <a:gd name="csX31" fmla="*/ 5457825 w 8572500"/>
              <a:gd name="csY31" fmla="*/ 466725 h 466725"/>
              <a:gd name="csX32" fmla="*/ 5067300 w 8572500"/>
              <a:gd name="csY32" fmla="*/ 466725 h 466725"/>
              <a:gd name="csX33" fmla="*/ 4676775 w 8572500"/>
              <a:gd name="csY33" fmla="*/ 466725 h 466725"/>
              <a:gd name="csX34" fmla="*/ 4286250 w 8572500"/>
              <a:gd name="csY34" fmla="*/ 466725 h 466725"/>
              <a:gd name="csX35" fmla="*/ 3895725 w 8572500"/>
              <a:gd name="csY35" fmla="*/ 466725 h 466725"/>
              <a:gd name="csX36" fmla="*/ 3505200 w 8572500"/>
              <a:gd name="csY36" fmla="*/ 466725 h 466725"/>
              <a:gd name="csX37" fmla="*/ 3114675 w 8572500"/>
              <a:gd name="csY37" fmla="*/ 466725 h 466725"/>
              <a:gd name="csX38" fmla="*/ 2724150 w 8572500"/>
              <a:gd name="csY38" fmla="*/ 466725 h 466725"/>
              <a:gd name="csX39" fmla="*/ 2333625 w 8572500"/>
              <a:gd name="csY39" fmla="*/ 466725 h 466725"/>
              <a:gd name="csX40" fmla="*/ 1952625 w 8572500"/>
              <a:gd name="csY40" fmla="*/ 466725 h 466725"/>
              <a:gd name="csX41" fmla="*/ 1562100 w 8572500"/>
              <a:gd name="csY41" fmla="*/ 466725 h 466725"/>
              <a:gd name="csX42" fmla="*/ 1171575 w 8572500"/>
              <a:gd name="csY42" fmla="*/ 466725 h 466725"/>
              <a:gd name="csX43" fmla="*/ 781050 w 8572500"/>
              <a:gd name="csY43" fmla="*/ 466725 h 466725"/>
              <a:gd name="csX44" fmla="*/ 390525 w 8572500"/>
              <a:gd name="csY44" fmla="*/ 466725 h 466725"/>
              <a:gd name="csX45" fmla="*/ 0 w 8572500"/>
              <a:gd name="csY45" fmla="*/ 466725 h 4667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466725">
                <a:moveTo>
                  <a:pt x="0" y="152400"/>
                </a:moveTo>
                <a:lnTo>
                  <a:pt x="390525" y="104775"/>
                </a:lnTo>
                <a:lnTo>
                  <a:pt x="781050" y="57150"/>
                </a:lnTo>
                <a:lnTo>
                  <a:pt x="1171575" y="28575"/>
                </a:lnTo>
                <a:lnTo>
                  <a:pt x="1562100" y="123825"/>
                </a:lnTo>
                <a:lnTo>
                  <a:pt x="1952625" y="133350"/>
                </a:lnTo>
                <a:lnTo>
                  <a:pt x="2333625" y="9525"/>
                </a:lnTo>
                <a:lnTo>
                  <a:pt x="2724150" y="57150"/>
                </a:lnTo>
                <a:lnTo>
                  <a:pt x="3114675" y="28575"/>
                </a:lnTo>
                <a:lnTo>
                  <a:pt x="3505200" y="171450"/>
                </a:lnTo>
                <a:lnTo>
                  <a:pt x="3895725" y="152400"/>
                </a:lnTo>
                <a:lnTo>
                  <a:pt x="4286250" y="161925"/>
                </a:lnTo>
                <a:lnTo>
                  <a:pt x="4676775" y="95250"/>
                </a:lnTo>
                <a:lnTo>
                  <a:pt x="5067300" y="171450"/>
                </a:lnTo>
                <a:lnTo>
                  <a:pt x="5457825" y="114300"/>
                </a:lnTo>
                <a:lnTo>
                  <a:pt x="5848350" y="95250"/>
                </a:lnTo>
                <a:lnTo>
                  <a:pt x="6238875" y="104775"/>
                </a:lnTo>
                <a:lnTo>
                  <a:pt x="6619875" y="152400"/>
                </a:lnTo>
                <a:lnTo>
                  <a:pt x="7010400" y="95250"/>
                </a:lnTo>
                <a:lnTo>
                  <a:pt x="7400925" y="28575"/>
                </a:lnTo>
                <a:lnTo>
                  <a:pt x="7791450" y="123825"/>
                </a:lnTo>
                <a:lnTo>
                  <a:pt x="8181975" y="0"/>
                </a:lnTo>
                <a:lnTo>
                  <a:pt x="8572500" y="85725"/>
                </a:lnTo>
                <a:lnTo>
                  <a:pt x="8572500" y="466725"/>
                </a:lnTo>
                <a:lnTo>
                  <a:pt x="8181975" y="466725"/>
                </a:lnTo>
                <a:lnTo>
                  <a:pt x="7791450" y="466725"/>
                </a:lnTo>
                <a:lnTo>
                  <a:pt x="7400925" y="466725"/>
                </a:lnTo>
                <a:lnTo>
                  <a:pt x="7010400" y="466725"/>
                </a:lnTo>
                <a:lnTo>
                  <a:pt x="6619875" y="466725"/>
                </a:lnTo>
                <a:lnTo>
                  <a:pt x="6238875" y="466725"/>
                </a:lnTo>
                <a:lnTo>
                  <a:pt x="5848350" y="466725"/>
                </a:lnTo>
                <a:lnTo>
                  <a:pt x="5457825" y="466725"/>
                </a:lnTo>
                <a:lnTo>
                  <a:pt x="5067300" y="466725"/>
                </a:lnTo>
                <a:lnTo>
                  <a:pt x="4676775" y="466725"/>
                </a:lnTo>
                <a:lnTo>
                  <a:pt x="4286250" y="466725"/>
                </a:lnTo>
                <a:lnTo>
                  <a:pt x="3895725" y="466725"/>
                </a:lnTo>
                <a:lnTo>
                  <a:pt x="3505200" y="466725"/>
                </a:lnTo>
                <a:lnTo>
                  <a:pt x="3114675" y="466725"/>
                </a:lnTo>
                <a:lnTo>
                  <a:pt x="2724150" y="466725"/>
                </a:lnTo>
                <a:lnTo>
                  <a:pt x="2333625" y="466725"/>
                </a:lnTo>
                <a:lnTo>
                  <a:pt x="1952625" y="466725"/>
                </a:lnTo>
                <a:lnTo>
                  <a:pt x="1562100" y="466725"/>
                </a:lnTo>
                <a:lnTo>
                  <a:pt x="1171575" y="466725"/>
                </a:lnTo>
                <a:lnTo>
                  <a:pt x="781050" y="466725"/>
                </a:lnTo>
                <a:lnTo>
                  <a:pt x="390525" y="466725"/>
                </a:lnTo>
                <a:lnTo>
                  <a:pt x="0" y="466725"/>
                </a:lnTo>
                <a:close/>
              </a:path>
            </a:pathLst>
          </a:custGeom>
          <a:solidFill>
            <a:schemeClr val="accent2"/>
          </a:solidFill>
          <a:ln w="9525" cap="flat">
            <a:noFill/>
            <a:prstDash val="solid"/>
            <a:miter/>
          </a:ln>
        </p:spPr>
        <p:txBody>
          <a:bodyPr/>
          <a:lstStyle/>
          <a:p>
            <a:endParaRPr lang="en-US"/>
          </a:p>
        </p:txBody>
      </p:sp>
      <p:cxnSp>
        <p:nvCxnSpPr>
          <p:cNvPr id="228" name="Straight Connector 227">
            <a:extLst>
              <a:ext uri="{FF2B5EF4-FFF2-40B4-BE49-F238E27FC236}">
                <a16:creationId xmlns:a16="http://schemas.microsoft.com/office/drawing/2014/main" id="{AE91BC95-DD43-B1FF-4C2E-72BDC35175DD}"/>
              </a:ext>
            </a:extLst>
          </p:cNvPr>
          <p:cNvCxnSpPr>
            <a:cxnSpLocks/>
          </p:cNvCxnSpPr>
          <p:nvPr/>
        </p:nvCxnSpPr>
        <p:spPr>
          <a:xfrm>
            <a:off x="1011494" y="1384300"/>
            <a:ext cx="1525229" cy="0"/>
          </a:xfrm>
          <a:prstGeom prst="line">
            <a:avLst/>
          </a:prstGeom>
        </p:spPr>
        <p:style>
          <a:lnRef idx="2">
            <a:schemeClr val="accent1"/>
          </a:lnRef>
          <a:fillRef idx="0">
            <a:schemeClr val="accent1"/>
          </a:fillRef>
          <a:effectRef idx="1">
            <a:schemeClr val="accent1"/>
          </a:effectRef>
          <a:fontRef idx="minor">
            <a:schemeClr val="tx1"/>
          </a:fontRef>
        </p:style>
      </p:cxnSp>
      <p:grpSp>
        <p:nvGrpSpPr>
          <p:cNvPr id="6" name="Group 5">
            <a:extLst>
              <a:ext uri="{FF2B5EF4-FFF2-40B4-BE49-F238E27FC236}">
                <a16:creationId xmlns:a16="http://schemas.microsoft.com/office/drawing/2014/main" id="{4A031282-1C87-3E7E-A16A-B2E2A5F123D2}"/>
              </a:ext>
            </a:extLst>
          </p:cNvPr>
          <p:cNvGrpSpPr/>
          <p:nvPr/>
        </p:nvGrpSpPr>
        <p:grpSpPr>
          <a:xfrm>
            <a:off x="-12192000" y="5698218"/>
            <a:ext cx="24384000" cy="1589314"/>
            <a:chOff x="0" y="5268686"/>
            <a:chExt cx="24384000" cy="1589314"/>
          </a:xfrm>
        </p:grpSpPr>
        <p:sp>
          <p:nvSpPr>
            <p:cNvPr id="7" name="Freeform: Shape 6">
              <a:extLst>
                <a:ext uri="{FF2B5EF4-FFF2-40B4-BE49-F238E27FC236}">
                  <a16:creationId xmlns:a16="http://schemas.microsoft.com/office/drawing/2014/main" id="{7721B0D8-834E-A33C-3F45-0681EE19BBBF}"/>
                </a:ext>
              </a:extLst>
            </p:cNvPr>
            <p:cNvSpPr/>
            <p:nvPr/>
          </p:nvSpPr>
          <p:spPr>
            <a:xfrm>
              <a:off x="0" y="5268686"/>
              <a:ext cx="12192000" cy="1589314"/>
            </a:xfrm>
            <a:custGeom>
              <a:avLst/>
              <a:gdLst>
                <a:gd name="csX0" fmla="*/ 0 w 8572500"/>
                <a:gd name="csY0" fmla="*/ 9525 h 990600"/>
                <a:gd name="csX1" fmla="*/ 390525 w 8572500"/>
                <a:gd name="csY1" fmla="*/ 38100 h 990600"/>
                <a:gd name="csX2" fmla="*/ 781050 w 8572500"/>
                <a:gd name="csY2" fmla="*/ 0 h 990600"/>
                <a:gd name="csX3" fmla="*/ 1171575 w 8572500"/>
                <a:gd name="csY3" fmla="*/ 28575 h 990600"/>
                <a:gd name="csX4" fmla="*/ 1562100 w 8572500"/>
                <a:gd name="csY4" fmla="*/ 9525 h 990600"/>
                <a:gd name="csX5" fmla="*/ 1952625 w 8572500"/>
                <a:gd name="csY5" fmla="*/ 38100 h 990600"/>
                <a:gd name="csX6" fmla="*/ 2333625 w 8572500"/>
                <a:gd name="csY6" fmla="*/ 19050 h 990600"/>
                <a:gd name="csX7" fmla="*/ 2724150 w 8572500"/>
                <a:gd name="csY7" fmla="*/ 104775 h 990600"/>
                <a:gd name="csX8" fmla="*/ 3114675 w 8572500"/>
                <a:gd name="csY8" fmla="*/ 114300 h 990600"/>
                <a:gd name="csX9" fmla="*/ 3505200 w 8572500"/>
                <a:gd name="csY9" fmla="*/ 190500 h 990600"/>
                <a:gd name="csX10" fmla="*/ 3895725 w 8572500"/>
                <a:gd name="csY10" fmla="*/ 47625 h 990600"/>
                <a:gd name="csX11" fmla="*/ 4286250 w 8572500"/>
                <a:gd name="csY11" fmla="*/ 190500 h 990600"/>
                <a:gd name="csX12" fmla="*/ 4676775 w 8572500"/>
                <a:gd name="csY12" fmla="*/ 190500 h 990600"/>
                <a:gd name="csX13" fmla="*/ 5067300 w 8572500"/>
                <a:gd name="csY13" fmla="*/ 66675 h 990600"/>
                <a:gd name="csX14" fmla="*/ 5457825 w 8572500"/>
                <a:gd name="csY14" fmla="*/ 85725 h 990600"/>
                <a:gd name="csX15" fmla="*/ 5848350 w 8572500"/>
                <a:gd name="csY15" fmla="*/ 47625 h 990600"/>
                <a:gd name="csX16" fmla="*/ 6238875 w 8572500"/>
                <a:gd name="csY16" fmla="*/ 28575 h 990600"/>
                <a:gd name="csX17" fmla="*/ 6619875 w 8572500"/>
                <a:gd name="csY17" fmla="*/ 180975 h 990600"/>
                <a:gd name="csX18" fmla="*/ 7010400 w 8572500"/>
                <a:gd name="csY18" fmla="*/ 114300 h 990600"/>
                <a:gd name="csX19" fmla="*/ 7400925 w 8572500"/>
                <a:gd name="csY19" fmla="*/ 180975 h 990600"/>
                <a:gd name="csX20" fmla="*/ 7791450 w 8572500"/>
                <a:gd name="csY20" fmla="*/ 38100 h 990600"/>
                <a:gd name="csX21" fmla="*/ 8181975 w 8572500"/>
                <a:gd name="csY21" fmla="*/ 171450 h 990600"/>
                <a:gd name="csX22" fmla="*/ 8572500 w 8572500"/>
                <a:gd name="csY22" fmla="*/ 171450 h 990600"/>
                <a:gd name="csX23" fmla="*/ 8572500 w 8572500"/>
                <a:gd name="csY23" fmla="*/ 990600 h 990600"/>
                <a:gd name="csX24" fmla="*/ 8181975 w 8572500"/>
                <a:gd name="csY24" fmla="*/ 990600 h 990600"/>
                <a:gd name="csX25" fmla="*/ 7791450 w 8572500"/>
                <a:gd name="csY25" fmla="*/ 990600 h 990600"/>
                <a:gd name="csX26" fmla="*/ 7400925 w 8572500"/>
                <a:gd name="csY26" fmla="*/ 990600 h 990600"/>
                <a:gd name="csX27" fmla="*/ 7010400 w 8572500"/>
                <a:gd name="csY27" fmla="*/ 990600 h 990600"/>
                <a:gd name="csX28" fmla="*/ 6619875 w 8572500"/>
                <a:gd name="csY28" fmla="*/ 990600 h 990600"/>
                <a:gd name="csX29" fmla="*/ 6238875 w 8572500"/>
                <a:gd name="csY29" fmla="*/ 990600 h 990600"/>
                <a:gd name="csX30" fmla="*/ 5848350 w 8572500"/>
                <a:gd name="csY30" fmla="*/ 990600 h 990600"/>
                <a:gd name="csX31" fmla="*/ 5457825 w 8572500"/>
                <a:gd name="csY31" fmla="*/ 990600 h 990600"/>
                <a:gd name="csX32" fmla="*/ 5067300 w 8572500"/>
                <a:gd name="csY32" fmla="*/ 990600 h 990600"/>
                <a:gd name="csX33" fmla="*/ 4676775 w 8572500"/>
                <a:gd name="csY33" fmla="*/ 990600 h 990600"/>
                <a:gd name="csX34" fmla="*/ 4286250 w 8572500"/>
                <a:gd name="csY34" fmla="*/ 990600 h 990600"/>
                <a:gd name="csX35" fmla="*/ 3895725 w 8572500"/>
                <a:gd name="csY35" fmla="*/ 990600 h 990600"/>
                <a:gd name="csX36" fmla="*/ 3505200 w 8572500"/>
                <a:gd name="csY36" fmla="*/ 990600 h 990600"/>
                <a:gd name="csX37" fmla="*/ 3114675 w 8572500"/>
                <a:gd name="csY37" fmla="*/ 990600 h 990600"/>
                <a:gd name="csX38" fmla="*/ 2724150 w 8572500"/>
                <a:gd name="csY38" fmla="*/ 990600 h 990600"/>
                <a:gd name="csX39" fmla="*/ 2333625 w 8572500"/>
                <a:gd name="csY39" fmla="*/ 990600 h 990600"/>
                <a:gd name="csX40" fmla="*/ 1952625 w 8572500"/>
                <a:gd name="csY40" fmla="*/ 990600 h 990600"/>
                <a:gd name="csX41" fmla="*/ 1562100 w 8572500"/>
                <a:gd name="csY41" fmla="*/ 990600 h 990600"/>
                <a:gd name="csX42" fmla="*/ 1171575 w 8572500"/>
                <a:gd name="csY42" fmla="*/ 990600 h 990600"/>
                <a:gd name="csX43" fmla="*/ 781050 w 8572500"/>
                <a:gd name="csY43" fmla="*/ 990600 h 990600"/>
                <a:gd name="csX44" fmla="*/ 390525 w 8572500"/>
                <a:gd name="csY44" fmla="*/ 990600 h 990600"/>
                <a:gd name="csX45" fmla="*/ 0 w 8572500"/>
                <a:gd name="csY45" fmla="*/ 990600 h 990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990600">
                  <a:moveTo>
                    <a:pt x="0" y="9525"/>
                  </a:moveTo>
                  <a:lnTo>
                    <a:pt x="390525" y="38100"/>
                  </a:lnTo>
                  <a:lnTo>
                    <a:pt x="781050" y="0"/>
                  </a:lnTo>
                  <a:lnTo>
                    <a:pt x="1171575" y="28575"/>
                  </a:lnTo>
                  <a:lnTo>
                    <a:pt x="1562100" y="9525"/>
                  </a:lnTo>
                  <a:lnTo>
                    <a:pt x="1952625" y="38100"/>
                  </a:lnTo>
                  <a:lnTo>
                    <a:pt x="2333625" y="19050"/>
                  </a:lnTo>
                  <a:lnTo>
                    <a:pt x="2724150" y="104775"/>
                  </a:lnTo>
                  <a:lnTo>
                    <a:pt x="3114675" y="114300"/>
                  </a:lnTo>
                  <a:lnTo>
                    <a:pt x="3505200" y="190500"/>
                  </a:lnTo>
                  <a:lnTo>
                    <a:pt x="3895725" y="47625"/>
                  </a:lnTo>
                  <a:lnTo>
                    <a:pt x="4286250" y="190500"/>
                  </a:lnTo>
                  <a:lnTo>
                    <a:pt x="4676775" y="190500"/>
                  </a:lnTo>
                  <a:lnTo>
                    <a:pt x="5067300" y="66675"/>
                  </a:lnTo>
                  <a:lnTo>
                    <a:pt x="5457825" y="85725"/>
                  </a:lnTo>
                  <a:lnTo>
                    <a:pt x="5848350" y="47625"/>
                  </a:lnTo>
                  <a:lnTo>
                    <a:pt x="6238875" y="28575"/>
                  </a:lnTo>
                  <a:lnTo>
                    <a:pt x="6619875" y="180975"/>
                  </a:lnTo>
                  <a:lnTo>
                    <a:pt x="7010400" y="114300"/>
                  </a:lnTo>
                  <a:lnTo>
                    <a:pt x="7400925" y="180975"/>
                  </a:lnTo>
                  <a:lnTo>
                    <a:pt x="7791450" y="38100"/>
                  </a:lnTo>
                  <a:lnTo>
                    <a:pt x="8181975" y="171450"/>
                  </a:lnTo>
                  <a:lnTo>
                    <a:pt x="8572500" y="171450"/>
                  </a:lnTo>
                  <a:lnTo>
                    <a:pt x="8572500" y="990600"/>
                  </a:lnTo>
                  <a:lnTo>
                    <a:pt x="8181975" y="990600"/>
                  </a:lnTo>
                  <a:lnTo>
                    <a:pt x="7791450" y="990600"/>
                  </a:lnTo>
                  <a:lnTo>
                    <a:pt x="7400925" y="990600"/>
                  </a:lnTo>
                  <a:lnTo>
                    <a:pt x="7010400" y="990600"/>
                  </a:lnTo>
                  <a:lnTo>
                    <a:pt x="6619875" y="990600"/>
                  </a:lnTo>
                  <a:lnTo>
                    <a:pt x="6238875" y="990600"/>
                  </a:lnTo>
                  <a:lnTo>
                    <a:pt x="5848350" y="990600"/>
                  </a:lnTo>
                  <a:lnTo>
                    <a:pt x="5457825" y="990600"/>
                  </a:lnTo>
                  <a:lnTo>
                    <a:pt x="5067300" y="990600"/>
                  </a:lnTo>
                  <a:lnTo>
                    <a:pt x="4676775" y="990600"/>
                  </a:lnTo>
                  <a:lnTo>
                    <a:pt x="4286250" y="990600"/>
                  </a:lnTo>
                  <a:lnTo>
                    <a:pt x="3895725" y="990600"/>
                  </a:lnTo>
                  <a:lnTo>
                    <a:pt x="3505200" y="990600"/>
                  </a:lnTo>
                  <a:lnTo>
                    <a:pt x="3114675" y="990600"/>
                  </a:lnTo>
                  <a:lnTo>
                    <a:pt x="2724150" y="990600"/>
                  </a:lnTo>
                  <a:lnTo>
                    <a:pt x="2333625" y="990600"/>
                  </a:lnTo>
                  <a:lnTo>
                    <a:pt x="1952625" y="990600"/>
                  </a:lnTo>
                  <a:lnTo>
                    <a:pt x="1562100" y="990600"/>
                  </a:lnTo>
                  <a:lnTo>
                    <a:pt x="1171575" y="990600"/>
                  </a:lnTo>
                  <a:lnTo>
                    <a:pt x="781050" y="990600"/>
                  </a:lnTo>
                  <a:lnTo>
                    <a:pt x="390525" y="990600"/>
                  </a:lnTo>
                  <a:lnTo>
                    <a:pt x="0" y="990600"/>
                  </a:lnTo>
                  <a:close/>
                </a:path>
              </a:pathLst>
            </a:custGeom>
            <a:solidFill>
              <a:schemeClr val="accent2">
                <a:lumMod val="20000"/>
                <a:lumOff val="80000"/>
              </a:schemeClr>
            </a:solidFill>
            <a:ln w="9525" cap="flat">
              <a:noFill/>
              <a:prstDash val="solid"/>
              <a:miter/>
            </a:ln>
          </p:spPr>
          <p:txBody>
            <a:bodyPr/>
            <a:lstStyle/>
            <a:p>
              <a:endParaRPr lang="en-US"/>
            </a:p>
          </p:txBody>
        </p:sp>
        <p:sp>
          <p:nvSpPr>
            <p:cNvPr id="8" name="Freeform: Shape 7">
              <a:extLst>
                <a:ext uri="{FF2B5EF4-FFF2-40B4-BE49-F238E27FC236}">
                  <a16:creationId xmlns:a16="http://schemas.microsoft.com/office/drawing/2014/main" id="{EB6BAA07-9A07-2893-BEF7-A574649AF7B4}"/>
                </a:ext>
              </a:extLst>
            </p:cNvPr>
            <p:cNvSpPr/>
            <p:nvPr/>
          </p:nvSpPr>
          <p:spPr>
            <a:xfrm>
              <a:off x="0" y="5543760"/>
              <a:ext cx="12192000" cy="1314240"/>
            </a:xfrm>
            <a:custGeom>
              <a:avLst/>
              <a:gdLst>
                <a:gd name="csX0" fmla="*/ 0 w 8572500"/>
                <a:gd name="csY0" fmla="*/ 38100 h 819150"/>
                <a:gd name="csX1" fmla="*/ 390525 w 8572500"/>
                <a:gd name="csY1" fmla="*/ 95250 h 819150"/>
                <a:gd name="csX2" fmla="*/ 781050 w 8572500"/>
                <a:gd name="csY2" fmla="*/ 66675 h 819150"/>
                <a:gd name="csX3" fmla="*/ 1171575 w 8572500"/>
                <a:gd name="csY3" fmla="*/ 19050 h 819150"/>
                <a:gd name="csX4" fmla="*/ 1562100 w 8572500"/>
                <a:gd name="csY4" fmla="*/ 142875 h 819150"/>
                <a:gd name="csX5" fmla="*/ 1952625 w 8572500"/>
                <a:gd name="csY5" fmla="*/ 161925 h 819150"/>
                <a:gd name="csX6" fmla="*/ 2333625 w 8572500"/>
                <a:gd name="csY6" fmla="*/ 47625 h 819150"/>
                <a:gd name="csX7" fmla="*/ 2724150 w 8572500"/>
                <a:gd name="csY7" fmla="*/ 123825 h 819150"/>
                <a:gd name="csX8" fmla="*/ 3114675 w 8572500"/>
                <a:gd name="csY8" fmla="*/ 95250 h 819150"/>
                <a:gd name="csX9" fmla="*/ 3505200 w 8572500"/>
                <a:gd name="csY9" fmla="*/ 190500 h 819150"/>
                <a:gd name="csX10" fmla="*/ 3895725 w 8572500"/>
                <a:gd name="csY10" fmla="*/ 142875 h 819150"/>
                <a:gd name="csX11" fmla="*/ 4286250 w 8572500"/>
                <a:gd name="csY11" fmla="*/ 28575 h 819150"/>
                <a:gd name="csX12" fmla="*/ 4676775 w 8572500"/>
                <a:gd name="csY12" fmla="*/ 190500 h 819150"/>
                <a:gd name="csX13" fmla="*/ 5067300 w 8572500"/>
                <a:gd name="csY13" fmla="*/ 142875 h 819150"/>
                <a:gd name="csX14" fmla="*/ 5457825 w 8572500"/>
                <a:gd name="csY14" fmla="*/ 0 h 819150"/>
                <a:gd name="csX15" fmla="*/ 5848350 w 8572500"/>
                <a:gd name="csY15" fmla="*/ 47625 h 819150"/>
                <a:gd name="csX16" fmla="*/ 6238875 w 8572500"/>
                <a:gd name="csY16" fmla="*/ 142875 h 819150"/>
                <a:gd name="csX17" fmla="*/ 6619875 w 8572500"/>
                <a:gd name="csY17" fmla="*/ 57150 h 819150"/>
                <a:gd name="csX18" fmla="*/ 7010400 w 8572500"/>
                <a:gd name="csY18" fmla="*/ 114300 h 819150"/>
                <a:gd name="csX19" fmla="*/ 7400925 w 8572500"/>
                <a:gd name="csY19" fmla="*/ 66675 h 819150"/>
                <a:gd name="csX20" fmla="*/ 7791450 w 8572500"/>
                <a:gd name="csY20" fmla="*/ 171450 h 819150"/>
                <a:gd name="csX21" fmla="*/ 8181975 w 8572500"/>
                <a:gd name="csY21" fmla="*/ 57150 h 819150"/>
                <a:gd name="csX22" fmla="*/ 8572500 w 8572500"/>
                <a:gd name="csY22" fmla="*/ 28575 h 819150"/>
                <a:gd name="csX23" fmla="*/ 8572500 w 8572500"/>
                <a:gd name="csY23" fmla="*/ 819150 h 819150"/>
                <a:gd name="csX24" fmla="*/ 8181975 w 8572500"/>
                <a:gd name="csY24" fmla="*/ 819150 h 819150"/>
                <a:gd name="csX25" fmla="*/ 7791450 w 8572500"/>
                <a:gd name="csY25" fmla="*/ 819150 h 819150"/>
                <a:gd name="csX26" fmla="*/ 7400925 w 8572500"/>
                <a:gd name="csY26" fmla="*/ 819150 h 819150"/>
                <a:gd name="csX27" fmla="*/ 7010400 w 8572500"/>
                <a:gd name="csY27" fmla="*/ 819150 h 819150"/>
                <a:gd name="csX28" fmla="*/ 6619875 w 8572500"/>
                <a:gd name="csY28" fmla="*/ 819150 h 819150"/>
                <a:gd name="csX29" fmla="*/ 6238875 w 8572500"/>
                <a:gd name="csY29" fmla="*/ 819150 h 819150"/>
                <a:gd name="csX30" fmla="*/ 5848350 w 8572500"/>
                <a:gd name="csY30" fmla="*/ 819150 h 819150"/>
                <a:gd name="csX31" fmla="*/ 5457825 w 8572500"/>
                <a:gd name="csY31" fmla="*/ 819150 h 819150"/>
                <a:gd name="csX32" fmla="*/ 5067300 w 8572500"/>
                <a:gd name="csY32" fmla="*/ 819150 h 819150"/>
                <a:gd name="csX33" fmla="*/ 4676775 w 8572500"/>
                <a:gd name="csY33" fmla="*/ 819150 h 819150"/>
                <a:gd name="csX34" fmla="*/ 4286250 w 8572500"/>
                <a:gd name="csY34" fmla="*/ 819150 h 819150"/>
                <a:gd name="csX35" fmla="*/ 3895725 w 8572500"/>
                <a:gd name="csY35" fmla="*/ 819150 h 819150"/>
                <a:gd name="csX36" fmla="*/ 3505200 w 8572500"/>
                <a:gd name="csY36" fmla="*/ 819150 h 819150"/>
                <a:gd name="csX37" fmla="*/ 3114675 w 8572500"/>
                <a:gd name="csY37" fmla="*/ 819150 h 819150"/>
                <a:gd name="csX38" fmla="*/ 2724150 w 8572500"/>
                <a:gd name="csY38" fmla="*/ 819150 h 819150"/>
                <a:gd name="csX39" fmla="*/ 2333625 w 8572500"/>
                <a:gd name="csY39" fmla="*/ 819150 h 819150"/>
                <a:gd name="csX40" fmla="*/ 1952625 w 8572500"/>
                <a:gd name="csY40" fmla="*/ 819150 h 819150"/>
                <a:gd name="csX41" fmla="*/ 1562100 w 8572500"/>
                <a:gd name="csY41" fmla="*/ 819150 h 819150"/>
                <a:gd name="csX42" fmla="*/ 1171575 w 8572500"/>
                <a:gd name="csY42" fmla="*/ 819150 h 819150"/>
                <a:gd name="csX43" fmla="*/ 781050 w 8572500"/>
                <a:gd name="csY43" fmla="*/ 819150 h 819150"/>
                <a:gd name="csX44" fmla="*/ 390525 w 8572500"/>
                <a:gd name="csY44" fmla="*/ 819150 h 819150"/>
                <a:gd name="csX45" fmla="*/ 0 w 8572500"/>
                <a:gd name="csY45" fmla="*/ 819150 h 8191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819150">
                  <a:moveTo>
                    <a:pt x="0" y="38100"/>
                  </a:moveTo>
                  <a:lnTo>
                    <a:pt x="390525" y="95250"/>
                  </a:lnTo>
                  <a:lnTo>
                    <a:pt x="781050" y="66675"/>
                  </a:lnTo>
                  <a:lnTo>
                    <a:pt x="1171575" y="19050"/>
                  </a:lnTo>
                  <a:lnTo>
                    <a:pt x="1562100" y="142875"/>
                  </a:lnTo>
                  <a:lnTo>
                    <a:pt x="1952625" y="161925"/>
                  </a:lnTo>
                  <a:lnTo>
                    <a:pt x="2333625" y="47625"/>
                  </a:lnTo>
                  <a:lnTo>
                    <a:pt x="2724150" y="123825"/>
                  </a:lnTo>
                  <a:lnTo>
                    <a:pt x="3114675" y="95250"/>
                  </a:lnTo>
                  <a:lnTo>
                    <a:pt x="3505200" y="190500"/>
                  </a:lnTo>
                  <a:lnTo>
                    <a:pt x="3895725" y="142875"/>
                  </a:lnTo>
                  <a:lnTo>
                    <a:pt x="4286250" y="28575"/>
                  </a:lnTo>
                  <a:lnTo>
                    <a:pt x="4676775" y="190500"/>
                  </a:lnTo>
                  <a:lnTo>
                    <a:pt x="5067300" y="142875"/>
                  </a:lnTo>
                  <a:lnTo>
                    <a:pt x="5457825" y="0"/>
                  </a:lnTo>
                  <a:lnTo>
                    <a:pt x="5848350" y="47625"/>
                  </a:lnTo>
                  <a:lnTo>
                    <a:pt x="6238875" y="142875"/>
                  </a:lnTo>
                  <a:lnTo>
                    <a:pt x="6619875" y="57150"/>
                  </a:lnTo>
                  <a:lnTo>
                    <a:pt x="7010400" y="114300"/>
                  </a:lnTo>
                  <a:lnTo>
                    <a:pt x="7400925" y="66675"/>
                  </a:lnTo>
                  <a:lnTo>
                    <a:pt x="7791450" y="171450"/>
                  </a:lnTo>
                  <a:lnTo>
                    <a:pt x="8181975" y="57150"/>
                  </a:lnTo>
                  <a:lnTo>
                    <a:pt x="8572500" y="28575"/>
                  </a:lnTo>
                  <a:lnTo>
                    <a:pt x="8572500" y="819150"/>
                  </a:lnTo>
                  <a:lnTo>
                    <a:pt x="8181975" y="819150"/>
                  </a:lnTo>
                  <a:lnTo>
                    <a:pt x="7791450" y="819150"/>
                  </a:lnTo>
                  <a:lnTo>
                    <a:pt x="7400925" y="819150"/>
                  </a:lnTo>
                  <a:lnTo>
                    <a:pt x="7010400" y="819150"/>
                  </a:lnTo>
                  <a:lnTo>
                    <a:pt x="6619875" y="819150"/>
                  </a:lnTo>
                  <a:lnTo>
                    <a:pt x="6238875" y="819150"/>
                  </a:lnTo>
                  <a:lnTo>
                    <a:pt x="5848350" y="819150"/>
                  </a:lnTo>
                  <a:lnTo>
                    <a:pt x="5457825" y="819150"/>
                  </a:lnTo>
                  <a:lnTo>
                    <a:pt x="5067300" y="819150"/>
                  </a:lnTo>
                  <a:lnTo>
                    <a:pt x="4676775" y="819150"/>
                  </a:lnTo>
                  <a:lnTo>
                    <a:pt x="4286250" y="819150"/>
                  </a:lnTo>
                  <a:lnTo>
                    <a:pt x="3895725" y="819150"/>
                  </a:lnTo>
                  <a:lnTo>
                    <a:pt x="3505200" y="819150"/>
                  </a:lnTo>
                  <a:lnTo>
                    <a:pt x="3114675" y="819150"/>
                  </a:lnTo>
                  <a:lnTo>
                    <a:pt x="2724150" y="819150"/>
                  </a:lnTo>
                  <a:lnTo>
                    <a:pt x="2333625" y="819150"/>
                  </a:lnTo>
                  <a:lnTo>
                    <a:pt x="1952625" y="819150"/>
                  </a:lnTo>
                  <a:lnTo>
                    <a:pt x="1562100" y="819150"/>
                  </a:lnTo>
                  <a:lnTo>
                    <a:pt x="1171575" y="819150"/>
                  </a:lnTo>
                  <a:lnTo>
                    <a:pt x="781050" y="819150"/>
                  </a:lnTo>
                  <a:lnTo>
                    <a:pt x="390525" y="819150"/>
                  </a:lnTo>
                  <a:lnTo>
                    <a:pt x="0" y="819150"/>
                  </a:lnTo>
                  <a:close/>
                </a:path>
              </a:pathLst>
            </a:custGeom>
            <a:solidFill>
              <a:schemeClr val="accent2">
                <a:lumMod val="40000"/>
                <a:lumOff val="60000"/>
              </a:schemeClr>
            </a:solidFill>
            <a:ln w="9525" cap="flat">
              <a:noFill/>
              <a:prstDash val="solid"/>
              <a:miter/>
            </a:ln>
          </p:spPr>
          <p:txBody>
            <a:bodyPr/>
            <a:lstStyle/>
            <a:p>
              <a:endParaRPr lang="en-US"/>
            </a:p>
          </p:txBody>
        </p:sp>
        <p:sp>
          <p:nvSpPr>
            <p:cNvPr id="9" name="Freeform: Shape 8">
              <a:extLst>
                <a:ext uri="{FF2B5EF4-FFF2-40B4-BE49-F238E27FC236}">
                  <a16:creationId xmlns:a16="http://schemas.microsoft.com/office/drawing/2014/main" id="{95D3F38F-9DAD-26B3-D0CD-35C4417688B1}"/>
                </a:ext>
              </a:extLst>
            </p:cNvPr>
            <p:cNvSpPr/>
            <p:nvPr/>
          </p:nvSpPr>
          <p:spPr>
            <a:xfrm>
              <a:off x="0" y="5834115"/>
              <a:ext cx="12192000" cy="1023885"/>
            </a:xfrm>
            <a:custGeom>
              <a:avLst/>
              <a:gdLst>
                <a:gd name="csX0" fmla="*/ 0 w 8572500"/>
                <a:gd name="csY0" fmla="*/ 76200 h 638175"/>
                <a:gd name="csX1" fmla="*/ 390525 w 8572500"/>
                <a:gd name="csY1" fmla="*/ 9525 h 638175"/>
                <a:gd name="csX2" fmla="*/ 781050 w 8572500"/>
                <a:gd name="csY2" fmla="*/ 123825 h 638175"/>
                <a:gd name="csX3" fmla="*/ 1171575 w 8572500"/>
                <a:gd name="csY3" fmla="*/ 142875 h 638175"/>
                <a:gd name="csX4" fmla="*/ 1562100 w 8572500"/>
                <a:gd name="csY4" fmla="*/ 76200 h 638175"/>
                <a:gd name="csX5" fmla="*/ 1952625 w 8572500"/>
                <a:gd name="csY5" fmla="*/ 76200 h 638175"/>
                <a:gd name="csX6" fmla="*/ 2333625 w 8572500"/>
                <a:gd name="csY6" fmla="*/ 171450 h 638175"/>
                <a:gd name="csX7" fmla="*/ 2724150 w 8572500"/>
                <a:gd name="csY7" fmla="*/ 76200 h 638175"/>
                <a:gd name="csX8" fmla="*/ 3114675 w 8572500"/>
                <a:gd name="csY8" fmla="*/ 123825 h 638175"/>
                <a:gd name="csX9" fmla="*/ 3505200 w 8572500"/>
                <a:gd name="csY9" fmla="*/ 142875 h 638175"/>
                <a:gd name="csX10" fmla="*/ 3895725 w 8572500"/>
                <a:gd name="csY10" fmla="*/ 19050 h 638175"/>
                <a:gd name="csX11" fmla="*/ 4286250 w 8572500"/>
                <a:gd name="csY11" fmla="*/ 123825 h 638175"/>
                <a:gd name="csX12" fmla="*/ 4676775 w 8572500"/>
                <a:gd name="csY12" fmla="*/ 142875 h 638175"/>
                <a:gd name="csX13" fmla="*/ 5067300 w 8572500"/>
                <a:gd name="csY13" fmla="*/ 152400 h 638175"/>
                <a:gd name="csX14" fmla="*/ 5457825 w 8572500"/>
                <a:gd name="csY14" fmla="*/ 133350 h 638175"/>
                <a:gd name="csX15" fmla="*/ 5848350 w 8572500"/>
                <a:gd name="csY15" fmla="*/ 0 h 638175"/>
                <a:gd name="csX16" fmla="*/ 6238875 w 8572500"/>
                <a:gd name="csY16" fmla="*/ 66675 h 638175"/>
                <a:gd name="csX17" fmla="*/ 6619875 w 8572500"/>
                <a:gd name="csY17" fmla="*/ 28575 h 638175"/>
                <a:gd name="csX18" fmla="*/ 7010400 w 8572500"/>
                <a:gd name="csY18" fmla="*/ 28575 h 638175"/>
                <a:gd name="csX19" fmla="*/ 7400925 w 8572500"/>
                <a:gd name="csY19" fmla="*/ 47625 h 638175"/>
                <a:gd name="csX20" fmla="*/ 7791450 w 8572500"/>
                <a:gd name="csY20" fmla="*/ 161925 h 638175"/>
                <a:gd name="csX21" fmla="*/ 8181975 w 8572500"/>
                <a:gd name="csY21" fmla="*/ 47625 h 638175"/>
                <a:gd name="csX22" fmla="*/ 8572500 w 8572500"/>
                <a:gd name="csY22" fmla="*/ 47625 h 638175"/>
                <a:gd name="csX23" fmla="*/ 8572500 w 8572500"/>
                <a:gd name="csY23" fmla="*/ 638175 h 638175"/>
                <a:gd name="csX24" fmla="*/ 8181975 w 8572500"/>
                <a:gd name="csY24" fmla="*/ 638175 h 638175"/>
                <a:gd name="csX25" fmla="*/ 7791450 w 8572500"/>
                <a:gd name="csY25" fmla="*/ 638175 h 638175"/>
                <a:gd name="csX26" fmla="*/ 7400925 w 8572500"/>
                <a:gd name="csY26" fmla="*/ 638175 h 638175"/>
                <a:gd name="csX27" fmla="*/ 7010400 w 8572500"/>
                <a:gd name="csY27" fmla="*/ 638175 h 638175"/>
                <a:gd name="csX28" fmla="*/ 6619875 w 8572500"/>
                <a:gd name="csY28" fmla="*/ 638175 h 638175"/>
                <a:gd name="csX29" fmla="*/ 6238875 w 8572500"/>
                <a:gd name="csY29" fmla="*/ 638175 h 638175"/>
                <a:gd name="csX30" fmla="*/ 5848350 w 8572500"/>
                <a:gd name="csY30" fmla="*/ 638175 h 638175"/>
                <a:gd name="csX31" fmla="*/ 5457825 w 8572500"/>
                <a:gd name="csY31" fmla="*/ 638175 h 638175"/>
                <a:gd name="csX32" fmla="*/ 5067300 w 8572500"/>
                <a:gd name="csY32" fmla="*/ 638175 h 638175"/>
                <a:gd name="csX33" fmla="*/ 4676775 w 8572500"/>
                <a:gd name="csY33" fmla="*/ 638175 h 638175"/>
                <a:gd name="csX34" fmla="*/ 4286250 w 8572500"/>
                <a:gd name="csY34" fmla="*/ 638175 h 638175"/>
                <a:gd name="csX35" fmla="*/ 3895725 w 8572500"/>
                <a:gd name="csY35" fmla="*/ 638175 h 638175"/>
                <a:gd name="csX36" fmla="*/ 3505200 w 8572500"/>
                <a:gd name="csY36" fmla="*/ 638175 h 638175"/>
                <a:gd name="csX37" fmla="*/ 3114675 w 8572500"/>
                <a:gd name="csY37" fmla="*/ 638175 h 638175"/>
                <a:gd name="csX38" fmla="*/ 2724150 w 8572500"/>
                <a:gd name="csY38" fmla="*/ 638175 h 638175"/>
                <a:gd name="csX39" fmla="*/ 2333625 w 8572500"/>
                <a:gd name="csY39" fmla="*/ 638175 h 638175"/>
                <a:gd name="csX40" fmla="*/ 1952625 w 8572500"/>
                <a:gd name="csY40" fmla="*/ 638175 h 638175"/>
                <a:gd name="csX41" fmla="*/ 1562100 w 8572500"/>
                <a:gd name="csY41" fmla="*/ 638175 h 638175"/>
                <a:gd name="csX42" fmla="*/ 1171575 w 8572500"/>
                <a:gd name="csY42" fmla="*/ 638175 h 638175"/>
                <a:gd name="csX43" fmla="*/ 781050 w 8572500"/>
                <a:gd name="csY43" fmla="*/ 638175 h 638175"/>
                <a:gd name="csX44" fmla="*/ 390525 w 8572500"/>
                <a:gd name="csY44" fmla="*/ 638175 h 638175"/>
                <a:gd name="csX45" fmla="*/ 0 w 8572500"/>
                <a:gd name="csY45" fmla="*/ 638175 h 6381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638175">
                  <a:moveTo>
                    <a:pt x="0" y="76200"/>
                  </a:moveTo>
                  <a:lnTo>
                    <a:pt x="390525" y="9525"/>
                  </a:lnTo>
                  <a:lnTo>
                    <a:pt x="781050" y="123825"/>
                  </a:lnTo>
                  <a:lnTo>
                    <a:pt x="1171575" y="142875"/>
                  </a:lnTo>
                  <a:lnTo>
                    <a:pt x="1562100" y="76200"/>
                  </a:lnTo>
                  <a:lnTo>
                    <a:pt x="1952625" y="76200"/>
                  </a:lnTo>
                  <a:lnTo>
                    <a:pt x="2333625" y="171450"/>
                  </a:lnTo>
                  <a:lnTo>
                    <a:pt x="2724150" y="76200"/>
                  </a:lnTo>
                  <a:lnTo>
                    <a:pt x="3114675" y="123825"/>
                  </a:lnTo>
                  <a:lnTo>
                    <a:pt x="3505200" y="142875"/>
                  </a:lnTo>
                  <a:lnTo>
                    <a:pt x="3895725" y="19050"/>
                  </a:lnTo>
                  <a:lnTo>
                    <a:pt x="4286250" y="123825"/>
                  </a:lnTo>
                  <a:lnTo>
                    <a:pt x="4676775" y="142875"/>
                  </a:lnTo>
                  <a:lnTo>
                    <a:pt x="5067300" y="152400"/>
                  </a:lnTo>
                  <a:lnTo>
                    <a:pt x="5457825" y="133350"/>
                  </a:lnTo>
                  <a:lnTo>
                    <a:pt x="5848350" y="0"/>
                  </a:lnTo>
                  <a:lnTo>
                    <a:pt x="6238875" y="66675"/>
                  </a:lnTo>
                  <a:lnTo>
                    <a:pt x="6619875" y="28575"/>
                  </a:lnTo>
                  <a:lnTo>
                    <a:pt x="7010400" y="28575"/>
                  </a:lnTo>
                  <a:lnTo>
                    <a:pt x="7400925" y="47625"/>
                  </a:lnTo>
                  <a:lnTo>
                    <a:pt x="7791450" y="161925"/>
                  </a:lnTo>
                  <a:lnTo>
                    <a:pt x="8181975" y="47625"/>
                  </a:lnTo>
                  <a:lnTo>
                    <a:pt x="8572500" y="47625"/>
                  </a:lnTo>
                  <a:lnTo>
                    <a:pt x="8572500" y="638175"/>
                  </a:lnTo>
                  <a:lnTo>
                    <a:pt x="8181975" y="638175"/>
                  </a:lnTo>
                  <a:lnTo>
                    <a:pt x="7791450" y="638175"/>
                  </a:lnTo>
                  <a:lnTo>
                    <a:pt x="7400925" y="638175"/>
                  </a:lnTo>
                  <a:lnTo>
                    <a:pt x="7010400" y="638175"/>
                  </a:lnTo>
                  <a:lnTo>
                    <a:pt x="6619875" y="638175"/>
                  </a:lnTo>
                  <a:lnTo>
                    <a:pt x="6238875" y="638175"/>
                  </a:lnTo>
                  <a:lnTo>
                    <a:pt x="5848350" y="638175"/>
                  </a:lnTo>
                  <a:lnTo>
                    <a:pt x="5457825" y="638175"/>
                  </a:lnTo>
                  <a:lnTo>
                    <a:pt x="5067300" y="638175"/>
                  </a:lnTo>
                  <a:lnTo>
                    <a:pt x="4676775" y="638175"/>
                  </a:lnTo>
                  <a:lnTo>
                    <a:pt x="4286250" y="638175"/>
                  </a:lnTo>
                  <a:lnTo>
                    <a:pt x="3895725" y="638175"/>
                  </a:lnTo>
                  <a:lnTo>
                    <a:pt x="3505200" y="638175"/>
                  </a:lnTo>
                  <a:lnTo>
                    <a:pt x="3114675" y="638175"/>
                  </a:lnTo>
                  <a:lnTo>
                    <a:pt x="2724150" y="638175"/>
                  </a:lnTo>
                  <a:lnTo>
                    <a:pt x="2333625" y="638175"/>
                  </a:lnTo>
                  <a:lnTo>
                    <a:pt x="1952625" y="638175"/>
                  </a:lnTo>
                  <a:lnTo>
                    <a:pt x="1562100" y="638175"/>
                  </a:lnTo>
                  <a:lnTo>
                    <a:pt x="1171575" y="638175"/>
                  </a:lnTo>
                  <a:lnTo>
                    <a:pt x="781050" y="638175"/>
                  </a:lnTo>
                  <a:lnTo>
                    <a:pt x="390525" y="638175"/>
                  </a:lnTo>
                  <a:lnTo>
                    <a:pt x="0" y="638175"/>
                  </a:lnTo>
                  <a:close/>
                </a:path>
              </a:pathLst>
            </a:custGeom>
            <a:solidFill>
              <a:schemeClr val="accent2">
                <a:lumMod val="60000"/>
                <a:lumOff val="40000"/>
              </a:schemeClr>
            </a:solidFill>
            <a:ln w="9525" cap="flat">
              <a:noFill/>
              <a:prstDash val="solid"/>
              <a:miter/>
            </a:ln>
          </p:spPr>
          <p:txBody>
            <a:bodyPr/>
            <a:lstStyle/>
            <a:p>
              <a:endParaRPr lang="en-US"/>
            </a:p>
          </p:txBody>
        </p:sp>
        <p:sp>
          <p:nvSpPr>
            <p:cNvPr id="10" name="Freeform: Shape 9">
              <a:extLst>
                <a:ext uri="{FF2B5EF4-FFF2-40B4-BE49-F238E27FC236}">
                  <a16:creationId xmlns:a16="http://schemas.microsoft.com/office/drawing/2014/main" id="{256E1D12-B7EF-9811-B556-B61A5649F700}"/>
                </a:ext>
              </a:extLst>
            </p:cNvPr>
            <p:cNvSpPr/>
            <p:nvPr/>
          </p:nvSpPr>
          <p:spPr>
            <a:xfrm>
              <a:off x="0" y="6109189"/>
              <a:ext cx="12192000" cy="748811"/>
            </a:xfrm>
            <a:custGeom>
              <a:avLst/>
              <a:gdLst>
                <a:gd name="csX0" fmla="*/ 0 w 8572500"/>
                <a:gd name="csY0" fmla="*/ 152400 h 466725"/>
                <a:gd name="csX1" fmla="*/ 390525 w 8572500"/>
                <a:gd name="csY1" fmla="*/ 104775 h 466725"/>
                <a:gd name="csX2" fmla="*/ 781050 w 8572500"/>
                <a:gd name="csY2" fmla="*/ 57150 h 466725"/>
                <a:gd name="csX3" fmla="*/ 1171575 w 8572500"/>
                <a:gd name="csY3" fmla="*/ 28575 h 466725"/>
                <a:gd name="csX4" fmla="*/ 1562100 w 8572500"/>
                <a:gd name="csY4" fmla="*/ 123825 h 466725"/>
                <a:gd name="csX5" fmla="*/ 1952625 w 8572500"/>
                <a:gd name="csY5" fmla="*/ 133350 h 466725"/>
                <a:gd name="csX6" fmla="*/ 2333625 w 8572500"/>
                <a:gd name="csY6" fmla="*/ 9525 h 466725"/>
                <a:gd name="csX7" fmla="*/ 2724150 w 8572500"/>
                <a:gd name="csY7" fmla="*/ 57150 h 466725"/>
                <a:gd name="csX8" fmla="*/ 3114675 w 8572500"/>
                <a:gd name="csY8" fmla="*/ 28575 h 466725"/>
                <a:gd name="csX9" fmla="*/ 3505200 w 8572500"/>
                <a:gd name="csY9" fmla="*/ 171450 h 466725"/>
                <a:gd name="csX10" fmla="*/ 3895725 w 8572500"/>
                <a:gd name="csY10" fmla="*/ 152400 h 466725"/>
                <a:gd name="csX11" fmla="*/ 4286250 w 8572500"/>
                <a:gd name="csY11" fmla="*/ 161925 h 466725"/>
                <a:gd name="csX12" fmla="*/ 4676775 w 8572500"/>
                <a:gd name="csY12" fmla="*/ 95250 h 466725"/>
                <a:gd name="csX13" fmla="*/ 5067300 w 8572500"/>
                <a:gd name="csY13" fmla="*/ 171450 h 466725"/>
                <a:gd name="csX14" fmla="*/ 5457825 w 8572500"/>
                <a:gd name="csY14" fmla="*/ 114300 h 466725"/>
                <a:gd name="csX15" fmla="*/ 5848350 w 8572500"/>
                <a:gd name="csY15" fmla="*/ 95250 h 466725"/>
                <a:gd name="csX16" fmla="*/ 6238875 w 8572500"/>
                <a:gd name="csY16" fmla="*/ 104775 h 466725"/>
                <a:gd name="csX17" fmla="*/ 6619875 w 8572500"/>
                <a:gd name="csY17" fmla="*/ 152400 h 466725"/>
                <a:gd name="csX18" fmla="*/ 7010400 w 8572500"/>
                <a:gd name="csY18" fmla="*/ 95250 h 466725"/>
                <a:gd name="csX19" fmla="*/ 7400925 w 8572500"/>
                <a:gd name="csY19" fmla="*/ 28575 h 466725"/>
                <a:gd name="csX20" fmla="*/ 7791450 w 8572500"/>
                <a:gd name="csY20" fmla="*/ 123825 h 466725"/>
                <a:gd name="csX21" fmla="*/ 8181975 w 8572500"/>
                <a:gd name="csY21" fmla="*/ 0 h 466725"/>
                <a:gd name="csX22" fmla="*/ 8572500 w 8572500"/>
                <a:gd name="csY22" fmla="*/ 85725 h 466725"/>
                <a:gd name="csX23" fmla="*/ 8572500 w 8572500"/>
                <a:gd name="csY23" fmla="*/ 466725 h 466725"/>
                <a:gd name="csX24" fmla="*/ 8181975 w 8572500"/>
                <a:gd name="csY24" fmla="*/ 466725 h 466725"/>
                <a:gd name="csX25" fmla="*/ 7791450 w 8572500"/>
                <a:gd name="csY25" fmla="*/ 466725 h 466725"/>
                <a:gd name="csX26" fmla="*/ 7400925 w 8572500"/>
                <a:gd name="csY26" fmla="*/ 466725 h 466725"/>
                <a:gd name="csX27" fmla="*/ 7010400 w 8572500"/>
                <a:gd name="csY27" fmla="*/ 466725 h 466725"/>
                <a:gd name="csX28" fmla="*/ 6619875 w 8572500"/>
                <a:gd name="csY28" fmla="*/ 466725 h 466725"/>
                <a:gd name="csX29" fmla="*/ 6238875 w 8572500"/>
                <a:gd name="csY29" fmla="*/ 466725 h 466725"/>
                <a:gd name="csX30" fmla="*/ 5848350 w 8572500"/>
                <a:gd name="csY30" fmla="*/ 466725 h 466725"/>
                <a:gd name="csX31" fmla="*/ 5457825 w 8572500"/>
                <a:gd name="csY31" fmla="*/ 466725 h 466725"/>
                <a:gd name="csX32" fmla="*/ 5067300 w 8572500"/>
                <a:gd name="csY32" fmla="*/ 466725 h 466725"/>
                <a:gd name="csX33" fmla="*/ 4676775 w 8572500"/>
                <a:gd name="csY33" fmla="*/ 466725 h 466725"/>
                <a:gd name="csX34" fmla="*/ 4286250 w 8572500"/>
                <a:gd name="csY34" fmla="*/ 466725 h 466725"/>
                <a:gd name="csX35" fmla="*/ 3895725 w 8572500"/>
                <a:gd name="csY35" fmla="*/ 466725 h 466725"/>
                <a:gd name="csX36" fmla="*/ 3505200 w 8572500"/>
                <a:gd name="csY36" fmla="*/ 466725 h 466725"/>
                <a:gd name="csX37" fmla="*/ 3114675 w 8572500"/>
                <a:gd name="csY37" fmla="*/ 466725 h 466725"/>
                <a:gd name="csX38" fmla="*/ 2724150 w 8572500"/>
                <a:gd name="csY38" fmla="*/ 466725 h 466725"/>
                <a:gd name="csX39" fmla="*/ 2333625 w 8572500"/>
                <a:gd name="csY39" fmla="*/ 466725 h 466725"/>
                <a:gd name="csX40" fmla="*/ 1952625 w 8572500"/>
                <a:gd name="csY40" fmla="*/ 466725 h 466725"/>
                <a:gd name="csX41" fmla="*/ 1562100 w 8572500"/>
                <a:gd name="csY41" fmla="*/ 466725 h 466725"/>
                <a:gd name="csX42" fmla="*/ 1171575 w 8572500"/>
                <a:gd name="csY42" fmla="*/ 466725 h 466725"/>
                <a:gd name="csX43" fmla="*/ 781050 w 8572500"/>
                <a:gd name="csY43" fmla="*/ 466725 h 466725"/>
                <a:gd name="csX44" fmla="*/ 390525 w 8572500"/>
                <a:gd name="csY44" fmla="*/ 466725 h 466725"/>
                <a:gd name="csX45" fmla="*/ 0 w 8572500"/>
                <a:gd name="csY45" fmla="*/ 466725 h 4667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466725">
                  <a:moveTo>
                    <a:pt x="0" y="152400"/>
                  </a:moveTo>
                  <a:lnTo>
                    <a:pt x="390525" y="104775"/>
                  </a:lnTo>
                  <a:lnTo>
                    <a:pt x="781050" y="57150"/>
                  </a:lnTo>
                  <a:lnTo>
                    <a:pt x="1171575" y="28575"/>
                  </a:lnTo>
                  <a:lnTo>
                    <a:pt x="1562100" y="123825"/>
                  </a:lnTo>
                  <a:lnTo>
                    <a:pt x="1952625" y="133350"/>
                  </a:lnTo>
                  <a:lnTo>
                    <a:pt x="2333625" y="9525"/>
                  </a:lnTo>
                  <a:lnTo>
                    <a:pt x="2724150" y="57150"/>
                  </a:lnTo>
                  <a:lnTo>
                    <a:pt x="3114675" y="28575"/>
                  </a:lnTo>
                  <a:lnTo>
                    <a:pt x="3505200" y="171450"/>
                  </a:lnTo>
                  <a:lnTo>
                    <a:pt x="3895725" y="152400"/>
                  </a:lnTo>
                  <a:lnTo>
                    <a:pt x="4286250" y="161925"/>
                  </a:lnTo>
                  <a:lnTo>
                    <a:pt x="4676775" y="95250"/>
                  </a:lnTo>
                  <a:lnTo>
                    <a:pt x="5067300" y="171450"/>
                  </a:lnTo>
                  <a:lnTo>
                    <a:pt x="5457825" y="114300"/>
                  </a:lnTo>
                  <a:lnTo>
                    <a:pt x="5848350" y="95250"/>
                  </a:lnTo>
                  <a:lnTo>
                    <a:pt x="6238875" y="104775"/>
                  </a:lnTo>
                  <a:lnTo>
                    <a:pt x="6619875" y="152400"/>
                  </a:lnTo>
                  <a:lnTo>
                    <a:pt x="7010400" y="95250"/>
                  </a:lnTo>
                  <a:lnTo>
                    <a:pt x="7400925" y="28575"/>
                  </a:lnTo>
                  <a:lnTo>
                    <a:pt x="7791450" y="123825"/>
                  </a:lnTo>
                  <a:lnTo>
                    <a:pt x="8181975" y="0"/>
                  </a:lnTo>
                  <a:lnTo>
                    <a:pt x="8572500" y="85725"/>
                  </a:lnTo>
                  <a:lnTo>
                    <a:pt x="8572500" y="466725"/>
                  </a:lnTo>
                  <a:lnTo>
                    <a:pt x="8181975" y="466725"/>
                  </a:lnTo>
                  <a:lnTo>
                    <a:pt x="7791450" y="466725"/>
                  </a:lnTo>
                  <a:lnTo>
                    <a:pt x="7400925" y="466725"/>
                  </a:lnTo>
                  <a:lnTo>
                    <a:pt x="7010400" y="466725"/>
                  </a:lnTo>
                  <a:lnTo>
                    <a:pt x="6619875" y="466725"/>
                  </a:lnTo>
                  <a:lnTo>
                    <a:pt x="6238875" y="466725"/>
                  </a:lnTo>
                  <a:lnTo>
                    <a:pt x="5848350" y="466725"/>
                  </a:lnTo>
                  <a:lnTo>
                    <a:pt x="5457825" y="466725"/>
                  </a:lnTo>
                  <a:lnTo>
                    <a:pt x="5067300" y="466725"/>
                  </a:lnTo>
                  <a:lnTo>
                    <a:pt x="4676775" y="466725"/>
                  </a:lnTo>
                  <a:lnTo>
                    <a:pt x="4286250" y="466725"/>
                  </a:lnTo>
                  <a:lnTo>
                    <a:pt x="3895725" y="466725"/>
                  </a:lnTo>
                  <a:lnTo>
                    <a:pt x="3505200" y="466725"/>
                  </a:lnTo>
                  <a:lnTo>
                    <a:pt x="3114675" y="466725"/>
                  </a:lnTo>
                  <a:lnTo>
                    <a:pt x="2724150" y="466725"/>
                  </a:lnTo>
                  <a:lnTo>
                    <a:pt x="2333625" y="466725"/>
                  </a:lnTo>
                  <a:lnTo>
                    <a:pt x="1952625" y="466725"/>
                  </a:lnTo>
                  <a:lnTo>
                    <a:pt x="1562100" y="466725"/>
                  </a:lnTo>
                  <a:lnTo>
                    <a:pt x="1171575" y="466725"/>
                  </a:lnTo>
                  <a:lnTo>
                    <a:pt x="781050" y="466725"/>
                  </a:lnTo>
                  <a:lnTo>
                    <a:pt x="390525" y="466725"/>
                  </a:lnTo>
                  <a:lnTo>
                    <a:pt x="0" y="466725"/>
                  </a:lnTo>
                  <a:close/>
                </a:path>
              </a:pathLst>
            </a:custGeom>
            <a:solidFill>
              <a:schemeClr val="accent2"/>
            </a:solidFill>
            <a:ln w="9525" cap="flat">
              <a:noFill/>
              <a:prstDash val="solid"/>
              <a:miter/>
            </a:ln>
          </p:spPr>
          <p:txBody>
            <a:bodyPr/>
            <a:lstStyle/>
            <a:p>
              <a:endParaRPr lang="en-US"/>
            </a:p>
          </p:txBody>
        </p:sp>
        <p:sp>
          <p:nvSpPr>
            <p:cNvPr id="11" name="Freeform: Shape 10">
              <a:extLst>
                <a:ext uri="{FF2B5EF4-FFF2-40B4-BE49-F238E27FC236}">
                  <a16:creationId xmlns:a16="http://schemas.microsoft.com/office/drawing/2014/main" id="{7C003A28-F775-314D-A6AE-FCB96CDBB49D}"/>
                </a:ext>
              </a:extLst>
            </p:cNvPr>
            <p:cNvSpPr/>
            <p:nvPr/>
          </p:nvSpPr>
          <p:spPr>
            <a:xfrm>
              <a:off x="0" y="6399544"/>
              <a:ext cx="12192000" cy="458456"/>
            </a:xfrm>
            <a:custGeom>
              <a:avLst/>
              <a:gdLst>
                <a:gd name="csX0" fmla="*/ 0 w 8572500"/>
                <a:gd name="csY0" fmla="*/ 142875 h 285750"/>
                <a:gd name="csX1" fmla="*/ 390525 w 8572500"/>
                <a:gd name="csY1" fmla="*/ 38100 h 285750"/>
                <a:gd name="csX2" fmla="*/ 781050 w 8572500"/>
                <a:gd name="csY2" fmla="*/ 123825 h 285750"/>
                <a:gd name="csX3" fmla="*/ 1171575 w 8572500"/>
                <a:gd name="csY3" fmla="*/ 114300 h 285750"/>
                <a:gd name="csX4" fmla="*/ 1562100 w 8572500"/>
                <a:gd name="csY4" fmla="*/ 66675 h 285750"/>
                <a:gd name="csX5" fmla="*/ 1952625 w 8572500"/>
                <a:gd name="csY5" fmla="*/ 57150 h 285750"/>
                <a:gd name="csX6" fmla="*/ 2333625 w 8572500"/>
                <a:gd name="csY6" fmla="*/ 57150 h 285750"/>
                <a:gd name="csX7" fmla="*/ 2724150 w 8572500"/>
                <a:gd name="csY7" fmla="*/ 152400 h 285750"/>
                <a:gd name="csX8" fmla="*/ 3114675 w 8572500"/>
                <a:gd name="csY8" fmla="*/ 19050 h 285750"/>
                <a:gd name="csX9" fmla="*/ 3505200 w 8572500"/>
                <a:gd name="csY9" fmla="*/ 66675 h 285750"/>
                <a:gd name="csX10" fmla="*/ 3895725 w 8572500"/>
                <a:gd name="csY10" fmla="*/ 114300 h 285750"/>
                <a:gd name="csX11" fmla="*/ 4286250 w 8572500"/>
                <a:gd name="csY11" fmla="*/ 133350 h 285750"/>
                <a:gd name="csX12" fmla="*/ 4676775 w 8572500"/>
                <a:gd name="csY12" fmla="*/ 28575 h 285750"/>
                <a:gd name="csX13" fmla="*/ 5067300 w 8572500"/>
                <a:gd name="csY13" fmla="*/ 133350 h 285750"/>
                <a:gd name="csX14" fmla="*/ 5457825 w 8572500"/>
                <a:gd name="csY14" fmla="*/ 85725 h 285750"/>
                <a:gd name="csX15" fmla="*/ 5848350 w 8572500"/>
                <a:gd name="csY15" fmla="*/ 38100 h 285750"/>
                <a:gd name="csX16" fmla="*/ 6238875 w 8572500"/>
                <a:gd name="csY16" fmla="*/ 142875 h 285750"/>
                <a:gd name="csX17" fmla="*/ 6619875 w 8572500"/>
                <a:gd name="csY17" fmla="*/ 0 h 285750"/>
                <a:gd name="csX18" fmla="*/ 7010400 w 8572500"/>
                <a:gd name="csY18" fmla="*/ 57150 h 285750"/>
                <a:gd name="csX19" fmla="*/ 7400925 w 8572500"/>
                <a:gd name="csY19" fmla="*/ 85725 h 285750"/>
                <a:gd name="csX20" fmla="*/ 7791450 w 8572500"/>
                <a:gd name="csY20" fmla="*/ 76200 h 285750"/>
                <a:gd name="csX21" fmla="*/ 8181975 w 8572500"/>
                <a:gd name="csY21" fmla="*/ 95250 h 285750"/>
                <a:gd name="csX22" fmla="*/ 8572500 w 8572500"/>
                <a:gd name="csY22" fmla="*/ 142875 h 285750"/>
                <a:gd name="csX23" fmla="*/ 8572500 w 8572500"/>
                <a:gd name="csY23" fmla="*/ 285750 h 285750"/>
                <a:gd name="csX24" fmla="*/ 8181975 w 8572500"/>
                <a:gd name="csY24" fmla="*/ 285750 h 285750"/>
                <a:gd name="csX25" fmla="*/ 7791450 w 8572500"/>
                <a:gd name="csY25" fmla="*/ 285750 h 285750"/>
                <a:gd name="csX26" fmla="*/ 7400925 w 8572500"/>
                <a:gd name="csY26" fmla="*/ 285750 h 285750"/>
                <a:gd name="csX27" fmla="*/ 7010400 w 8572500"/>
                <a:gd name="csY27" fmla="*/ 285750 h 285750"/>
                <a:gd name="csX28" fmla="*/ 6619875 w 8572500"/>
                <a:gd name="csY28" fmla="*/ 285750 h 285750"/>
                <a:gd name="csX29" fmla="*/ 6238875 w 8572500"/>
                <a:gd name="csY29" fmla="*/ 285750 h 285750"/>
                <a:gd name="csX30" fmla="*/ 5848350 w 8572500"/>
                <a:gd name="csY30" fmla="*/ 285750 h 285750"/>
                <a:gd name="csX31" fmla="*/ 5457825 w 8572500"/>
                <a:gd name="csY31" fmla="*/ 285750 h 285750"/>
                <a:gd name="csX32" fmla="*/ 5067300 w 8572500"/>
                <a:gd name="csY32" fmla="*/ 285750 h 285750"/>
                <a:gd name="csX33" fmla="*/ 4676775 w 8572500"/>
                <a:gd name="csY33" fmla="*/ 285750 h 285750"/>
                <a:gd name="csX34" fmla="*/ 4286250 w 8572500"/>
                <a:gd name="csY34" fmla="*/ 285750 h 285750"/>
                <a:gd name="csX35" fmla="*/ 3895725 w 8572500"/>
                <a:gd name="csY35" fmla="*/ 285750 h 285750"/>
                <a:gd name="csX36" fmla="*/ 3505200 w 8572500"/>
                <a:gd name="csY36" fmla="*/ 285750 h 285750"/>
                <a:gd name="csX37" fmla="*/ 3114675 w 8572500"/>
                <a:gd name="csY37" fmla="*/ 285750 h 285750"/>
                <a:gd name="csX38" fmla="*/ 2724150 w 8572500"/>
                <a:gd name="csY38" fmla="*/ 285750 h 285750"/>
                <a:gd name="csX39" fmla="*/ 2333625 w 8572500"/>
                <a:gd name="csY39" fmla="*/ 285750 h 285750"/>
                <a:gd name="csX40" fmla="*/ 1952625 w 8572500"/>
                <a:gd name="csY40" fmla="*/ 285750 h 285750"/>
                <a:gd name="csX41" fmla="*/ 1562100 w 8572500"/>
                <a:gd name="csY41" fmla="*/ 285750 h 285750"/>
                <a:gd name="csX42" fmla="*/ 1171575 w 8572500"/>
                <a:gd name="csY42" fmla="*/ 285750 h 285750"/>
                <a:gd name="csX43" fmla="*/ 781050 w 8572500"/>
                <a:gd name="csY43" fmla="*/ 285750 h 285750"/>
                <a:gd name="csX44" fmla="*/ 390525 w 8572500"/>
                <a:gd name="csY44" fmla="*/ 285750 h 285750"/>
                <a:gd name="csX45" fmla="*/ 0 w 8572500"/>
                <a:gd name="csY45" fmla="*/ 285750 h 285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285750">
                  <a:moveTo>
                    <a:pt x="0" y="142875"/>
                  </a:moveTo>
                  <a:lnTo>
                    <a:pt x="390525" y="38100"/>
                  </a:lnTo>
                  <a:lnTo>
                    <a:pt x="781050" y="123825"/>
                  </a:lnTo>
                  <a:lnTo>
                    <a:pt x="1171575" y="114300"/>
                  </a:lnTo>
                  <a:lnTo>
                    <a:pt x="1562100" y="66675"/>
                  </a:lnTo>
                  <a:lnTo>
                    <a:pt x="1952625" y="57150"/>
                  </a:lnTo>
                  <a:lnTo>
                    <a:pt x="2333625" y="57150"/>
                  </a:lnTo>
                  <a:lnTo>
                    <a:pt x="2724150" y="152400"/>
                  </a:lnTo>
                  <a:lnTo>
                    <a:pt x="3114675" y="19050"/>
                  </a:lnTo>
                  <a:lnTo>
                    <a:pt x="3505200" y="66675"/>
                  </a:lnTo>
                  <a:lnTo>
                    <a:pt x="3895725" y="114300"/>
                  </a:lnTo>
                  <a:lnTo>
                    <a:pt x="4286250" y="133350"/>
                  </a:lnTo>
                  <a:lnTo>
                    <a:pt x="4676775" y="28575"/>
                  </a:lnTo>
                  <a:lnTo>
                    <a:pt x="5067300" y="133350"/>
                  </a:lnTo>
                  <a:lnTo>
                    <a:pt x="5457825" y="85725"/>
                  </a:lnTo>
                  <a:lnTo>
                    <a:pt x="5848350" y="38100"/>
                  </a:lnTo>
                  <a:lnTo>
                    <a:pt x="6238875" y="142875"/>
                  </a:lnTo>
                  <a:lnTo>
                    <a:pt x="6619875" y="0"/>
                  </a:lnTo>
                  <a:lnTo>
                    <a:pt x="7010400" y="57150"/>
                  </a:lnTo>
                  <a:lnTo>
                    <a:pt x="7400925" y="85725"/>
                  </a:lnTo>
                  <a:lnTo>
                    <a:pt x="7791450" y="76200"/>
                  </a:lnTo>
                  <a:lnTo>
                    <a:pt x="8181975" y="95250"/>
                  </a:lnTo>
                  <a:lnTo>
                    <a:pt x="8572500" y="142875"/>
                  </a:lnTo>
                  <a:lnTo>
                    <a:pt x="8572500" y="285750"/>
                  </a:lnTo>
                  <a:lnTo>
                    <a:pt x="8181975" y="285750"/>
                  </a:lnTo>
                  <a:lnTo>
                    <a:pt x="7791450" y="285750"/>
                  </a:lnTo>
                  <a:lnTo>
                    <a:pt x="7400925" y="285750"/>
                  </a:lnTo>
                  <a:lnTo>
                    <a:pt x="7010400" y="285750"/>
                  </a:lnTo>
                  <a:lnTo>
                    <a:pt x="6619875" y="285750"/>
                  </a:lnTo>
                  <a:lnTo>
                    <a:pt x="6238875" y="285750"/>
                  </a:lnTo>
                  <a:lnTo>
                    <a:pt x="5848350" y="285750"/>
                  </a:lnTo>
                  <a:lnTo>
                    <a:pt x="5457825" y="285750"/>
                  </a:lnTo>
                  <a:lnTo>
                    <a:pt x="5067300" y="285750"/>
                  </a:lnTo>
                  <a:lnTo>
                    <a:pt x="4676775" y="285750"/>
                  </a:lnTo>
                  <a:lnTo>
                    <a:pt x="4286250" y="285750"/>
                  </a:lnTo>
                  <a:lnTo>
                    <a:pt x="3895725" y="285750"/>
                  </a:lnTo>
                  <a:lnTo>
                    <a:pt x="3505200" y="285750"/>
                  </a:lnTo>
                  <a:lnTo>
                    <a:pt x="3114675" y="285750"/>
                  </a:lnTo>
                  <a:lnTo>
                    <a:pt x="2724150" y="285750"/>
                  </a:lnTo>
                  <a:lnTo>
                    <a:pt x="2333625" y="285750"/>
                  </a:lnTo>
                  <a:lnTo>
                    <a:pt x="1952625" y="285750"/>
                  </a:lnTo>
                  <a:lnTo>
                    <a:pt x="1562100" y="285750"/>
                  </a:lnTo>
                  <a:lnTo>
                    <a:pt x="1171575" y="285750"/>
                  </a:lnTo>
                  <a:lnTo>
                    <a:pt x="781050" y="285750"/>
                  </a:lnTo>
                  <a:lnTo>
                    <a:pt x="390525" y="285750"/>
                  </a:lnTo>
                  <a:lnTo>
                    <a:pt x="0" y="285750"/>
                  </a:lnTo>
                  <a:close/>
                </a:path>
              </a:pathLst>
            </a:custGeom>
            <a:solidFill>
              <a:schemeClr val="accent2">
                <a:lumMod val="50000"/>
              </a:schemeClr>
            </a:solidFill>
            <a:ln w="9525" cap="flat">
              <a:noFill/>
              <a:prstDash val="solid"/>
              <a:miter/>
            </a:ln>
          </p:spPr>
          <p:txBody>
            <a:bodyPr/>
            <a:lstStyle/>
            <a:p>
              <a:endParaRPr lang="en-US"/>
            </a:p>
          </p:txBody>
        </p:sp>
        <p:sp>
          <p:nvSpPr>
            <p:cNvPr id="12" name="Freeform: Shape 11">
              <a:extLst>
                <a:ext uri="{FF2B5EF4-FFF2-40B4-BE49-F238E27FC236}">
                  <a16:creationId xmlns:a16="http://schemas.microsoft.com/office/drawing/2014/main" id="{4E5702B1-A5AB-C072-8CFE-9B7CD86715CA}"/>
                </a:ext>
              </a:extLst>
            </p:cNvPr>
            <p:cNvSpPr/>
            <p:nvPr/>
          </p:nvSpPr>
          <p:spPr>
            <a:xfrm flipH="1">
              <a:off x="12192000" y="5268686"/>
              <a:ext cx="12192000" cy="1589314"/>
            </a:xfrm>
            <a:custGeom>
              <a:avLst/>
              <a:gdLst>
                <a:gd name="csX0" fmla="*/ 0 w 8572500"/>
                <a:gd name="csY0" fmla="*/ 9525 h 990600"/>
                <a:gd name="csX1" fmla="*/ 390525 w 8572500"/>
                <a:gd name="csY1" fmla="*/ 38100 h 990600"/>
                <a:gd name="csX2" fmla="*/ 781050 w 8572500"/>
                <a:gd name="csY2" fmla="*/ 0 h 990600"/>
                <a:gd name="csX3" fmla="*/ 1171575 w 8572500"/>
                <a:gd name="csY3" fmla="*/ 28575 h 990600"/>
                <a:gd name="csX4" fmla="*/ 1562100 w 8572500"/>
                <a:gd name="csY4" fmla="*/ 9525 h 990600"/>
                <a:gd name="csX5" fmla="*/ 1952625 w 8572500"/>
                <a:gd name="csY5" fmla="*/ 38100 h 990600"/>
                <a:gd name="csX6" fmla="*/ 2333625 w 8572500"/>
                <a:gd name="csY6" fmla="*/ 19050 h 990600"/>
                <a:gd name="csX7" fmla="*/ 2724150 w 8572500"/>
                <a:gd name="csY7" fmla="*/ 104775 h 990600"/>
                <a:gd name="csX8" fmla="*/ 3114675 w 8572500"/>
                <a:gd name="csY8" fmla="*/ 114300 h 990600"/>
                <a:gd name="csX9" fmla="*/ 3505200 w 8572500"/>
                <a:gd name="csY9" fmla="*/ 190500 h 990600"/>
                <a:gd name="csX10" fmla="*/ 3895725 w 8572500"/>
                <a:gd name="csY10" fmla="*/ 47625 h 990600"/>
                <a:gd name="csX11" fmla="*/ 4286250 w 8572500"/>
                <a:gd name="csY11" fmla="*/ 190500 h 990600"/>
                <a:gd name="csX12" fmla="*/ 4676775 w 8572500"/>
                <a:gd name="csY12" fmla="*/ 190500 h 990600"/>
                <a:gd name="csX13" fmla="*/ 5067300 w 8572500"/>
                <a:gd name="csY13" fmla="*/ 66675 h 990600"/>
                <a:gd name="csX14" fmla="*/ 5457825 w 8572500"/>
                <a:gd name="csY14" fmla="*/ 85725 h 990600"/>
                <a:gd name="csX15" fmla="*/ 5848350 w 8572500"/>
                <a:gd name="csY15" fmla="*/ 47625 h 990600"/>
                <a:gd name="csX16" fmla="*/ 6238875 w 8572500"/>
                <a:gd name="csY16" fmla="*/ 28575 h 990600"/>
                <a:gd name="csX17" fmla="*/ 6619875 w 8572500"/>
                <a:gd name="csY17" fmla="*/ 180975 h 990600"/>
                <a:gd name="csX18" fmla="*/ 7010400 w 8572500"/>
                <a:gd name="csY18" fmla="*/ 114300 h 990600"/>
                <a:gd name="csX19" fmla="*/ 7400925 w 8572500"/>
                <a:gd name="csY19" fmla="*/ 180975 h 990600"/>
                <a:gd name="csX20" fmla="*/ 7791450 w 8572500"/>
                <a:gd name="csY20" fmla="*/ 38100 h 990600"/>
                <a:gd name="csX21" fmla="*/ 8181975 w 8572500"/>
                <a:gd name="csY21" fmla="*/ 171450 h 990600"/>
                <a:gd name="csX22" fmla="*/ 8572500 w 8572500"/>
                <a:gd name="csY22" fmla="*/ 171450 h 990600"/>
                <a:gd name="csX23" fmla="*/ 8572500 w 8572500"/>
                <a:gd name="csY23" fmla="*/ 990600 h 990600"/>
                <a:gd name="csX24" fmla="*/ 8181975 w 8572500"/>
                <a:gd name="csY24" fmla="*/ 990600 h 990600"/>
                <a:gd name="csX25" fmla="*/ 7791450 w 8572500"/>
                <a:gd name="csY25" fmla="*/ 990600 h 990600"/>
                <a:gd name="csX26" fmla="*/ 7400925 w 8572500"/>
                <a:gd name="csY26" fmla="*/ 990600 h 990600"/>
                <a:gd name="csX27" fmla="*/ 7010400 w 8572500"/>
                <a:gd name="csY27" fmla="*/ 990600 h 990600"/>
                <a:gd name="csX28" fmla="*/ 6619875 w 8572500"/>
                <a:gd name="csY28" fmla="*/ 990600 h 990600"/>
                <a:gd name="csX29" fmla="*/ 6238875 w 8572500"/>
                <a:gd name="csY29" fmla="*/ 990600 h 990600"/>
                <a:gd name="csX30" fmla="*/ 5848350 w 8572500"/>
                <a:gd name="csY30" fmla="*/ 990600 h 990600"/>
                <a:gd name="csX31" fmla="*/ 5457825 w 8572500"/>
                <a:gd name="csY31" fmla="*/ 990600 h 990600"/>
                <a:gd name="csX32" fmla="*/ 5067300 w 8572500"/>
                <a:gd name="csY32" fmla="*/ 990600 h 990600"/>
                <a:gd name="csX33" fmla="*/ 4676775 w 8572500"/>
                <a:gd name="csY33" fmla="*/ 990600 h 990600"/>
                <a:gd name="csX34" fmla="*/ 4286250 w 8572500"/>
                <a:gd name="csY34" fmla="*/ 990600 h 990600"/>
                <a:gd name="csX35" fmla="*/ 3895725 w 8572500"/>
                <a:gd name="csY35" fmla="*/ 990600 h 990600"/>
                <a:gd name="csX36" fmla="*/ 3505200 w 8572500"/>
                <a:gd name="csY36" fmla="*/ 990600 h 990600"/>
                <a:gd name="csX37" fmla="*/ 3114675 w 8572500"/>
                <a:gd name="csY37" fmla="*/ 990600 h 990600"/>
                <a:gd name="csX38" fmla="*/ 2724150 w 8572500"/>
                <a:gd name="csY38" fmla="*/ 990600 h 990600"/>
                <a:gd name="csX39" fmla="*/ 2333625 w 8572500"/>
                <a:gd name="csY39" fmla="*/ 990600 h 990600"/>
                <a:gd name="csX40" fmla="*/ 1952625 w 8572500"/>
                <a:gd name="csY40" fmla="*/ 990600 h 990600"/>
                <a:gd name="csX41" fmla="*/ 1562100 w 8572500"/>
                <a:gd name="csY41" fmla="*/ 990600 h 990600"/>
                <a:gd name="csX42" fmla="*/ 1171575 w 8572500"/>
                <a:gd name="csY42" fmla="*/ 990600 h 990600"/>
                <a:gd name="csX43" fmla="*/ 781050 w 8572500"/>
                <a:gd name="csY43" fmla="*/ 990600 h 990600"/>
                <a:gd name="csX44" fmla="*/ 390525 w 8572500"/>
                <a:gd name="csY44" fmla="*/ 990600 h 990600"/>
                <a:gd name="csX45" fmla="*/ 0 w 8572500"/>
                <a:gd name="csY45" fmla="*/ 990600 h 990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990600">
                  <a:moveTo>
                    <a:pt x="0" y="9525"/>
                  </a:moveTo>
                  <a:lnTo>
                    <a:pt x="390525" y="38100"/>
                  </a:lnTo>
                  <a:lnTo>
                    <a:pt x="781050" y="0"/>
                  </a:lnTo>
                  <a:lnTo>
                    <a:pt x="1171575" y="28575"/>
                  </a:lnTo>
                  <a:lnTo>
                    <a:pt x="1562100" y="9525"/>
                  </a:lnTo>
                  <a:lnTo>
                    <a:pt x="1952625" y="38100"/>
                  </a:lnTo>
                  <a:lnTo>
                    <a:pt x="2333625" y="19050"/>
                  </a:lnTo>
                  <a:lnTo>
                    <a:pt x="2724150" y="104775"/>
                  </a:lnTo>
                  <a:lnTo>
                    <a:pt x="3114675" y="114300"/>
                  </a:lnTo>
                  <a:lnTo>
                    <a:pt x="3505200" y="190500"/>
                  </a:lnTo>
                  <a:lnTo>
                    <a:pt x="3895725" y="47625"/>
                  </a:lnTo>
                  <a:lnTo>
                    <a:pt x="4286250" y="190500"/>
                  </a:lnTo>
                  <a:lnTo>
                    <a:pt x="4676775" y="190500"/>
                  </a:lnTo>
                  <a:lnTo>
                    <a:pt x="5067300" y="66675"/>
                  </a:lnTo>
                  <a:lnTo>
                    <a:pt x="5457825" y="85725"/>
                  </a:lnTo>
                  <a:lnTo>
                    <a:pt x="5848350" y="47625"/>
                  </a:lnTo>
                  <a:lnTo>
                    <a:pt x="6238875" y="28575"/>
                  </a:lnTo>
                  <a:lnTo>
                    <a:pt x="6619875" y="180975"/>
                  </a:lnTo>
                  <a:lnTo>
                    <a:pt x="7010400" y="114300"/>
                  </a:lnTo>
                  <a:lnTo>
                    <a:pt x="7400925" y="180975"/>
                  </a:lnTo>
                  <a:lnTo>
                    <a:pt x="7791450" y="38100"/>
                  </a:lnTo>
                  <a:lnTo>
                    <a:pt x="8181975" y="171450"/>
                  </a:lnTo>
                  <a:lnTo>
                    <a:pt x="8572500" y="171450"/>
                  </a:lnTo>
                  <a:lnTo>
                    <a:pt x="8572500" y="990600"/>
                  </a:lnTo>
                  <a:lnTo>
                    <a:pt x="8181975" y="990600"/>
                  </a:lnTo>
                  <a:lnTo>
                    <a:pt x="7791450" y="990600"/>
                  </a:lnTo>
                  <a:lnTo>
                    <a:pt x="7400925" y="990600"/>
                  </a:lnTo>
                  <a:lnTo>
                    <a:pt x="7010400" y="990600"/>
                  </a:lnTo>
                  <a:lnTo>
                    <a:pt x="6619875" y="990600"/>
                  </a:lnTo>
                  <a:lnTo>
                    <a:pt x="6238875" y="990600"/>
                  </a:lnTo>
                  <a:lnTo>
                    <a:pt x="5848350" y="990600"/>
                  </a:lnTo>
                  <a:lnTo>
                    <a:pt x="5457825" y="990600"/>
                  </a:lnTo>
                  <a:lnTo>
                    <a:pt x="5067300" y="990600"/>
                  </a:lnTo>
                  <a:lnTo>
                    <a:pt x="4676775" y="990600"/>
                  </a:lnTo>
                  <a:lnTo>
                    <a:pt x="4286250" y="990600"/>
                  </a:lnTo>
                  <a:lnTo>
                    <a:pt x="3895725" y="990600"/>
                  </a:lnTo>
                  <a:lnTo>
                    <a:pt x="3505200" y="990600"/>
                  </a:lnTo>
                  <a:lnTo>
                    <a:pt x="3114675" y="990600"/>
                  </a:lnTo>
                  <a:lnTo>
                    <a:pt x="2724150" y="990600"/>
                  </a:lnTo>
                  <a:lnTo>
                    <a:pt x="2333625" y="990600"/>
                  </a:lnTo>
                  <a:lnTo>
                    <a:pt x="1952625" y="990600"/>
                  </a:lnTo>
                  <a:lnTo>
                    <a:pt x="1562100" y="990600"/>
                  </a:lnTo>
                  <a:lnTo>
                    <a:pt x="1171575" y="990600"/>
                  </a:lnTo>
                  <a:lnTo>
                    <a:pt x="781050" y="990600"/>
                  </a:lnTo>
                  <a:lnTo>
                    <a:pt x="390525" y="990600"/>
                  </a:lnTo>
                  <a:lnTo>
                    <a:pt x="0" y="990600"/>
                  </a:lnTo>
                  <a:close/>
                </a:path>
              </a:pathLst>
            </a:custGeom>
            <a:solidFill>
              <a:schemeClr val="accent2">
                <a:lumMod val="20000"/>
                <a:lumOff val="80000"/>
              </a:schemeClr>
            </a:solidFill>
            <a:ln w="9525" cap="flat">
              <a:noFill/>
              <a:prstDash val="solid"/>
              <a:miter/>
            </a:ln>
          </p:spPr>
          <p:txBody>
            <a:bodyPr/>
            <a:lstStyle/>
            <a:p>
              <a:endParaRPr lang="en-US"/>
            </a:p>
          </p:txBody>
        </p:sp>
        <p:sp>
          <p:nvSpPr>
            <p:cNvPr id="13" name="Freeform: Shape 12">
              <a:extLst>
                <a:ext uri="{FF2B5EF4-FFF2-40B4-BE49-F238E27FC236}">
                  <a16:creationId xmlns:a16="http://schemas.microsoft.com/office/drawing/2014/main" id="{7CDECEE4-7FE4-944F-A771-025D85272151}"/>
                </a:ext>
              </a:extLst>
            </p:cNvPr>
            <p:cNvSpPr/>
            <p:nvPr/>
          </p:nvSpPr>
          <p:spPr>
            <a:xfrm flipH="1">
              <a:off x="12192000" y="5543760"/>
              <a:ext cx="12192000" cy="1314240"/>
            </a:xfrm>
            <a:custGeom>
              <a:avLst/>
              <a:gdLst>
                <a:gd name="csX0" fmla="*/ 0 w 8572500"/>
                <a:gd name="csY0" fmla="*/ 38100 h 819150"/>
                <a:gd name="csX1" fmla="*/ 390525 w 8572500"/>
                <a:gd name="csY1" fmla="*/ 95250 h 819150"/>
                <a:gd name="csX2" fmla="*/ 781050 w 8572500"/>
                <a:gd name="csY2" fmla="*/ 66675 h 819150"/>
                <a:gd name="csX3" fmla="*/ 1171575 w 8572500"/>
                <a:gd name="csY3" fmla="*/ 19050 h 819150"/>
                <a:gd name="csX4" fmla="*/ 1562100 w 8572500"/>
                <a:gd name="csY4" fmla="*/ 142875 h 819150"/>
                <a:gd name="csX5" fmla="*/ 1952625 w 8572500"/>
                <a:gd name="csY5" fmla="*/ 161925 h 819150"/>
                <a:gd name="csX6" fmla="*/ 2333625 w 8572500"/>
                <a:gd name="csY6" fmla="*/ 47625 h 819150"/>
                <a:gd name="csX7" fmla="*/ 2724150 w 8572500"/>
                <a:gd name="csY7" fmla="*/ 123825 h 819150"/>
                <a:gd name="csX8" fmla="*/ 3114675 w 8572500"/>
                <a:gd name="csY8" fmla="*/ 95250 h 819150"/>
                <a:gd name="csX9" fmla="*/ 3505200 w 8572500"/>
                <a:gd name="csY9" fmla="*/ 190500 h 819150"/>
                <a:gd name="csX10" fmla="*/ 3895725 w 8572500"/>
                <a:gd name="csY10" fmla="*/ 142875 h 819150"/>
                <a:gd name="csX11" fmla="*/ 4286250 w 8572500"/>
                <a:gd name="csY11" fmla="*/ 28575 h 819150"/>
                <a:gd name="csX12" fmla="*/ 4676775 w 8572500"/>
                <a:gd name="csY12" fmla="*/ 190500 h 819150"/>
                <a:gd name="csX13" fmla="*/ 5067300 w 8572500"/>
                <a:gd name="csY13" fmla="*/ 142875 h 819150"/>
                <a:gd name="csX14" fmla="*/ 5457825 w 8572500"/>
                <a:gd name="csY14" fmla="*/ 0 h 819150"/>
                <a:gd name="csX15" fmla="*/ 5848350 w 8572500"/>
                <a:gd name="csY15" fmla="*/ 47625 h 819150"/>
                <a:gd name="csX16" fmla="*/ 6238875 w 8572500"/>
                <a:gd name="csY16" fmla="*/ 142875 h 819150"/>
                <a:gd name="csX17" fmla="*/ 6619875 w 8572500"/>
                <a:gd name="csY17" fmla="*/ 57150 h 819150"/>
                <a:gd name="csX18" fmla="*/ 7010400 w 8572500"/>
                <a:gd name="csY18" fmla="*/ 114300 h 819150"/>
                <a:gd name="csX19" fmla="*/ 7400925 w 8572500"/>
                <a:gd name="csY19" fmla="*/ 66675 h 819150"/>
                <a:gd name="csX20" fmla="*/ 7791450 w 8572500"/>
                <a:gd name="csY20" fmla="*/ 171450 h 819150"/>
                <a:gd name="csX21" fmla="*/ 8181975 w 8572500"/>
                <a:gd name="csY21" fmla="*/ 57150 h 819150"/>
                <a:gd name="csX22" fmla="*/ 8572500 w 8572500"/>
                <a:gd name="csY22" fmla="*/ 28575 h 819150"/>
                <a:gd name="csX23" fmla="*/ 8572500 w 8572500"/>
                <a:gd name="csY23" fmla="*/ 819150 h 819150"/>
                <a:gd name="csX24" fmla="*/ 8181975 w 8572500"/>
                <a:gd name="csY24" fmla="*/ 819150 h 819150"/>
                <a:gd name="csX25" fmla="*/ 7791450 w 8572500"/>
                <a:gd name="csY25" fmla="*/ 819150 h 819150"/>
                <a:gd name="csX26" fmla="*/ 7400925 w 8572500"/>
                <a:gd name="csY26" fmla="*/ 819150 h 819150"/>
                <a:gd name="csX27" fmla="*/ 7010400 w 8572500"/>
                <a:gd name="csY27" fmla="*/ 819150 h 819150"/>
                <a:gd name="csX28" fmla="*/ 6619875 w 8572500"/>
                <a:gd name="csY28" fmla="*/ 819150 h 819150"/>
                <a:gd name="csX29" fmla="*/ 6238875 w 8572500"/>
                <a:gd name="csY29" fmla="*/ 819150 h 819150"/>
                <a:gd name="csX30" fmla="*/ 5848350 w 8572500"/>
                <a:gd name="csY30" fmla="*/ 819150 h 819150"/>
                <a:gd name="csX31" fmla="*/ 5457825 w 8572500"/>
                <a:gd name="csY31" fmla="*/ 819150 h 819150"/>
                <a:gd name="csX32" fmla="*/ 5067300 w 8572500"/>
                <a:gd name="csY32" fmla="*/ 819150 h 819150"/>
                <a:gd name="csX33" fmla="*/ 4676775 w 8572500"/>
                <a:gd name="csY33" fmla="*/ 819150 h 819150"/>
                <a:gd name="csX34" fmla="*/ 4286250 w 8572500"/>
                <a:gd name="csY34" fmla="*/ 819150 h 819150"/>
                <a:gd name="csX35" fmla="*/ 3895725 w 8572500"/>
                <a:gd name="csY35" fmla="*/ 819150 h 819150"/>
                <a:gd name="csX36" fmla="*/ 3505200 w 8572500"/>
                <a:gd name="csY36" fmla="*/ 819150 h 819150"/>
                <a:gd name="csX37" fmla="*/ 3114675 w 8572500"/>
                <a:gd name="csY37" fmla="*/ 819150 h 819150"/>
                <a:gd name="csX38" fmla="*/ 2724150 w 8572500"/>
                <a:gd name="csY38" fmla="*/ 819150 h 819150"/>
                <a:gd name="csX39" fmla="*/ 2333625 w 8572500"/>
                <a:gd name="csY39" fmla="*/ 819150 h 819150"/>
                <a:gd name="csX40" fmla="*/ 1952625 w 8572500"/>
                <a:gd name="csY40" fmla="*/ 819150 h 819150"/>
                <a:gd name="csX41" fmla="*/ 1562100 w 8572500"/>
                <a:gd name="csY41" fmla="*/ 819150 h 819150"/>
                <a:gd name="csX42" fmla="*/ 1171575 w 8572500"/>
                <a:gd name="csY42" fmla="*/ 819150 h 819150"/>
                <a:gd name="csX43" fmla="*/ 781050 w 8572500"/>
                <a:gd name="csY43" fmla="*/ 819150 h 819150"/>
                <a:gd name="csX44" fmla="*/ 390525 w 8572500"/>
                <a:gd name="csY44" fmla="*/ 819150 h 819150"/>
                <a:gd name="csX45" fmla="*/ 0 w 8572500"/>
                <a:gd name="csY45" fmla="*/ 819150 h 8191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819150">
                  <a:moveTo>
                    <a:pt x="0" y="38100"/>
                  </a:moveTo>
                  <a:lnTo>
                    <a:pt x="390525" y="95250"/>
                  </a:lnTo>
                  <a:lnTo>
                    <a:pt x="781050" y="66675"/>
                  </a:lnTo>
                  <a:lnTo>
                    <a:pt x="1171575" y="19050"/>
                  </a:lnTo>
                  <a:lnTo>
                    <a:pt x="1562100" y="142875"/>
                  </a:lnTo>
                  <a:lnTo>
                    <a:pt x="1952625" y="161925"/>
                  </a:lnTo>
                  <a:lnTo>
                    <a:pt x="2333625" y="47625"/>
                  </a:lnTo>
                  <a:lnTo>
                    <a:pt x="2724150" y="123825"/>
                  </a:lnTo>
                  <a:lnTo>
                    <a:pt x="3114675" y="95250"/>
                  </a:lnTo>
                  <a:lnTo>
                    <a:pt x="3505200" y="190500"/>
                  </a:lnTo>
                  <a:lnTo>
                    <a:pt x="3895725" y="142875"/>
                  </a:lnTo>
                  <a:lnTo>
                    <a:pt x="4286250" y="28575"/>
                  </a:lnTo>
                  <a:lnTo>
                    <a:pt x="4676775" y="190500"/>
                  </a:lnTo>
                  <a:lnTo>
                    <a:pt x="5067300" y="142875"/>
                  </a:lnTo>
                  <a:lnTo>
                    <a:pt x="5457825" y="0"/>
                  </a:lnTo>
                  <a:lnTo>
                    <a:pt x="5848350" y="47625"/>
                  </a:lnTo>
                  <a:lnTo>
                    <a:pt x="6238875" y="142875"/>
                  </a:lnTo>
                  <a:lnTo>
                    <a:pt x="6619875" y="57150"/>
                  </a:lnTo>
                  <a:lnTo>
                    <a:pt x="7010400" y="114300"/>
                  </a:lnTo>
                  <a:lnTo>
                    <a:pt x="7400925" y="66675"/>
                  </a:lnTo>
                  <a:lnTo>
                    <a:pt x="7791450" y="171450"/>
                  </a:lnTo>
                  <a:lnTo>
                    <a:pt x="8181975" y="57150"/>
                  </a:lnTo>
                  <a:lnTo>
                    <a:pt x="8572500" y="28575"/>
                  </a:lnTo>
                  <a:lnTo>
                    <a:pt x="8572500" y="819150"/>
                  </a:lnTo>
                  <a:lnTo>
                    <a:pt x="8181975" y="819150"/>
                  </a:lnTo>
                  <a:lnTo>
                    <a:pt x="7791450" y="819150"/>
                  </a:lnTo>
                  <a:lnTo>
                    <a:pt x="7400925" y="819150"/>
                  </a:lnTo>
                  <a:lnTo>
                    <a:pt x="7010400" y="819150"/>
                  </a:lnTo>
                  <a:lnTo>
                    <a:pt x="6619875" y="819150"/>
                  </a:lnTo>
                  <a:lnTo>
                    <a:pt x="6238875" y="819150"/>
                  </a:lnTo>
                  <a:lnTo>
                    <a:pt x="5848350" y="819150"/>
                  </a:lnTo>
                  <a:lnTo>
                    <a:pt x="5457825" y="819150"/>
                  </a:lnTo>
                  <a:lnTo>
                    <a:pt x="5067300" y="819150"/>
                  </a:lnTo>
                  <a:lnTo>
                    <a:pt x="4676775" y="819150"/>
                  </a:lnTo>
                  <a:lnTo>
                    <a:pt x="4286250" y="819150"/>
                  </a:lnTo>
                  <a:lnTo>
                    <a:pt x="3895725" y="819150"/>
                  </a:lnTo>
                  <a:lnTo>
                    <a:pt x="3505200" y="819150"/>
                  </a:lnTo>
                  <a:lnTo>
                    <a:pt x="3114675" y="819150"/>
                  </a:lnTo>
                  <a:lnTo>
                    <a:pt x="2724150" y="819150"/>
                  </a:lnTo>
                  <a:lnTo>
                    <a:pt x="2333625" y="819150"/>
                  </a:lnTo>
                  <a:lnTo>
                    <a:pt x="1952625" y="819150"/>
                  </a:lnTo>
                  <a:lnTo>
                    <a:pt x="1562100" y="819150"/>
                  </a:lnTo>
                  <a:lnTo>
                    <a:pt x="1171575" y="819150"/>
                  </a:lnTo>
                  <a:lnTo>
                    <a:pt x="781050" y="819150"/>
                  </a:lnTo>
                  <a:lnTo>
                    <a:pt x="390525" y="819150"/>
                  </a:lnTo>
                  <a:lnTo>
                    <a:pt x="0" y="819150"/>
                  </a:lnTo>
                  <a:close/>
                </a:path>
              </a:pathLst>
            </a:custGeom>
            <a:solidFill>
              <a:schemeClr val="accent2">
                <a:lumMod val="40000"/>
                <a:lumOff val="60000"/>
              </a:schemeClr>
            </a:solidFill>
            <a:ln w="9525" cap="flat">
              <a:noFill/>
              <a:prstDash val="solid"/>
              <a:miter/>
            </a:ln>
          </p:spPr>
          <p:txBody>
            <a:bodyPr/>
            <a:lstStyle/>
            <a:p>
              <a:endParaRPr lang="en-US"/>
            </a:p>
          </p:txBody>
        </p:sp>
        <p:sp>
          <p:nvSpPr>
            <p:cNvPr id="14" name="Freeform: Shape 13">
              <a:extLst>
                <a:ext uri="{FF2B5EF4-FFF2-40B4-BE49-F238E27FC236}">
                  <a16:creationId xmlns:a16="http://schemas.microsoft.com/office/drawing/2014/main" id="{EED5F21B-2680-F89F-2782-62D7EC784564}"/>
                </a:ext>
              </a:extLst>
            </p:cNvPr>
            <p:cNvSpPr/>
            <p:nvPr/>
          </p:nvSpPr>
          <p:spPr>
            <a:xfrm flipH="1">
              <a:off x="12192000" y="5834115"/>
              <a:ext cx="12192000" cy="1023885"/>
            </a:xfrm>
            <a:custGeom>
              <a:avLst/>
              <a:gdLst>
                <a:gd name="csX0" fmla="*/ 0 w 8572500"/>
                <a:gd name="csY0" fmla="*/ 76200 h 638175"/>
                <a:gd name="csX1" fmla="*/ 390525 w 8572500"/>
                <a:gd name="csY1" fmla="*/ 9525 h 638175"/>
                <a:gd name="csX2" fmla="*/ 781050 w 8572500"/>
                <a:gd name="csY2" fmla="*/ 123825 h 638175"/>
                <a:gd name="csX3" fmla="*/ 1171575 w 8572500"/>
                <a:gd name="csY3" fmla="*/ 142875 h 638175"/>
                <a:gd name="csX4" fmla="*/ 1562100 w 8572500"/>
                <a:gd name="csY4" fmla="*/ 76200 h 638175"/>
                <a:gd name="csX5" fmla="*/ 1952625 w 8572500"/>
                <a:gd name="csY5" fmla="*/ 76200 h 638175"/>
                <a:gd name="csX6" fmla="*/ 2333625 w 8572500"/>
                <a:gd name="csY6" fmla="*/ 171450 h 638175"/>
                <a:gd name="csX7" fmla="*/ 2724150 w 8572500"/>
                <a:gd name="csY7" fmla="*/ 76200 h 638175"/>
                <a:gd name="csX8" fmla="*/ 3114675 w 8572500"/>
                <a:gd name="csY8" fmla="*/ 123825 h 638175"/>
                <a:gd name="csX9" fmla="*/ 3505200 w 8572500"/>
                <a:gd name="csY9" fmla="*/ 142875 h 638175"/>
                <a:gd name="csX10" fmla="*/ 3895725 w 8572500"/>
                <a:gd name="csY10" fmla="*/ 19050 h 638175"/>
                <a:gd name="csX11" fmla="*/ 4286250 w 8572500"/>
                <a:gd name="csY11" fmla="*/ 123825 h 638175"/>
                <a:gd name="csX12" fmla="*/ 4676775 w 8572500"/>
                <a:gd name="csY12" fmla="*/ 142875 h 638175"/>
                <a:gd name="csX13" fmla="*/ 5067300 w 8572500"/>
                <a:gd name="csY13" fmla="*/ 152400 h 638175"/>
                <a:gd name="csX14" fmla="*/ 5457825 w 8572500"/>
                <a:gd name="csY14" fmla="*/ 133350 h 638175"/>
                <a:gd name="csX15" fmla="*/ 5848350 w 8572500"/>
                <a:gd name="csY15" fmla="*/ 0 h 638175"/>
                <a:gd name="csX16" fmla="*/ 6238875 w 8572500"/>
                <a:gd name="csY16" fmla="*/ 66675 h 638175"/>
                <a:gd name="csX17" fmla="*/ 6619875 w 8572500"/>
                <a:gd name="csY17" fmla="*/ 28575 h 638175"/>
                <a:gd name="csX18" fmla="*/ 7010400 w 8572500"/>
                <a:gd name="csY18" fmla="*/ 28575 h 638175"/>
                <a:gd name="csX19" fmla="*/ 7400925 w 8572500"/>
                <a:gd name="csY19" fmla="*/ 47625 h 638175"/>
                <a:gd name="csX20" fmla="*/ 7791450 w 8572500"/>
                <a:gd name="csY20" fmla="*/ 161925 h 638175"/>
                <a:gd name="csX21" fmla="*/ 8181975 w 8572500"/>
                <a:gd name="csY21" fmla="*/ 47625 h 638175"/>
                <a:gd name="csX22" fmla="*/ 8572500 w 8572500"/>
                <a:gd name="csY22" fmla="*/ 47625 h 638175"/>
                <a:gd name="csX23" fmla="*/ 8572500 w 8572500"/>
                <a:gd name="csY23" fmla="*/ 638175 h 638175"/>
                <a:gd name="csX24" fmla="*/ 8181975 w 8572500"/>
                <a:gd name="csY24" fmla="*/ 638175 h 638175"/>
                <a:gd name="csX25" fmla="*/ 7791450 w 8572500"/>
                <a:gd name="csY25" fmla="*/ 638175 h 638175"/>
                <a:gd name="csX26" fmla="*/ 7400925 w 8572500"/>
                <a:gd name="csY26" fmla="*/ 638175 h 638175"/>
                <a:gd name="csX27" fmla="*/ 7010400 w 8572500"/>
                <a:gd name="csY27" fmla="*/ 638175 h 638175"/>
                <a:gd name="csX28" fmla="*/ 6619875 w 8572500"/>
                <a:gd name="csY28" fmla="*/ 638175 h 638175"/>
                <a:gd name="csX29" fmla="*/ 6238875 w 8572500"/>
                <a:gd name="csY29" fmla="*/ 638175 h 638175"/>
                <a:gd name="csX30" fmla="*/ 5848350 w 8572500"/>
                <a:gd name="csY30" fmla="*/ 638175 h 638175"/>
                <a:gd name="csX31" fmla="*/ 5457825 w 8572500"/>
                <a:gd name="csY31" fmla="*/ 638175 h 638175"/>
                <a:gd name="csX32" fmla="*/ 5067300 w 8572500"/>
                <a:gd name="csY32" fmla="*/ 638175 h 638175"/>
                <a:gd name="csX33" fmla="*/ 4676775 w 8572500"/>
                <a:gd name="csY33" fmla="*/ 638175 h 638175"/>
                <a:gd name="csX34" fmla="*/ 4286250 w 8572500"/>
                <a:gd name="csY34" fmla="*/ 638175 h 638175"/>
                <a:gd name="csX35" fmla="*/ 3895725 w 8572500"/>
                <a:gd name="csY35" fmla="*/ 638175 h 638175"/>
                <a:gd name="csX36" fmla="*/ 3505200 w 8572500"/>
                <a:gd name="csY36" fmla="*/ 638175 h 638175"/>
                <a:gd name="csX37" fmla="*/ 3114675 w 8572500"/>
                <a:gd name="csY37" fmla="*/ 638175 h 638175"/>
                <a:gd name="csX38" fmla="*/ 2724150 w 8572500"/>
                <a:gd name="csY38" fmla="*/ 638175 h 638175"/>
                <a:gd name="csX39" fmla="*/ 2333625 w 8572500"/>
                <a:gd name="csY39" fmla="*/ 638175 h 638175"/>
                <a:gd name="csX40" fmla="*/ 1952625 w 8572500"/>
                <a:gd name="csY40" fmla="*/ 638175 h 638175"/>
                <a:gd name="csX41" fmla="*/ 1562100 w 8572500"/>
                <a:gd name="csY41" fmla="*/ 638175 h 638175"/>
                <a:gd name="csX42" fmla="*/ 1171575 w 8572500"/>
                <a:gd name="csY42" fmla="*/ 638175 h 638175"/>
                <a:gd name="csX43" fmla="*/ 781050 w 8572500"/>
                <a:gd name="csY43" fmla="*/ 638175 h 638175"/>
                <a:gd name="csX44" fmla="*/ 390525 w 8572500"/>
                <a:gd name="csY44" fmla="*/ 638175 h 638175"/>
                <a:gd name="csX45" fmla="*/ 0 w 8572500"/>
                <a:gd name="csY45" fmla="*/ 638175 h 6381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638175">
                  <a:moveTo>
                    <a:pt x="0" y="76200"/>
                  </a:moveTo>
                  <a:lnTo>
                    <a:pt x="390525" y="9525"/>
                  </a:lnTo>
                  <a:lnTo>
                    <a:pt x="781050" y="123825"/>
                  </a:lnTo>
                  <a:lnTo>
                    <a:pt x="1171575" y="142875"/>
                  </a:lnTo>
                  <a:lnTo>
                    <a:pt x="1562100" y="76200"/>
                  </a:lnTo>
                  <a:lnTo>
                    <a:pt x="1952625" y="76200"/>
                  </a:lnTo>
                  <a:lnTo>
                    <a:pt x="2333625" y="171450"/>
                  </a:lnTo>
                  <a:lnTo>
                    <a:pt x="2724150" y="76200"/>
                  </a:lnTo>
                  <a:lnTo>
                    <a:pt x="3114675" y="123825"/>
                  </a:lnTo>
                  <a:lnTo>
                    <a:pt x="3505200" y="142875"/>
                  </a:lnTo>
                  <a:lnTo>
                    <a:pt x="3895725" y="19050"/>
                  </a:lnTo>
                  <a:lnTo>
                    <a:pt x="4286250" y="123825"/>
                  </a:lnTo>
                  <a:lnTo>
                    <a:pt x="4676775" y="142875"/>
                  </a:lnTo>
                  <a:lnTo>
                    <a:pt x="5067300" y="152400"/>
                  </a:lnTo>
                  <a:lnTo>
                    <a:pt x="5457825" y="133350"/>
                  </a:lnTo>
                  <a:lnTo>
                    <a:pt x="5848350" y="0"/>
                  </a:lnTo>
                  <a:lnTo>
                    <a:pt x="6238875" y="66675"/>
                  </a:lnTo>
                  <a:lnTo>
                    <a:pt x="6619875" y="28575"/>
                  </a:lnTo>
                  <a:lnTo>
                    <a:pt x="7010400" y="28575"/>
                  </a:lnTo>
                  <a:lnTo>
                    <a:pt x="7400925" y="47625"/>
                  </a:lnTo>
                  <a:lnTo>
                    <a:pt x="7791450" y="161925"/>
                  </a:lnTo>
                  <a:lnTo>
                    <a:pt x="8181975" y="47625"/>
                  </a:lnTo>
                  <a:lnTo>
                    <a:pt x="8572500" y="47625"/>
                  </a:lnTo>
                  <a:lnTo>
                    <a:pt x="8572500" y="638175"/>
                  </a:lnTo>
                  <a:lnTo>
                    <a:pt x="8181975" y="638175"/>
                  </a:lnTo>
                  <a:lnTo>
                    <a:pt x="7791450" y="638175"/>
                  </a:lnTo>
                  <a:lnTo>
                    <a:pt x="7400925" y="638175"/>
                  </a:lnTo>
                  <a:lnTo>
                    <a:pt x="7010400" y="638175"/>
                  </a:lnTo>
                  <a:lnTo>
                    <a:pt x="6619875" y="638175"/>
                  </a:lnTo>
                  <a:lnTo>
                    <a:pt x="6238875" y="638175"/>
                  </a:lnTo>
                  <a:lnTo>
                    <a:pt x="5848350" y="638175"/>
                  </a:lnTo>
                  <a:lnTo>
                    <a:pt x="5457825" y="638175"/>
                  </a:lnTo>
                  <a:lnTo>
                    <a:pt x="5067300" y="638175"/>
                  </a:lnTo>
                  <a:lnTo>
                    <a:pt x="4676775" y="638175"/>
                  </a:lnTo>
                  <a:lnTo>
                    <a:pt x="4286250" y="638175"/>
                  </a:lnTo>
                  <a:lnTo>
                    <a:pt x="3895725" y="638175"/>
                  </a:lnTo>
                  <a:lnTo>
                    <a:pt x="3505200" y="638175"/>
                  </a:lnTo>
                  <a:lnTo>
                    <a:pt x="3114675" y="638175"/>
                  </a:lnTo>
                  <a:lnTo>
                    <a:pt x="2724150" y="638175"/>
                  </a:lnTo>
                  <a:lnTo>
                    <a:pt x="2333625" y="638175"/>
                  </a:lnTo>
                  <a:lnTo>
                    <a:pt x="1952625" y="638175"/>
                  </a:lnTo>
                  <a:lnTo>
                    <a:pt x="1562100" y="638175"/>
                  </a:lnTo>
                  <a:lnTo>
                    <a:pt x="1171575" y="638175"/>
                  </a:lnTo>
                  <a:lnTo>
                    <a:pt x="781050" y="638175"/>
                  </a:lnTo>
                  <a:lnTo>
                    <a:pt x="390525" y="638175"/>
                  </a:lnTo>
                  <a:lnTo>
                    <a:pt x="0" y="638175"/>
                  </a:lnTo>
                  <a:close/>
                </a:path>
              </a:pathLst>
            </a:custGeom>
            <a:solidFill>
              <a:schemeClr val="accent2">
                <a:lumMod val="60000"/>
                <a:lumOff val="40000"/>
              </a:schemeClr>
            </a:solidFill>
            <a:ln w="9525" cap="flat">
              <a:noFill/>
              <a:prstDash val="solid"/>
              <a:miter/>
            </a:ln>
          </p:spPr>
          <p:txBody>
            <a:bodyPr/>
            <a:lstStyle/>
            <a:p>
              <a:endParaRPr lang="en-US"/>
            </a:p>
          </p:txBody>
        </p:sp>
        <p:sp>
          <p:nvSpPr>
            <p:cNvPr id="15" name="Freeform: Shape 14">
              <a:extLst>
                <a:ext uri="{FF2B5EF4-FFF2-40B4-BE49-F238E27FC236}">
                  <a16:creationId xmlns:a16="http://schemas.microsoft.com/office/drawing/2014/main" id="{8BC1E335-E48E-7705-B25A-A48047FDF0EA}"/>
                </a:ext>
              </a:extLst>
            </p:cNvPr>
            <p:cNvSpPr/>
            <p:nvPr/>
          </p:nvSpPr>
          <p:spPr>
            <a:xfrm flipH="1">
              <a:off x="12192000" y="6109189"/>
              <a:ext cx="12192000" cy="748811"/>
            </a:xfrm>
            <a:custGeom>
              <a:avLst/>
              <a:gdLst>
                <a:gd name="csX0" fmla="*/ 0 w 8572500"/>
                <a:gd name="csY0" fmla="*/ 152400 h 466725"/>
                <a:gd name="csX1" fmla="*/ 390525 w 8572500"/>
                <a:gd name="csY1" fmla="*/ 104775 h 466725"/>
                <a:gd name="csX2" fmla="*/ 781050 w 8572500"/>
                <a:gd name="csY2" fmla="*/ 57150 h 466725"/>
                <a:gd name="csX3" fmla="*/ 1171575 w 8572500"/>
                <a:gd name="csY3" fmla="*/ 28575 h 466725"/>
                <a:gd name="csX4" fmla="*/ 1562100 w 8572500"/>
                <a:gd name="csY4" fmla="*/ 123825 h 466725"/>
                <a:gd name="csX5" fmla="*/ 1952625 w 8572500"/>
                <a:gd name="csY5" fmla="*/ 133350 h 466725"/>
                <a:gd name="csX6" fmla="*/ 2333625 w 8572500"/>
                <a:gd name="csY6" fmla="*/ 9525 h 466725"/>
                <a:gd name="csX7" fmla="*/ 2724150 w 8572500"/>
                <a:gd name="csY7" fmla="*/ 57150 h 466725"/>
                <a:gd name="csX8" fmla="*/ 3114675 w 8572500"/>
                <a:gd name="csY8" fmla="*/ 28575 h 466725"/>
                <a:gd name="csX9" fmla="*/ 3505200 w 8572500"/>
                <a:gd name="csY9" fmla="*/ 171450 h 466725"/>
                <a:gd name="csX10" fmla="*/ 3895725 w 8572500"/>
                <a:gd name="csY10" fmla="*/ 152400 h 466725"/>
                <a:gd name="csX11" fmla="*/ 4286250 w 8572500"/>
                <a:gd name="csY11" fmla="*/ 161925 h 466725"/>
                <a:gd name="csX12" fmla="*/ 4676775 w 8572500"/>
                <a:gd name="csY12" fmla="*/ 95250 h 466725"/>
                <a:gd name="csX13" fmla="*/ 5067300 w 8572500"/>
                <a:gd name="csY13" fmla="*/ 171450 h 466725"/>
                <a:gd name="csX14" fmla="*/ 5457825 w 8572500"/>
                <a:gd name="csY14" fmla="*/ 114300 h 466725"/>
                <a:gd name="csX15" fmla="*/ 5848350 w 8572500"/>
                <a:gd name="csY15" fmla="*/ 95250 h 466725"/>
                <a:gd name="csX16" fmla="*/ 6238875 w 8572500"/>
                <a:gd name="csY16" fmla="*/ 104775 h 466725"/>
                <a:gd name="csX17" fmla="*/ 6619875 w 8572500"/>
                <a:gd name="csY17" fmla="*/ 152400 h 466725"/>
                <a:gd name="csX18" fmla="*/ 7010400 w 8572500"/>
                <a:gd name="csY18" fmla="*/ 95250 h 466725"/>
                <a:gd name="csX19" fmla="*/ 7400925 w 8572500"/>
                <a:gd name="csY19" fmla="*/ 28575 h 466725"/>
                <a:gd name="csX20" fmla="*/ 7791450 w 8572500"/>
                <a:gd name="csY20" fmla="*/ 123825 h 466725"/>
                <a:gd name="csX21" fmla="*/ 8181975 w 8572500"/>
                <a:gd name="csY21" fmla="*/ 0 h 466725"/>
                <a:gd name="csX22" fmla="*/ 8572500 w 8572500"/>
                <a:gd name="csY22" fmla="*/ 85725 h 466725"/>
                <a:gd name="csX23" fmla="*/ 8572500 w 8572500"/>
                <a:gd name="csY23" fmla="*/ 466725 h 466725"/>
                <a:gd name="csX24" fmla="*/ 8181975 w 8572500"/>
                <a:gd name="csY24" fmla="*/ 466725 h 466725"/>
                <a:gd name="csX25" fmla="*/ 7791450 w 8572500"/>
                <a:gd name="csY25" fmla="*/ 466725 h 466725"/>
                <a:gd name="csX26" fmla="*/ 7400925 w 8572500"/>
                <a:gd name="csY26" fmla="*/ 466725 h 466725"/>
                <a:gd name="csX27" fmla="*/ 7010400 w 8572500"/>
                <a:gd name="csY27" fmla="*/ 466725 h 466725"/>
                <a:gd name="csX28" fmla="*/ 6619875 w 8572500"/>
                <a:gd name="csY28" fmla="*/ 466725 h 466725"/>
                <a:gd name="csX29" fmla="*/ 6238875 w 8572500"/>
                <a:gd name="csY29" fmla="*/ 466725 h 466725"/>
                <a:gd name="csX30" fmla="*/ 5848350 w 8572500"/>
                <a:gd name="csY30" fmla="*/ 466725 h 466725"/>
                <a:gd name="csX31" fmla="*/ 5457825 w 8572500"/>
                <a:gd name="csY31" fmla="*/ 466725 h 466725"/>
                <a:gd name="csX32" fmla="*/ 5067300 w 8572500"/>
                <a:gd name="csY32" fmla="*/ 466725 h 466725"/>
                <a:gd name="csX33" fmla="*/ 4676775 w 8572500"/>
                <a:gd name="csY33" fmla="*/ 466725 h 466725"/>
                <a:gd name="csX34" fmla="*/ 4286250 w 8572500"/>
                <a:gd name="csY34" fmla="*/ 466725 h 466725"/>
                <a:gd name="csX35" fmla="*/ 3895725 w 8572500"/>
                <a:gd name="csY35" fmla="*/ 466725 h 466725"/>
                <a:gd name="csX36" fmla="*/ 3505200 w 8572500"/>
                <a:gd name="csY36" fmla="*/ 466725 h 466725"/>
                <a:gd name="csX37" fmla="*/ 3114675 w 8572500"/>
                <a:gd name="csY37" fmla="*/ 466725 h 466725"/>
                <a:gd name="csX38" fmla="*/ 2724150 w 8572500"/>
                <a:gd name="csY38" fmla="*/ 466725 h 466725"/>
                <a:gd name="csX39" fmla="*/ 2333625 w 8572500"/>
                <a:gd name="csY39" fmla="*/ 466725 h 466725"/>
                <a:gd name="csX40" fmla="*/ 1952625 w 8572500"/>
                <a:gd name="csY40" fmla="*/ 466725 h 466725"/>
                <a:gd name="csX41" fmla="*/ 1562100 w 8572500"/>
                <a:gd name="csY41" fmla="*/ 466725 h 466725"/>
                <a:gd name="csX42" fmla="*/ 1171575 w 8572500"/>
                <a:gd name="csY42" fmla="*/ 466725 h 466725"/>
                <a:gd name="csX43" fmla="*/ 781050 w 8572500"/>
                <a:gd name="csY43" fmla="*/ 466725 h 466725"/>
                <a:gd name="csX44" fmla="*/ 390525 w 8572500"/>
                <a:gd name="csY44" fmla="*/ 466725 h 466725"/>
                <a:gd name="csX45" fmla="*/ 0 w 8572500"/>
                <a:gd name="csY45" fmla="*/ 466725 h 4667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466725">
                  <a:moveTo>
                    <a:pt x="0" y="152400"/>
                  </a:moveTo>
                  <a:lnTo>
                    <a:pt x="390525" y="104775"/>
                  </a:lnTo>
                  <a:lnTo>
                    <a:pt x="781050" y="57150"/>
                  </a:lnTo>
                  <a:lnTo>
                    <a:pt x="1171575" y="28575"/>
                  </a:lnTo>
                  <a:lnTo>
                    <a:pt x="1562100" y="123825"/>
                  </a:lnTo>
                  <a:lnTo>
                    <a:pt x="1952625" y="133350"/>
                  </a:lnTo>
                  <a:lnTo>
                    <a:pt x="2333625" y="9525"/>
                  </a:lnTo>
                  <a:lnTo>
                    <a:pt x="2724150" y="57150"/>
                  </a:lnTo>
                  <a:lnTo>
                    <a:pt x="3114675" y="28575"/>
                  </a:lnTo>
                  <a:lnTo>
                    <a:pt x="3505200" y="171450"/>
                  </a:lnTo>
                  <a:lnTo>
                    <a:pt x="3895725" y="152400"/>
                  </a:lnTo>
                  <a:lnTo>
                    <a:pt x="4286250" y="161925"/>
                  </a:lnTo>
                  <a:lnTo>
                    <a:pt x="4676775" y="95250"/>
                  </a:lnTo>
                  <a:lnTo>
                    <a:pt x="5067300" y="171450"/>
                  </a:lnTo>
                  <a:lnTo>
                    <a:pt x="5457825" y="114300"/>
                  </a:lnTo>
                  <a:lnTo>
                    <a:pt x="5848350" y="95250"/>
                  </a:lnTo>
                  <a:lnTo>
                    <a:pt x="6238875" y="104775"/>
                  </a:lnTo>
                  <a:lnTo>
                    <a:pt x="6619875" y="152400"/>
                  </a:lnTo>
                  <a:lnTo>
                    <a:pt x="7010400" y="95250"/>
                  </a:lnTo>
                  <a:lnTo>
                    <a:pt x="7400925" y="28575"/>
                  </a:lnTo>
                  <a:lnTo>
                    <a:pt x="7791450" y="123825"/>
                  </a:lnTo>
                  <a:lnTo>
                    <a:pt x="8181975" y="0"/>
                  </a:lnTo>
                  <a:lnTo>
                    <a:pt x="8572500" y="85725"/>
                  </a:lnTo>
                  <a:lnTo>
                    <a:pt x="8572500" y="466725"/>
                  </a:lnTo>
                  <a:lnTo>
                    <a:pt x="8181975" y="466725"/>
                  </a:lnTo>
                  <a:lnTo>
                    <a:pt x="7791450" y="466725"/>
                  </a:lnTo>
                  <a:lnTo>
                    <a:pt x="7400925" y="466725"/>
                  </a:lnTo>
                  <a:lnTo>
                    <a:pt x="7010400" y="466725"/>
                  </a:lnTo>
                  <a:lnTo>
                    <a:pt x="6619875" y="466725"/>
                  </a:lnTo>
                  <a:lnTo>
                    <a:pt x="6238875" y="466725"/>
                  </a:lnTo>
                  <a:lnTo>
                    <a:pt x="5848350" y="466725"/>
                  </a:lnTo>
                  <a:lnTo>
                    <a:pt x="5457825" y="466725"/>
                  </a:lnTo>
                  <a:lnTo>
                    <a:pt x="5067300" y="466725"/>
                  </a:lnTo>
                  <a:lnTo>
                    <a:pt x="4676775" y="466725"/>
                  </a:lnTo>
                  <a:lnTo>
                    <a:pt x="4286250" y="466725"/>
                  </a:lnTo>
                  <a:lnTo>
                    <a:pt x="3895725" y="466725"/>
                  </a:lnTo>
                  <a:lnTo>
                    <a:pt x="3505200" y="466725"/>
                  </a:lnTo>
                  <a:lnTo>
                    <a:pt x="3114675" y="466725"/>
                  </a:lnTo>
                  <a:lnTo>
                    <a:pt x="2724150" y="466725"/>
                  </a:lnTo>
                  <a:lnTo>
                    <a:pt x="2333625" y="466725"/>
                  </a:lnTo>
                  <a:lnTo>
                    <a:pt x="1952625" y="466725"/>
                  </a:lnTo>
                  <a:lnTo>
                    <a:pt x="1562100" y="466725"/>
                  </a:lnTo>
                  <a:lnTo>
                    <a:pt x="1171575" y="466725"/>
                  </a:lnTo>
                  <a:lnTo>
                    <a:pt x="781050" y="466725"/>
                  </a:lnTo>
                  <a:lnTo>
                    <a:pt x="390525" y="466725"/>
                  </a:lnTo>
                  <a:lnTo>
                    <a:pt x="0" y="466725"/>
                  </a:lnTo>
                  <a:close/>
                </a:path>
              </a:pathLst>
            </a:custGeom>
            <a:solidFill>
              <a:schemeClr val="accent2"/>
            </a:solidFill>
            <a:ln w="9525" cap="flat">
              <a:noFill/>
              <a:prstDash val="solid"/>
              <a:miter/>
            </a:ln>
          </p:spPr>
          <p:txBody>
            <a:bodyPr/>
            <a:lstStyle/>
            <a:p>
              <a:endParaRPr lang="en-US"/>
            </a:p>
          </p:txBody>
        </p:sp>
        <p:sp>
          <p:nvSpPr>
            <p:cNvPr id="16" name="Freeform: Shape 15">
              <a:extLst>
                <a:ext uri="{FF2B5EF4-FFF2-40B4-BE49-F238E27FC236}">
                  <a16:creationId xmlns:a16="http://schemas.microsoft.com/office/drawing/2014/main" id="{05B7A0EA-9155-19BB-ABB3-A35C48FED388}"/>
                </a:ext>
              </a:extLst>
            </p:cNvPr>
            <p:cNvSpPr/>
            <p:nvPr/>
          </p:nvSpPr>
          <p:spPr>
            <a:xfrm flipH="1">
              <a:off x="12192000" y="6399544"/>
              <a:ext cx="12192000" cy="458456"/>
            </a:xfrm>
            <a:custGeom>
              <a:avLst/>
              <a:gdLst>
                <a:gd name="csX0" fmla="*/ 0 w 8572500"/>
                <a:gd name="csY0" fmla="*/ 142875 h 285750"/>
                <a:gd name="csX1" fmla="*/ 390525 w 8572500"/>
                <a:gd name="csY1" fmla="*/ 38100 h 285750"/>
                <a:gd name="csX2" fmla="*/ 781050 w 8572500"/>
                <a:gd name="csY2" fmla="*/ 123825 h 285750"/>
                <a:gd name="csX3" fmla="*/ 1171575 w 8572500"/>
                <a:gd name="csY3" fmla="*/ 114300 h 285750"/>
                <a:gd name="csX4" fmla="*/ 1562100 w 8572500"/>
                <a:gd name="csY4" fmla="*/ 66675 h 285750"/>
                <a:gd name="csX5" fmla="*/ 1952625 w 8572500"/>
                <a:gd name="csY5" fmla="*/ 57150 h 285750"/>
                <a:gd name="csX6" fmla="*/ 2333625 w 8572500"/>
                <a:gd name="csY6" fmla="*/ 57150 h 285750"/>
                <a:gd name="csX7" fmla="*/ 2724150 w 8572500"/>
                <a:gd name="csY7" fmla="*/ 152400 h 285750"/>
                <a:gd name="csX8" fmla="*/ 3114675 w 8572500"/>
                <a:gd name="csY8" fmla="*/ 19050 h 285750"/>
                <a:gd name="csX9" fmla="*/ 3505200 w 8572500"/>
                <a:gd name="csY9" fmla="*/ 66675 h 285750"/>
                <a:gd name="csX10" fmla="*/ 3895725 w 8572500"/>
                <a:gd name="csY10" fmla="*/ 114300 h 285750"/>
                <a:gd name="csX11" fmla="*/ 4286250 w 8572500"/>
                <a:gd name="csY11" fmla="*/ 133350 h 285750"/>
                <a:gd name="csX12" fmla="*/ 4676775 w 8572500"/>
                <a:gd name="csY12" fmla="*/ 28575 h 285750"/>
                <a:gd name="csX13" fmla="*/ 5067300 w 8572500"/>
                <a:gd name="csY13" fmla="*/ 133350 h 285750"/>
                <a:gd name="csX14" fmla="*/ 5457825 w 8572500"/>
                <a:gd name="csY14" fmla="*/ 85725 h 285750"/>
                <a:gd name="csX15" fmla="*/ 5848350 w 8572500"/>
                <a:gd name="csY15" fmla="*/ 38100 h 285750"/>
                <a:gd name="csX16" fmla="*/ 6238875 w 8572500"/>
                <a:gd name="csY16" fmla="*/ 142875 h 285750"/>
                <a:gd name="csX17" fmla="*/ 6619875 w 8572500"/>
                <a:gd name="csY17" fmla="*/ 0 h 285750"/>
                <a:gd name="csX18" fmla="*/ 7010400 w 8572500"/>
                <a:gd name="csY18" fmla="*/ 57150 h 285750"/>
                <a:gd name="csX19" fmla="*/ 7400925 w 8572500"/>
                <a:gd name="csY19" fmla="*/ 85725 h 285750"/>
                <a:gd name="csX20" fmla="*/ 7791450 w 8572500"/>
                <a:gd name="csY20" fmla="*/ 76200 h 285750"/>
                <a:gd name="csX21" fmla="*/ 8181975 w 8572500"/>
                <a:gd name="csY21" fmla="*/ 95250 h 285750"/>
                <a:gd name="csX22" fmla="*/ 8572500 w 8572500"/>
                <a:gd name="csY22" fmla="*/ 142875 h 285750"/>
                <a:gd name="csX23" fmla="*/ 8572500 w 8572500"/>
                <a:gd name="csY23" fmla="*/ 285750 h 285750"/>
                <a:gd name="csX24" fmla="*/ 8181975 w 8572500"/>
                <a:gd name="csY24" fmla="*/ 285750 h 285750"/>
                <a:gd name="csX25" fmla="*/ 7791450 w 8572500"/>
                <a:gd name="csY25" fmla="*/ 285750 h 285750"/>
                <a:gd name="csX26" fmla="*/ 7400925 w 8572500"/>
                <a:gd name="csY26" fmla="*/ 285750 h 285750"/>
                <a:gd name="csX27" fmla="*/ 7010400 w 8572500"/>
                <a:gd name="csY27" fmla="*/ 285750 h 285750"/>
                <a:gd name="csX28" fmla="*/ 6619875 w 8572500"/>
                <a:gd name="csY28" fmla="*/ 285750 h 285750"/>
                <a:gd name="csX29" fmla="*/ 6238875 w 8572500"/>
                <a:gd name="csY29" fmla="*/ 285750 h 285750"/>
                <a:gd name="csX30" fmla="*/ 5848350 w 8572500"/>
                <a:gd name="csY30" fmla="*/ 285750 h 285750"/>
                <a:gd name="csX31" fmla="*/ 5457825 w 8572500"/>
                <a:gd name="csY31" fmla="*/ 285750 h 285750"/>
                <a:gd name="csX32" fmla="*/ 5067300 w 8572500"/>
                <a:gd name="csY32" fmla="*/ 285750 h 285750"/>
                <a:gd name="csX33" fmla="*/ 4676775 w 8572500"/>
                <a:gd name="csY33" fmla="*/ 285750 h 285750"/>
                <a:gd name="csX34" fmla="*/ 4286250 w 8572500"/>
                <a:gd name="csY34" fmla="*/ 285750 h 285750"/>
                <a:gd name="csX35" fmla="*/ 3895725 w 8572500"/>
                <a:gd name="csY35" fmla="*/ 285750 h 285750"/>
                <a:gd name="csX36" fmla="*/ 3505200 w 8572500"/>
                <a:gd name="csY36" fmla="*/ 285750 h 285750"/>
                <a:gd name="csX37" fmla="*/ 3114675 w 8572500"/>
                <a:gd name="csY37" fmla="*/ 285750 h 285750"/>
                <a:gd name="csX38" fmla="*/ 2724150 w 8572500"/>
                <a:gd name="csY38" fmla="*/ 285750 h 285750"/>
                <a:gd name="csX39" fmla="*/ 2333625 w 8572500"/>
                <a:gd name="csY39" fmla="*/ 285750 h 285750"/>
                <a:gd name="csX40" fmla="*/ 1952625 w 8572500"/>
                <a:gd name="csY40" fmla="*/ 285750 h 285750"/>
                <a:gd name="csX41" fmla="*/ 1562100 w 8572500"/>
                <a:gd name="csY41" fmla="*/ 285750 h 285750"/>
                <a:gd name="csX42" fmla="*/ 1171575 w 8572500"/>
                <a:gd name="csY42" fmla="*/ 285750 h 285750"/>
                <a:gd name="csX43" fmla="*/ 781050 w 8572500"/>
                <a:gd name="csY43" fmla="*/ 285750 h 285750"/>
                <a:gd name="csX44" fmla="*/ 390525 w 8572500"/>
                <a:gd name="csY44" fmla="*/ 285750 h 285750"/>
                <a:gd name="csX45" fmla="*/ 0 w 8572500"/>
                <a:gd name="csY45" fmla="*/ 285750 h 285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285750">
                  <a:moveTo>
                    <a:pt x="0" y="142875"/>
                  </a:moveTo>
                  <a:lnTo>
                    <a:pt x="390525" y="38100"/>
                  </a:lnTo>
                  <a:lnTo>
                    <a:pt x="781050" y="123825"/>
                  </a:lnTo>
                  <a:lnTo>
                    <a:pt x="1171575" y="114300"/>
                  </a:lnTo>
                  <a:lnTo>
                    <a:pt x="1562100" y="66675"/>
                  </a:lnTo>
                  <a:lnTo>
                    <a:pt x="1952625" y="57150"/>
                  </a:lnTo>
                  <a:lnTo>
                    <a:pt x="2333625" y="57150"/>
                  </a:lnTo>
                  <a:lnTo>
                    <a:pt x="2724150" y="152400"/>
                  </a:lnTo>
                  <a:lnTo>
                    <a:pt x="3114675" y="19050"/>
                  </a:lnTo>
                  <a:lnTo>
                    <a:pt x="3505200" y="66675"/>
                  </a:lnTo>
                  <a:lnTo>
                    <a:pt x="3895725" y="114300"/>
                  </a:lnTo>
                  <a:lnTo>
                    <a:pt x="4286250" y="133350"/>
                  </a:lnTo>
                  <a:lnTo>
                    <a:pt x="4676775" y="28575"/>
                  </a:lnTo>
                  <a:lnTo>
                    <a:pt x="5067300" y="133350"/>
                  </a:lnTo>
                  <a:lnTo>
                    <a:pt x="5457825" y="85725"/>
                  </a:lnTo>
                  <a:lnTo>
                    <a:pt x="5848350" y="38100"/>
                  </a:lnTo>
                  <a:lnTo>
                    <a:pt x="6238875" y="142875"/>
                  </a:lnTo>
                  <a:lnTo>
                    <a:pt x="6619875" y="0"/>
                  </a:lnTo>
                  <a:lnTo>
                    <a:pt x="7010400" y="57150"/>
                  </a:lnTo>
                  <a:lnTo>
                    <a:pt x="7400925" y="85725"/>
                  </a:lnTo>
                  <a:lnTo>
                    <a:pt x="7791450" y="76200"/>
                  </a:lnTo>
                  <a:lnTo>
                    <a:pt x="8181975" y="95250"/>
                  </a:lnTo>
                  <a:lnTo>
                    <a:pt x="8572500" y="142875"/>
                  </a:lnTo>
                  <a:lnTo>
                    <a:pt x="8572500" y="285750"/>
                  </a:lnTo>
                  <a:lnTo>
                    <a:pt x="8181975" y="285750"/>
                  </a:lnTo>
                  <a:lnTo>
                    <a:pt x="7791450" y="285750"/>
                  </a:lnTo>
                  <a:lnTo>
                    <a:pt x="7400925" y="285750"/>
                  </a:lnTo>
                  <a:lnTo>
                    <a:pt x="7010400" y="285750"/>
                  </a:lnTo>
                  <a:lnTo>
                    <a:pt x="6619875" y="285750"/>
                  </a:lnTo>
                  <a:lnTo>
                    <a:pt x="6238875" y="285750"/>
                  </a:lnTo>
                  <a:lnTo>
                    <a:pt x="5848350" y="285750"/>
                  </a:lnTo>
                  <a:lnTo>
                    <a:pt x="5457825" y="285750"/>
                  </a:lnTo>
                  <a:lnTo>
                    <a:pt x="5067300" y="285750"/>
                  </a:lnTo>
                  <a:lnTo>
                    <a:pt x="4676775" y="285750"/>
                  </a:lnTo>
                  <a:lnTo>
                    <a:pt x="4286250" y="285750"/>
                  </a:lnTo>
                  <a:lnTo>
                    <a:pt x="3895725" y="285750"/>
                  </a:lnTo>
                  <a:lnTo>
                    <a:pt x="3505200" y="285750"/>
                  </a:lnTo>
                  <a:lnTo>
                    <a:pt x="3114675" y="285750"/>
                  </a:lnTo>
                  <a:lnTo>
                    <a:pt x="2724150" y="285750"/>
                  </a:lnTo>
                  <a:lnTo>
                    <a:pt x="2333625" y="285750"/>
                  </a:lnTo>
                  <a:lnTo>
                    <a:pt x="1952625" y="285750"/>
                  </a:lnTo>
                  <a:lnTo>
                    <a:pt x="1562100" y="285750"/>
                  </a:lnTo>
                  <a:lnTo>
                    <a:pt x="1171575" y="285750"/>
                  </a:lnTo>
                  <a:lnTo>
                    <a:pt x="781050" y="285750"/>
                  </a:lnTo>
                  <a:lnTo>
                    <a:pt x="390525" y="285750"/>
                  </a:lnTo>
                  <a:lnTo>
                    <a:pt x="0" y="285750"/>
                  </a:lnTo>
                  <a:close/>
                </a:path>
              </a:pathLst>
            </a:custGeom>
            <a:solidFill>
              <a:schemeClr val="accent2">
                <a:lumMod val="50000"/>
              </a:schemeClr>
            </a:solidFill>
            <a:ln w="9525" cap="flat">
              <a:noFill/>
              <a:prstDash val="solid"/>
              <a:miter/>
            </a:ln>
          </p:spPr>
          <p:txBody>
            <a:bodyPr/>
            <a:lstStyle/>
            <a:p>
              <a:endParaRPr lang="en-US"/>
            </a:p>
          </p:txBody>
        </p:sp>
      </p:grpSp>
      <p:grpSp>
        <p:nvGrpSpPr>
          <p:cNvPr id="17" name="Group 16">
            <a:extLst>
              <a:ext uri="{FF2B5EF4-FFF2-40B4-BE49-F238E27FC236}">
                <a16:creationId xmlns:a16="http://schemas.microsoft.com/office/drawing/2014/main" id="{8D1FBD23-EA5A-98C9-D591-CF1A303577A4}"/>
              </a:ext>
            </a:extLst>
          </p:cNvPr>
          <p:cNvGrpSpPr/>
          <p:nvPr/>
        </p:nvGrpSpPr>
        <p:grpSpPr>
          <a:xfrm>
            <a:off x="12192000" y="5698218"/>
            <a:ext cx="24384000" cy="1589314"/>
            <a:chOff x="0" y="5268686"/>
            <a:chExt cx="24384000" cy="1589314"/>
          </a:xfrm>
        </p:grpSpPr>
        <p:sp>
          <p:nvSpPr>
            <p:cNvPr id="18" name="Freeform: Shape 17">
              <a:extLst>
                <a:ext uri="{FF2B5EF4-FFF2-40B4-BE49-F238E27FC236}">
                  <a16:creationId xmlns:a16="http://schemas.microsoft.com/office/drawing/2014/main" id="{695521D4-840C-ABDC-A49E-B5E0C8FF37F7}"/>
                </a:ext>
              </a:extLst>
            </p:cNvPr>
            <p:cNvSpPr/>
            <p:nvPr/>
          </p:nvSpPr>
          <p:spPr>
            <a:xfrm>
              <a:off x="0" y="5268686"/>
              <a:ext cx="12192000" cy="1589314"/>
            </a:xfrm>
            <a:custGeom>
              <a:avLst/>
              <a:gdLst>
                <a:gd name="csX0" fmla="*/ 0 w 8572500"/>
                <a:gd name="csY0" fmla="*/ 9525 h 990600"/>
                <a:gd name="csX1" fmla="*/ 390525 w 8572500"/>
                <a:gd name="csY1" fmla="*/ 38100 h 990600"/>
                <a:gd name="csX2" fmla="*/ 781050 w 8572500"/>
                <a:gd name="csY2" fmla="*/ 0 h 990600"/>
                <a:gd name="csX3" fmla="*/ 1171575 w 8572500"/>
                <a:gd name="csY3" fmla="*/ 28575 h 990600"/>
                <a:gd name="csX4" fmla="*/ 1562100 w 8572500"/>
                <a:gd name="csY4" fmla="*/ 9525 h 990600"/>
                <a:gd name="csX5" fmla="*/ 1952625 w 8572500"/>
                <a:gd name="csY5" fmla="*/ 38100 h 990600"/>
                <a:gd name="csX6" fmla="*/ 2333625 w 8572500"/>
                <a:gd name="csY6" fmla="*/ 19050 h 990600"/>
                <a:gd name="csX7" fmla="*/ 2724150 w 8572500"/>
                <a:gd name="csY7" fmla="*/ 104775 h 990600"/>
                <a:gd name="csX8" fmla="*/ 3114675 w 8572500"/>
                <a:gd name="csY8" fmla="*/ 114300 h 990600"/>
                <a:gd name="csX9" fmla="*/ 3505200 w 8572500"/>
                <a:gd name="csY9" fmla="*/ 190500 h 990600"/>
                <a:gd name="csX10" fmla="*/ 3895725 w 8572500"/>
                <a:gd name="csY10" fmla="*/ 47625 h 990600"/>
                <a:gd name="csX11" fmla="*/ 4286250 w 8572500"/>
                <a:gd name="csY11" fmla="*/ 190500 h 990600"/>
                <a:gd name="csX12" fmla="*/ 4676775 w 8572500"/>
                <a:gd name="csY12" fmla="*/ 190500 h 990600"/>
                <a:gd name="csX13" fmla="*/ 5067300 w 8572500"/>
                <a:gd name="csY13" fmla="*/ 66675 h 990600"/>
                <a:gd name="csX14" fmla="*/ 5457825 w 8572500"/>
                <a:gd name="csY14" fmla="*/ 85725 h 990600"/>
                <a:gd name="csX15" fmla="*/ 5848350 w 8572500"/>
                <a:gd name="csY15" fmla="*/ 47625 h 990600"/>
                <a:gd name="csX16" fmla="*/ 6238875 w 8572500"/>
                <a:gd name="csY16" fmla="*/ 28575 h 990600"/>
                <a:gd name="csX17" fmla="*/ 6619875 w 8572500"/>
                <a:gd name="csY17" fmla="*/ 180975 h 990600"/>
                <a:gd name="csX18" fmla="*/ 7010400 w 8572500"/>
                <a:gd name="csY18" fmla="*/ 114300 h 990600"/>
                <a:gd name="csX19" fmla="*/ 7400925 w 8572500"/>
                <a:gd name="csY19" fmla="*/ 180975 h 990600"/>
                <a:gd name="csX20" fmla="*/ 7791450 w 8572500"/>
                <a:gd name="csY20" fmla="*/ 38100 h 990600"/>
                <a:gd name="csX21" fmla="*/ 8181975 w 8572500"/>
                <a:gd name="csY21" fmla="*/ 171450 h 990600"/>
                <a:gd name="csX22" fmla="*/ 8572500 w 8572500"/>
                <a:gd name="csY22" fmla="*/ 171450 h 990600"/>
                <a:gd name="csX23" fmla="*/ 8572500 w 8572500"/>
                <a:gd name="csY23" fmla="*/ 990600 h 990600"/>
                <a:gd name="csX24" fmla="*/ 8181975 w 8572500"/>
                <a:gd name="csY24" fmla="*/ 990600 h 990600"/>
                <a:gd name="csX25" fmla="*/ 7791450 w 8572500"/>
                <a:gd name="csY25" fmla="*/ 990600 h 990600"/>
                <a:gd name="csX26" fmla="*/ 7400925 w 8572500"/>
                <a:gd name="csY26" fmla="*/ 990600 h 990600"/>
                <a:gd name="csX27" fmla="*/ 7010400 w 8572500"/>
                <a:gd name="csY27" fmla="*/ 990600 h 990600"/>
                <a:gd name="csX28" fmla="*/ 6619875 w 8572500"/>
                <a:gd name="csY28" fmla="*/ 990600 h 990600"/>
                <a:gd name="csX29" fmla="*/ 6238875 w 8572500"/>
                <a:gd name="csY29" fmla="*/ 990600 h 990600"/>
                <a:gd name="csX30" fmla="*/ 5848350 w 8572500"/>
                <a:gd name="csY30" fmla="*/ 990600 h 990600"/>
                <a:gd name="csX31" fmla="*/ 5457825 w 8572500"/>
                <a:gd name="csY31" fmla="*/ 990600 h 990600"/>
                <a:gd name="csX32" fmla="*/ 5067300 w 8572500"/>
                <a:gd name="csY32" fmla="*/ 990600 h 990600"/>
                <a:gd name="csX33" fmla="*/ 4676775 w 8572500"/>
                <a:gd name="csY33" fmla="*/ 990600 h 990600"/>
                <a:gd name="csX34" fmla="*/ 4286250 w 8572500"/>
                <a:gd name="csY34" fmla="*/ 990600 h 990600"/>
                <a:gd name="csX35" fmla="*/ 3895725 w 8572500"/>
                <a:gd name="csY35" fmla="*/ 990600 h 990600"/>
                <a:gd name="csX36" fmla="*/ 3505200 w 8572500"/>
                <a:gd name="csY36" fmla="*/ 990600 h 990600"/>
                <a:gd name="csX37" fmla="*/ 3114675 w 8572500"/>
                <a:gd name="csY37" fmla="*/ 990600 h 990600"/>
                <a:gd name="csX38" fmla="*/ 2724150 w 8572500"/>
                <a:gd name="csY38" fmla="*/ 990600 h 990600"/>
                <a:gd name="csX39" fmla="*/ 2333625 w 8572500"/>
                <a:gd name="csY39" fmla="*/ 990600 h 990600"/>
                <a:gd name="csX40" fmla="*/ 1952625 w 8572500"/>
                <a:gd name="csY40" fmla="*/ 990600 h 990600"/>
                <a:gd name="csX41" fmla="*/ 1562100 w 8572500"/>
                <a:gd name="csY41" fmla="*/ 990600 h 990600"/>
                <a:gd name="csX42" fmla="*/ 1171575 w 8572500"/>
                <a:gd name="csY42" fmla="*/ 990600 h 990600"/>
                <a:gd name="csX43" fmla="*/ 781050 w 8572500"/>
                <a:gd name="csY43" fmla="*/ 990600 h 990600"/>
                <a:gd name="csX44" fmla="*/ 390525 w 8572500"/>
                <a:gd name="csY44" fmla="*/ 990600 h 990600"/>
                <a:gd name="csX45" fmla="*/ 0 w 8572500"/>
                <a:gd name="csY45" fmla="*/ 990600 h 990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990600">
                  <a:moveTo>
                    <a:pt x="0" y="9525"/>
                  </a:moveTo>
                  <a:lnTo>
                    <a:pt x="390525" y="38100"/>
                  </a:lnTo>
                  <a:lnTo>
                    <a:pt x="781050" y="0"/>
                  </a:lnTo>
                  <a:lnTo>
                    <a:pt x="1171575" y="28575"/>
                  </a:lnTo>
                  <a:lnTo>
                    <a:pt x="1562100" y="9525"/>
                  </a:lnTo>
                  <a:lnTo>
                    <a:pt x="1952625" y="38100"/>
                  </a:lnTo>
                  <a:lnTo>
                    <a:pt x="2333625" y="19050"/>
                  </a:lnTo>
                  <a:lnTo>
                    <a:pt x="2724150" y="104775"/>
                  </a:lnTo>
                  <a:lnTo>
                    <a:pt x="3114675" y="114300"/>
                  </a:lnTo>
                  <a:lnTo>
                    <a:pt x="3505200" y="190500"/>
                  </a:lnTo>
                  <a:lnTo>
                    <a:pt x="3895725" y="47625"/>
                  </a:lnTo>
                  <a:lnTo>
                    <a:pt x="4286250" y="190500"/>
                  </a:lnTo>
                  <a:lnTo>
                    <a:pt x="4676775" y="190500"/>
                  </a:lnTo>
                  <a:lnTo>
                    <a:pt x="5067300" y="66675"/>
                  </a:lnTo>
                  <a:lnTo>
                    <a:pt x="5457825" y="85725"/>
                  </a:lnTo>
                  <a:lnTo>
                    <a:pt x="5848350" y="47625"/>
                  </a:lnTo>
                  <a:lnTo>
                    <a:pt x="6238875" y="28575"/>
                  </a:lnTo>
                  <a:lnTo>
                    <a:pt x="6619875" y="180975"/>
                  </a:lnTo>
                  <a:lnTo>
                    <a:pt x="7010400" y="114300"/>
                  </a:lnTo>
                  <a:lnTo>
                    <a:pt x="7400925" y="180975"/>
                  </a:lnTo>
                  <a:lnTo>
                    <a:pt x="7791450" y="38100"/>
                  </a:lnTo>
                  <a:lnTo>
                    <a:pt x="8181975" y="171450"/>
                  </a:lnTo>
                  <a:lnTo>
                    <a:pt x="8572500" y="171450"/>
                  </a:lnTo>
                  <a:lnTo>
                    <a:pt x="8572500" y="990600"/>
                  </a:lnTo>
                  <a:lnTo>
                    <a:pt x="8181975" y="990600"/>
                  </a:lnTo>
                  <a:lnTo>
                    <a:pt x="7791450" y="990600"/>
                  </a:lnTo>
                  <a:lnTo>
                    <a:pt x="7400925" y="990600"/>
                  </a:lnTo>
                  <a:lnTo>
                    <a:pt x="7010400" y="990600"/>
                  </a:lnTo>
                  <a:lnTo>
                    <a:pt x="6619875" y="990600"/>
                  </a:lnTo>
                  <a:lnTo>
                    <a:pt x="6238875" y="990600"/>
                  </a:lnTo>
                  <a:lnTo>
                    <a:pt x="5848350" y="990600"/>
                  </a:lnTo>
                  <a:lnTo>
                    <a:pt x="5457825" y="990600"/>
                  </a:lnTo>
                  <a:lnTo>
                    <a:pt x="5067300" y="990600"/>
                  </a:lnTo>
                  <a:lnTo>
                    <a:pt x="4676775" y="990600"/>
                  </a:lnTo>
                  <a:lnTo>
                    <a:pt x="4286250" y="990600"/>
                  </a:lnTo>
                  <a:lnTo>
                    <a:pt x="3895725" y="990600"/>
                  </a:lnTo>
                  <a:lnTo>
                    <a:pt x="3505200" y="990600"/>
                  </a:lnTo>
                  <a:lnTo>
                    <a:pt x="3114675" y="990600"/>
                  </a:lnTo>
                  <a:lnTo>
                    <a:pt x="2724150" y="990600"/>
                  </a:lnTo>
                  <a:lnTo>
                    <a:pt x="2333625" y="990600"/>
                  </a:lnTo>
                  <a:lnTo>
                    <a:pt x="1952625" y="990600"/>
                  </a:lnTo>
                  <a:lnTo>
                    <a:pt x="1562100" y="990600"/>
                  </a:lnTo>
                  <a:lnTo>
                    <a:pt x="1171575" y="990600"/>
                  </a:lnTo>
                  <a:lnTo>
                    <a:pt x="781050" y="990600"/>
                  </a:lnTo>
                  <a:lnTo>
                    <a:pt x="390525" y="990600"/>
                  </a:lnTo>
                  <a:lnTo>
                    <a:pt x="0" y="990600"/>
                  </a:lnTo>
                  <a:close/>
                </a:path>
              </a:pathLst>
            </a:custGeom>
            <a:solidFill>
              <a:schemeClr val="accent2">
                <a:lumMod val="20000"/>
                <a:lumOff val="80000"/>
              </a:schemeClr>
            </a:solidFill>
            <a:ln w="9525" cap="flat">
              <a:noFill/>
              <a:prstDash val="solid"/>
              <a:miter/>
            </a:ln>
          </p:spPr>
          <p:txBody>
            <a:bodyPr/>
            <a:lstStyle/>
            <a:p>
              <a:endParaRPr lang="en-US"/>
            </a:p>
          </p:txBody>
        </p:sp>
        <p:sp>
          <p:nvSpPr>
            <p:cNvPr id="19" name="Freeform: Shape 18">
              <a:extLst>
                <a:ext uri="{FF2B5EF4-FFF2-40B4-BE49-F238E27FC236}">
                  <a16:creationId xmlns:a16="http://schemas.microsoft.com/office/drawing/2014/main" id="{5CCE7DAD-CFC1-482E-167A-2C302D9FE0BF}"/>
                </a:ext>
              </a:extLst>
            </p:cNvPr>
            <p:cNvSpPr/>
            <p:nvPr/>
          </p:nvSpPr>
          <p:spPr>
            <a:xfrm>
              <a:off x="0" y="5543760"/>
              <a:ext cx="12192000" cy="1314240"/>
            </a:xfrm>
            <a:custGeom>
              <a:avLst/>
              <a:gdLst>
                <a:gd name="csX0" fmla="*/ 0 w 8572500"/>
                <a:gd name="csY0" fmla="*/ 38100 h 819150"/>
                <a:gd name="csX1" fmla="*/ 390525 w 8572500"/>
                <a:gd name="csY1" fmla="*/ 95250 h 819150"/>
                <a:gd name="csX2" fmla="*/ 781050 w 8572500"/>
                <a:gd name="csY2" fmla="*/ 66675 h 819150"/>
                <a:gd name="csX3" fmla="*/ 1171575 w 8572500"/>
                <a:gd name="csY3" fmla="*/ 19050 h 819150"/>
                <a:gd name="csX4" fmla="*/ 1562100 w 8572500"/>
                <a:gd name="csY4" fmla="*/ 142875 h 819150"/>
                <a:gd name="csX5" fmla="*/ 1952625 w 8572500"/>
                <a:gd name="csY5" fmla="*/ 161925 h 819150"/>
                <a:gd name="csX6" fmla="*/ 2333625 w 8572500"/>
                <a:gd name="csY6" fmla="*/ 47625 h 819150"/>
                <a:gd name="csX7" fmla="*/ 2724150 w 8572500"/>
                <a:gd name="csY7" fmla="*/ 123825 h 819150"/>
                <a:gd name="csX8" fmla="*/ 3114675 w 8572500"/>
                <a:gd name="csY8" fmla="*/ 95250 h 819150"/>
                <a:gd name="csX9" fmla="*/ 3505200 w 8572500"/>
                <a:gd name="csY9" fmla="*/ 190500 h 819150"/>
                <a:gd name="csX10" fmla="*/ 3895725 w 8572500"/>
                <a:gd name="csY10" fmla="*/ 142875 h 819150"/>
                <a:gd name="csX11" fmla="*/ 4286250 w 8572500"/>
                <a:gd name="csY11" fmla="*/ 28575 h 819150"/>
                <a:gd name="csX12" fmla="*/ 4676775 w 8572500"/>
                <a:gd name="csY12" fmla="*/ 190500 h 819150"/>
                <a:gd name="csX13" fmla="*/ 5067300 w 8572500"/>
                <a:gd name="csY13" fmla="*/ 142875 h 819150"/>
                <a:gd name="csX14" fmla="*/ 5457825 w 8572500"/>
                <a:gd name="csY14" fmla="*/ 0 h 819150"/>
                <a:gd name="csX15" fmla="*/ 5848350 w 8572500"/>
                <a:gd name="csY15" fmla="*/ 47625 h 819150"/>
                <a:gd name="csX16" fmla="*/ 6238875 w 8572500"/>
                <a:gd name="csY16" fmla="*/ 142875 h 819150"/>
                <a:gd name="csX17" fmla="*/ 6619875 w 8572500"/>
                <a:gd name="csY17" fmla="*/ 57150 h 819150"/>
                <a:gd name="csX18" fmla="*/ 7010400 w 8572500"/>
                <a:gd name="csY18" fmla="*/ 114300 h 819150"/>
                <a:gd name="csX19" fmla="*/ 7400925 w 8572500"/>
                <a:gd name="csY19" fmla="*/ 66675 h 819150"/>
                <a:gd name="csX20" fmla="*/ 7791450 w 8572500"/>
                <a:gd name="csY20" fmla="*/ 171450 h 819150"/>
                <a:gd name="csX21" fmla="*/ 8181975 w 8572500"/>
                <a:gd name="csY21" fmla="*/ 57150 h 819150"/>
                <a:gd name="csX22" fmla="*/ 8572500 w 8572500"/>
                <a:gd name="csY22" fmla="*/ 28575 h 819150"/>
                <a:gd name="csX23" fmla="*/ 8572500 w 8572500"/>
                <a:gd name="csY23" fmla="*/ 819150 h 819150"/>
                <a:gd name="csX24" fmla="*/ 8181975 w 8572500"/>
                <a:gd name="csY24" fmla="*/ 819150 h 819150"/>
                <a:gd name="csX25" fmla="*/ 7791450 w 8572500"/>
                <a:gd name="csY25" fmla="*/ 819150 h 819150"/>
                <a:gd name="csX26" fmla="*/ 7400925 w 8572500"/>
                <a:gd name="csY26" fmla="*/ 819150 h 819150"/>
                <a:gd name="csX27" fmla="*/ 7010400 w 8572500"/>
                <a:gd name="csY27" fmla="*/ 819150 h 819150"/>
                <a:gd name="csX28" fmla="*/ 6619875 w 8572500"/>
                <a:gd name="csY28" fmla="*/ 819150 h 819150"/>
                <a:gd name="csX29" fmla="*/ 6238875 w 8572500"/>
                <a:gd name="csY29" fmla="*/ 819150 h 819150"/>
                <a:gd name="csX30" fmla="*/ 5848350 w 8572500"/>
                <a:gd name="csY30" fmla="*/ 819150 h 819150"/>
                <a:gd name="csX31" fmla="*/ 5457825 w 8572500"/>
                <a:gd name="csY31" fmla="*/ 819150 h 819150"/>
                <a:gd name="csX32" fmla="*/ 5067300 w 8572500"/>
                <a:gd name="csY32" fmla="*/ 819150 h 819150"/>
                <a:gd name="csX33" fmla="*/ 4676775 w 8572500"/>
                <a:gd name="csY33" fmla="*/ 819150 h 819150"/>
                <a:gd name="csX34" fmla="*/ 4286250 w 8572500"/>
                <a:gd name="csY34" fmla="*/ 819150 h 819150"/>
                <a:gd name="csX35" fmla="*/ 3895725 w 8572500"/>
                <a:gd name="csY35" fmla="*/ 819150 h 819150"/>
                <a:gd name="csX36" fmla="*/ 3505200 w 8572500"/>
                <a:gd name="csY36" fmla="*/ 819150 h 819150"/>
                <a:gd name="csX37" fmla="*/ 3114675 w 8572500"/>
                <a:gd name="csY37" fmla="*/ 819150 h 819150"/>
                <a:gd name="csX38" fmla="*/ 2724150 w 8572500"/>
                <a:gd name="csY38" fmla="*/ 819150 h 819150"/>
                <a:gd name="csX39" fmla="*/ 2333625 w 8572500"/>
                <a:gd name="csY39" fmla="*/ 819150 h 819150"/>
                <a:gd name="csX40" fmla="*/ 1952625 w 8572500"/>
                <a:gd name="csY40" fmla="*/ 819150 h 819150"/>
                <a:gd name="csX41" fmla="*/ 1562100 w 8572500"/>
                <a:gd name="csY41" fmla="*/ 819150 h 819150"/>
                <a:gd name="csX42" fmla="*/ 1171575 w 8572500"/>
                <a:gd name="csY42" fmla="*/ 819150 h 819150"/>
                <a:gd name="csX43" fmla="*/ 781050 w 8572500"/>
                <a:gd name="csY43" fmla="*/ 819150 h 819150"/>
                <a:gd name="csX44" fmla="*/ 390525 w 8572500"/>
                <a:gd name="csY44" fmla="*/ 819150 h 819150"/>
                <a:gd name="csX45" fmla="*/ 0 w 8572500"/>
                <a:gd name="csY45" fmla="*/ 819150 h 8191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819150">
                  <a:moveTo>
                    <a:pt x="0" y="38100"/>
                  </a:moveTo>
                  <a:lnTo>
                    <a:pt x="390525" y="95250"/>
                  </a:lnTo>
                  <a:lnTo>
                    <a:pt x="781050" y="66675"/>
                  </a:lnTo>
                  <a:lnTo>
                    <a:pt x="1171575" y="19050"/>
                  </a:lnTo>
                  <a:lnTo>
                    <a:pt x="1562100" y="142875"/>
                  </a:lnTo>
                  <a:lnTo>
                    <a:pt x="1952625" y="161925"/>
                  </a:lnTo>
                  <a:lnTo>
                    <a:pt x="2333625" y="47625"/>
                  </a:lnTo>
                  <a:lnTo>
                    <a:pt x="2724150" y="123825"/>
                  </a:lnTo>
                  <a:lnTo>
                    <a:pt x="3114675" y="95250"/>
                  </a:lnTo>
                  <a:lnTo>
                    <a:pt x="3505200" y="190500"/>
                  </a:lnTo>
                  <a:lnTo>
                    <a:pt x="3895725" y="142875"/>
                  </a:lnTo>
                  <a:lnTo>
                    <a:pt x="4286250" y="28575"/>
                  </a:lnTo>
                  <a:lnTo>
                    <a:pt x="4676775" y="190500"/>
                  </a:lnTo>
                  <a:lnTo>
                    <a:pt x="5067300" y="142875"/>
                  </a:lnTo>
                  <a:lnTo>
                    <a:pt x="5457825" y="0"/>
                  </a:lnTo>
                  <a:lnTo>
                    <a:pt x="5848350" y="47625"/>
                  </a:lnTo>
                  <a:lnTo>
                    <a:pt x="6238875" y="142875"/>
                  </a:lnTo>
                  <a:lnTo>
                    <a:pt x="6619875" y="57150"/>
                  </a:lnTo>
                  <a:lnTo>
                    <a:pt x="7010400" y="114300"/>
                  </a:lnTo>
                  <a:lnTo>
                    <a:pt x="7400925" y="66675"/>
                  </a:lnTo>
                  <a:lnTo>
                    <a:pt x="7791450" y="171450"/>
                  </a:lnTo>
                  <a:lnTo>
                    <a:pt x="8181975" y="57150"/>
                  </a:lnTo>
                  <a:lnTo>
                    <a:pt x="8572500" y="28575"/>
                  </a:lnTo>
                  <a:lnTo>
                    <a:pt x="8572500" y="819150"/>
                  </a:lnTo>
                  <a:lnTo>
                    <a:pt x="8181975" y="819150"/>
                  </a:lnTo>
                  <a:lnTo>
                    <a:pt x="7791450" y="819150"/>
                  </a:lnTo>
                  <a:lnTo>
                    <a:pt x="7400925" y="819150"/>
                  </a:lnTo>
                  <a:lnTo>
                    <a:pt x="7010400" y="819150"/>
                  </a:lnTo>
                  <a:lnTo>
                    <a:pt x="6619875" y="819150"/>
                  </a:lnTo>
                  <a:lnTo>
                    <a:pt x="6238875" y="819150"/>
                  </a:lnTo>
                  <a:lnTo>
                    <a:pt x="5848350" y="819150"/>
                  </a:lnTo>
                  <a:lnTo>
                    <a:pt x="5457825" y="819150"/>
                  </a:lnTo>
                  <a:lnTo>
                    <a:pt x="5067300" y="819150"/>
                  </a:lnTo>
                  <a:lnTo>
                    <a:pt x="4676775" y="819150"/>
                  </a:lnTo>
                  <a:lnTo>
                    <a:pt x="4286250" y="819150"/>
                  </a:lnTo>
                  <a:lnTo>
                    <a:pt x="3895725" y="819150"/>
                  </a:lnTo>
                  <a:lnTo>
                    <a:pt x="3505200" y="819150"/>
                  </a:lnTo>
                  <a:lnTo>
                    <a:pt x="3114675" y="819150"/>
                  </a:lnTo>
                  <a:lnTo>
                    <a:pt x="2724150" y="819150"/>
                  </a:lnTo>
                  <a:lnTo>
                    <a:pt x="2333625" y="819150"/>
                  </a:lnTo>
                  <a:lnTo>
                    <a:pt x="1952625" y="819150"/>
                  </a:lnTo>
                  <a:lnTo>
                    <a:pt x="1562100" y="819150"/>
                  </a:lnTo>
                  <a:lnTo>
                    <a:pt x="1171575" y="819150"/>
                  </a:lnTo>
                  <a:lnTo>
                    <a:pt x="781050" y="819150"/>
                  </a:lnTo>
                  <a:lnTo>
                    <a:pt x="390525" y="819150"/>
                  </a:lnTo>
                  <a:lnTo>
                    <a:pt x="0" y="819150"/>
                  </a:lnTo>
                  <a:close/>
                </a:path>
              </a:pathLst>
            </a:custGeom>
            <a:solidFill>
              <a:schemeClr val="accent2">
                <a:lumMod val="40000"/>
                <a:lumOff val="60000"/>
              </a:schemeClr>
            </a:solidFill>
            <a:ln w="9525" cap="flat">
              <a:noFill/>
              <a:prstDash val="solid"/>
              <a:miter/>
            </a:ln>
          </p:spPr>
          <p:txBody>
            <a:bodyPr/>
            <a:lstStyle/>
            <a:p>
              <a:endParaRPr lang="en-US"/>
            </a:p>
          </p:txBody>
        </p:sp>
        <p:sp>
          <p:nvSpPr>
            <p:cNvPr id="20" name="Freeform: Shape 19">
              <a:extLst>
                <a:ext uri="{FF2B5EF4-FFF2-40B4-BE49-F238E27FC236}">
                  <a16:creationId xmlns:a16="http://schemas.microsoft.com/office/drawing/2014/main" id="{CBF19FFD-1152-D9B2-D539-E3972C843A4B}"/>
                </a:ext>
              </a:extLst>
            </p:cNvPr>
            <p:cNvSpPr/>
            <p:nvPr/>
          </p:nvSpPr>
          <p:spPr>
            <a:xfrm>
              <a:off x="0" y="5834115"/>
              <a:ext cx="12192000" cy="1023885"/>
            </a:xfrm>
            <a:custGeom>
              <a:avLst/>
              <a:gdLst>
                <a:gd name="csX0" fmla="*/ 0 w 8572500"/>
                <a:gd name="csY0" fmla="*/ 76200 h 638175"/>
                <a:gd name="csX1" fmla="*/ 390525 w 8572500"/>
                <a:gd name="csY1" fmla="*/ 9525 h 638175"/>
                <a:gd name="csX2" fmla="*/ 781050 w 8572500"/>
                <a:gd name="csY2" fmla="*/ 123825 h 638175"/>
                <a:gd name="csX3" fmla="*/ 1171575 w 8572500"/>
                <a:gd name="csY3" fmla="*/ 142875 h 638175"/>
                <a:gd name="csX4" fmla="*/ 1562100 w 8572500"/>
                <a:gd name="csY4" fmla="*/ 76200 h 638175"/>
                <a:gd name="csX5" fmla="*/ 1952625 w 8572500"/>
                <a:gd name="csY5" fmla="*/ 76200 h 638175"/>
                <a:gd name="csX6" fmla="*/ 2333625 w 8572500"/>
                <a:gd name="csY6" fmla="*/ 171450 h 638175"/>
                <a:gd name="csX7" fmla="*/ 2724150 w 8572500"/>
                <a:gd name="csY7" fmla="*/ 76200 h 638175"/>
                <a:gd name="csX8" fmla="*/ 3114675 w 8572500"/>
                <a:gd name="csY8" fmla="*/ 123825 h 638175"/>
                <a:gd name="csX9" fmla="*/ 3505200 w 8572500"/>
                <a:gd name="csY9" fmla="*/ 142875 h 638175"/>
                <a:gd name="csX10" fmla="*/ 3895725 w 8572500"/>
                <a:gd name="csY10" fmla="*/ 19050 h 638175"/>
                <a:gd name="csX11" fmla="*/ 4286250 w 8572500"/>
                <a:gd name="csY11" fmla="*/ 123825 h 638175"/>
                <a:gd name="csX12" fmla="*/ 4676775 w 8572500"/>
                <a:gd name="csY12" fmla="*/ 142875 h 638175"/>
                <a:gd name="csX13" fmla="*/ 5067300 w 8572500"/>
                <a:gd name="csY13" fmla="*/ 152400 h 638175"/>
                <a:gd name="csX14" fmla="*/ 5457825 w 8572500"/>
                <a:gd name="csY14" fmla="*/ 133350 h 638175"/>
                <a:gd name="csX15" fmla="*/ 5848350 w 8572500"/>
                <a:gd name="csY15" fmla="*/ 0 h 638175"/>
                <a:gd name="csX16" fmla="*/ 6238875 w 8572500"/>
                <a:gd name="csY16" fmla="*/ 66675 h 638175"/>
                <a:gd name="csX17" fmla="*/ 6619875 w 8572500"/>
                <a:gd name="csY17" fmla="*/ 28575 h 638175"/>
                <a:gd name="csX18" fmla="*/ 7010400 w 8572500"/>
                <a:gd name="csY18" fmla="*/ 28575 h 638175"/>
                <a:gd name="csX19" fmla="*/ 7400925 w 8572500"/>
                <a:gd name="csY19" fmla="*/ 47625 h 638175"/>
                <a:gd name="csX20" fmla="*/ 7791450 w 8572500"/>
                <a:gd name="csY20" fmla="*/ 161925 h 638175"/>
                <a:gd name="csX21" fmla="*/ 8181975 w 8572500"/>
                <a:gd name="csY21" fmla="*/ 47625 h 638175"/>
                <a:gd name="csX22" fmla="*/ 8572500 w 8572500"/>
                <a:gd name="csY22" fmla="*/ 47625 h 638175"/>
                <a:gd name="csX23" fmla="*/ 8572500 w 8572500"/>
                <a:gd name="csY23" fmla="*/ 638175 h 638175"/>
                <a:gd name="csX24" fmla="*/ 8181975 w 8572500"/>
                <a:gd name="csY24" fmla="*/ 638175 h 638175"/>
                <a:gd name="csX25" fmla="*/ 7791450 w 8572500"/>
                <a:gd name="csY25" fmla="*/ 638175 h 638175"/>
                <a:gd name="csX26" fmla="*/ 7400925 w 8572500"/>
                <a:gd name="csY26" fmla="*/ 638175 h 638175"/>
                <a:gd name="csX27" fmla="*/ 7010400 w 8572500"/>
                <a:gd name="csY27" fmla="*/ 638175 h 638175"/>
                <a:gd name="csX28" fmla="*/ 6619875 w 8572500"/>
                <a:gd name="csY28" fmla="*/ 638175 h 638175"/>
                <a:gd name="csX29" fmla="*/ 6238875 w 8572500"/>
                <a:gd name="csY29" fmla="*/ 638175 h 638175"/>
                <a:gd name="csX30" fmla="*/ 5848350 w 8572500"/>
                <a:gd name="csY30" fmla="*/ 638175 h 638175"/>
                <a:gd name="csX31" fmla="*/ 5457825 w 8572500"/>
                <a:gd name="csY31" fmla="*/ 638175 h 638175"/>
                <a:gd name="csX32" fmla="*/ 5067300 w 8572500"/>
                <a:gd name="csY32" fmla="*/ 638175 h 638175"/>
                <a:gd name="csX33" fmla="*/ 4676775 w 8572500"/>
                <a:gd name="csY33" fmla="*/ 638175 h 638175"/>
                <a:gd name="csX34" fmla="*/ 4286250 w 8572500"/>
                <a:gd name="csY34" fmla="*/ 638175 h 638175"/>
                <a:gd name="csX35" fmla="*/ 3895725 w 8572500"/>
                <a:gd name="csY35" fmla="*/ 638175 h 638175"/>
                <a:gd name="csX36" fmla="*/ 3505200 w 8572500"/>
                <a:gd name="csY36" fmla="*/ 638175 h 638175"/>
                <a:gd name="csX37" fmla="*/ 3114675 w 8572500"/>
                <a:gd name="csY37" fmla="*/ 638175 h 638175"/>
                <a:gd name="csX38" fmla="*/ 2724150 w 8572500"/>
                <a:gd name="csY38" fmla="*/ 638175 h 638175"/>
                <a:gd name="csX39" fmla="*/ 2333625 w 8572500"/>
                <a:gd name="csY39" fmla="*/ 638175 h 638175"/>
                <a:gd name="csX40" fmla="*/ 1952625 w 8572500"/>
                <a:gd name="csY40" fmla="*/ 638175 h 638175"/>
                <a:gd name="csX41" fmla="*/ 1562100 w 8572500"/>
                <a:gd name="csY41" fmla="*/ 638175 h 638175"/>
                <a:gd name="csX42" fmla="*/ 1171575 w 8572500"/>
                <a:gd name="csY42" fmla="*/ 638175 h 638175"/>
                <a:gd name="csX43" fmla="*/ 781050 w 8572500"/>
                <a:gd name="csY43" fmla="*/ 638175 h 638175"/>
                <a:gd name="csX44" fmla="*/ 390525 w 8572500"/>
                <a:gd name="csY44" fmla="*/ 638175 h 638175"/>
                <a:gd name="csX45" fmla="*/ 0 w 8572500"/>
                <a:gd name="csY45" fmla="*/ 638175 h 6381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638175">
                  <a:moveTo>
                    <a:pt x="0" y="76200"/>
                  </a:moveTo>
                  <a:lnTo>
                    <a:pt x="390525" y="9525"/>
                  </a:lnTo>
                  <a:lnTo>
                    <a:pt x="781050" y="123825"/>
                  </a:lnTo>
                  <a:lnTo>
                    <a:pt x="1171575" y="142875"/>
                  </a:lnTo>
                  <a:lnTo>
                    <a:pt x="1562100" y="76200"/>
                  </a:lnTo>
                  <a:lnTo>
                    <a:pt x="1952625" y="76200"/>
                  </a:lnTo>
                  <a:lnTo>
                    <a:pt x="2333625" y="171450"/>
                  </a:lnTo>
                  <a:lnTo>
                    <a:pt x="2724150" y="76200"/>
                  </a:lnTo>
                  <a:lnTo>
                    <a:pt x="3114675" y="123825"/>
                  </a:lnTo>
                  <a:lnTo>
                    <a:pt x="3505200" y="142875"/>
                  </a:lnTo>
                  <a:lnTo>
                    <a:pt x="3895725" y="19050"/>
                  </a:lnTo>
                  <a:lnTo>
                    <a:pt x="4286250" y="123825"/>
                  </a:lnTo>
                  <a:lnTo>
                    <a:pt x="4676775" y="142875"/>
                  </a:lnTo>
                  <a:lnTo>
                    <a:pt x="5067300" y="152400"/>
                  </a:lnTo>
                  <a:lnTo>
                    <a:pt x="5457825" y="133350"/>
                  </a:lnTo>
                  <a:lnTo>
                    <a:pt x="5848350" y="0"/>
                  </a:lnTo>
                  <a:lnTo>
                    <a:pt x="6238875" y="66675"/>
                  </a:lnTo>
                  <a:lnTo>
                    <a:pt x="6619875" y="28575"/>
                  </a:lnTo>
                  <a:lnTo>
                    <a:pt x="7010400" y="28575"/>
                  </a:lnTo>
                  <a:lnTo>
                    <a:pt x="7400925" y="47625"/>
                  </a:lnTo>
                  <a:lnTo>
                    <a:pt x="7791450" y="161925"/>
                  </a:lnTo>
                  <a:lnTo>
                    <a:pt x="8181975" y="47625"/>
                  </a:lnTo>
                  <a:lnTo>
                    <a:pt x="8572500" y="47625"/>
                  </a:lnTo>
                  <a:lnTo>
                    <a:pt x="8572500" y="638175"/>
                  </a:lnTo>
                  <a:lnTo>
                    <a:pt x="8181975" y="638175"/>
                  </a:lnTo>
                  <a:lnTo>
                    <a:pt x="7791450" y="638175"/>
                  </a:lnTo>
                  <a:lnTo>
                    <a:pt x="7400925" y="638175"/>
                  </a:lnTo>
                  <a:lnTo>
                    <a:pt x="7010400" y="638175"/>
                  </a:lnTo>
                  <a:lnTo>
                    <a:pt x="6619875" y="638175"/>
                  </a:lnTo>
                  <a:lnTo>
                    <a:pt x="6238875" y="638175"/>
                  </a:lnTo>
                  <a:lnTo>
                    <a:pt x="5848350" y="638175"/>
                  </a:lnTo>
                  <a:lnTo>
                    <a:pt x="5457825" y="638175"/>
                  </a:lnTo>
                  <a:lnTo>
                    <a:pt x="5067300" y="638175"/>
                  </a:lnTo>
                  <a:lnTo>
                    <a:pt x="4676775" y="638175"/>
                  </a:lnTo>
                  <a:lnTo>
                    <a:pt x="4286250" y="638175"/>
                  </a:lnTo>
                  <a:lnTo>
                    <a:pt x="3895725" y="638175"/>
                  </a:lnTo>
                  <a:lnTo>
                    <a:pt x="3505200" y="638175"/>
                  </a:lnTo>
                  <a:lnTo>
                    <a:pt x="3114675" y="638175"/>
                  </a:lnTo>
                  <a:lnTo>
                    <a:pt x="2724150" y="638175"/>
                  </a:lnTo>
                  <a:lnTo>
                    <a:pt x="2333625" y="638175"/>
                  </a:lnTo>
                  <a:lnTo>
                    <a:pt x="1952625" y="638175"/>
                  </a:lnTo>
                  <a:lnTo>
                    <a:pt x="1562100" y="638175"/>
                  </a:lnTo>
                  <a:lnTo>
                    <a:pt x="1171575" y="638175"/>
                  </a:lnTo>
                  <a:lnTo>
                    <a:pt x="781050" y="638175"/>
                  </a:lnTo>
                  <a:lnTo>
                    <a:pt x="390525" y="638175"/>
                  </a:lnTo>
                  <a:lnTo>
                    <a:pt x="0" y="638175"/>
                  </a:lnTo>
                  <a:close/>
                </a:path>
              </a:pathLst>
            </a:custGeom>
            <a:solidFill>
              <a:schemeClr val="accent2">
                <a:lumMod val="60000"/>
                <a:lumOff val="40000"/>
              </a:schemeClr>
            </a:solidFill>
            <a:ln w="9525" cap="flat">
              <a:noFill/>
              <a:prstDash val="solid"/>
              <a:miter/>
            </a:ln>
          </p:spPr>
          <p:txBody>
            <a:bodyPr/>
            <a:lstStyle/>
            <a:p>
              <a:endParaRPr lang="en-US"/>
            </a:p>
          </p:txBody>
        </p:sp>
        <p:sp>
          <p:nvSpPr>
            <p:cNvPr id="21" name="Freeform: Shape 20">
              <a:extLst>
                <a:ext uri="{FF2B5EF4-FFF2-40B4-BE49-F238E27FC236}">
                  <a16:creationId xmlns:a16="http://schemas.microsoft.com/office/drawing/2014/main" id="{E1E43D8B-07FB-49F3-4EEA-37E6EED01075}"/>
                </a:ext>
              </a:extLst>
            </p:cNvPr>
            <p:cNvSpPr/>
            <p:nvPr/>
          </p:nvSpPr>
          <p:spPr>
            <a:xfrm>
              <a:off x="0" y="6109189"/>
              <a:ext cx="12192000" cy="748811"/>
            </a:xfrm>
            <a:custGeom>
              <a:avLst/>
              <a:gdLst>
                <a:gd name="csX0" fmla="*/ 0 w 8572500"/>
                <a:gd name="csY0" fmla="*/ 152400 h 466725"/>
                <a:gd name="csX1" fmla="*/ 390525 w 8572500"/>
                <a:gd name="csY1" fmla="*/ 104775 h 466725"/>
                <a:gd name="csX2" fmla="*/ 781050 w 8572500"/>
                <a:gd name="csY2" fmla="*/ 57150 h 466725"/>
                <a:gd name="csX3" fmla="*/ 1171575 w 8572500"/>
                <a:gd name="csY3" fmla="*/ 28575 h 466725"/>
                <a:gd name="csX4" fmla="*/ 1562100 w 8572500"/>
                <a:gd name="csY4" fmla="*/ 123825 h 466725"/>
                <a:gd name="csX5" fmla="*/ 1952625 w 8572500"/>
                <a:gd name="csY5" fmla="*/ 133350 h 466725"/>
                <a:gd name="csX6" fmla="*/ 2333625 w 8572500"/>
                <a:gd name="csY6" fmla="*/ 9525 h 466725"/>
                <a:gd name="csX7" fmla="*/ 2724150 w 8572500"/>
                <a:gd name="csY7" fmla="*/ 57150 h 466725"/>
                <a:gd name="csX8" fmla="*/ 3114675 w 8572500"/>
                <a:gd name="csY8" fmla="*/ 28575 h 466725"/>
                <a:gd name="csX9" fmla="*/ 3505200 w 8572500"/>
                <a:gd name="csY9" fmla="*/ 171450 h 466725"/>
                <a:gd name="csX10" fmla="*/ 3895725 w 8572500"/>
                <a:gd name="csY10" fmla="*/ 152400 h 466725"/>
                <a:gd name="csX11" fmla="*/ 4286250 w 8572500"/>
                <a:gd name="csY11" fmla="*/ 161925 h 466725"/>
                <a:gd name="csX12" fmla="*/ 4676775 w 8572500"/>
                <a:gd name="csY12" fmla="*/ 95250 h 466725"/>
                <a:gd name="csX13" fmla="*/ 5067300 w 8572500"/>
                <a:gd name="csY13" fmla="*/ 171450 h 466725"/>
                <a:gd name="csX14" fmla="*/ 5457825 w 8572500"/>
                <a:gd name="csY14" fmla="*/ 114300 h 466725"/>
                <a:gd name="csX15" fmla="*/ 5848350 w 8572500"/>
                <a:gd name="csY15" fmla="*/ 95250 h 466725"/>
                <a:gd name="csX16" fmla="*/ 6238875 w 8572500"/>
                <a:gd name="csY16" fmla="*/ 104775 h 466725"/>
                <a:gd name="csX17" fmla="*/ 6619875 w 8572500"/>
                <a:gd name="csY17" fmla="*/ 152400 h 466725"/>
                <a:gd name="csX18" fmla="*/ 7010400 w 8572500"/>
                <a:gd name="csY18" fmla="*/ 95250 h 466725"/>
                <a:gd name="csX19" fmla="*/ 7400925 w 8572500"/>
                <a:gd name="csY19" fmla="*/ 28575 h 466725"/>
                <a:gd name="csX20" fmla="*/ 7791450 w 8572500"/>
                <a:gd name="csY20" fmla="*/ 123825 h 466725"/>
                <a:gd name="csX21" fmla="*/ 8181975 w 8572500"/>
                <a:gd name="csY21" fmla="*/ 0 h 466725"/>
                <a:gd name="csX22" fmla="*/ 8572500 w 8572500"/>
                <a:gd name="csY22" fmla="*/ 85725 h 466725"/>
                <a:gd name="csX23" fmla="*/ 8572500 w 8572500"/>
                <a:gd name="csY23" fmla="*/ 466725 h 466725"/>
                <a:gd name="csX24" fmla="*/ 8181975 w 8572500"/>
                <a:gd name="csY24" fmla="*/ 466725 h 466725"/>
                <a:gd name="csX25" fmla="*/ 7791450 w 8572500"/>
                <a:gd name="csY25" fmla="*/ 466725 h 466725"/>
                <a:gd name="csX26" fmla="*/ 7400925 w 8572500"/>
                <a:gd name="csY26" fmla="*/ 466725 h 466725"/>
                <a:gd name="csX27" fmla="*/ 7010400 w 8572500"/>
                <a:gd name="csY27" fmla="*/ 466725 h 466725"/>
                <a:gd name="csX28" fmla="*/ 6619875 w 8572500"/>
                <a:gd name="csY28" fmla="*/ 466725 h 466725"/>
                <a:gd name="csX29" fmla="*/ 6238875 w 8572500"/>
                <a:gd name="csY29" fmla="*/ 466725 h 466725"/>
                <a:gd name="csX30" fmla="*/ 5848350 w 8572500"/>
                <a:gd name="csY30" fmla="*/ 466725 h 466725"/>
                <a:gd name="csX31" fmla="*/ 5457825 w 8572500"/>
                <a:gd name="csY31" fmla="*/ 466725 h 466725"/>
                <a:gd name="csX32" fmla="*/ 5067300 w 8572500"/>
                <a:gd name="csY32" fmla="*/ 466725 h 466725"/>
                <a:gd name="csX33" fmla="*/ 4676775 w 8572500"/>
                <a:gd name="csY33" fmla="*/ 466725 h 466725"/>
                <a:gd name="csX34" fmla="*/ 4286250 w 8572500"/>
                <a:gd name="csY34" fmla="*/ 466725 h 466725"/>
                <a:gd name="csX35" fmla="*/ 3895725 w 8572500"/>
                <a:gd name="csY35" fmla="*/ 466725 h 466725"/>
                <a:gd name="csX36" fmla="*/ 3505200 w 8572500"/>
                <a:gd name="csY36" fmla="*/ 466725 h 466725"/>
                <a:gd name="csX37" fmla="*/ 3114675 w 8572500"/>
                <a:gd name="csY37" fmla="*/ 466725 h 466725"/>
                <a:gd name="csX38" fmla="*/ 2724150 w 8572500"/>
                <a:gd name="csY38" fmla="*/ 466725 h 466725"/>
                <a:gd name="csX39" fmla="*/ 2333625 w 8572500"/>
                <a:gd name="csY39" fmla="*/ 466725 h 466725"/>
                <a:gd name="csX40" fmla="*/ 1952625 w 8572500"/>
                <a:gd name="csY40" fmla="*/ 466725 h 466725"/>
                <a:gd name="csX41" fmla="*/ 1562100 w 8572500"/>
                <a:gd name="csY41" fmla="*/ 466725 h 466725"/>
                <a:gd name="csX42" fmla="*/ 1171575 w 8572500"/>
                <a:gd name="csY42" fmla="*/ 466725 h 466725"/>
                <a:gd name="csX43" fmla="*/ 781050 w 8572500"/>
                <a:gd name="csY43" fmla="*/ 466725 h 466725"/>
                <a:gd name="csX44" fmla="*/ 390525 w 8572500"/>
                <a:gd name="csY44" fmla="*/ 466725 h 466725"/>
                <a:gd name="csX45" fmla="*/ 0 w 8572500"/>
                <a:gd name="csY45" fmla="*/ 466725 h 4667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466725">
                  <a:moveTo>
                    <a:pt x="0" y="152400"/>
                  </a:moveTo>
                  <a:lnTo>
                    <a:pt x="390525" y="104775"/>
                  </a:lnTo>
                  <a:lnTo>
                    <a:pt x="781050" y="57150"/>
                  </a:lnTo>
                  <a:lnTo>
                    <a:pt x="1171575" y="28575"/>
                  </a:lnTo>
                  <a:lnTo>
                    <a:pt x="1562100" y="123825"/>
                  </a:lnTo>
                  <a:lnTo>
                    <a:pt x="1952625" y="133350"/>
                  </a:lnTo>
                  <a:lnTo>
                    <a:pt x="2333625" y="9525"/>
                  </a:lnTo>
                  <a:lnTo>
                    <a:pt x="2724150" y="57150"/>
                  </a:lnTo>
                  <a:lnTo>
                    <a:pt x="3114675" y="28575"/>
                  </a:lnTo>
                  <a:lnTo>
                    <a:pt x="3505200" y="171450"/>
                  </a:lnTo>
                  <a:lnTo>
                    <a:pt x="3895725" y="152400"/>
                  </a:lnTo>
                  <a:lnTo>
                    <a:pt x="4286250" y="161925"/>
                  </a:lnTo>
                  <a:lnTo>
                    <a:pt x="4676775" y="95250"/>
                  </a:lnTo>
                  <a:lnTo>
                    <a:pt x="5067300" y="171450"/>
                  </a:lnTo>
                  <a:lnTo>
                    <a:pt x="5457825" y="114300"/>
                  </a:lnTo>
                  <a:lnTo>
                    <a:pt x="5848350" y="95250"/>
                  </a:lnTo>
                  <a:lnTo>
                    <a:pt x="6238875" y="104775"/>
                  </a:lnTo>
                  <a:lnTo>
                    <a:pt x="6619875" y="152400"/>
                  </a:lnTo>
                  <a:lnTo>
                    <a:pt x="7010400" y="95250"/>
                  </a:lnTo>
                  <a:lnTo>
                    <a:pt x="7400925" y="28575"/>
                  </a:lnTo>
                  <a:lnTo>
                    <a:pt x="7791450" y="123825"/>
                  </a:lnTo>
                  <a:lnTo>
                    <a:pt x="8181975" y="0"/>
                  </a:lnTo>
                  <a:lnTo>
                    <a:pt x="8572500" y="85725"/>
                  </a:lnTo>
                  <a:lnTo>
                    <a:pt x="8572500" y="466725"/>
                  </a:lnTo>
                  <a:lnTo>
                    <a:pt x="8181975" y="466725"/>
                  </a:lnTo>
                  <a:lnTo>
                    <a:pt x="7791450" y="466725"/>
                  </a:lnTo>
                  <a:lnTo>
                    <a:pt x="7400925" y="466725"/>
                  </a:lnTo>
                  <a:lnTo>
                    <a:pt x="7010400" y="466725"/>
                  </a:lnTo>
                  <a:lnTo>
                    <a:pt x="6619875" y="466725"/>
                  </a:lnTo>
                  <a:lnTo>
                    <a:pt x="6238875" y="466725"/>
                  </a:lnTo>
                  <a:lnTo>
                    <a:pt x="5848350" y="466725"/>
                  </a:lnTo>
                  <a:lnTo>
                    <a:pt x="5457825" y="466725"/>
                  </a:lnTo>
                  <a:lnTo>
                    <a:pt x="5067300" y="466725"/>
                  </a:lnTo>
                  <a:lnTo>
                    <a:pt x="4676775" y="466725"/>
                  </a:lnTo>
                  <a:lnTo>
                    <a:pt x="4286250" y="466725"/>
                  </a:lnTo>
                  <a:lnTo>
                    <a:pt x="3895725" y="466725"/>
                  </a:lnTo>
                  <a:lnTo>
                    <a:pt x="3505200" y="466725"/>
                  </a:lnTo>
                  <a:lnTo>
                    <a:pt x="3114675" y="466725"/>
                  </a:lnTo>
                  <a:lnTo>
                    <a:pt x="2724150" y="466725"/>
                  </a:lnTo>
                  <a:lnTo>
                    <a:pt x="2333625" y="466725"/>
                  </a:lnTo>
                  <a:lnTo>
                    <a:pt x="1952625" y="466725"/>
                  </a:lnTo>
                  <a:lnTo>
                    <a:pt x="1562100" y="466725"/>
                  </a:lnTo>
                  <a:lnTo>
                    <a:pt x="1171575" y="466725"/>
                  </a:lnTo>
                  <a:lnTo>
                    <a:pt x="781050" y="466725"/>
                  </a:lnTo>
                  <a:lnTo>
                    <a:pt x="390525" y="466725"/>
                  </a:lnTo>
                  <a:lnTo>
                    <a:pt x="0" y="466725"/>
                  </a:lnTo>
                  <a:close/>
                </a:path>
              </a:pathLst>
            </a:custGeom>
            <a:solidFill>
              <a:schemeClr val="accent2"/>
            </a:solidFill>
            <a:ln w="9525" cap="flat">
              <a:noFill/>
              <a:prstDash val="solid"/>
              <a:miter/>
            </a:ln>
          </p:spPr>
          <p:txBody>
            <a:bodyPr/>
            <a:lstStyle/>
            <a:p>
              <a:endParaRPr lang="en-US"/>
            </a:p>
          </p:txBody>
        </p:sp>
        <p:sp>
          <p:nvSpPr>
            <p:cNvPr id="22" name="Freeform: Shape 21">
              <a:extLst>
                <a:ext uri="{FF2B5EF4-FFF2-40B4-BE49-F238E27FC236}">
                  <a16:creationId xmlns:a16="http://schemas.microsoft.com/office/drawing/2014/main" id="{DF955B47-8877-C95E-776F-60109B3184C5}"/>
                </a:ext>
              </a:extLst>
            </p:cNvPr>
            <p:cNvSpPr/>
            <p:nvPr/>
          </p:nvSpPr>
          <p:spPr>
            <a:xfrm>
              <a:off x="0" y="6399544"/>
              <a:ext cx="12192000" cy="458456"/>
            </a:xfrm>
            <a:custGeom>
              <a:avLst/>
              <a:gdLst>
                <a:gd name="csX0" fmla="*/ 0 w 8572500"/>
                <a:gd name="csY0" fmla="*/ 142875 h 285750"/>
                <a:gd name="csX1" fmla="*/ 390525 w 8572500"/>
                <a:gd name="csY1" fmla="*/ 38100 h 285750"/>
                <a:gd name="csX2" fmla="*/ 781050 w 8572500"/>
                <a:gd name="csY2" fmla="*/ 123825 h 285750"/>
                <a:gd name="csX3" fmla="*/ 1171575 w 8572500"/>
                <a:gd name="csY3" fmla="*/ 114300 h 285750"/>
                <a:gd name="csX4" fmla="*/ 1562100 w 8572500"/>
                <a:gd name="csY4" fmla="*/ 66675 h 285750"/>
                <a:gd name="csX5" fmla="*/ 1952625 w 8572500"/>
                <a:gd name="csY5" fmla="*/ 57150 h 285750"/>
                <a:gd name="csX6" fmla="*/ 2333625 w 8572500"/>
                <a:gd name="csY6" fmla="*/ 57150 h 285750"/>
                <a:gd name="csX7" fmla="*/ 2724150 w 8572500"/>
                <a:gd name="csY7" fmla="*/ 152400 h 285750"/>
                <a:gd name="csX8" fmla="*/ 3114675 w 8572500"/>
                <a:gd name="csY8" fmla="*/ 19050 h 285750"/>
                <a:gd name="csX9" fmla="*/ 3505200 w 8572500"/>
                <a:gd name="csY9" fmla="*/ 66675 h 285750"/>
                <a:gd name="csX10" fmla="*/ 3895725 w 8572500"/>
                <a:gd name="csY10" fmla="*/ 114300 h 285750"/>
                <a:gd name="csX11" fmla="*/ 4286250 w 8572500"/>
                <a:gd name="csY11" fmla="*/ 133350 h 285750"/>
                <a:gd name="csX12" fmla="*/ 4676775 w 8572500"/>
                <a:gd name="csY12" fmla="*/ 28575 h 285750"/>
                <a:gd name="csX13" fmla="*/ 5067300 w 8572500"/>
                <a:gd name="csY13" fmla="*/ 133350 h 285750"/>
                <a:gd name="csX14" fmla="*/ 5457825 w 8572500"/>
                <a:gd name="csY14" fmla="*/ 85725 h 285750"/>
                <a:gd name="csX15" fmla="*/ 5848350 w 8572500"/>
                <a:gd name="csY15" fmla="*/ 38100 h 285750"/>
                <a:gd name="csX16" fmla="*/ 6238875 w 8572500"/>
                <a:gd name="csY16" fmla="*/ 142875 h 285750"/>
                <a:gd name="csX17" fmla="*/ 6619875 w 8572500"/>
                <a:gd name="csY17" fmla="*/ 0 h 285750"/>
                <a:gd name="csX18" fmla="*/ 7010400 w 8572500"/>
                <a:gd name="csY18" fmla="*/ 57150 h 285750"/>
                <a:gd name="csX19" fmla="*/ 7400925 w 8572500"/>
                <a:gd name="csY19" fmla="*/ 85725 h 285750"/>
                <a:gd name="csX20" fmla="*/ 7791450 w 8572500"/>
                <a:gd name="csY20" fmla="*/ 76200 h 285750"/>
                <a:gd name="csX21" fmla="*/ 8181975 w 8572500"/>
                <a:gd name="csY21" fmla="*/ 95250 h 285750"/>
                <a:gd name="csX22" fmla="*/ 8572500 w 8572500"/>
                <a:gd name="csY22" fmla="*/ 142875 h 285750"/>
                <a:gd name="csX23" fmla="*/ 8572500 w 8572500"/>
                <a:gd name="csY23" fmla="*/ 285750 h 285750"/>
                <a:gd name="csX24" fmla="*/ 8181975 w 8572500"/>
                <a:gd name="csY24" fmla="*/ 285750 h 285750"/>
                <a:gd name="csX25" fmla="*/ 7791450 w 8572500"/>
                <a:gd name="csY25" fmla="*/ 285750 h 285750"/>
                <a:gd name="csX26" fmla="*/ 7400925 w 8572500"/>
                <a:gd name="csY26" fmla="*/ 285750 h 285750"/>
                <a:gd name="csX27" fmla="*/ 7010400 w 8572500"/>
                <a:gd name="csY27" fmla="*/ 285750 h 285750"/>
                <a:gd name="csX28" fmla="*/ 6619875 w 8572500"/>
                <a:gd name="csY28" fmla="*/ 285750 h 285750"/>
                <a:gd name="csX29" fmla="*/ 6238875 w 8572500"/>
                <a:gd name="csY29" fmla="*/ 285750 h 285750"/>
                <a:gd name="csX30" fmla="*/ 5848350 w 8572500"/>
                <a:gd name="csY30" fmla="*/ 285750 h 285750"/>
                <a:gd name="csX31" fmla="*/ 5457825 w 8572500"/>
                <a:gd name="csY31" fmla="*/ 285750 h 285750"/>
                <a:gd name="csX32" fmla="*/ 5067300 w 8572500"/>
                <a:gd name="csY32" fmla="*/ 285750 h 285750"/>
                <a:gd name="csX33" fmla="*/ 4676775 w 8572500"/>
                <a:gd name="csY33" fmla="*/ 285750 h 285750"/>
                <a:gd name="csX34" fmla="*/ 4286250 w 8572500"/>
                <a:gd name="csY34" fmla="*/ 285750 h 285750"/>
                <a:gd name="csX35" fmla="*/ 3895725 w 8572500"/>
                <a:gd name="csY35" fmla="*/ 285750 h 285750"/>
                <a:gd name="csX36" fmla="*/ 3505200 w 8572500"/>
                <a:gd name="csY36" fmla="*/ 285750 h 285750"/>
                <a:gd name="csX37" fmla="*/ 3114675 w 8572500"/>
                <a:gd name="csY37" fmla="*/ 285750 h 285750"/>
                <a:gd name="csX38" fmla="*/ 2724150 w 8572500"/>
                <a:gd name="csY38" fmla="*/ 285750 h 285750"/>
                <a:gd name="csX39" fmla="*/ 2333625 w 8572500"/>
                <a:gd name="csY39" fmla="*/ 285750 h 285750"/>
                <a:gd name="csX40" fmla="*/ 1952625 w 8572500"/>
                <a:gd name="csY40" fmla="*/ 285750 h 285750"/>
                <a:gd name="csX41" fmla="*/ 1562100 w 8572500"/>
                <a:gd name="csY41" fmla="*/ 285750 h 285750"/>
                <a:gd name="csX42" fmla="*/ 1171575 w 8572500"/>
                <a:gd name="csY42" fmla="*/ 285750 h 285750"/>
                <a:gd name="csX43" fmla="*/ 781050 w 8572500"/>
                <a:gd name="csY43" fmla="*/ 285750 h 285750"/>
                <a:gd name="csX44" fmla="*/ 390525 w 8572500"/>
                <a:gd name="csY44" fmla="*/ 285750 h 285750"/>
                <a:gd name="csX45" fmla="*/ 0 w 8572500"/>
                <a:gd name="csY45" fmla="*/ 285750 h 285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285750">
                  <a:moveTo>
                    <a:pt x="0" y="142875"/>
                  </a:moveTo>
                  <a:lnTo>
                    <a:pt x="390525" y="38100"/>
                  </a:lnTo>
                  <a:lnTo>
                    <a:pt x="781050" y="123825"/>
                  </a:lnTo>
                  <a:lnTo>
                    <a:pt x="1171575" y="114300"/>
                  </a:lnTo>
                  <a:lnTo>
                    <a:pt x="1562100" y="66675"/>
                  </a:lnTo>
                  <a:lnTo>
                    <a:pt x="1952625" y="57150"/>
                  </a:lnTo>
                  <a:lnTo>
                    <a:pt x="2333625" y="57150"/>
                  </a:lnTo>
                  <a:lnTo>
                    <a:pt x="2724150" y="152400"/>
                  </a:lnTo>
                  <a:lnTo>
                    <a:pt x="3114675" y="19050"/>
                  </a:lnTo>
                  <a:lnTo>
                    <a:pt x="3505200" y="66675"/>
                  </a:lnTo>
                  <a:lnTo>
                    <a:pt x="3895725" y="114300"/>
                  </a:lnTo>
                  <a:lnTo>
                    <a:pt x="4286250" y="133350"/>
                  </a:lnTo>
                  <a:lnTo>
                    <a:pt x="4676775" y="28575"/>
                  </a:lnTo>
                  <a:lnTo>
                    <a:pt x="5067300" y="133350"/>
                  </a:lnTo>
                  <a:lnTo>
                    <a:pt x="5457825" y="85725"/>
                  </a:lnTo>
                  <a:lnTo>
                    <a:pt x="5848350" y="38100"/>
                  </a:lnTo>
                  <a:lnTo>
                    <a:pt x="6238875" y="142875"/>
                  </a:lnTo>
                  <a:lnTo>
                    <a:pt x="6619875" y="0"/>
                  </a:lnTo>
                  <a:lnTo>
                    <a:pt x="7010400" y="57150"/>
                  </a:lnTo>
                  <a:lnTo>
                    <a:pt x="7400925" y="85725"/>
                  </a:lnTo>
                  <a:lnTo>
                    <a:pt x="7791450" y="76200"/>
                  </a:lnTo>
                  <a:lnTo>
                    <a:pt x="8181975" y="95250"/>
                  </a:lnTo>
                  <a:lnTo>
                    <a:pt x="8572500" y="142875"/>
                  </a:lnTo>
                  <a:lnTo>
                    <a:pt x="8572500" y="285750"/>
                  </a:lnTo>
                  <a:lnTo>
                    <a:pt x="8181975" y="285750"/>
                  </a:lnTo>
                  <a:lnTo>
                    <a:pt x="7791450" y="285750"/>
                  </a:lnTo>
                  <a:lnTo>
                    <a:pt x="7400925" y="285750"/>
                  </a:lnTo>
                  <a:lnTo>
                    <a:pt x="7010400" y="285750"/>
                  </a:lnTo>
                  <a:lnTo>
                    <a:pt x="6619875" y="285750"/>
                  </a:lnTo>
                  <a:lnTo>
                    <a:pt x="6238875" y="285750"/>
                  </a:lnTo>
                  <a:lnTo>
                    <a:pt x="5848350" y="285750"/>
                  </a:lnTo>
                  <a:lnTo>
                    <a:pt x="5457825" y="285750"/>
                  </a:lnTo>
                  <a:lnTo>
                    <a:pt x="5067300" y="285750"/>
                  </a:lnTo>
                  <a:lnTo>
                    <a:pt x="4676775" y="285750"/>
                  </a:lnTo>
                  <a:lnTo>
                    <a:pt x="4286250" y="285750"/>
                  </a:lnTo>
                  <a:lnTo>
                    <a:pt x="3895725" y="285750"/>
                  </a:lnTo>
                  <a:lnTo>
                    <a:pt x="3505200" y="285750"/>
                  </a:lnTo>
                  <a:lnTo>
                    <a:pt x="3114675" y="285750"/>
                  </a:lnTo>
                  <a:lnTo>
                    <a:pt x="2724150" y="285750"/>
                  </a:lnTo>
                  <a:lnTo>
                    <a:pt x="2333625" y="285750"/>
                  </a:lnTo>
                  <a:lnTo>
                    <a:pt x="1952625" y="285750"/>
                  </a:lnTo>
                  <a:lnTo>
                    <a:pt x="1562100" y="285750"/>
                  </a:lnTo>
                  <a:lnTo>
                    <a:pt x="1171575" y="285750"/>
                  </a:lnTo>
                  <a:lnTo>
                    <a:pt x="781050" y="285750"/>
                  </a:lnTo>
                  <a:lnTo>
                    <a:pt x="390525" y="285750"/>
                  </a:lnTo>
                  <a:lnTo>
                    <a:pt x="0" y="285750"/>
                  </a:lnTo>
                  <a:close/>
                </a:path>
              </a:pathLst>
            </a:custGeom>
            <a:solidFill>
              <a:schemeClr val="accent2">
                <a:lumMod val="50000"/>
              </a:schemeClr>
            </a:solidFill>
            <a:ln w="9525" cap="flat">
              <a:noFill/>
              <a:prstDash val="solid"/>
              <a:miter/>
            </a:ln>
          </p:spPr>
          <p:txBody>
            <a:bodyPr/>
            <a:lstStyle/>
            <a:p>
              <a:endParaRPr lang="en-US"/>
            </a:p>
          </p:txBody>
        </p:sp>
        <p:sp>
          <p:nvSpPr>
            <p:cNvPr id="23" name="Freeform: Shape 22">
              <a:extLst>
                <a:ext uri="{FF2B5EF4-FFF2-40B4-BE49-F238E27FC236}">
                  <a16:creationId xmlns:a16="http://schemas.microsoft.com/office/drawing/2014/main" id="{598FAE31-4310-49CB-3A21-88D7EE15155E}"/>
                </a:ext>
              </a:extLst>
            </p:cNvPr>
            <p:cNvSpPr/>
            <p:nvPr/>
          </p:nvSpPr>
          <p:spPr>
            <a:xfrm flipH="1">
              <a:off x="12192000" y="5268686"/>
              <a:ext cx="12192000" cy="1589314"/>
            </a:xfrm>
            <a:custGeom>
              <a:avLst/>
              <a:gdLst>
                <a:gd name="csX0" fmla="*/ 0 w 8572500"/>
                <a:gd name="csY0" fmla="*/ 9525 h 990600"/>
                <a:gd name="csX1" fmla="*/ 390525 w 8572500"/>
                <a:gd name="csY1" fmla="*/ 38100 h 990600"/>
                <a:gd name="csX2" fmla="*/ 781050 w 8572500"/>
                <a:gd name="csY2" fmla="*/ 0 h 990600"/>
                <a:gd name="csX3" fmla="*/ 1171575 w 8572500"/>
                <a:gd name="csY3" fmla="*/ 28575 h 990600"/>
                <a:gd name="csX4" fmla="*/ 1562100 w 8572500"/>
                <a:gd name="csY4" fmla="*/ 9525 h 990600"/>
                <a:gd name="csX5" fmla="*/ 1952625 w 8572500"/>
                <a:gd name="csY5" fmla="*/ 38100 h 990600"/>
                <a:gd name="csX6" fmla="*/ 2333625 w 8572500"/>
                <a:gd name="csY6" fmla="*/ 19050 h 990600"/>
                <a:gd name="csX7" fmla="*/ 2724150 w 8572500"/>
                <a:gd name="csY7" fmla="*/ 104775 h 990600"/>
                <a:gd name="csX8" fmla="*/ 3114675 w 8572500"/>
                <a:gd name="csY8" fmla="*/ 114300 h 990600"/>
                <a:gd name="csX9" fmla="*/ 3505200 w 8572500"/>
                <a:gd name="csY9" fmla="*/ 190500 h 990600"/>
                <a:gd name="csX10" fmla="*/ 3895725 w 8572500"/>
                <a:gd name="csY10" fmla="*/ 47625 h 990600"/>
                <a:gd name="csX11" fmla="*/ 4286250 w 8572500"/>
                <a:gd name="csY11" fmla="*/ 190500 h 990600"/>
                <a:gd name="csX12" fmla="*/ 4676775 w 8572500"/>
                <a:gd name="csY12" fmla="*/ 190500 h 990600"/>
                <a:gd name="csX13" fmla="*/ 5067300 w 8572500"/>
                <a:gd name="csY13" fmla="*/ 66675 h 990600"/>
                <a:gd name="csX14" fmla="*/ 5457825 w 8572500"/>
                <a:gd name="csY14" fmla="*/ 85725 h 990600"/>
                <a:gd name="csX15" fmla="*/ 5848350 w 8572500"/>
                <a:gd name="csY15" fmla="*/ 47625 h 990600"/>
                <a:gd name="csX16" fmla="*/ 6238875 w 8572500"/>
                <a:gd name="csY16" fmla="*/ 28575 h 990600"/>
                <a:gd name="csX17" fmla="*/ 6619875 w 8572500"/>
                <a:gd name="csY17" fmla="*/ 180975 h 990600"/>
                <a:gd name="csX18" fmla="*/ 7010400 w 8572500"/>
                <a:gd name="csY18" fmla="*/ 114300 h 990600"/>
                <a:gd name="csX19" fmla="*/ 7400925 w 8572500"/>
                <a:gd name="csY19" fmla="*/ 180975 h 990600"/>
                <a:gd name="csX20" fmla="*/ 7791450 w 8572500"/>
                <a:gd name="csY20" fmla="*/ 38100 h 990600"/>
                <a:gd name="csX21" fmla="*/ 8181975 w 8572500"/>
                <a:gd name="csY21" fmla="*/ 171450 h 990600"/>
                <a:gd name="csX22" fmla="*/ 8572500 w 8572500"/>
                <a:gd name="csY22" fmla="*/ 171450 h 990600"/>
                <a:gd name="csX23" fmla="*/ 8572500 w 8572500"/>
                <a:gd name="csY23" fmla="*/ 990600 h 990600"/>
                <a:gd name="csX24" fmla="*/ 8181975 w 8572500"/>
                <a:gd name="csY24" fmla="*/ 990600 h 990600"/>
                <a:gd name="csX25" fmla="*/ 7791450 w 8572500"/>
                <a:gd name="csY25" fmla="*/ 990600 h 990600"/>
                <a:gd name="csX26" fmla="*/ 7400925 w 8572500"/>
                <a:gd name="csY26" fmla="*/ 990600 h 990600"/>
                <a:gd name="csX27" fmla="*/ 7010400 w 8572500"/>
                <a:gd name="csY27" fmla="*/ 990600 h 990600"/>
                <a:gd name="csX28" fmla="*/ 6619875 w 8572500"/>
                <a:gd name="csY28" fmla="*/ 990600 h 990600"/>
                <a:gd name="csX29" fmla="*/ 6238875 w 8572500"/>
                <a:gd name="csY29" fmla="*/ 990600 h 990600"/>
                <a:gd name="csX30" fmla="*/ 5848350 w 8572500"/>
                <a:gd name="csY30" fmla="*/ 990600 h 990600"/>
                <a:gd name="csX31" fmla="*/ 5457825 w 8572500"/>
                <a:gd name="csY31" fmla="*/ 990600 h 990600"/>
                <a:gd name="csX32" fmla="*/ 5067300 w 8572500"/>
                <a:gd name="csY32" fmla="*/ 990600 h 990600"/>
                <a:gd name="csX33" fmla="*/ 4676775 w 8572500"/>
                <a:gd name="csY33" fmla="*/ 990600 h 990600"/>
                <a:gd name="csX34" fmla="*/ 4286250 w 8572500"/>
                <a:gd name="csY34" fmla="*/ 990600 h 990600"/>
                <a:gd name="csX35" fmla="*/ 3895725 w 8572500"/>
                <a:gd name="csY35" fmla="*/ 990600 h 990600"/>
                <a:gd name="csX36" fmla="*/ 3505200 w 8572500"/>
                <a:gd name="csY36" fmla="*/ 990600 h 990600"/>
                <a:gd name="csX37" fmla="*/ 3114675 w 8572500"/>
                <a:gd name="csY37" fmla="*/ 990600 h 990600"/>
                <a:gd name="csX38" fmla="*/ 2724150 w 8572500"/>
                <a:gd name="csY38" fmla="*/ 990600 h 990600"/>
                <a:gd name="csX39" fmla="*/ 2333625 w 8572500"/>
                <a:gd name="csY39" fmla="*/ 990600 h 990600"/>
                <a:gd name="csX40" fmla="*/ 1952625 w 8572500"/>
                <a:gd name="csY40" fmla="*/ 990600 h 990600"/>
                <a:gd name="csX41" fmla="*/ 1562100 w 8572500"/>
                <a:gd name="csY41" fmla="*/ 990600 h 990600"/>
                <a:gd name="csX42" fmla="*/ 1171575 w 8572500"/>
                <a:gd name="csY42" fmla="*/ 990600 h 990600"/>
                <a:gd name="csX43" fmla="*/ 781050 w 8572500"/>
                <a:gd name="csY43" fmla="*/ 990600 h 990600"/>
                <a:gd name="csX44" fmla="*/ 390525 w 8572500"/>
                <a:gd name="csY44" fmla="*/ 990600 h 990600"/>
                <a:gd name="csX45" fmla="*/ 0 w 8572500"/>
                <a:gd name="csY45" fmla="*/ 990600 h 990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990600">
                  <a:moveTo>
                    <a:pt x="0" y="9525"/>
                  </a:moveTo>
                  <a:lnTo>
                    <a:pt x="390525" y="38100"/>
                  </a:lnTo>
                  <a:lnTo>
                    <a:pt x="781050" y="0"/>
                  </a:lnTo>
                  <a:lnTo>
                    <a:pt x="1171575" y="28575"/>
                  </a:lnTo>
                  <a:lnTo>
                    <a:pt x="1562100" y="9525"/>
                  </a:lnTo>
                  <a:lnTo>
                    <a:pt x="1952625" y="38100"/>
                  </a:lnTo>
                  <a:lnTo>
                    <a:pt x="2333625" y="19050"/>
                  </a:lnTo>
                  <a:lnTo>
                    <a:pt x="2724150" y="104775"/>
                  </a:lnTo>
                  <a:lnTo>
                    <a:pt x="3114675" y="114300"/>
                  </a:lnTo>
                  <a:lnTo>
                    <a:pt x="3505200" y="190500"/>
                  </a:lnTo>
                  <a:lnTo>
                    <a:pt x="3895725" y="47625"/>
                  </a:lnTo>
                  <a:lnTo>
                    <a:pt x="4286250" y="190500"/>
                  </a:lnTo>
                  <a:lnTo>
                    <a:pt x="4676775" y="190500"/>
                  </a:lnTo>
                  <a:lnTo>
                    <a:pt x="5067300" y="66675"/>
                  </a:lnTo>
                  <a:lnTo>
                    <a:pt x="5457825" y="85725"/>
                  </a:lnTo>
                  <a:lnTo>
                    <a:pt x="5848350" y="47625"/>
                  </a:lnTo>
                  <a:lnTo>
                    <a:pt x="6238875" y="28575"/>
                  </a:lnTo>
                  <a:lnTo>
                    <a:pt x="6619875" y="180975"/>
                  </a:lnTo>
                  <a:lnTo>
                    <a:pt x="7010400" y="114300"/>
                  </a:lnTo>
                  <a:lnTo>
                    <a:pt x="7400925" y="180975"/>
                  </a:lnTo>
                  <a:lnTo>
                    <a:pt x="7791450" y="38100"/>
                  </a:lnTo>
                  <a:lnTo>
                    <a:pt x="8181975" y="171450"/>
                  </a:lnTo>
                  <a:lnTo>
                    <a:pt x="8572500" y="171450"/>
                  </a:lnTo>
                  <a:lnTo>
                    <a:pt x="8572500" y="990600"/>
                  </a:lnTo>
                  <a:lnTo>
                    <a:pt x="8181975" y="990600"/>
                  </a:lnTo>
                  <a:lnTo>
                    <a:pt x="7791450" y="990600"/>
                  </a:lnTo>
                  <a:lnTo>
                    <a:pt x="7400925" y="990600"/>
                  </a:lnTo>
                  <a:lnTo>
                    <a:pt x="7010400" y="990600"/>
                  </a:lnTo>
                  <a:lnTo>
                    <a:pt x="6619875" y="990600"/>
                  </a:lnTo>
                  <a:lnTo>
                    <a:pt x="6238875" y="990600"/>
                  </a:lnTo>
                  <a:lnTo>
                    <a:pt x="5848350" y="990600"/>
                  </a:lnTo>
                  <a:lnTo>
                    <a:pt x="5457825" y="990600"/>
                  </a:lnTo>
                  <a:lnTo>
                    <a:pt x="5067300" y="990600"/>
                  </a:lnTo>
                  <a:lnTo>
                    <a:pt x="4676775" y="990600"/>
                  </a:lnTo>
                  <a:lnTo>
                    <a:pt x="4286250" y="990600"/>
                  </a:lnTo>
                  <a:lnTo>
                    <a:pt x="3895725" y="990600"/>
                  </a:lnTo>
                  <a:lnTo>
                    <a:pt x="3505200" y="990600"/>
                  </a:lnTo>
                  <a:lnTo>
                    <a:pt x="3114675" y="990600"/>
                  </a:lnTo>
                  <a:lnTo>
                    <a:pt x="2724150" y="990600"/>
                  </a:lnTo>
                  <a:lnTo>
                    <a:pt x="2333625" y="990600"/>
                  </a:lnTo>
                  <a:lnTo>
                    <a:pt x="1952625" y="990600"/>
                  </a:lnTo>
                  <a:lnTo>
                    <a:pt x="1562100" y="990600"/>
                  </a:lnTo>
                  <a:lnTo>
                    <a:pt x="1171575" y="990600"/>
                  </a:lnTo>
                  <a:lnTo>
                    <a:pt x="781050" y="990600"/>
                  </a:lnTo>
                  <a:lnTo>
                    <a:pt x="390525" y="990600"/>
                  </a:lnTo>
                  <a:lnTo>
                    <a:pt x="0" y="990600"/>
                  </a:lnTo>
                  <a:close/>
                </a:path>
              </a:pathLst>
            </a:custGeom>
            <a:solidFill>
              <a:schemeClr val="accent2">
                <a:lumMod val="20000"/>
                <a:lumOff val="80000"/>
              </a:schemeClr>
            </a:solidFill>
            <a:ln w="9525" cap="flat">
              <a:noFill/>
              <a:prstDash val="solid"/>
              <a:miter/>
            </a:ln>
          </p:spPr>
          <p:txBody>
            <a:bodyPr/>
            <a:lstStyle/>
            <a:p>
              <a:endParaRPr lang="en-US"/>
            </a:p>
          </p:txBody>
        </p:sp>
        <p:sp>
          <p:nvSpPr>
            <p:cNvPr id="24" name="Freeform: Shape 23">
              <a:extLst>
                <a:ext uri="{FF2B5EF4-FFF2-40B4-BE49-F238E27FC236}">
                  <a16:creationId xmlns:a16="http://schemas.microsoft.com/office/drawing/2014/main" id="{0DDCA827-A0FA-2A17-CC5A-3120FE7BC1BC}"/>
                </a:ext>
              </a:extLst>
            </p:cNvPr>
            <p:cNvSpPr/>
            <p:nvPr/>
          </p:nvSpPr>
          <p:spPr>
            <a:xfrm flipH="1">
              <a:off x="12192000" y="5543760"/>
              <a:ext cx="12192000" cy="1314240"/>
            </a:xfrm>
            <a:custGeom>
              <a:avLst/>
              <a:gdLst>
                <a:gd name="csX0" fmla="*/ 0 w 8572500"/>
                <a:gd name="csY0" fmla="*/ 38100 h 819150"/>
                <a:gd name="csX1" fmla="*/ 390525 w 8572500"/>
                <a:gd name="csY1" fmla="*/ 95250 h 819150"/>
                <a:gd name="csX2" fmla="*/ 781050 w 8572500"/>
                <a:gd name="csY2" fmla="*/ 66675 h 819150"/>
                <a:gd name="csX3" fmla="*/ 1171575 w 8572500"/>
                <a:gd name="csY3" fmla="*/ 19050 h 819150"/>
                <a:gd name="csX4" fmla="*/ 1562100 w 8572500"/>
                <a:gd name="csY4" fmla="*/ 142875 h 819150"/>
                <a:gd name="csX5" fmla="*/ 1952625 w 8572500"/>
                <a:gd name="csY5" fmla="*/ 161925 h 819150"/>
                <a:gd name="csX6" fmla="*/ 2333625 w 8572500"/>
                <a:gd name="csY6" fmla="*/ 47625 h 819150"/>
                <a:gd name="csX7" fmla="*/ 2724150 w 8572500"/>
                <a:gd name="csY7" fmla="*/ 123825 h 819150"/>
                <a:gd name="csX8" fmla="*/ 3114675 w 8572500"/>
                <a:gd name="csY8" fmla="*/ 95250 h 819150"/>
                <a:gd name="csX9" fmla="*/ 3505200 w 8572500"/>
                <a:gd name="csY9" fmla="*/ 190500 h 819150"/>
                <a:gd name="csX10" fmla="*/ 3895725 w 8572500"/>
                <a:gd name="csY10" fmla="*/ 142875 h 819150"/>
                <a:gd name="csX11" fmla="*/ 4286250 w 8572500"/>
                <a:gd name="csY11" fmla="*/ 28575 h 819150"/>
                <a:gd name="csX12" fmla="*/ 4676775 w 8572500"/>
                <a:gd name="csY12" fmla="*/ 190500 h 819150"/>
                <a:gd name="csX13" fmla="*/ 5067300 w 8572500"/>
                <a:gd name="csY13" fmla="*/ 142875 h 819150"/>
                <a:gd name="csX14" fmla="*/ 5457825 w 8572500"/>
                <a:gd name="csY14" fmla="*/ 0 h 819150"/>
                <a:gd name="csX15" fmla="*/ 5848350 w 8572500"/>
                <a:gd name="csY15" fmla="*/ 47625 h 819150"/>
                <a:gd name="csX16" fmla="*/ 6238875 w 8572500"/>
                <a:gd name="csY16" fmla="*/ 142875 h 819150"/>
                <a:gd name="csX17" fmla="*/ 6619875 w 8572500"/>
                <a:gd name="csY17" fmla="*/ 57150 h 819150"/>
                <a:gd name="csX18" fmla="*/ 7010400 w 8572500"/>
                <a:gd name="csY18" fmla="*/ 114300 h 819150"/>
                <a:gd name="csX19" fmla="*/ 7400925 w 8572500"/>
                <a:gd name="csY19" fmla="*/ 66675 h 819150"/>
                <a:gd name="csX20" fmla="*/ 7791450 w 8572500"/>
                <a:gd name="csY20" fmla="*/ 171450 h 819150"/>
                <a:gd name="csX21" fmla="*/ 8181975 w 8572500"/>
                <a:gd name="csY21" fmla="*/ 57150 h 819150"/>
                <a:gd name="csX22" fmla="*/ 8572500 w 8572500"/>
                <a:gd name="csY22" fmla="*/ 28575 h 819150"/>
                <a:gd name="csX23" fmla="*/ 8572500 w 8572500"/>
                <a:gd name="csY23" fmla="*/ 819150 h 819150"/>
                <a:gd name="csX24" fmla="*/ 8181975 w 8572500"/>
                <a:gd name="csY24" fmla="*/ 819150 h 819150"/>
                <a:gd name="csX25" fmla="*/ 7791450 w 8572500"/>
                <a:gd name="csY25" fmla="*/ 819150 h 819150"/>
                <a:gd name="csX26" fmla="*/ 7400925 w 8572500"/>
                <a:gd name="csY26" fmla="*/ 819150 h 819150"/>
                <a:gd name="csX27" fmla="*/ 7010400 w 8572500"/>
                <a:gd name="csY27" fmla="*/ 819150 h 819150"/>
                <a:gd name="csX28" fmla="*/ 6619875 w 8572500"/>
                <a:gd name="csY28" fmla="*/ 819150 h 819150"/>
                <a:gd name="csX29" fmla="*/ 6238875 w 8572500"/>
                <a:gd name="csY29" fmla="*/ 819150 h 819150"/>
                <a:gd name="csX30" fmla="*/ 5848350 w 8572500"/>
                <a:gd name="csY30" fmla="*/ 819150 h 819150"/>
                <a:gd name="csX31" fmla="*/ 5457825 w 8572500"/>
                <a:gd name="csY31" fmla="*/ 819150 h 819150"/>
                <a:gd name="csX32" fmla="*/ 5067300 w 8572500"/>
                <a:gd name="csY32" fmla="*/ 819150 h 819150"/>
                <a:gd name="csX33" fmla="*/ 4676775 w 8572500"/>
                <a:gd name="csY33" fmla="*/ 819150 h 819150"/>
                <a:gd name="csX34" fmla="*/ 4286250 w 8572500"/>
                <a:gd name="csY34" fmla="*/ 819150 h 819150"/>
                <a:gd name="csX35" fmla="*/ 3895725 w 8572500"/>
                <a:gd name="csY35" fmla="*/ 819150 h 819150"/>
                <a:gd name="csX36" fmla="*/ 3505200 w 8572500"/>
                <a:gd name="csY36" fmla="*/ 819150 h 819150"/>
                <a:gd name="csX37" fmla="*/ 3114675 w 8572500"/>
                <a:gd name="csY37" fmla="*/ 819150 h 819150"/>
                <a:gd name="csX38" fmla="*/ 2724150 w 8572500"/>
                <a:gd name="csY38" fmla="*/ 819150 h 819150"/>
                <a:gd name="csX39" fmla="*/ 2333625 w 8572500"/>
                <a:gd name="csY39" fmla="*/ 819150 h 819150"/>
                <a:gd name="csX40" fmla="*/ 1952625 w 8572500"/>
                <a:gd name="csY40" fmla="*/ 819150 h 819150"/>
                <a:gd name="csX41" fmla="*/ 1562100 w 8572500"/>
                <a:gd name="csY41" fmla="*/ 819150 h 819150"/>
                <a:gd name="csX42" fmla="*/ 1171575 w 8572500"/>
                <a:gd name="csY42" fmla="*/ 819150 h 819150"/>
                <a:gd name="csX43" fmla="*/ 781050 w 8572500"/>
                <a:gd name="csY43" fmla="*/ 819150 h 819150"/>
                <a:gd name="csX44" fmla="*/ 390525 w 8572500"/>
                <a:gd name="csY44" fmla="*/ 819150 h 819150"/>
                <a:gd name="csX45" fmla="*/ 0 w 8572500"/>
                <a:gd name="csY45" fmla="*/ 819150 h 8191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819150">
                  <a:moveTo>
                    <a:pt x="0" y="38100"/>
                  </a:moveTo>
                  <a:lnTo>
                    <a:pt x="390525" y="95250"/>
                  </a:lnTo>
                  <a:lnTo>
                    <a:pt x="781050" y="66675"/>
                  </a:lnTo>
                  <a:lnTo>
                    <a:pt x="1171575" y="19050"/>
                  </a:lnTo>
                  <a:lnTo>
                    <a:pt x="1562100" y="142875"/>
                  </a:lnTo>
                  <a:lnTo>
                    <a:pt x="1952625" y="161925"/>
                  </a:lnTo>
                  <a:lnTo>
                    <a:pt x="2333625" y="47625"/>
                  </a:lnTo>
                  <a:lnTo>
                    <a:pt x="2724150" y="123825"/>
                  </a:lnTo>
                  <a:lnTo>
                    <a:pt x="3114675" y="95250"/>
                  </a:lnTo>
                  <a:lnTo>
                    <a:pt x="3505200" y="190500"/>
                  </a:lnTo>
                  <a:lnTo>
                    <a:pt x="3895725" y="142875"/>
                  </a:lnTo>
                  <a:lnTo>
                    <a:pt x="4286250" y="28575"/>
                  </a:lnTo>
                  <a:lnTo>
                    <a:pt x="4676775" y="190500"/>
                  </a:lnTo>
                  <a:lnTo>
                    <a:pt x="5067300" y="142875"/>
                  </a:lnTo>
                  <a:lnTo>
                    <a:pt x="5457825" y="0"/>
                  </a:lnTo>
                  <a:lnTo>
                    <a:pt x="5848350" y="47625"/>
                  </a:lnTo>
                  <a:lnTo>
                    <a:pt x="6238875" y="142875"/>
                  </a:lnTo>
                  <a:lnTo>
                    <a:pt x="6619875" y="57150"/>
                  </a:lnTo>
                  <a:lnTo>
                    <a:pt x="7010400" y="114300"/>
                  </a:lnTo>
                  <a:lnTo>
                    <a:pt x="7400925" y="66675"/>
                  </a:lnTo>
                  <a:lnTo>
                    <a:pt x="7791450" y="171450"/>
                  </a:lnTo>
                  <a:lnTo>
                    <a:pt x="8181975" y="57150"/>
                  </a:lnTo>
                  <a:lnTo>
                    <a:pt x="8572500" y="28575"/>
                  </a:lnTo>
                  <a:lnTo>
                    <a:pt x="8572500" y="819150"/>
                  </a:lnTo>
                  <a:lnTo>
                    <a:pt x="8181975" y="819150"/>
                  </a:lnTo>
                  <a:lnTo>
                    <a:pt x="7791450" y="819150"/>
                  </a:lnTo>
                  <a:lnTo>
                    <a:pt x="7400925" y="819150"/>
                  </a:lnTo>
                  <a:lnTo>
                    <a:pt x="7010400" y="819150"/>
                  </a:lnTo>
                  <a:lnTo>
                    <a:pt x="6619875" y="819150"/>
                  </a:lnTo>
                  <a:lnTo>
                    <a:pt x="6238875" y="819150"/>
                  </a:lnTo>
                  <a:lnTo>
                    <a:pt x="5848350" y="819150"/>
                  </a:lnTo>
                  <a:lnTo>
                    <a:pt x="5457825" y="819150"/>
                  </a:lnTo>
                  <a:lnTo>
                    <a:pt x="5067300" y="819150"/>
                  </a:lnTo>
                  <a:lnTo>
                    <a:pt x="4676775" y="819150"/>
                  </a:lnTo>
                  <a:lnTo>
                    <a:pt x="4286250" y="819150"/>
                  </a:lnTo>
                  <a:lnTo>
                    <a:pt x="3895725" y="819150"/>
                  </a:lnTo>
                  <a:lnTo>
                    <a:pt x="3505200" y="819150"/>
                  </a:lnTo>
                  <a:lnTo>
                    <a:pt x="3114675" y="819150"/>
                  </a:lnTo>
                  <a:lnTo>
                    <a:pt x="2724150" y="819150"/>
                  </a:lnTo>
                  <a:lnTo>
                    <a:pt x="2333625" y="819150"/>
                  </a:lnTo>
                  <a:lnTo>
                    <a:pt x="1952625" y="819150"/>
                  </a:lnTo>
                  <a:lnTo>
                    <a:pt x="1562100" y="819150"/>
                  </a:lnTo>
                  <a:lnTo>
                    <a:pt x="1171575" y="819150"/>
                  </a:lnTo>
                  <a:lnTo>
                    <a:pt x="781050" y="819150"/>
                  </a:lnTo>
                  <a:lnTo>
                    <a:pt x="390525" y="819150"/>
                  </a:lnTo>
                  <a:lnTo>
                    <a:pt x="0" y="819150"/>
                  </a:lnTo>
                  <a:close/>
                </a:path>
              </a:pathLst>
            </a:custGeom>
            <a:solidFill>
              <a:schemeClr val="accent2">
                <a:lumMod val="40000"/>
                <a:lumOff val="60000"/>
              </a:schemeClr>
            </a:solidFill>
            <a:ln w="9525" cap="flat">
              <a:noFill/>
              <a:prstDash val="solid"/>
              <a:miter/>
            </a:ln>
          </p:spPr>
          <p:txBody>
            <a:bodyPr/>
            <a:lstStyle/>
            <a:p>
              <a:endParaRPr lang="en-US"/>
            </a:p>
          </p:txBody>
        </p:sp>
        <p:sp>
          <p:nvSpPr>
            <p:cNvPr id="25" name="Freeform: Shape 24">
              <a:extLst>
                <a:ext uri="{FF2B5EF4-FFF2-40B4-BE49-F238E27FC236}">
                  <a16:creationId xmlns:a16="http://schemas.microsoft.com/office/drawing/2014/main" id="{78A668EF-5A33-8B4F-A84D-AA0D7213E817}"/>
                </a:ext>
              </a:extLst>
            </p:cNvPr>
            <p:cNvSpPr/>
            <p:nvPr/>
          </p:nvSpPr>
          <p:spPr>
            <a:xfrm flipH="1">
              <a:off x="12192000" y="5834115"/>
              <a:ext cx="12192000" cy="1023885"/>
            </a:xfrm>
            <a:custGeom>
              <a:avLst/>
              <a:gdLst>
                <a:gd name="csX0" fmla="*/ 0 w 8572500"/>
                <a:gd name="csY0" fmla="*/ 76200 h 638175"/>
                <a:gd name="csX1" fmla="*/ 390525 w 8572500"/>
                <a:gd name="csY1" fmla="*/ 9525 h 638175"/>
                <a:gd name="csX2" fmla="*/ 781050 w 8572500"/>
                <a:gd name="csY2" fmla="*/ 123825 h 638175"/>
                <a:gd name="csX3" fmla="*/ 1171575 w 8572500"/>
                <a:gd name="csY3" fmla="*/ 142875 h 638175"/>
                <a:gd name="csX4" fmla="*/ 1562100 w 8572500"/>
                <a:gd name="csY4" fmla="*/ 76200 h 638175"/>
                <a:gd name="csX5" fmla="*/ 1952625 w 8572500"/>
                <a:gd name="csY5" fmla="*/ 76200 h 638175"/>
                <a:gd name="csX6" fmla="*/ 2333625 w 8572500"/>
                <a:gd name="csY6" fmla="*/ 171450 h 638175"/>
                <a:gd name="csX7" fmla="*/ 2724150 w 8572500"/>
                <a:gd name="csY7" fmla="*/ 76200 h 638175"/>
                <a:gd name="csX8" fmla="*/ 3114675 w 8572500"/>
                <a:gd name="csY8" fmla="*/ 123825 h 638175"/>
                <a:gd name="csX9" fmla="*/ 3505200 w 8572500"/>
                <a:gd name="csY9" fmla="*/ 142875 h 638175"/>
                <a:gd name="csX10" fmla="*/ 3895725 w 8572500"/>
                <a:gd name="csY10" fmla="*/ 19050 h 638175"/>
                <a:gd name="csX11" fmla="*/ 4286250 w 8572500"/>
                <a:gd name="csY11" fmla="*/ 123825 h 638175"/>
                <a:gd name="csX12" fmla="*/ 4676775 w 8572500"/>
                <a:gd name="csY12" fmla="*/ 142875 h 638175"/>
                <a:gd name="csX13" fmla="*/ 5067300 w 8572500"/>
                <a:gd name="csY13" fmla="*/ 152400 h 638175"/>
                <a:gd name="csX14" fmla="*/ 5457825 w 8572500"/>
                <a:gd name="csY14" fmla="*/ 133350 h 638175"/>
                <a:gd name="csX15" fmla="*/ 5848350 w 8572500"/>
                <a:gd name="csY15" fmla="*/ 0 h 638175"/>
                <a:gd name="csX16" fmla="*/ 6238875 w 8572500"/>
                <a:gd name="csY16" fmla="*/ 66675 h 638175"/>
                <a:gd name="csX17" fmla="*/ 6619875 w 8572500"/>
                <a:gd name="csY17" fmla="*/ 28575 h 638175"/>
                <a:gd name="csX18" fmla="*/ 7010400 w 8572500"/>
                <a:gd name="csY18" fmla="*/ 28575 h 638175"/>
                <a:gd name="csX19" fmla="*/ 7400925 w 8572500"/>
                <a:gd name="csY19" fmla="*/ 47625 h 638175"/>
                <a:gd name="csX20" fmla="*/ 7791450 w 8572500"/>
                <a:gd name="csY20" fmla="*/ 161925 h 638175"/>
                <a:gd name="csX21" fmla="*/ 8181975 w 8572500"/>
                <a:gd name="csY21" fmla="*/ 47625 h 638175"/>
                <a:gd name="csX22" fmla="*/ 8572500 w 8572500"/>
                <a:gd name="csY22" fmla="*/ 47625 h 638175"/>
                <a:gd name="csX23" fmla="*/ 8572500 w 8572500"/>
                <a:gd name="csY23" fmla="*/ 638175 h 638175"/>
                <a:gd name="csX24" fmla="*/ 8181975 w 8572500"/>
                <a:gd name="csY24" fmla="*/ 638175 h 638175"/>
                <a:gd name="csX25" fmla="*/ 7791450 w 8572500"/>
                <a:gd name="csY25" fmla="*/ 638175 h 638175"/>
                <a:gd name="csX26" fmla="*/ 7400925 w 8572500"/>
                <a:gd name="csY26" fmla="*/ 638175 h 638175"/>
                <a:gd name="csX27" fmla="*/ 7010400 w 8572500"/>
                <a:gd name="csY27" fmla="*/ 638175 h 638175"/>
                <a:gd name="csX28" fmla="*/ 6619875 w 8572500"/>
                <a:gd name="csY28" fmla="*/ 638175 h 638175"/>
                <a:gd name="csX29" fmla="*/ 6238875 w 8572500"/>
                <a:gd name="csY29" fmla="*/ 638175 h 638175"/>
                <a:gd name="csX30" fmla="*/ 5848350 w 8572500"/>
                <a:gd name="csY30" fmla="*/ 638175 h 638175"/>
                <a:gd name="csX31" fmla="*/ 5457825 w 8572500"/>
                <a:gd name="csY31" fmla="*/ 638175 h 638175"/>
                <a:gd name="csX32" fmla="*/ 5067300 w 8572500"/>
                <a:gd name="csY32" fmla="*/ 638175 h 638175"/>
                <a:gd name="csX33" fmla="*/ 4676775 w 8572500"/>
                <a:gd name="csY33" fmla="*/ 638175 h 638175"/>
                <a:gd name="csX34" fmla="*/ 4286250 w 8572500"/>
                <a:gd name="csY34" fmla="*/ 638175 h 638175"/>
                <a:gd name="csX35" fmla="*/ 3895725 w 8572500"/>
                <a:gd name="csY35" fmla="*/ 638175 h 638175"/>
                <a:gd name="csX36" fmla="*/ 3505200 w 8572500"/>
                <a:gd name="csY36" fmla="*/ 638175 h 638175"/>
                <a:gd name="csX37" fmla="*/ 3114675 w 8572500"/>
                <a:gd name="csY37" fmla="*/ 638175 h 638175"/>
                <a:gd name="csX38" fmla="*/ 2724150 w 8572500"/>
                <a:gd name="csY38" fmla="*/ 638175 h 638175"/>
                <a:gd name="csX39" fmla="*/ 2333625 w 8572500"/>
                <a:gd name="csY39" fmla="*/ 638175 h 638175"/>
                <a:gd name="csX40" fmla="*/ 1952625 w 8572500"/>
                <a:gd name="csY40" fmla="*/ 638175 h 638175"/>
                <a:gd name="csX41" fmla="*/ 1562100 w 8572500"/>
                <a:gd name="csY41" fmla="*/ 638175 h 638175"/>
                <a:gd name="csX42" fmla="*/ 1171575 w 8572500"/>
                <a:gd name="csY42" fmla="*/ 638175 h 638175"/>
                <a:gd name="csX43" fmla="*/ 781050 w 8572500"/>
                <a:gd name="csY43" fmla="*/ 638175 h 638175"/>
                <a:gd name="csX44" fmla="*/ 390525 w 8572500"/>
                <a:gd name="csY44" fmla="*/ 638175 h 638175"/>
                <a:gd name="csX45" fmla="*/ 0 w 8572500"/>
                <a:gd name="csY45" fmla="*/ 638175 h 6381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638175">
                  <a:moveTo>
                    <a:pt x="0" y="76200"/>
                  </a:moveTo>
                  <a:lnTo>
                    <a:pt x="390525" y="9525"/>
                  </a:lnTo>
                  <a:lnTo>
                    <a:pt x="781050" y="123825"/>
                  </a:lnTo>
                  <a:lnTo>
                    <a:pt x="1171575" y="142875"/>
                  </a:lnTo>
                  <a:lnTo>
                    <a:pt x="1562100" y="76200"/>
                  </a:lnTo>
                  <a:lnTo>
                    <a:pt x="1952625" y="76200"/>
                  </a:lnTo>
                  <a:lnTo>
                    <a:pt x="2333625" y="171450"/>
                  </a:lnTo>
                  <a:lnTo>
                    <a:pt x="2724150" y="76200"/>
                  </a:lnTo>
                  <a:lnTo>
                    <a:pt x="3114675" y="123825"/>
                  </a:lnTo>
                  <a:lnTo>
                    <a:pt x="3505200" y="142875"/>
                  </a:lnTo>
                  <a:lnTo>
                    <a:pt x="3895725" y="19050"/>
                  </a:lnTo>
                  <a:lnTo>
                    <a:pt x="4286250" y="123825"/>
                  </a:lnTo>
                  <a:lnTo>
                    <a:pt x="4676775" y="142875"/>
                  </a:lnTo>
                  <a:lnTo>
                    <a:pt x="5067300" y="152400"/>
                  </a:lnTo>
                  <a:lnTo>
                    <a:pt x="5457825" y="133350"/>
                  </a:lnTo>
                  <a:lnTo>
                    <a:pt x="5848350" y="0"/>
                  </a:lnTo>
                  <a:lnTo>
                    <a:pt x="6238875" y="66675"/>
                  </a:lnTo>
                  <a:lnTo>
                    <a:pt x="6619875" y="28575"/>
                  </a:lnTo>
                  <a:lnTo>
                    <a:pt x="7010400" y="28575"/>
                  </a:lnTo>
                  <a:lnTo>
                    <a:pt x="7400925" y="47625"/>
                  </a:lnTo>
                  <a:lnTo>
                    <a:pt x="7791450" y="161925"/>
                  </a:lnTo>
                  <a:lnTo>
                    <a:pt x="8181975" y="47625"/>
                  </a:lnTo>
                  <a:lnTo>
                    <a:pt x="8572500" y="47625"/>
                  </a:lnTo>
                  <a:lnTo>
                    <a:pt x="8572500" y="638175"/>
                  </a:lnTo>
                  <a:lnTo>
                    <a:pt x="8181975" y="638175"/>
                  </a:lnTo>
                  <a:lnTo>
                    <a:pt x="7791450" y="638175"/>
                  </a:lnTo>
                  <a:lnTo>
                    <a:pt x="7400925" y="638175"/>
                  </a:lnTo>
                  <a:lnTo>
                    <a:pt x="7010400" y="638175"/>
                  </a:lnTo>
                  <a:lnTo>
                    <a:pt x="6619875" y="638175"/>
                  </a:lnTo>
                  <a:lnTo>
                    <a:pt x="6238875" y="638175"/>
                  </a:lnTo>
                  <a:lnTo>
                    <a:pt x="5848350" y="638175"/>
                  </a:lnTo>
                  <a:lnTo>
                    <a:pt x="5457825" y="638175"/>
                  </a:lnTo>
                  <a:lnTo>
                    <a:pt x="5067300" y="638175"/>
                  </a:lnTo>
                  <a:lnTo>
                    <a:pt x="4676775" y="638175"/>
                  </a:lnTo>
                  <a:lnTo>
                    <a:pt x="4286250" y="638175"/>
                  </a:lnTo>
                  <a:lnTo>
                    <a:pt x="3895725" y="638175"/>
                  </a:lnTo>
                  <a:lnTo>
                    <a:pt x="3505200" y="638175"/>
                  </a:lnTo>
                  <a:lnTo>
                    <a:pt x="3114675" y="638175"/>
                  </a:lnTo>
                  <a:lnTo>
                    <a:pt x="2724150" y="638175"/>
                  </a:lnTo>
                  <a:lnTo>
                    <a:pt x="2333625" y="638175"/>
                  </a:lnTo>
                  <a:lnTo>
                    <a:pt x="1952625" y="638175"/>
                  </a:lnTo>
                  <a:lnTo>
                    <a:pt x="1562100" y="638175"/>
                  </a:lnTo>
                  <a:lnTo>
                    <a:pt x="1171575" y="638175"/>
                  </a:lnTo>
                  <a:lnTo>
                    <a:pt x="781050" y="638175"/>
                  </a:lnTo>
                  <a:lnTo>
                    <a:pt x="390525" y="638175"/>
                  </a:lnTo>
                  <a:lnTo>
                    <a:pt x="0" y="638175"/>
                  </a:lnTo>
                  <a:close/>
                </a:path>
              </a:pathLst>
            </a:custGeom>
            <a:solidFill>
              <a:schemeClr val="accent2">
                <a:lumMod val="60000"/>
                <a:lumOff val="40000"/>
              </a:schemeClr>
            </a:solidFill>
            <a:ln w="9525" cap="flat">
              <a:noFill/>
              <a:prstDash val="solid"/>
              <a:miter/>
            </a:ln>
          </p:spPr>
          <p:txBody>
            <a:bodyPr/>
            <a:lstStyle/>
            <a:p>
              <a:endParaRPr lang="en-US"/>
            </a:p>
          </p:txBody>
        </p:sp>
        <p:sp>
          <p:nvSpPr>
            <p:cNvPr id="26" name="Freeform: Shape 25">
              <a:extLst>
                <a:ext uri="{FF2B5EF4-FFF2-40B4-BE49-F238E27FC236}">
                  <a16:creationId xmlns:a16="http://schemas.microsoft.com/office/drawing/2014/main" id="{1CB0D61F-AE3E-BF74-7FCA-25B1D09613FD}"/>
                </a:ext>
              </a:extLst>
            </p:cNvPr>
            <p:cNvSpPr/>
            <p:nvPr/>
          </p:nvSpPr>
          <p:spPr>
            <a:xfrm flipH="1">
              <a:off x="12192000" y="6109189"/>
              <a:ext cx="12192000" cy="748811"/>
            </a:xfrm>
            <a:custGeom>
              <a:avLst/>
              <a:gdLst>
                <a:gd name="csX0" fmla="*/ 0 w 8572500"/>
                <a:gd name="csY0" fmla="*/ 152400 h 466725"/>
                <a:gd name="csX1" fmla="*/ 390525 w 8572500"/>
                <a:gd name="csY1" fmla="*/ 104775 h 466725"/>
                <a:gd name="csX2" fmla="*/ 781050 w 8572500"/>
                <a:gd name="csY2" fmla="*/ 57150 h 466725"/>
                <a:gd name="csX3" fmla="*/ 1171575 w 8572500"/>
                <a:gd name="csY3" fmla="*/ 28575 h 466725"/>
                <a:gd name="csX4" fmla="*/ 1562100 w 8572500"/>
                <a:gd name="csY4" fmla="*/ 123825 h 466725"/>
                <a:gd name="csX5" fmla="*/ 1952625 w 8572500"/>
                <a:gd name="csY5" fmla="*/ 133350 h 466725"/>
                <a:gd name="csX6" fmla="*/ 2333625 w 8572500"/>
                <a:gd name="csY6" fmla="*/ 9525 h 466725"/>
                <a:gd name="csX7" fmla="*/ 2724150 w 8572500"/>
                <a:gd name="csY7" fmla="*/ 57150 h 466725"/>
                <a:gd name="csX8" fmla="*/ 3114675 w 8572500"/>
                <a:gd name="csY8" fmla="*/ 28575 h 466725"/>
                <a:gd name="csX9" fmla="*/ 3505200 w 8572500"/>
                <a:gd name="csY9" fmla="*/ 171450 h 466725"/>
                <a:gd name="csX10" fmla="*/ 3895725 w 8572500"/>
                <a:gd name="csY10" fmla="*/ 152400 h 466725"/>
                <a:gd name="csX11" fmla="*/ 4286250 w 8572500"/>
                <a:gd name="csY11" fmla="*/ 161925 h 466725"/>
                <a:gd name="csX12" fmla="*/ 4676775 w 8572500"/>
                <a:gd name="csY12" fmla="*/ 95250 h 466725"/>
                <a:gd name="csX13" fmla="*/ 5067300 w 8572500"/>
                <a:gd name="csY13" fmla="*/ 171450 h 466725"/>
                <a:gd name="csX14" fmla="*/ 5457825 w 8572500"/>
                <a:gd name="csY14" fmla="*/ 114300 h 466725"/>
                <a:gd name="csX15" fmla="*/ 5848350 w 8572500"/>
                <a:gd name="csY15" fmla="*/ 95250 h 466725"/>
                <a:gd name="csX16" fmla="*/ 6238875 w 8572500"/>
                <a:gd name="csY16" fmla="*/ 104775 h 466725"/>
                <a:gd name="csX17" fmla="*/ 6619875 w 8572500"/>
                <a:gd name="csY17" fmla="*/ 152400 h 466725"/>
                <a:gd name="csX18" fmla="*/ 7010400 w 8572500"/>
                <a:gd name="csY18" fmla="*/ 95250 h 466725"/>
                <a:gd name="csX19" fmla="*/ 7400925 w 8572500"/>
                <a:gd name="csY19" fmla="*/ 28575 h 466725"/>
                <a:gd name="csX20" fmla="*/ 7791450 w 8572500"/>
                <a:gd name="csY20" fmla="*/ 123825 h 466725"/>
                <a:gd name="csX21" fmla="*/ 8181975 w 8572500"/>
                <a:gd name="csY21" fmla="*/ 0 h 466725"/>
                <a:gd name="csX22" fmla="*/ 8572500 w 8572500"/>
                <a:gd name="csY22" fmla="*/ 85725 h 466725"/>
                <a:gd name="csX23" fmla="*/ 8572500 w 8572500"/>
                <a:gd name="csY23" fmla="*/ 466725 h 466725"/>
                <a:gd name="csX24" fmla="*/ 8181975 w 8572500"/>
                <a:gd name="csY24" fmla="*/ 466725 h 466725"/>
                <a:gd name="csX25" fmla="*/ 7791450 w 8572500"/>
                <a:gd name="csY25" fmla="*/ 466725 h 466725"/>
                <a:gd name="csX26" fmla="*/ 7400925 w 8572500"/>
                <a:gd name="csY26" fmla="*/ 466725 h 466725"/>
                <a:gd name="csX27" fmla="*/ 7010400 w 8572500"/>
                <a:gd name="csY27" fmla="*/ 466725 h 466725"/>
                <a:gd name="csX28" fmla="*/ 6619875 w 8572500"/>
                <a:gd name="csY28" fmla="*/ 466725 h 466725"/>
                <a:gd name="csX29" fmla="*/ 6238875 w 8572500"/>
                <a:gd name="csY29" fmla="*/ 466725 h 466725"/>
                <a:gd name="csX30" fmla="*/ 5848350 w 8572500"/>
                <a:gd name="csY30" fmla="*/ 466725 h 466725"/>
                <a:gd name="csX31" fmla="*/ 5457825 w 8572500"/>
                <a:gd name="csY31" fmla="*/ 466725 h 466725"/>
                <a:gd name="csX32" fmla="*/ 5067300 w 8572500"/>
                <a:gd name="csY32" fmla="*/ 466725 h 466725"/>
                <a:gd name="csX33" fmla="*/ 4676775 w 8572500"/>
                <a:gd name="csY33" fmla="*/ 466725 h 466725"/>
                <a:gd name="csX34" fmla="*/ 4286250 w 8572500"/>
                <a:gd name="csY34" fmla="*/ 466725 h 466725"/>
                <a:gd name="csX35" fmla="*/ 3895725 w 8572500"/>
                <a:gd name="csY35" fmla="*/ 466725 h 466725"/>
                <a:gd name="csX36" fmla="*/ 3505200 w 8572500"/>
                <a:gd name="csY36" fmla="*/ 466725 h 466725"/>
                <a:gd name="csX37" fmla="*/ 3114675 w 8572500"/>
                <a:gd name="csY37" fmla="*/ 466725 h 466725"/>
                <a:gd name="csX38" fmla="*/ 2724150 w 8572500"/>
                <a:gd name="csY38" fmla="*/ 466725 h 466725"/>
                <a:gd name="csX39" fmla="*/ 2333625 w 8572500"/>
                <a:gd name="csY39" fmla="*/ 466725 h 466725"/>
                <a:gd name="csX40" fmla="*/ 1952625 w 8572500"/>
                <a:gd name="csY40" fmla="*/ 466725 h 466725"/>
                <a:gd name="csX41" fmla="*/ 1562100 w 8572500"/>
                <a:gd name="csY41" fmla="*/ 466725 h 466725"/>
                <a:gd name="csX42" fmla="*/ 1171575 w 8572500"/>
                <a:gd name="csY42" fmla="*/ 466725 h 466725"/>
                <a:gd name="csX43" fmla="*/ 781050 w 8572500"/>
                <a:gd name="csY43" fmla="*/ 466725 h 466725"/>
                <a:gd name="csX44" fmla="*/ 390525 w 8572500"/>
                <a:gd name="csY44" fmla="*/ 466725 h 466725"/>
                <a:gd name="csX45" fmla="*/ 0 w 8572500"/>
                <a:gd name="csY45" fmla="*/ 466725 h 4667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466725">
                  <a:moveTo>
                    <a:pt x="0" y="152400"/>
                  </a:moveTo>
                  <a:lnTo>
                    <a:pt x="390525" y="104775"/>
                  </a:lnTo>
                  <a:lnTo>
                    <a:pt x="781050" y="57150"/>
                  </a:lnTo>
                  <a:lnTo>
                    <a:pt x="1171575" y="28575"/>
                  </a:lnTo>
                  <a:lnTo>
                    <a:pt x="1562100" y="123825"/>
                  </a:lnTo>
                  <a:lnTo>
                    <a:pt x="1952625" y="133350"/>
                  </a:lnTo>
                  <a:lnTo>
                    <a:pt x="2333625" y="9525"/>
                  </a:lnTo>
                  <a:lnTo>
                    <a:pt x="2724150" y="57150"/>
                  </a:lnTo>
                  <a:lnTo>
                    <a:pt x="3114675" y="28575"/>
                  </a:lnTo>
                  <a:lnTo>
                    <a:pt x="3505200" y="171450"/>
                  </a:lnTo>
                  <a:lnTo>
                    <a:pt x="3895725" y="152400"/>
                  </a:lnTo>
                  <a:lnTo>
                    <a:pt x="4286250" y="161925"/>
                  </a:lnTo>
                  <a:lnTo>
                    <a:pt x="4676775" y="95250"/>
                  </a:lnTo>
                  <a:lnTo>
                    <a:pt x="5067300" y="171450"/>
                  </a:lnTo>
                  <a:lnTo>
                    <a:pt x="5457825" y="114300"/>
                  </a:lnTo>
                  <a:lnTo>
                    <a:pt x="5848350" y="95250"/>
                  </a:lnTo>
                  <a:lnTo>
                    <a:pt x="6238875" y="104775"/>
                  </a:lnTo>
                  <a:lnTo>
                    <a:pt x="6619875" y="152400"/>
                  </a:lnTo>
                  <a:lnTo>
                    <a:pt x="7010400" y="95250"/>
                  </a:lnTo>
                  <a:lnTo>
                    <a:pt x="7400925" y="28575"/>
                  </a:lnTo>
                  <a:lnTo>
                    <a:pt x="7791450" y="123825"/>
                  </a:lnTo>
                  <a:lnTo>
                    <a:pt x="8181975" y="0"/>
                  </a:lnTo>
                  <a:lnTo>
                    <a:pt x="8572500" y="85725"/>
                  </a:lnTo>
                  <a:lnTo>
                    <a:pt x="8572500" y="466725"/>
                  </a:lnTo>
                  <a:lnTo>
                    <a:pt x="8181975" y="466725"/>
                  </a:lnTo>
                  <a:lnTo>
                    <a:pt x="7791450" y="466725"/>
                  </a:lnTo>
                  <a:lnTo>
                    <a:pt x="7400925" y="466725"/>
                  </a:lnTo>
                  <a:lnTo>
                    <a:pt x="7010400" y="466725"/>
                  </a:lnTo>
                  <a:lnTo>
                    <a:pt x="6619875" y="466725"/>
                  </a:lnTo>
                  <a:lnTo>
                    <a:pt x="6238875" y="466725"/>
                  </a:lnTo>
                  <a:lnTo>
                    <a:pt x="5848350" y="466725"/>
                  </a:lnTo>
                  <a:lnTo>
                    <a:pt x="5457825" y="466725"/>
                  </a:lnTo>
                  <a:lnTo>
                    <a:pt x="5067300" y="466725"/>
                  </a:lnTo>
                  <a:lnTo>
                    <a:pt x="4676775" y="466725"/>
                  </a:lnTo>
                  <a:lnTo>
                    <a:pt x="4286250" y="466725"/>
                  </a:lnTo>
                  <a:lnTo>
                    <a:pt x="3895725" y="466725"/>
                  </a:lnTo>
                  <a:lnTo>
                    <a:pt x="3505200" y="466725"/>
                  </a:lnTo>
                  <a:lnTo>
                    <a:pt x="3114675" y="466725"/>
                  </a:lnTo>
                  <a:lnTo>
                    <a:pt x="2724150" y="466725"/>
                  </a:lnTo>
                  <a:lnTo>
                    <a:pt x="2333625" y="466725"/>
                  </a:lnTo>
                  <a:lnTo>
                    <a:pt x="1952625" y="466725"/>
                  </a:lnTo>
                  <a:lnTo>
                    <a:pt x="1562100" y="466725"/>
                  </a:lnTo>
                  <a:lnTo>
                    <a:pt x="1171575" y="466725"/>
                  </a:lnTo>
                  <a:lnTo>
                    <a:pt x="781050" y="466725"/>
                  </a:lnTo>
                  <a:lnTo>
                    <a:pt x="390525" y="466725"/>
                  </a:lnTo>
                  <a:lnTo>
                    <a:pt x="0" y="466725"/>
                  </a:lnTo>
                  <a:close/>
                </a:path>
              </a:pathLst>
            </a:custGeom>
            <a:solidFill>
              <a:schemeClr val="accent2"/>
            </a:solidFill>
            <a:ln w="9525" cap="flat">
              <a:noFill/>
              <a:prstDash val="solid"/>
              <a:miter/>
            </a:ln>
          </p:spPr>
          <p:txBody>
            <a:bodyPr/>
            <a:lstStyle/>
            <a:p>
              <a:endParaRPr lang="en-US"/>
            </a:p>
          </p:txBody>
        </p:sp>
        <p:sp>
          <p:nvSpPr>
            <p:cNvPr id="27" name="Freeform: Shape 26">
              <a:extLst>
                <a:ext uri="{FF2B5EF4-FFF2-40B4-BE49-F238E27FC236}">
                  <a16:creationId xmlns:a16="http://schemas.microsoft.com/office/drawing/2014/main" id="{0CD6197A-D14B-D045-F769-2AA959E99E8D}"/>
                </a:ext>
              </a:extLst>
            </p:cNvPr>
            <p:cNvSpPr/>
            <p:nvPr/>
          </p:nvSpPr>
          <p:spPr>
            <a:xfrm flipH="1">
              <a:off x="12192000" y="6399544"/>
              <a:ext cx="12192000" cy="458456"/>
            </a:xfrm>
            <a:custGeom>
              <a:avLst/>
              <a:gdLst>
                <a:gd name="csX0" fmla="*/ 0 w 8572500"/>
                <a:gd name="csY0" fmla="*/ 142875 h 285750"/>
                <a:gd name="csX1" fmla="*/ 390525 w 8572500"/>
                <a:gd name="csY1" fmla="*/ 38100 h 285750"/>
                <a:gd name="csX2" fmla="*/ 781050 w 8572500"/>
                <a:gd name="csY2" fmla="*/ 123825 h 285750"/>
                <a:gd name="csX3" fmla="*/ 1171575 w 8572500"/>
                <a:gd name="csY3" fmla="*/ 114300 h 285750"/>
                <a:gd name="csX4" fmla="*/ 1562100 w 8572500"/>
                <a:gd name="csY4" fmla="*/ 66675 h 285750"/>
                <a:gd name="csX5" fmla="*/ 1952625 w 8572500"/>
                <a:gd name="csY5" fmla="*/ 57150 h 285750"/>
                <a:gd name="csX6" fmla="*/ 2333625 w 8572500"/>
                <a:gd name="csY6" fmla="*/ 57150 h 285750"/>
                <a:gd name="csX7" fmla="*/ 2724150 w 8572500"/>
                <a:gd name="csY7" fmla="*/ 152400 h 285750"/>
                <a:gd name="csX8" fmla="*/ 3114675 w 8572500"/>
                <a:gd name="csY8" fmla="*/ 19050 h 285750"/>
                <a:gd name="csX9" fmla="*/ 3505200 w 8572500"/>
                <a:gd name="csY9" fmla="*/ 66675 h 285750"/>
                <a:gd name="csX10" fmla="*/ 3895725 w 8572500"/>
                <a:gd name="csY10" fmla="*/ 114300 h 285750"/>
                <a:gd name="csX11" fmla="*/ 4286250 w 8572500"/>
                <a:gd name="csY11" fmla="*/ 133350 h 285750"/>
                <a:gd name="csX12" fmla="*/ 4676775 w 8572500"/>
                <a:gd name="csY12" fmla="*/ 28575 h 285750"/>
                <a:gd name="csX13" fmla="*/ 5067300 w 8572500"/>
                <a:gd name="csY13" fmla="*/ 133350 h 285750"/>
                <a:gd name="csX14" fmla="*/ 5457825 w 8572500"/>
                <a:gd name="csY14" fmla="*/ 85725 h 285750"/>
                <a:gd name="csX15" fmla="*/ 5848350 w 8572500"/>
                <a:gd name="csY15" fmla="*/ 38100 h 285750"/>
                <a:gd name="csX16" fmla="*/ 6238875 w 8572500"/>
                <a:gd name="csY16" fmla="*/ 142875 h 285750"/>
                <a:gd name="csX17" fmla="*/ 6619875 w 8572500"/>
                <a:gd name="csY17" fmla="*/ 0 h 285750"/>
                <a:gd name="csX18" fmla="*/ 7010400 w 8572500"/>
                <a:gd name="csY18" fmla="*/ 57150 h 285750"/>
                <a:gd name="csX19" fmla="*/ 7400925 w 8572500"/>
                <a:gd name="csY19" fmla="*/ 85725 h 285750"/>
                <a:gd name="csX20" fmla="*/ 7791450 w 8572500"/>
                <a:gd name="csY20" fmla="*/ 76200 h 285750"/>
                <a:gd name="csX21" fmla="*/ 8181975 w 8572500"/>
                <a:gd name="csY21" fmla="*/ 95250 h 285750"/>
                <a:gd name="csX22" fmla="*/ 8572500 w 8572500"/>
                <a:gd name="csY22" fmla="*/ 142875 h 285750"/>
                <a:gd name="csX23" fmla="*/ 8572500 w 8572500"/>
                <a:gd name="csY23" fmla="*/ 285750 h 285750"/>
                <a:gd name="csX24" fmla="*/ 8181975 w 8572500"/>
                <a:gd name="csY24" fmla="*/ 285750 h 285750"/>
                <a:gd name="csX25" fmla="*/ 7791450 w 8572500"/>
                <a:gd name="csY25" fmla="*/ 285750 h 285750"/>
                <a:gd name="csX26" fmla="*/ 7400925 w 8572500"/>
                <a:gd name="csY26" fmla="*/ 285750 h 285750"/>
                <a:gd name="csX27" fmla="*/ 7010400 w 8572500"/>
                <a:gd name="csY27" fmla="*/ 285750 h 285750"/>
                <a:gd name="csX28" fmla="*/ 6619875 w 8572500"/>
                <a:gd name="csY28" fmla="*/ 285750 h 285750"/>
                <a:gd name="csX29" fmla="*/ 6238875 w 8572500"/>
                <a:gd name="csY29" fmla="*/ 285750 h 285750"/>
                <a:gd name="csX30" fmla="*/ 5848350 w 8572500"/>
                <a:gd name="csY30" fmla="*/ 285750 h 285750"/>
                <a:gd name="csX31" fmla="*/ 5457825 w 8572500"/>
                <a:gd name="csY31" fmla="*/ 285750 h 285750"/>
                <a:gd name="csX32" fmla="*/ 5067300 w 8572500"/>
                <a:gd name="csY32" fmla="*/ 285750 h 285750"/>
                <a:gd name="csX33" fmla="*/ 4676775 w 8572500"/>
                <a:gd name="csY33" fmla="*/ 285750 h 285750"/>
                <a:gd name="csX34" fmla="*/ 4286250 w 8572500"/>
                <a:gd name="csY34" fmla="*/ 285750 h 285750"/>
                <a:gd name="csX35" fmla="*/ 3895725 w 8572500"/>
                <a:gd name="csY35" fmla="*/ 285750 h 285750"/>
                <a:gd name="csX36" fmla="*/ 3505200 w 8572500"/>
                <a:gd name="csY36" fmla="*/ 285750 h 285750"/>
                <a:gd name="csX37" fmla="*/ 3114675 w 8572500"/>
                <a:gd name="csY37" fmla="*/ 285750 h 285750"/>
                <a:gd name="csX38" fmla="*/ 2724150 w 8572500"/>
                <a:gd name="csY38" fmla="*/ 285750 h 285750"/>
                <a:gd name="csX39" fmla="*/ 2333625 w 8572500"/>
                <a:gd name="csY39" fmla="*/ 285750 h 285750"/>
                <a:gd name="csX40" fmla="*/ 1952625 w 8572500"/>
                <a:gd name="csY40" fmla="*/ 285750 h 285750"/>
                <a:gd name="csX41" fmla="*/ 1562100 w 8572500"/>
                <a:gd name="csY41" fmla="*/ 285750 h 285750"/>
                <a:gd name="csX42" fmla="*/ 1171575 w 8572500"/>
                <a:gd name="csY42" fmla="*/ 285750 h 285750"/>
                <a:gd name="csX43" fmla="*/ 781050 w 8572500"/>
                <a:gd name="csY43" fmla="*/ 285750 h 285750"/>
                <a:gd name="csX44" fmla="*/ 390525 w 8572500"/>
                <a:gd name="csY44" fmla="*/ 285750 h 285750"/>
                <a:gd name="csX45" fmla="*/ 0 w 8572500"/>
                <a:gd name="csY45" fmla="*/ 285750 h 285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285750">
                  <a:moveTo>
                    <a:pt x="0" y="142875"/>
                  </a:moveTo>
                  <a:lnTo>
                    <a:pt x="390525" y="38100"/>
                  </a:lnTo>
                  <a:lnTo>
                    <a:pt x="781050" y="123825"/>
                  </a:lnTo>
                  <a:lnTo>
                    <a:pt x="1171575" y="114300"/>
                  </a:lnTo>
                  <a:lnTo>
                    <a:pt x="1562100" y="66675"/>
                  </a:lnTo>
                  <a:lnTo>
                    <a:pt x="1952625" y="57150"/>
                  </a:lnTo>
                  <a:lnTo>
                    <a:pt x="2333625" y="57150"/>
                  </a:lnTo>
                  <a:lnTo>
                    <a:pt x="2724150" y="152400"/>
                  </a:lnTo>
                  <a:lnTo>
                    <a:pt x="3114675" y="19050"/>
                  </a:lnTo>
                  <a:lnTo>
                    <a:pt x="3505200" y="66675"/>
                  </a:lnTo>
                  <a:lnTo>
                    <a:pt x="3895725" y="114300"/>
                  </a:lnTo>
                  <a:lnTo>
                    <a:pt x="4286250" y="133350"/>
                  </a:lnTo>
                  <a:lnTo>
                    <a:pt x="4676775" y="28575"/>
                  </a:lnTo>
                  <a:lnTo>
                    <a:pt x="5067300" y="133350"/>
                  </a:lnTo>
                  <a:lnTo>
                    <a:pt x="5457825" y="85725"/>
                  </a:lnTo>
                  <a:lnTo>
                    <a:pt x="5848350" y="38100"/>
                  </a:lnTo>
                  <a:lnTo>
                    <a:pt x="6238875" y="142875"/>
                  </a:lnTo>
                  <a:lnTo>
                    <a:pt x="6619875" y="0"/>
                  </a:lnTo>
                  <a:lnTo>
                    <a:pt x="7010400" y="57150"/>
                  </a:lnTo>
                  <a:lnTo>
                    <a:pt x="7400925" y="85725"/>
                  </a:lnTo>
                  <a:lnTo>
                    <a:pt x="7791450" y="76200"/>
                  </a:lnTo>
                  <a:lnTo>
                    <a:pt x="8181975" y="95250"/>
                  </a:lnTo>
                  <a:lnTo>
                    <a:pt x="8572500" y="142875"/>
                  </a:lnTo>
                  <a:lnTo>
                    <a:pt x="8572500" y="285750"/>
                  </a:lnTo>
                  <a:lnTo>
                    <a:pt x="8181975" y="285750"/>
                  </a:lnTo>
                  <a:lnTo>
                    <a:pt x="7791450" y="285750"/>
                  </a:lnTo>
                  <a:lnTo>
                    <a:pt x="7400925" y="285750"/>
                  </a:lnTo>
                  <a:lnTo>
                    <a:pt x="7010400" y="285750"/>
                  </a:lnTo>
                  <a:lnTo>
                    <a:pt x="6619875" y="285750"/>
                  </a:lnTo>
                  <a:lnTo>
                    <a:pt x="6238875" y="285750"/>
                  </a:lnTo>
                  <a:lnTo>
                    <a:pt x="5848350" y="285750"/>
                  </a:lnTo>
                  <a:lnTo>
                    <a:pt x="5457825" y="285750"/>
                  </a:lnTo>
                  <a:lnTo>
                    <a:pt x="5067300" y="285750"/>
                  </a:lnTo>
                  <a:lnTo>
                    <a:pt x="4676775" y="285750"/>
                  </a:lnTo>
                  <a:lnTo>
                    <a:pt x="4286250" y="285750"/>
                  </a:lnTo>
                  <a:lnTo>
                    <a:pt x="3895725" y="285750"/>
                  </a:lnTo>
                  <a:lnTo>
                    <a:pt x="3505200" y="285750"/>
                  </a:lnTo>
                  <a:lnTo>
                    <a:pt x="3114675" y="285750"/>
                  </a:lnTo>
                  <a:lnTo>
                    <a:pt x="2724150" y="285750"/>
                  </a:lnTo>
                  <a:lnTo>
                    <a:pt x="2333625" y="285750"/>
                  </a:lnTo>
                  <a:lnTo>
                    <a:pt x="1952625" y="285750"/>
                  </a:lnTo>
                  <a:lnTo>
                    <a:pt x="1562100" y="285750"/>
                  </a:lnTo>
                  <a:lnTo>
                    <a:pt x="1171575" y="285750"/>
                  </a:lnTo>
                  <a:lnTo>
                    <a:pt x="781050" y="285750"/>
                  </a:lnTo>
                  <a:lnTo>
                    <a:pt x="390525" y="285750"/>
                  </a:lnTo>
                  <a:lnTo>
                    <a:pt x="0" y="285750"/>
                  </a:lnTo>
                  <a:close/>
                </a:path>
              </a:pathLst>
            </a:custGeom>
            <a:solidFill>
              <a:schemeClr val="accent2">
                <a:lumMod val="50000"/>
              </a:schemeClr>
            </a:solidFill>
            <a:ln w="9525" cap="flat">
              <a:noFill/>
              <a:prstDash val="solid"/>
              <a:miter/>
            </a:ln>
          </p:spPr>
          <p:txBody>
            <a:bodyPr/>
            <a:lstStyle/>
            <a:p>
              <a:endParaRPr lang="en-US"/>
            </a:p>
          </p:txBody>
        </p:sp>
      </p:grpSp>
    </p:spTree>
    <p:extLst>
      <p:ext uri="{BB962C8B-B14F-4D97-AF65-F5344CB8AC3E}">
        <p14:creationId xmlns:p14="http://schemas.microsoft.com/office/powerpoint/2010/main" val="268616693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28"/>
                                        </p:tgtEl>
                                        <p:attrNameLst>
                                          <p:attrName>style.visibility</p:attrName>
                                        </p:attrNameLst>
                                      </p:cBhvr>
                                      <p:to>
                                        <p:strVal val="visible"/>
                                      </p:to>
                                    </p:set>
                                    <p:animEffect transition="in" filter="wipe(left)">
                                      <p:cBhvr>
                                        <p:cTn id="7" dur="400"/>
                                        <p:tgtEl>
                                          <p:spTgt spid="228"/>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400"/>
                                        <p:tgtEl>
                                          <p:spTgt spid="3">
                                            <p:txEl>
                                              <p:pRg st="0" end="0"/>
                                            </p:txEl>
                                          </p:spTgt>
                                        </p:tgtEl>
                                      </p:cBhvr>
                                    </p:animEffect>
                                    <p:anim calcmode="lin" valueType="num">
                                      <p:cBhvr>
                                        <p:cTn id="13" dur="4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400" fill="hold"/>
                                        <p:tgtEl>
                                          <p:spTgt spid="3">
                                            <p:txEl>
                                              <p:pRg st="0" end="0"/>
                                            </p:txEl>
                                          </p:spTgt>
                                        </p:tgtEl>
                                        <p:attrNameLst>
                                          <p:attrName>ppt_y</p:attrName>
                                        </p:attrNameLst>
                                      </p:cBhvr>
                                      <p:tavLst>
                                        <p:tav tm="0">
                                          <p:val>
                                            <p:strVal val="#ppt_y+.1"/>
                                          </p:val>
                                        </p:tav>
                                        <p:tav tm="100000">
                                          <p:val>
                                            <p:strVal val="#ppt_y"/>
                                          </p:val>
                                        </p:tav>
                                      </p:tavLst>
                                    </p:anim>
                                  </p:childTnLst>
                                  <p:subTnLst>
                                    <p:animClr clrSpc="rgb" dir="cw">
                                      <p:cBhvr override="childStyle">
                                        <p:cTn dur="1" fill="hold" display="0" masterRel="nextClick" afterEffect="1"/>
                                        <p:tgtEl>
                                          <p:spTgt spid="3">
                                            <p:txEl>
                                              <p:pRg st="0" end="0"/>
                                            </p:txEl>
                                          </p:spTgt>
                                        </p:tgtEl>
                                        <p:attrNameLst>
                                          <p:attrName>ppt_c</p:attrName>
                                        </p:attrNameLst>
                                      </p:cBhvr>
                                      <p:to>
                                        <a:schemeClr val="tx1"/>
                                      </p:to>
                                    </p:animClr>
                                  </p:sub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400"/>
                                        <p:tgtEl>
                                          <p:spTgt spid="3">
                                            <p:txEl>
                                              <p:pRg st="2" end="2"/>
                                            </p:txEl>
                                          </p:spTgt>
                                        </p:tgtEl>
                                      </p:cBhvr>
                                    </p:animEffect>
                                    <p:anim calcmode="lin" valueType="num">
                                      <p:cBhvr>
                                        <p:cTn id="20" dur="4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400" fill="hold"/>
                                        <p:tgtEl>
                                          <p:spTgt spid="3">
                                            <p:txEl>
                                              <p:pRg st="2" end="2"/>
                                            </p:txEl>
                                          </p:spTgt>
                                        </p:tgtEl>
                                        <p:attrNameLst>
                                          <p:attrName>ppt_y</p:attrName>
                                        </p:attrNameLst>
                                      </p:cBhvr>
                                      <p:tavLst>
                                        <p:tav tm="0">
                                          <p:val>
                                            <p:strVal val="#ppt_y+.1"/>
                                          </p:val>
                                        </p:tav>
                                        <p:tav tm="100000">
                                          <p:val>
                                            <p:strVal val="#ppt_y"/>
                                          </p:val>
                                        </p:tav>
                                      </p:tavLst>
                                    </p:anim>
                                  </p:childTnLst>
                                  <p:subTnLst>
                                    <p:animClr clrSpc="rgb" dir="cw">
                                      <p:cBhvr override="childStyle">
                                        <p:cTn dur="1" fill="hold" display="0" masterRel="nextClick" afterEffect="1"/>
                                        <p:tgtEl>
                                          <p:spTgt spid="3">
                                            <p:txEl>
                                              <p:pRg st="2" end="2"/>
                                            </p:txEl>
                                          </p:spTgt>
                                        </p:tgtEl>
                                        <p:attrNameLst>
                                          <p:attrName>ppt_c</p:attrName>
                                        </p:attrNameLst>
                                      </p:cBhvr>
                                      <p:to>
                                        <a:schemeClr val="tx1"/>
                                      </p:to>
                                    </p:animClr>
                                  </p:subTnLst>
                                </p:cTn>
                              </p:par>
                            </p:childTnLst>
                          </p:cTn>
                        </p:par>
                      </p:childTnLst>
                    </p:cTn>
                  </p:par>
                  <p:par>
                    <p:cTn id="22" fill="hold">
                      <p:stCondLst>
                        <p:cond delay="indefinite"/>
                      </p:stCondLst>
                      <p:childTnLst>
                        <p:par>
                          <p:cTn id="23" fill="hold">
                            <p:stCondLst>
                              <p:cond delay="0"/>
                            </p:stCondLst>
                            <p:childTnLst>
                              <p:par>
                                <p:cTn id="24" presetID="22" presetClass="exit" presetSubtype="2" fill="hold" nodeType="clickEffect">
                                  <p:stCondLst>
                                    <p:cond delay="0"/>
                                  </p:stCondLst>
                                  <p:childTnLst>
                                    <p:animEffect transition="out" filter="wipe(right)">
                                      <p:cBhvr>
                                        <p:cTn id="25" dur="500"/>
                                        <p:tgtEl>
                                          <p:spTgt spid="228"/>
                                        </p:tgtEl>
                                      </p:cBhvr>
                                    </p:animEffect>
                                    <p:set>
                                      <p:cBhvr>
                                        <p:cTn id="26" dur="1" fill="hold">
                                          <p:stCondLst>
                                            <p:cond delay="499"/>
                                          </p:stCondLst>
                                        </p:cTn>
                                        <p:tgtEl>
                                          <p:spTgt spid="228"/>
                                        </p:tgtEl>
                                        <p:attrNameLst>
                                          <p:attrName>style.visibility</p:attrName>
                                        </p:attrNameLst>
                                      </p:cBhvr>
                                      <p:to>
                                        <p:strVal val="hidden"/>
                                      </p:to>
                                    </p:set>
                                  </p:childTnLst>
                                </p:cTn>
                              </p:par>
                              <p:par>
                                <p:cTn id="27" presetID="2" presetClass="exit" presetSubtype="8" accel="100000" fill="hold" grpId="1" nodeType="withEffect">
                                  <p:stCondLst>
                                    <p:cond delay="0"/>
                                  </p:stCondLst>
                                  <p:childTnLst>
                                    <p:anim calcmode="lin" valueType="num">
                                      <p:cBhvr additive="base">
                                        <p:cTn id="28" dur="500"/>
                                        <p:tgtEl>
                                          <p:spTgt spid="3">
                                            <p:txEl>
                                              <p:pRg st="0" end="0"/>
                                            </p:txEl>
                                          </p:spTgt>
                                        </p:tgtEl>
                                        <p:attrNameLst>
                                          <p:attrName>ppt_x</p:attrName>
                                        </p:attrNameLst>
                                      </p:cBhvr>
                                      <p:tavLst>
                                        <p:tav tm="0">
                                          <p:val>
                                            <p:strVal val="ppt_x"/>
                                          </p:val>
                                        </p:tav>
                                        <p:tav tm="100000">
                                          <p:val>
                                            <p:strVal val="0-ppt_w/2"/>
                                          </p:val>
                                        </p:tav>
                                      </p:tavLst>
                                    </p:anim>
                                    <p:anim calcmode="lin" valueType="num">
                                      <p:cBhvr additive="base">
                                        <p:cTn id="29" dur="500"/>
                                        <p:tgtEl>
                                          <p:spTgt spid="3">
                                            <p:txEl>
                                              <p:pRg st="0" end="0"/>
                                            </p:txEl>
                                          </p:spTgt>
                                        </p:tgtEl>
                                        <p:attrNameLst>
                                          <p:attrName>ppt_y</p:attrName>
                                        </p:attrNameLst>
                                      </p:cBhvr>
                                      <p:tavLst>
                                        <p:tav tm="0">
                                          <p:val>
                                            <p:strVal val="ppt_y"/>
                                          </p:val>
                                        </p:tav>
                                        <p:tav tm="100000">
                                          <p:val>
                                            <p:strVal val="ppt_y"/>
                                          </p:val>
                                        </p:tav>
                                      </p:tavLst>
                                    </p:anim>
                                    <p:set>
                                      <p:cBhvr>
                                        <p:cTn id="30" dur="1" fill="hold">
                                          <p:stCondLst>
                                            <p:cond delay="499"/>
                                          </p:stCondLst>
                                        </p:cTn>
                                        <p:tgtEl>
                                          <p:spTgt spid="3">
                                            <p:txEl>
                                              <p:pRg st="0" end="0"/>
                                            </p:txEl>
                                          </p:spTgt>
                                        </p:tgtEl>
                                        <p:attrNameLst>
                                          <p:attrName>style.visibility</p:attrName>
                                        </p:attrNameLst>
                                      </p:cBhvr>
                                      <p:to>
                                        <p:strVal val="hidden"/>
                                      </p:to>
                                    </p:set>
                                  </p:childTnLst>
                                </p:cTn>
                              </p:par>
                              <p:par>
                                <p:cTn id="31" presetID="2" presetClass="exit" presetSubtype="8" accel="100000" fill="hold" grpId="1" nodeType="withEffect">
                                  <p:stCondLst>
                                    <p:cond delay="0"/>
                                  </p:stCondLst>
                                  <p:childTnLst>
                                    <p:anim calcmode="lin" valueType="num">
                                      <p:cBhvr additive="base">
                                        <p:cTn id="32" dur="500"/>
                                        <p:tgtEl>
                                          <p:spTgt spid="3">
                                            <p:txEl>
                                              <p:pRg st="2" end="2"/>
                                            </p:txEl>
                                          </p:spTgt>
                                        </p:tgtEl>
                                        <p:attrNameLst>
                                          <p:attrName>ppt_x</p:attrName>
                                        </p:attrNameLst>
                                      </p:cBhvr>
                                      <p:tavLst>
                                        <p:tav tm="0">
                                          <p:val>
                                            <p:strVal val="ppt_x"/>
                                          </p:val>
                                        </p:tav>
                                        <p:tav tm="100000">
                                          <p:val>
                                            <p:strVal val="0-ppt_w/2"/>
                                          </p:val>
                                        </p:tav>
                                      </p:tavLst>
                                    </p:anim>
                                    <p:anim calcmode="lin" valueType="num">
                                      <p:cBhvr additive="base">
                                        <p:cTn id="33" dur="500"/>
                                        <p:tgtEl>
                                          <p:spTgt spid="3">
                                            <p:txEl>
                                              <p:pRg st="2" end="2"/>
                                            </p:txEl>
                                          </p:spTgt>
                                        </p:tgtEl>
                                        <p:attrNameLst>
                                          <p:attrName>ppt_y</p:attrName>
                                        </p:attrNameLst>
                                      </p:cBhvr>
                                      <p:tavLst>
                                        <p:tav tm="0">
                                          <p:val>
                                            <p:strVal val="ppt_y"/>
                                          </p:val>
                                        </p:tav>
                                        <p:tav tm="100000">
                                          <p:val>
                                            <p:strVal val="ppt_y"/>
                                          </p:val>
                                        </p:tav>
                                      </p:tavLst>
                                    </p:anim>
                                    <p:set>
                                      <p:cBhvr>
                                        <p:cTn id="34" dur="1" fill="hold">
                                          <p:stCondLst>
                                            <p:cond delay="499"/>
                                          </p:stCondLst>
                                        </p:cTn>
                                        <p:tgtEl>
                                          <p:spTgt spid="3">
                                            <p:txEl>
                                              <p:pRg st="2" end="2"/>
                                            </p:txEl>
                                          </p:spTgt>
                                        </p:tgtEl>
                                        <p:attrNameLst>
                                          <p:attrName>style.visibility</p:attrName>
                                        </p:attrNameLst>
                                      </p:cBhvr>
                                      <p:to>
                                        <p:strVal val="hidden"/>
                                      </p:to>
                                    </p:set>
                                  </p:childTnLst>
                                </p:cTn>
                              </p:par>
                              <p:par>
                                <p:cTn id="35" presetID="2" presetClass="exit" presetSubtype="8" accel="100000" fill="hold" grpId="0" nodeType="withEffect">
                                  <p:stCondLst>
                                    <p:cond delay="200"/>
                                  </p:stCondLst>
                                  <p:childTnLst>
                                    <p:anim calcmode="lin" valueType="num">
                                      <p:cBhvr additive="base">
                                        <p:cTn id="36" dur="500"/>
                                        <p:tgtEl>
                                          <p:spTgt spid="2"/>
                                        </p:tgtEl>
                                        <p:attrNameLst>
                                          <p:attrName>ppt_x</p:attrName>
                                        </p:attrNameLst>
                                      </p:cBhvr>
                                      <p:tavLst>
                                        <p:tav tm="0">
                                          <p:val>
                                            <p:strVal val="ppt_x"/>
                                          </p:val>
                                        </p:tav>
                                        <p:tav tm="100000">
                                          <p:val>
                                            <p:strVal val="0-ppt_w/2"/>
                                          </p:val>
                                        </p:tav>
                                      </p:tavLst>
                                    </p:anim>
                                    <p:anim calcmode="lin" valueType="num">
                                      <p:cBhvr additive="base">
                                        <p:cTn id="37" dur="500"/>
                                        <p:tgtEl>
                                          <p:spTgt spid="2"/>
                                        </p:tgtEl>
                                        <p:attrNameLst>
                                          <p:attrName>ppt_y</p:attrName>
                                        </p:attrNameLst>
                                      </p:cBhvr>
                                      <p:tavLst>
                                        <p:tav tm="0">
                                          <p:val>
                                            <p:strVal val="ppt_y"/>
                                          </p:val>
                                        </p:tav>
                                        <p:tav tm="100000">
                                          <p:val>
                                            <p:strVal val="ppt_y"/>
                                          </p:val>
                                        </p:tav>
                                      </p:tavLst>
                                    </p:anim>
                                    <p:set>
                                      <p:cBhvr>
                                        <p:cTn id="38"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P spid="3" grpId="1" uiExpand="1" build="p"/>
    </p:bld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a:extLst>
            <a:ext uri="{FF2B5EF4-FFF2-40B4-BE49-F238E27FC236}">
              <a16:creationId xmlns:a16="http://schemas.microsoft.com/office/drawing/2014/main" id="{20CD69C3-5E4E-9B4F-2F66-FD878127745A}"/>
            </a:ext>
          </a:extLst>
        </p:cNvPr>
        <p:cNvGrpSpPr/>
        <p:nvPr/>
      </p:nvGrpSpPr>
      <p:grpSpPr>
        <a:xfrm>
          <a:off x="0" y="0"/>
          <a:ext cx="0" cy="0"/>
          <a:chOff x="0" y="0"/>
          <a:chExt cx="0" cy="0"/>
        </a:xfrm>
      </p:grpSpPr>
      <p:grpSp>
        <p:nvGrpSpPr>
          <p:cNvPr id="236" name="Group 235">
            <a:extLst>
              <a:ext uri="{FF2B5EF4-FFF2-40B4-BE49-F238E27FC236}">
                <a16:creationId xmlns:a16="http://schemas.microsoft.com/office/drawing/2014/main" id="{2AF41AC9-975D-B0F1-A541-FF8689EF86F0}"/>
              </a:ext>
            </a:extLst>
          </p:cNvPr>
          <p:cNvGrpSpPr/>
          <p:nvPr/>
        </p:nvGrpSpPr>
        <p:grpSpPr>
          <a:xfrm>
            <a:off x="-23431500" y="5698218"/>
            <a:ext cx="24384000" cy="1589314"/>
            <a:chOff x="0" y="5268686"/>
            <a:chExt cx="24384000" cy="1589314"/>
          </a:xfrm>
        </p:grpSpPr>
        <p:sp>
          <p:nvSpPr>
            <p:cNvPr id="206" name="Freeform: Shape 205">
              <a:extLst>
                <a:ext uri="{FF2B5EF4-FFF2-40B4-BE49-F238E27FC236}">
                  <a16:creationId xmlns:a16="http://schemas.microsoft.com/office/drawing/2014/main" id="{D2C7C36F-6FBD-4E32-55D7-EE9DD3DF218D}"/>
                </a:ext>
              </a:extLst>
            </p:cNvPr>
            <p:cNvSpPr/>
            <p:nvPr/>
          </p:nvSpPr>
          <p:spPr>
            <a:xfrm>
              <a:off x="0" y="5268686"/>
              <a:ext cx="12192000" cy="1589314"/>
            </a:xfrm>
            <a:custGeom>
              <a:avLst/>
              <a:gdLst>
                <a:gd name="csX0" fmla="*/ 0 w 8572500"/>
                <a:gd name="csY0" fmla="*/ 9525 h 990600"/>
                <a:gd name="csX1" fmla="*/ 390525 w 8572500"/>
                <a:gd name="csY1" fmla="*/ 38100 h 990600"/>
                <a:gd name="csX2" fmla="*/ 781050 w 8572500"/>
                <a:gd name="csY2" fmla="*/ 0 h 990600"/>
                <a:gd name="csX3" fmla="*/ 1171575 w 8572500"/>
                <a:gd name="csY3" fmla="*/ 28575 h 990600"/>
                <a:gd name="csX4" fmla="*/ 1562100 w 8572500"/>
                <a:gd name="csY4" fmla="*/ 9525 h 990600"/>
                <a:gd name="csX5" fmla="*/ 1952625 w 8572500"/>
                <a:gd name="csY5" fmla="*/ 38100 h 990600"/>
                <a:gd name="csX6" fmla="*/ 2333625 w 8572500"/>
                <a:gd name="csY6" fmla="*/ 19050 h 990600"/>
                <a:gd name="csX7" fmla="*/ 2724150 w 8572500"/>
                <a:gd name="csY7" fmla="*/ 104775 h 990600"/>
                <a:gd name="csX8" fmla="*/ 3114675 w 8572500"/>
                <a:gd name="csY8" fmla="*/ 114300 h 990600"/>
                <a:gd name="csX9" fmla="*/ 3505200 w 8572500"/>
                <a:gd name="csY9" fmla="*/ 190500 h 990600"/>
                <a:gd name="csX10" fmla="*/ 3895725 w 8572500"/>
                <a:gd name="csY10" fmla="*/ 47625 h 990600"/>
                <a:gd name="csX11" fmla="*/ 4286250 w 8572500"/>
                <a:gd name="csY11" fmla="*/ 190500 h 990600"/>
                <a:gd name="csX12" fmla="*/ 4676775 w 8572500"/>
                <a:gd name="csY12" fmla="*/ 190500 h 990600"/>
                <a:gd name="csX13" fmla="*/ 5067300 w 8572500"/>
                <a:gd name="csY13" fmla="*/ 66675 h 990600"/>
                <a:gd name="csX14" fmla="*/ 5457825 w 8572500"/>
                <a:gd name="csY14" fmla="*/ 85725 h 990600"/>
                <a:gd name="csX15" fmla="*/ 5848350 w 8572500"/>
                <a:gd name="csY15" fmla="*/ 47625 h 990600"/>
                <a:gd name="csX16" fmla="*/ 6238875 w 8572500"/>
                <a:gd name="csY16" fmla="*/ 28575 h 990600"/>
                <a:gd name="csX17" fmla="*/ 6619875 w 8572500"/>
                <a:gd name="csY17" fmla="*/ 180975 h 990600"/>
                <a:gd name="csX18" fmla="*/ 7010400 w 8572500"/>
                <a:gd name="csY18" fmla="*/ 114300 h 990600"/>
                <a:gd name="csX19" fmla="*/ 7400925 w 8572500"/>
                <a:gd name="csY19" fmla="*/ 180975 h 990600"/>
                <a:gd name="csX20" fmla="*/ 7791450 w 8572500"/>
                <a:gd name="csY20" fmla="*/ 38100 h 990600"/>
                <a:gd name="csX21" fmla="*/ 8181975 w 8572500"/>
                <a:gd name="csY21" fmla="*/ 171450 h 990600"/>
                <a:gd name="csX22" fmla="*/ 8572500 w 8572500"/>
                <a:gd name="csY22" fmla="*/ 171450 h 990600"/>
                <a:gd name="csX23" fmla="*/ 8572500 w 8572500"/>
                <a:gd name="csY23" fmla="*/ 990600 h 990600"/>
                <a:gd name="csX24" fmla="*/ 8181975 w 8572500"/>
                <a:gd name="csY24" fmla="*/ 990600 h 990600"/>
                <a:gd name="csX25" fmla="*/ 7791450 w 8572500"/>
                <a:gd name="csY25" fmla="*/ 990600 h 990600"/>
                <a:gd name="csX26" fmla="*/ 7400925 w 8572500"/>
                <a:gd name="csY26" fmla="*/ 990600 h 990600"/>
                <a:gd name="csX27" fmla="*/ 7010400 w 8572500"/>
                <a:gd name="csY27" fmla="*/ 990600 h 990600"/>
                <a:gd name="csX28" fmla="*/ 6619875 w 8572500"/>
                <a:gd name="csY28" fmla="*/ 990600 h 990600"/>
                <a:gd name="csX29" fmla="*/ 6238875 w 8572500"/>
                <a:gd name="csY29" fmla="*/ 990600 h 990600"/>
                <a:gd name="csX30" fmla="*/ 5848350 w 8572500"/>
                <a:gd name="csY30" fmla="*/ 990600 h 990600"/>
                <a:gd name="csX31" fmla="*/ 5457825 w 8572500"/>
                <a:gd name="csY31" fmla="*/ 990600 h 990600"/>
                <a:gd name="csX32" fmla="*/ 5067300 w 8572500"/>
                <a:gd name="csY32" fmla="*/ 990600 h 990600"/>
                <a:gd name="csX33" fmla="*/ 4676775 w 8572500"/>
                <a:gd name="csY33" fmla="*/ 990600 h 990600"/>
                <a:gd name="csX34" fmla="*/ 4286250 w 8572500"/>
                <a:gd name="csY34" fmla="*/ 990600 h 990600"/>
                <a:gd name="csX35" fmla="*/ 3895725 w 8572500"/>
                <a:gd name="csY35" fmla="*/ 990600 h 990600"/>
                <a:gd name="csX36" fmla="*/ 3505200 w 8572500"/>
                <a:gd name="csY36" fmla="*/ 990600 h 990600"/>
                <a:gd name="csX37" fmla="*/ 3114675 w 8572500"/>
                <a:gd name="csY37" fmla="*/ 990600 h 990600"/>
                <a:gd name="csX38" fmla="*/ 2724150 w 8572500"/>
                <a:gd name="csY38" fmla="*/ 990600 h 990600"/>
                <a:gd name="csX39" fmla="*/ 2333625 w 8572500"/>
                <a:gd name="csY39" fmla="*/ 990600 h 990600"/>
                <a:gd name="csX40" fmla="*/ 1952625 w 8572500"/>
                <a:gd name="csY40" fmla="*/ 990600 h 990600"/>
                <a:gd name="csX41" fmla="*/ 1562100 w 8572500"/>
                <a:gd name="csY41" fmla="*/ 990600 h 990600"/>
                <a:gd name="csX42" fmla="*/ 1171575 w 8572500"/>
                <a:gd name="csY42" fmla="*/ 990600 h 990600"/>
                <a:gd name="csX43" fmla="*/ 781050 w 8572500"/>
                <a:gd name="csY43" fmla="*/ 990600 h 990600"/>
                <a:gd name="csX44" fmla="*/ 390525 w 8572500"/>
                <a:gd name="csY44" fmla="*/ 990600 h 990600"/>
                <a:gd name="csX45" fmla="*/ 0 w 8572500"/>
                <a:gd name="csY45" fmla="*/ 990600 h 990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990600">
                  <a:moveTo>
                    <a:pt x="0" y="9525"/>
                  </a:moveTo>
                  <a:lnTo>
                    <a:pt x="390525" y="38100"/>
                  </a:lnTo>
                  <a:lnTo>
                    <a:pt x="781050" y="0"/>
                  </a:lnTo>
                  <a:lnTo>
                    <a:pt x="1171575" y="28575"/>
                  </a:lnTo>
                  <a:lnTo>
                    <a:pt x="1562100" y="9525"/>
                  </a:lnTo>
                  <a:lnTo>
                    <a:pt x="1952625" y="38100"/>
                  </a:lnTo>
                  <a:lnTo>
                    <a:pt x="2333625" y="19050"/>
                  </a:lnTo>
                  <a:lnTo>
                    <a:pt x="2724150" y="104775"/>
                  </a:lnTo>
                  <a:lnTo>
                    <a:pt x="3114675" y="114300"/>
                  </a:lnTo>
                  <a:lnTo>
                    <a:pt x="3505200" y="190500"/>
                  </a:lnTo>
                  <a:lnTo>
                    <a:pt x="3895725" y="47625"/>
                  </a:lnTo>
                  <a:lnTo>
                    <a:pt x="4286250" y="190500"/>
                  </a:lnTo>
                  <a:lnTo>
                    <a:pt x="4676775" y="190500"/>
                  </a:lnTo>
                  <a:lnTo>
                    <a:pt x="5067300" y="66675"/>
                  </a:lnTo>
                  <a:lnTo>
                    <a:pt x="5457825" y="85725"/>
                  </a:lnTo>
                  <a:lnTo>
                    <a:pt x="5848350" y="47625"/>
                  </a:lnTo>
                  <a:lnTo>
                    <a:pt x="6238875" y="28575"/>
                  </a:lnTo>
                  <a:lnTo>
                    <a:pt x="6619875" y="180975"/>
                  </a:lnTo>
                  <a:lnTo>
                    <a:pt x="7010400" y="114300"/>
                  </a:lnTo>
                  <a:lnTo>
                    <a:pt x="7400925" y="180975"/>
                  </a:lnTo>
                  <a:lnTo>
                    <a:pt x="7791450" y="38100"/>
                  </a:lnTo>
                  <a:lnTo>
                    <a:pt x="8181975" y="171450"/>
                  </a:lnTo>
                  <a:lnTo>
                    <a:pt x="8572500" y="171450"/>
                  </a:lnTo>
                  <a:lnTo>
                    <a:pt x="8572500" y="990600"/>
                  </a:lnTo>
                  <a:lnTo>
                    <a:pt x="8181975" y="990600"/>
                  </a:lnTo>
                  <a:lnTo>
                    <a:pt x="7791450" y="990600"/>
                  </a:lnTo>
                  <a:lnTo>
                    <a:pt x="7400925" y="990600"/>
                  </a:lnTo>
                  <a:lnTo>
                    <a:pt x="7010400" y="990600"/>
                  </a:lnTo>
                  <a:lnTo>
                    <a:pt x="6619875" y="990600"/>
                  </a:lnTo>
                  <a:lnTo>
                    <a:pt x="6238875" y="990600"/>
                  </a:lnTo>
                  <a:lnTo>
                    <a:pt x="5848350" y="990600"/>
                  </a:lnTo>
                  <a:lnTo>
                    <a:pt x="5457825" y="990600"/>
                  </a:lnTo>
                  <a:lnTo>
                    <a:pt x="5067300" y="990600"/>
                  </a:lnTo>
                  <a:lnTo>
                    <a:pt x="4676775" y="990600"/>
                  </a:lnTo>
                  <a:lnTo>
                    <a:pt x="4286250" y="990600"/>
                  </a:lnTo>
                  <a:lnTo>
                    <a:pt x="3895725" y="990600"/>
                  </a:lnTo>
                  <a:lnTo>
                    <a:pt x="3505200" y="990600"/>
                  </a:lnTo>
                  <a:lnTo>
                    <a:pt x="3114675" y="990600"/>
                  </a:lnTo>
                  <a:lnTo>
                    <a:pt x="2724150" y="990600"/>
                  </a:lnTo>
                  <a:lnTo>
                    <a:pt x="2333625" y="990600"/>
                  </a:lnTo>
                  <a:lnTo>
                    <a:pt x="1952625" y="990600"/>
                  </a:lnTo>
                  <a:lnTo>
                    <a:pt x="1562100" y="990600"/>
                  </a:lnTo>
                  <a:lnTo>
                    <a:pt x="1171575" y="990600"/>
                  </a:lnTo>
                  <a:lnTo>
                    <a:pt x="781050" y="990600"/>
                  </a:lnTo>
                  <a:lnTo>
                    <a:pt x="390525" y="990600"/>
                  </a:lnTo>
                  <a:lnTo>
                    <a:pt x="0" y="990600"/>
                  </a:lnTo>
                  <a:close/>
                </a:path>
              </a:pathLst>
            </a:custGeom>
            <a:solidFill>
              <a:schemeClr val="accent2">
                <a:lumMod val="20000"/>
                <a:lumOff val="80000"/>
              </a:schemeClr>
            </a:solidFill>
            <a:ln w="9525" cap="flat">
              <a:noFill/>
              <a:prstDash val="solid"/>
              <a:miter/>
            </a:ln>
          </p:spPr>
          <p:txBody>
            <a:bodyPr/>
            <a:lstStyle/>
            <a:p>
              <a:endParaRPr lang="en-US"/>
            </a:p>
          </p:txBody>
        </p:sp>
        <p:sp>
          <p:nvSpPr>
            <p:cNvPr id="207" name="Freeform: Shape 206">
              <a:extLst>
                <a:ext uri="{FF2B5EF4-FFF2-40B4-BE49-F238E27FC236}">
                  <a16:creationId xmlns:a16="http://schemas.microsoft.com/office/drawing/2014/main" id="{97ACF61A-076D-4E17-72AF-F88C363DED32}"/>
                </a:ext>
              </a:extLst>
            </p:cNvPr>
            <p:cNvSpPr/>
            <p:nvPr/>
          </p:nvSpPr>
          <p:spPr>
            <a:xfrm>
              <a:off x="0" y="5543760"/>
              <a:ext cx="12192000" cy="1314240"/>
            </a:xfrm>
            <a:custGeom>
              <a:avLst/>
              <a:gdLst>
                <a:gd name="csX0" fmla="*/ 0 w 8572500"/>
                <a:gd name="csY0" fmla="*/ 38100 h 819150"/>
                <a:gd name="csX1" fmla="*/ 390525 w 8572500"/>
                <a:gd name="csY1" fmla="*/ 95250 h 819150"/>
                <a:gd name="csX2" fmla="*/ 781050 w 8572500"/>
                <a:gd name="csY2" fmla="*/ 66675 h 819150"/>
                <a:gd name="csX3" fmla="*/ 1171575 w 8572500"/>
                <a:gd name="csY3" fmla="*/ 19050 h 819150"/>
                <a:gd name="csX4" fmla="*/ 1562100 w 8572500"/>
                <a:gd name="csY4" fmla="*/ 142875 h 819150"/>
                <a:gd name="csX5" fmla="*/ 1952625 w 8572500"/>
                <a:gd name="csY5" fmla="*/ 161925 h 819150"/>
                <a:gd name="csX6" fmla="*/ 2333625 w 8572500"/>
                <a:gd name="csY6" fmla="*/ 47625 h 819150"/>
                <a:gd name="csX7" fmla="*/ 2724150 w 8572500"/>
                <a:gd name="csY7" fmla="*/ 123825 h 819150"/>
                <a:gd name="csX8" fmla="*/ 3114675 w 8572500"/>
                <a:gd name="csY8" fmla="*/ 95250 h 819150"/>
                <a:gd name="csX9" fmla="*/ 3505200 w 8572500"/>
                <a:gd name="csY9" fmla="*/ 190500 h 819150"/>
                <a:gd name="csX10" fmla="*/ 3895725 w 8572500"/>
                <a:gd name="csY10" fmla="*/ 142875 h 819150"/>
                <a:gd name="csX11" fmla="*/ 4286250 w 8572500"/>
                <a:gd name="csY11" fmla="*/ 28575 h 819150"/>
                <a:gd name="csX12" fmla="*/ 4676775 w 8572500"/>
                <a:gd name="csY12" fmla="*/ 190500 h 819150"/>
                <a:gd name="csX13" fmla="*/ 5067300 w 8572500"/>
                <a:gd name="csY13" fmla="*/ 142875 h 819150"/>
                <a:gd name="csX14" fmla="*/ 5457825 w 8572500"/>
                <a:gd name="csY14" fmla="*/ 0 h 819150"/>
                <a:gd name="csX15" fmla="*/ 5848350 w 8572500"/>
                <a:gd name="csY15" fmla="*/ 47625 h 819150"/>
                <a:gd name="csX16" fmla="*/ 6238875 w 8572500"/>
                <a:gd name="csY16" fmla="*/ 142875 h 819150"/>
                <a:gd name="csX17" fmla="*/ 6619875 w 8572500"/>
                <a:gd name="csY17" fmla="*/ 57150 h 819150"/>
                <a:gd name="csX18" fmla="*/ 7010400 w 8572500"/>
                <a:gd name="csY18" fmla="*/ 114300 h 819150"/>
                <a:gd name="csX19" fmla="*/ 7400925 w 8572500"/>
                <a:gd name="csY19" fmla="*/ 66675 h 819150"/>
                <a:gd name="csX20" fmla="*/ 7791450 w 8572500"/>
                <a:gd name="csY20" fmla="*/ 171450 h 819150"/>
                <a:gd name="csX21" fmla="*/ 8181975 w 8572500"/>
                <a:gd name="csY21" fmla="*/ 57150 h 819150"/>
                <a:gd name="csX22" fmla="*/ 8572500 w 8572500"/>
                <a:gd name="csY22" fmla="*/ 28575 h 819150"/>
                <a:gd name="csX23" fmla="*/ 8572500 w 8572500"/>
                <a:gd name="csY23" fmla="*/ 819150 h 819150"/>
                <a:gd name="csX24" fmla="*/ 8181975 w 8572500"/>
                <a:gd name="csY24" fmla="*/ 819150 h 819150"/>
                <a:gd name="csX25" fmla="*/ 7791450 w 8572500"/>
                <a:gd name="csY25" fmla="*/ 819150 h 819150"/>
                <a:gd name="csX26" fmla="*/ 7400925 w 8572500"/>
                <a:gd name="csY26" fmla="*/ 819150 h 819150"/>
                <a:gd name="csX27" fmla="*/ 7010400 w 8572500"/>
                <a:gd name="csY27" fmla="*/ 819150 h 819150"/>
                <a:gd name="csX28" fmla="*/ 6619875 w 8572500"/>
                <a:gd name="csY28" fmla="*/ 819150 h 819150"/>
                <a:gd name="csX29" fmla="*/ 6238875 w 8572500"/>
                <a:gd name="csY29" fmla="*/ 819150 h 819150"/>
                <a:gd name="csX30" fmla="*/ 5848350 w 8572500"/>
                <a:gd name="csY30" fmla="*/ 819150 h 819150"/>
                <a:gd name="csX31" fmla="*/ 5457825 w 8572500"/>
                <a:gd name="csY31" fmla="*/ 819150 h 819150"/>
                <a:gd name="csX32" fmla="*/ 5067300 w 8572500"/>
                <a:gd name="csY32" fmla="*/ 819150 h 819150"/>
                <a:gd name="csX33" fmla="*/ 4676775 w 8572500"/>
                <a:gd name="csY33" fmla="*/ 819150 h 819150"/>
                <a:gd name="csX34" fmla="*/ 4286250 w 8572500"/>
                <a:gd name="csY34" fmla="*/ 819150 h 819150"/>
                <a:gd name="csX35" fmla="*/ 3895725 w 8572500"/>
                <a:gd name="csY35" fmla="*/ 819150 h 819150"/>
                <a:gd name="csX36" fmla="*/ 3505200 w 8572500"/>
                <a:gd name="csY36" fmla="*/ 819150 h 819150"/>
                <a:gd name="csX37" fmla="*/ 3114675 w 8572500"/>
                <a:gd name="csY37" fmla="*/ 819150 h 819150"/>
                <a:gd name="csX38" fmla="*/ 2724150 w 8572500"/>
                <a:gd name="csY38" fmla="*/ 819150 h 819150"/>
                <a:gd name="csX39" fmla="*/ 2333625 w 8572500"/>
                <a:gd name="csY39" fmla="*/ 819150 h 819150"/>
                <a:gd name="csX40" fmla="*/ 1952625 w 8572500"/>
                <a:gd name="csY40" fmla="*/ 819150 h 819150"/>
                <a:gd name="csX41" fmla="*/ 1562100 w 8572500"/>
                <a:gd name="csY41" fmla="*/ 819150 h 819150"/>
                <a:gd name="csX42" fmla="*/ 1171575 w 8572500"/>
                <a:gd name="csY42" fmla="*/ 819150 h 819150"/>
                <a:gd name="csX43" fmla="*/ 781050 w 8572500"/>
                <a:gd name="csY43" fmla="*/ 819150 h 819150"/>
                <a:gd name="csX44" fmla="*/ 390525 w 8572500"/>
                <a:gd name="csY44" fmla="*/ 819150 h 819150"/>
                <a:gd name="csX45" fmla="*/ 0 w 8572500"/>
                <a:gd name="csY45" fmla="*/ 819150 h 8191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819150">
                  <a:moveTo>
                    <a:pt x="0" y="38100"/>
                  </a:moveTo>
                  <a:lnTo>
                    <a:pt x="390525" y="95250"/>
                  </a:lnTo>
                  <a:lnTo>
                    <a:pt x="781050" y="66675"/>
                  </a:lnTo>
                  <a:lnTo>
                    <a:pt x="1171575" y="19050"/>
                  </a:lnTo>
                  <a:lnTo>
                    <a:pt x="1562100" y="142875"/>
                  </a:lnTo>
                  <a:lnTo>
                    <a:pt x="1952625" y="161925"/>
                  </a:lnTo>
                  <a:lnTo>
                    <a:pt x="2333625" y="47625"/>
                  </a:lnTo>
                  <a:lnTo>
                    <a:pt x="2724150" y="123825"/>
                  </a:lnTo>
                  <a:lnTo>
                    <a:pt x="3114675" y="95250"/>
                  </a:lnTo>
                  <a:lnTo>
                    <a:pt x="3505200" y="190500"/>
                  </a:lnTo>
                  <a:lnTo>
                    <a:pt x="3895725" y="142875"/>
                  </a:lnTo>
                  <a:lnTo>
                    <a:pt x="4286250" y="28575"/>
                  </a:lnTo>
                  <a:lnTo>
                    <a:pt x="4676775" y="190500"/>
                  </a:lnTo>
                  <a:lnTo>
                    <a:pt x="5067300" y="142875"/>
                  </a:lnTo>
                  <a:lnTo>
                    <a:pt x="5457825" y="0"/>
                  </a:lnTo>
                  <a:lnTo>
                    <a:pt x="5848350" y="47625"/>
                  </a:lnTo>
                  <a:lnTo>
                    <a:pt x="6238875" y="142875"/>
                  </a:lnTo>
                  <a:lnTo>
                    <a:pt x="6619875" y="57150"/>
                  </a:lnTo>
                  <a:lnTo>
                    <a:pt x="7010400" y="114300"/>
                  </a:lnTo>
                  <a:lnTo>
                    <a:pt x="7400925" y="66675"/>
                  </a:lnTo>
                  <a:lnTo>
                    <a:pt x="7791450" y="171450"/>
                  </a:lnTo>
                  <a:lnTo>
                    <a:pt x="8181975" y="57150"/>
                  </a:lnTo>
                  <a:lnTo>
                    <a:pt x="8572500" y="28575"/>
                  </a:lnTo>
                  <a:lnTo>
                    <a:pt x="8572500" y="819150"/>
                  </a:lnTo>
                  <a:lnTo>
                    <a:pt x="8181975" y="819150"/>
                  </a:lnTo>
                  <a:lnTo>
                    <a:pt x="7791450" y="819150"/>
                  </a:lnTo>
                  <a:lnTo>
                    <a:pt x="7400925" y="819150"/>
                  </a:lnTo>
                  <a:lnTo>
                    <a:pt x="7010400" y="819150"/>
                  </a:lnTo>
                  <a:lnTo>
                    <a:pt x="6619875" y="819150"/>
                  </a:lnTo>
                  <a:lnTo>
                    <a:pt x="6238875" y="819150"/>
                  </a:lnTo>
                  <a:lnTo>
                    <a:pt x="5848350" y="819150"/>
                  </a:lnTo>
                  <a:lnTo>
                    <a:pt x="5457825" y="819150"/>
                  </a:lnTo>
                  <a:lnTo>
                    <a:pt x="5067300" y="819150"/>
                  </a:lnTo>
                  <a:lnTo>
                    <a:pt x="4676775" y="819150"/>
                  </a:lnTo>
                  <a:lnTo>
                    <a:pt x="4286250" y="819150"/>
                  </a:lnTo>
                  <a:lnTo>
                    <a:pt x="3895725" y="819150"/>
                  </a:lnTo>
                  <a:lnTo>
                    <a:pt x="3505200" y="819150"/>
                  </a:lnTo>
                  <a:lnTo>
                    <a:pt x="3114675" y="819150"/>
                  </a:lnTo>
                  <a:lnTo>
                    <a:pt x="2724150" y="819150"/>
                  </a:lnTo>
                  <a:lnTo>
                    <a:pt x="2333625" y="819150"/>
                  </a:lnTo>
                  <a:lnTo>
                    <a:pt x="1952625" y="819150"/>
                  </a:lnTo>
                  <a:lnTo>
                    <a:pt x="1562100" y="819150"/>
                  </a:lnTo>
                  <a:lnTo>
                    <a:pt x="1171575" y="819150"/>
                  </a:lnTo>
                  <a:lnTo>
                    <a:pt x="781050" y="819150"/>
                  </a:lnTo>
                  <a:lnTo>
                    <a:pt x="390525" y="819150"/>
                  </a:lnTo>
                  <a:lnTo>
                    <a:pt x="0" y="819150"/>
                  </a:lnTo>
                  <a:close/>
                </a:path>
              </a:pathLst>
            </a:custGeom>
            <a:solidFill>
              <a:schemeClr val="accent2">
                <a:lumMod val="40000"/>
                <a:lumOff val="60000"/>
              </a:schemeClr>
            </a:solidFill>
            <a:ln w="9525" cap="flat">
              <a:noFill/>
              <a:prstDash val="solid"/>
              <a:miter/>
            </a:ln>
          </p:spPr>
          <p:txBody>
            <a:bodyPr/>
            <a:lstStyle/>
            <a:p>
              <a:endParaRPr lang="en-US"/>
            </a:p>
          </p:txBody>
        </p:sp>
        <p:sp>
          <p:nvSpPr>
            <p:cNvPr id="208" name="Freeform: Shape 207">
              <a:extLst>
                <a:ext uri="{FF2B5EF4-FFF2-40B4-BE49-F238E27FC236}">
                  <a16:creationId xmlns:a16="http://schemas.microsoft.com/office/drawing/2014/main" id="{8D11FC28-C803-1718-4B66-CC342471B77E}"/>
                </a:ext>
              </a:extLst>
            </p:cNvPr>
            <p:cNvSpPr/>
            <p:nvPr/>
          </p:nvSpPr>
          <p:spPr>
            <a:xfrm>
              <a:off x="0" y="5834115"/>
              <a:ext cx="12192000" cy="1023885"/>
            </a:xfrm>
            <a:custGeom>
              <a:avLst/>
              <a:gdLst>
                <a:gd name="csX0" fmla="*/ 0 w 8572500"/>
                <a:gd name="csY0" fmla="*/ 76200 h 638175"/>
                <a:gd name="csX1" fmla="*/ 390525 w 8572500"/>
                <a:gd name="csY1" fmla="*/ 9525 h 638175"/>
                <a:gd name="csX2" fmla="*/ 781050 w 8572500"/>
                <a:gd name="csY2" fmla="*/ 123825 h 638175"/>
                <a:gd name="csX3" fmla="*/ 1171575 w 8572500"/>
                <a:gd name="csY3" fmla="*/ 142875 h 638175"/>
                <a:gd name="csX4" fmla="*/ 1562100 w 8572500"/>
                <a:gd name="csY4" fmla="*/ 76200 h 638175"/>
                <a:gd name="csX5" fmla="*/ 1952625 w 8572500"/>
                <a:gd name="csY5" fmla="*/ 76200 h 638175"/>
                <a:gd name="csX6" fmla="*/ 2333625 w 8572500"/>
                <a:gd name="csY6" fmla="*/ 171450 h 638175"/>
                <a:gd name="csX7" fmla="*/ 2724150 w 8572500"/>
                <a:gd name="csY7" fmla="*/ 76200 h 638175"/>
                <a:gd name="csX8" fmla="*/ 3114675 w 8572500"/>
                <a:gd name="csY8" fmla="*/ 123825 h 638175"/>
                <a:gd name="csX9" fmla="*/ 3505200 w 8572500"/>
                <a:gd name="csY9" fmla="*/ 142875 h 638175"/>
                <a:gd name="csX10" fmla="*/ 3895725 w 8572500"/>
                <a:gd name="csY10" fmla="*/ 19050 h 638175"/>
                <a:gd name="csX11" fmla="*/ 4286250 w 8572500"/>
                <a:gd name="csY11" fmla="*/ 123825 h 638175"/>
                <a:gd name="csX12" fmla="*/ 4676775 w 8572500"/>
                <a:gd name="csY12" fmla="*/ 142875 h 638175"/>
                <a:gd name="csX13" fmla="*/ 5067300 w 8572500"/>
                <a:gd name="csY13" fmla="*/ 152400 h 638175"/>
                <a:gd name="csX14" fmla="*/ 5457825 w 8572500"/>
                <a:gd name="csY14" fmla="*/ 133350 h 638175"/>
                <a:gd name="csX15" fmla="*/ 5848350 w 8572500"/>
                <a:gd name="csY15" fmla="*/ 0 h 638175"/>
                <a:gd name="csX16" fmla="*/ 6238875 w 8572500"/>
                <a:gd name="csY16" fmla="*/ 66675 h 638175"/>
                <a:gd name="csX17" fmla="*/ 6619875 w 8572500"/>
                <a:gd name="csY17" fmla="*/ 28575 h 638175"/>
                <a:gd name="csX18" fmla="*/ 7010400 w 8572500"/>
                <a:gd name="csY18" fmla="*/ 28575 h 638175"/>
                <a:gd name="csX19" fmla="*/ 7400925 w 8572500"/>
                <a:gd name="csY19" fmla="*/ 47625 h 638175"/>
                <a:gd name="csX20" fmla="*/ 7791450 w 8572500"/>
                <a:gd name="csY20" fmla="*/ 161925 h 638175"/>
                <a:gd name="csX21" fmla="*/ 8181975 w 8572500"/>
                <a:gd name="csY21" fmla="*/ 47625 h 638175"/>
                <a:gd name="csX22" fmla="*/ 8572500 w 8572500"/>
                <a:gd name="csY22" fmla="*/ 47625 h 638175"/>
                <a:gd name="csX23" fmla="*/ 8572500 w 8572500"/>
                <a:gd name="csY23" fmla="*/ 638175 h 638175"/>
                <a:gd name="csX24" fmla="*/ 8181975 w 8572500"/>
                <a:gd name="csY24" fmla="*/ 638175 h 638175"/>
                <a:gd name="csX25" fmla="*/ 7791450 w 8572500"/>
                <a:gd name="csY25" fmla="*/ 638175 h 638175"/>
                <a:gd name="csX26" fmla="*/ 7400925 w 8572500"/>
                <a:gd name="csY26" fmla="*/ 638175 h 638175"/>
                <a:gd name="csX27" fmla="*/ 7010400 w 8572500"/>
                <a:gd name="csY27" fmla="*/ 638175 h 638175"/>
                <a:gd name="csX28" fmla="*/ 6619875 w 8572500"/>
                <a:gd name="csY28" fmla="*/ 638175 h 638175"/>
                <a:gd name="csX29" fmla="*/ 6238875 w 8572500"/>
                <a:gd name="csY29" fmla="*/ 638175 h 638175"/>
                <a:gd name="csX30" fmla="*/ 5848350 w 8572500"/>
                <a:gd name="csY30" fmla="*/ 638175 h 638175"/>
                <a:gd name="csX31" fmla="*/ 5457825 w 8572500"/>
                <a:gd name="csY31" fmla="*/ 638175 h 638175"/>
                <a:gd name="csX32" fmla="*/ 5067300 w 8572500"/>
                <a:gd name="csY32" fmla="*/ 638175 h 638175"/>
                <a:gd name="csX33" fmla="*/ 4676775 w 8572500"/>
                <a:gd name="csY33" fmla="*/ 638175 h 638175"/>
                <a:gd name="csX34" fmla="*/ 4286250 w 8572500"/>
                <a:gd name="csY34" fmla="*/ 638175 h 638175"/>
                <a:gd name="csX35" fmla="*/ 3895725 w 8572500"/>
                <a:gd name="csY35" fmla="*/ 638175 h 638175"/>
                <a:gd name="csX36" fmla="*/ 3505200 w 8572500"/>
                <a:gd name="csY36" fmla="*/ 638175 h 638175"/>
                <a:gd name="csX37" fmla="*/ 3114675 w 8572500"/>
                <a:gd name="csY37" fmla="*/ 638175 h 638175"/>
                <a:gd name="csX38" fmla="*/ 2724150 w 8572500"/>
                <a:gd name="csY38" fmla="*/ 638175 h 638175"/>
                <a:gd name="csX39" fmla="*/ 2333625 w 8572500"/>
                <a:gd name="csY39" fmla="*/ 638175 h 638175"/>
                <a:gd name="csX40" fmla="*/ 1952625 w 8572500"/>
                <a:gd name="csY40" fmla="*/ 638175 h 638175"/>
                <a:gd name="csX41" fmla="*/ 1562100 w 8572500"/>
                <a:gd name="csY41" fmla="*/ 638175 h 638175"/>
                <a:gd name="csX42" fmla="*/ 1171575 w 8572500"/>
                <a:gd name="csY42" fmla="*/ 638175 h 638175"/>
                <a:gd name="csX43" fmla="*/ 781050 w 8572500"/>
                <a:gd name="csY43" fmla="*/ 638175 h 638175"/>
                <a:gd name="csX44" fmla="*/ 390525 w 8572500"/>
                <a:gd name="csY44" fmla="*/ 638175 h 638175"/>
                <a:gd name="csX45" fmla="*/ 0 w 8572500"/>
                <a:gd name="csY45" fmla="*/ 638175 h 6381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638175">
                  <a:moveTo>
                    <a:pt x="0" y="76200"/>
                  </a:moveTo>
                  <a:lnTo>
                    <a:pt x="390525" y="9525"/>
                  </a:lnTo>
                  <a:lnTo>
                    <a:pt x="781050" y="123825"/>
                  </a:lnTo>
                  <a:lnTo>
                    <a:pt x="1171575" y="142875"/>
                  </a:lnTo>
                  <a:lnTo>
                    <a:pt x="1562100" y="76200"/>
                  </a:lnTo>
                  <a:lnTo>
                    <a:pt x="1952625" y="76200"/>
                  </a:lnTo>
                  <a:lnTo>
                    <a:pt x="2333625" y="171450"/>
                  </a:lnTo>
                  <a:lnTo>
                    <a:pt x="2724150" y="76200"/>
                  </a:lnTo>
                  <a:lnTo>
                    <a:pt x="3114675" y="123825"/>
                  </a:lnTo>
                  <a:lnTo>
                    <a:pt x="3505200" y="142875"/>
                  </a:lnTo>
                  <a:lnTo>
                    <a:pt x="3895725" y="19050"/>
                  </a:lnTo>
                  <a:lnTo>
                    <a:pt x="4286250" y="123825"/>
                  </a:lnTo>
                  <a:lnTo>
                    <a:pt x="4676775" y="142875"/>
                  </a:lnTo>
                  <a:lnTo>
                    <a:pt x="5067300" y="152400"/>
                  </a:lnTo>
                  <a:lnTo>
                    <a:pt x="5457825" y="133350"/>
                  </a:lnTo>
                  <a:lnTo>
                    <a:pt x="5848350" y="0"/>
                  </a:lnTo>
                  <a:lnTo>
                    <a:pt x="6238875" y="66675"/>
                  </a:lnTo>
                  <a:lnTo>
                    <a:pt x="6619875" y="28575"/>
                  </a:lnTo>
                  <a:lnTo>
                    <a:pt x="7010400" y="28575"/>
                  </a:lnTo>
                  <a:lnTo>
                    <a:pt x="7400925" y="47625"/>
                  </a:lnTo>
                  <a:lnTo>
                    <a:pt x="7791450" y="161925"/>
                  </a:lnTo>
                  <a:lnTo>
                    <a:pt x="8181975" y="47625"/>
                  </a:lnTo>
                  <a:lnTo>
                    <a:pt x="8572500" y="47625"/>
                  </a:lnTo>
                  <a:lnTo>
                    <a:pt x="8572500" y="638175"/>
                  </a:lnTo>
                  <a:lnTo>
                    <a:pt x="8181975" y="638175"/>
                  </a:lnTo>
                  <a:lnTo>
                    <a:pt x="7791450" y="638175"/>
                  </a:lnTo>
                  <a:lnTo>
                    <a:pt x="7400925" y="638175"/>
                  </a:lnTo>
                  <a:lnTo>
                    <a:pt x="7010400" y="638175"/>
                  </a:lnTo>
                  <a:lnTo>
                    <a:pt x="6619875" y="638175"/>
                  </a:lnTo>
                  <a:lnTo>
                    <a:pt x="6238875" y="638175"/>
                  </a:lnTo>
                  <a:lnTo>
                    <a:pt x="5848350" y="638175"/>
                  </a:lnTo>
                  <a:lnTo>
                    <a:pt x="5457825" y="638175"/>
                  </a:lnTo>
                  <a:lnTo>
                    <a:pt x="5067300" y="638175"/>
                  </a:lnTo>
                  <a:lnTo>
                    <a:pt x="4676775" y="638175"/>
                  </a:lnTo>
                  <a:lnTo>
                    <a:pt x="4286250" y="638175"/>
                  </a:lnTo>
                  <a:lnTo>
                    <a:pt x="3895725" y="638175"/>
                  </a:lnTo>
                  <a:lnTo>
                    <a:pt x="3505200" y="638175"/>
                  </a:lnTo>
                  <a:lnTo>
                    <a:pt x="3114675" y="638175"/>
                  </a:lnTo>
                  <a:lnTo>
                    <a:pt x="2724150" y="638175"/>
                  </a:lnTo>
                  <a:lnTo>
                    <a:pt x="2333625" y="638175"/>
                  </a:lnTo>
                  <a:lnTo>
                    <a:pt x="1952625" y="638175"/>
                  </a:lnTo>
                  <a:lnTo>
                    <a:pt x="1562100" y="638175"/>
                  </a:lnTo>
                  <a:lnTo>
                    <a:pt x="1171575" y="638175"/>
                  </a:lnTo>
                  <a:lnTo>
                    <a:pt x="781050" y="638175"/>
                  </a:lnTo>
                  <a:lnTo>
                    <a:pt x="390525" y="638175"/>
                  </a:lnTo>
                  <a:lnTo>
                    <a:pt x="0" y="638175"/>
                  </a:lnTo>
                  <a:close/>
                </a:path>
              </a:pathLst>
            </a:custGeom>
            <a:solidFill>
              <a:schemeClr val="accent2">
                <a:lumMod val="60000"/>
                <a:lumOff val="40000"/>
              </a:schemeClr>
            </a:solidFill>
            <a:ln w="9525" cap="flat">
              <a:noFill/>
              <a:prstDash val="solid"/>
              <a:miter/>
            </a:ln>
          </p:spPr>
          <p:txBody>
            <a:bodyPr/>
            <a:lstStyle/>
            <a:p>
              <a:endParaRPr lang="en-US"/>
            </a:p>
          </p:txBody>
        </p:sp>
        <p:sp>
          <p:nvSpPr>
            <p:cNvPr id="209" name="Freeform: Shape 208">
              <a:extLst>
                <a:ext uri="{FF2B5EF4-FFF2-40B4-BE49-F238E27FC236}">
                  <a16:creationId xmlns:a16="http://schemas.microsoft.com/office/drawing/2014/main" id="{FF312767-9CF5-EF43-25E3-79ED0A7DAD48}"/>
                </a:ext>
              </a:extLst>
            </p:cNvPr>
            <p:cNvSpPr/>
            <p:nvPr/>
          </p:nvSpPr>
          <p:spPr>
            <a:xfrm>
              <a:off x="0" y="6109189"/>
              <a:ext cx="12192000" cy="748811"/>
            </a:xfrm>
            <a:custGeom>
              <a:avLst/>
              <a:gdLst>
                <a:gd name="csX0" fmla="*/ 0 w 8572500"/>
                <a:gd name="csY0" fmla="*/ 152400 h 466725"/>
                <a:gd name="csX1" fmla="*/ 390525 w 8572500"/>
                <a:gd name="csY1" fmla="*/ 104775 h 466725"/>
                <a:gd name="csX2" fmla="*/ 781050 w 8572500"/>
                <a:gd name="csY2" fmla="*/ 57150 h 466725"/>
                <a:gd name="csX3" fmla="*/ 1171575 w 8572500"/>
                <a:gd name="csY3" fmla="*/ 28575 h 466725"/>
                <a:gd name="csX4" fmla="*/ 1562100 w 8572500"/>
                <a:gd name="csY4" fmla="*/ 123825 h 466725"/>
                <a:gd name="csX5" fmla="*/ 1952625 w 8572500"/>
                <a:gd name="csY5" fmla="*/ 133350 h 466725"/>
                <a:gd name="csX6" fmla="*/ 2333625 w 8572500"/>
                <a:gd name="csY6" fmla="*/ 9525 h 466725"/>
                <a:gd name="csX7" fmla="*/ 2724150 w 8572500"/>
                <a:gd name="csY7" fmla="*/ 57150 h 466725"/>
                <a:gd name="csX8" fmla="*/ 3114675 w 8572500"/>
                <a:gd name="csY8" fmla="*/ 28575 h 466725"/>
                <a:gd name="csX9" fmla="*/ 3505200 w 8572500"/>
                <a:gd name="csY9" fmla="*/ 171450 h 466725"/>
                <a:gd name="csX10" fmla="*/ 3895725 w 8572500"/>
                <a:gd name="csY10" fmla="*/ 152400 h 466725"/>
                <a:gd name="csX11" fmla="*/ 4286250 w 8572500"/>
                <a:gd name="csY11" fmla="*/ 161925 h 466725"/>
                <a:gd name="csX12" fmla="*/ 4676775 w 8572500"/>
                <a:gd name="csY12" fmla="*/ 95250 h 466725"/>
                <a:gd name="csX13" fmla="*/ 5067300 w 8572500"/>
                <a:gd name="csY13" fmla="*/ 171450 h 466725"/>
                <a:gd name="csX14" fmla="*/ 5457825 w 8572500"/>
                <a:gd name="csY14" fmla="*/ 114300 h 466725"/>
                <a:gd name="csX15" fmla="*/ 5848350 w 8572500"/>
                <a:gd name="csY15" fmla="*/ 95250 h 466725"/>
                <a:gd name="csX16" fmla="*/ 6238875 w 8572500"/>
                <a:gd name="csY16" fmla="*/ 104775 h 466725"/>
                <a:gd name="csX17" fmla="*/ 6619875 w 8572500"/>
                <a:gd name="csY17" fmla="*/ 152400 h 466725"/>
                <a:gd name="csX18" fmla="*/ 7010400 w 8572500"/>
                <a:gd name="csY18" fmla="*/ 95250 h 466725"/>
                <a:gd name="csX19" fmla="*/ 7400925 w 8572500"/>
                <a:gd name="csY19" fmla="*/ 28575 h 466725"/>
                <a:gd name="csX20" fmla="*/ 7791450 w 8572500"/>
                <a:gd name="csY20" fmla="*/ 123825 h 466725"/>
                <a:gd name="csX21" fmla="*/ 8181975 w 8572500"/>
                <a:gd name="csY21" fmla="*/ 0 h 466725"/>
                <a:gd name="csX22" fmla="*/ 8572500 w 8572500"/>
                <a:gd name="csY22" fmla="*/ 85725 h 466725"/>
                <a:gd name="csX23" fmla="*/ 8572500 w 8572500"/>
                <a:gd name="csY23" fmla="*/ 466725 h 466725"/>
                <a:gd name="csX24" fmla="*/ 8181975 w 8572500"/>
                <a:gd name="csY24" fmla="*/ 466725 h 466725"/>
                <a:gd name="csX25" fmla="*/ 7791450 w 8572500"/>
                <a:gd name="csY25" fmla="*/ 466725 h 466725"/>
                <a:gd name="csX26" fmla="*/ 7400925 w 8572500"/>
                <a:gd name="csY26" fmla="*/ 466725 h 466725"/>
                <a:gd name="csX27" fmla="*/ 7010400 w 8572500"/>
                <a:gd name="csY27" fmla="*/ 466725 h 466725"/>
                <a:gd name="csX28" fmla="*/ 6619875 w 8572500"/>
                <a:gd name="csY28" fmla="*/ 466725 h 466725"/>
                <a:gd name="csX29" fmla="*/ 6238875 w 8572500"/>
                <a:gd name="csY29" fmla="*/ 466725 h 466725"/>
                <a:gd name="csX30" fmla="*/ 5848350 w 8572500"/>
                <a:gd name="csY30" fmla="*/ 466725 h 466725"/>
                <a:gd name="csX31" fmla="*/ 5457825 w 8572500"/>
                <a:gd name="csY31" fmla="*/ 466725 h 466725"/>
                <a:gd name="csX32" fmla="*/ 5067300 w 8572500"/>
                <a:gd name="csY32" fmla="*/ 466725 h 466725"/>
                <a:gd name="csX33" fmla="*/ 4676775 w 8572500"/>
                <a:gd name="csY33" fmla="*/ 466725 h 466725"/>
                <a:gd name="csX34" fmla="*/ 4286250 w 8572500"/>
                <a:gd name="csY34" fmla="*/ 466725 h 466725"/>
                <a:gd name="csX35" fmla="*/ 3895725 w 8572500"/>
                <a:gd name="csY35" fmla="*/ 466725 h 466725"/>
                <a:gd name="csX36" fmla="*/ 3505200 w 8572500"/>
                <a:gd name="csY36" fmla="*/ 466725 h 466725"/>
                <a:gd name="csX37" fmla="*/ 3114675 w 8572500"/>
                <a:gd name="csY37" fmla="*/ 466725 h 466725"/>
                <a:gd name="csX38" fmla="*/ 2724150 w 8572500"/>
                <a:gd name="csY38" fmla="*/ 466725 h 466725"/>
                <a:gd name="csX39" fmla="*/ 2333625 w 8572500"/>
                <a:gd name="csY39" fmla="*/ 466725 h 466725"/>
                <a:gd name="csX40" fmla="*/ 1952625 w 8572500"/>
                <a:gd name="csY40" fmla="*/ 466725 h 466725"/>
                <a:gd name="csX41" fmla="*/ 1562100 w 8572500"/>
                <a:gd name="csY41" fmla="*/ 466725 h 466725"/>
                <a:gd name="csX42" fmla="*/ 1171575 w 8572500"/>
                <a:gd name="csY42" fmla="*/ 466725 h 466725"/>
                <a:gd name="csX43" fmla="*/ 781050 w 8572500"/>
                <a:gd name="csY43" fmla="*/ 466725 h 466725"/>
                <a:gd name="csX44" fmla="*/ 390525 w 8572500"/>
                <a:gd name="csY44" fmla="*/ 466725 h 466725"/>
                <a:gd name="csX45" fmla="*/ 0 w 8572500"/>
                <a:gd name="csY45" fmla="*/ 466725 h 4667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466725">
                  <a:moveTo>
                    <a:pt x="0" y="152400"/>
                  </a:moveTo>
                  <a:lnTo>
                    <a:pt x="390525" y="104775"/>
                  </a:lnTo>
                  <a:lnTo>
                    <a:pt x="781050" y="57150"/>
                  </a:lnTo>
                  <a:lnTo>
                    <a:pt x="1171575" y="28575"/>
                  </a:lnTo>
                  <a:lnTo>
                    <a:pt x="1562100" y="123825"/>
                  </a:lnTo>
                  <a:lnTo>
                    <a:pt x="1952625" y="133350"/>
                  </a:lnTo>
                  <a:lnTo>
                    <a:pt x="2333625" y="9525"/>
                  </a:lnTo>
                  <a:lnTo>
                    <a:pt x="2724150" y="57150"/>
                  </a:lnTo>
                  <a:lnTo>
                    <a:pt x="3114675" y="28575"/>
                  </a:lnTo>
                  <a:lnTo>
                    <a:pt x="3505200" y="171450"/>
                  </a:lnTo>
                  <a:lnTo>
                    <a:pt x="3895725" y="152400"/>
                  </a:lnTo>
                  <a:lnTo>
                    <a:pt x="4286250" y="161925"/>
                  </a:lnTo>
                  <a:lnTo>
                    <a:pt x="4676775" y="95250"/>
                  </a:lnTo>
                  <a:lnTo>
                    <a:pt x="5067300" y="171450"/>
                  </a:lnTo>
                  <a:lnTo>
                    <a:pt x="5457825" y="114300"/>
                  </a:lnTo>
                  <a:lnTo>
                    <a:pt x="5848350" y="95250"/>
                  </a:lnTo>
                  <a:lnTo>
                    <a:pt x="6238875" y="104775"/>
                  </a:lnTo>
                  <a:lnTo>
                    <a:pt x="6619875" y="152400"/>
                  </a:lnTo>
                  <a:lnTo>
                    <a:pt x="7010400" y="95250"/>
                  </a:lnTo>
                  <a:lnTo>
                    <a:pt x="7400925" y="28575"/>
                  </a:lnTo>
                  <a:lnTo>
                    <a:pt x="7791450" y="123825"/>
                  </a:lnTo>
                  <a:lnTo>
                    <a:pt x="8181975" y="0"/>
                  </a:lnTo>
                  <a:lnTo>
                    <a:pt x="8572500" y="85725"/>
                  </a:lnTo>
                  <a:lnTo>
                    <a:pt x="8572500" y="466725"/>
                  </a:lnTo>
                  <a:lnTo>
                    <a:pt x="8181975" y="466725"/>
                  </a:lnTo>
                  <a:lnTo>
                    <a:pt x="7791450" y="466725"/>
                  </a:lnTo>
                  <a:lnTo>
                    <a:pt x="7400925" y="466725"/>
                  </a:lnTo>
                  <a:lnTo>
                    <a:pt x="7010400" y="466725"/>
                  </a:lnTo>
                  <a:lnTo>
                    <a:pt x="6619875" y="466725"/>
                  </a:lnTo>
                  <a:lnTo>
                    <a:pt x="6238875" y="466725"/>
                  </a:lnTo>
                  <a:lnTo>
                    <a:pt x="5848350" y="466725"/>
                  </a:lnTo>
                  <a:lnTo>
                    <a:pt x="5457825" y="466725"/>
                  </a:lnTo>
                  <a:lnTo>
                    <a:pt x="5067300" y="466725"/>
                  </a:lnTo>
                  <a:lnTo>
                    <a:pt x="4676775" y="466725"/>
                  </a:lnTo>
                  <a:lnTo>
                    <a:pt x="4286250" y="466725"/>
                  </a:lnTo>
                  <a:lnTo>
                    <a:pt x="3895725" y="466725"/>
                  </a:lnTo>
                  <a:lnTo>
                    <a:pt x="3505200" y="466725"/>
                  </a:lnTo>
                  <a:lnTo>
                    <a:pt x="3114675" y="466725"/>
                  </a:lnTo>
                  <a:lnTo>
                    <a:pt x="2724150" y="466725"/>
                  </a:lnTo>
                  <a:lnTo>
                    <a:pt x="2333625" y="466725"/>
                  </a:lnTo>
                  <a:lnTo>
                    <a:pt x="1952625" y="466725"/>
                  </a:lnTo>
                  <a:lnTo>
                    <a:pt x="1562100" y="466725"/>
                  </a:lnTo>
                  <a:lnTo>
                    <a:pt x="1171575" y="466725"/>
                  </a:lnTo>
                  <a:lnTo>
                    <a:pt x="781050" y="466725"/>
                  </a:lnTo>
                  <a:lnTo>
                    <a:pt x="390525" y="466725"/>
                  </a:lnTo>
                  <a:lnTo>
                    <a:pt x="0" y="466725"/>
                  </a:lnTo>
                  <a:close/>
                </a:path>
              </a:pathLst>
            </a:custGeom>
            <a:solidFill>
              <a:schemeClr val="accent2"/>
            </a:solidFill>
            <a:ln w="9525" cap="flat">
              <a:noFill/>
              <a:prstDash val="solid"/>
              <a:miter/>
            </a:ln>
          </p:spPr>
          <p:txBody>
            <a:bodyPr/>
            <a:lstStyle/>
            <a:p>
              <a:endParaRPr lang="en-US"/>
            </a:p>
          </p:txBody>
        </p:sp>
        <p:sp>
          <p:nvSpPr>
            <p:cNvPr id="210" name="Freeform: Shape 209">
              <a:extLst>
                <a:ext uri="{FF2B5EF4-FFF2-40B4-BE49-F238E27FC236}">
                  <a16:creationId xmlns:a16="http://schemas.microsoft.com/office/drawing/2014/main" id="{E88D7298-17B8-1BA6-7FC8-89181F68A2EB}"/>
                </a:ext>
              </a:extLst>
            </p:cNvPr>
            <p:cNvSpPr/>
            <p:nvPr/>
          </p:nvSpPr>
          <p:spPr>
            <a:xfrm>
              <a:off x="0" y="6399544"/>
              <a:ext cx="12192000" cy="458456"/>
            </a:xfrm>
            <a:custGeom>
              <a:avLst/>
              <a:gdLst>
                <a:gd name="csX0" fmla="*/ 0 w 8572500"/>
                <a:gd name="csY0" fmla="*/ 142875 h 285750"/>
                <a:gd name="csX1" fmla="*/ 390525 w 8572500"/>
                <a:gd name="csY1" fmla="*/ 38100 h 285750"/>
                <a:gd name="csX2" fmla="*/ 781050 w 8572500"/>
                <a:gd name="csY2" fmla="*/ 123825 h 285750"/>
                <a:gd name="csX3" fmla="*/ 1171575 w 8572500"/>
                <a:gd name="csY3" fmla="*/ 114300 h 285750"/>
                <a:gd name="csX4" fmla="*/ 1562100 w 8572500"/>
                <a:gd name="csY4" fmla="*/ 66675 h 285750"/>
                <a:gd name="csX5" fmla="*/ 1952625 w 8572500"/>
                <a:gd name="csY5" fmla="*/ 57150 h 285750"/>
                <a:gd name="csX6" fmla="*/ 2333625 w 8572500"/>
                <a:gd name="csY6" fmla="*/ 57150 h 285750"/>
                <a:gd name="csX7" fmla="*/ 2724150 w 8572500"/>
                <a:gd name="csY7" fmla="*/ 152400 h 285750"/>
                <a:gd name="csX8" fmla="*/ 3114675 w 8572500"/>
                <a:gd name="csY8" fmla="*/ 19050 h 285750"/>
                <a:gd name="csX9" fmla="*/ 3505200 w 8572500"/>
                <a:gd name="csY9" fmla="*/ 66675 h 285750"/>
                <a:gd name="csX10" fmla="*/ 3895725 w 8572500"/>
                <a:gd name="csY10" fmla="*/ 114300 h 285750"/>
                <a:gd name="csX11" fmla="*/ 4286250 w 8572500"/>
                <a:gd name="csY11" fmla="*/ 133350 h 285750"/>
                <a:gd name="csX12" fmla="*/ 4676775 w 8572500"/>
                <a:gd name="csY12" fmla="*/ 28575 h 285750"/>
                <a:gd name="csX13" fmla="*/ 5067300 w 8572500"/>
                <a:gd name="csY13" fmla="*/ 133350 h 285750"/>
                <a:gd name="csX14" fmla="*/ 5457825 w 8572500"/>
                <a:gd name="csY14" fmla="*/ 85725 h 285750"/>
                <a:gd name="csX15" fmla="*/ 5848350 w 8572500"/>
                <a:gd name="csY15" fmla="*/ 38100 h 285750"/>
                <a:gd name="csX16" fmla="*/ 6238875 w 8572500"/>
                <a:gd name="csY16" fmla="*/ 142875 h 285750"/>
                <a:gd name="csX17" fmla="*/ 6619875 w 8572500"/>
                <a:gd name="csY17" fmla="*/ 0 h 285750"/>
                <a:gd name="csX18" fmla="*/ 7010400 w 8572500"/>
                <a:gd name="csY18" fmla="*/ 57150 h 285750"/>
                <a:gd name="csX19" fmla="*/ 7400925 w 8572500"/>
                <a:gd name="csY19" fmla="*/ 85725 h 285750"/>
                <a:gd name="csX20" fmla="*/ 7791450 w 8572500"/>
                <a:gd name="csY20" fmla="*/ 76200 h 285750"/>
                <a:gd name="csX21" fmla="*/ 8181975 w 8572500"/>
                <a:gd name="csY21" fmla="*/ 95250 h 285750"/>
                <a:gd name="csX22" fmla="*/ 8572500 w 8572500"/>
                <a:gd name="csY22" fmla="*/ 142875 h 285750"/>
                <a:gd name="csX23" fmla="*/ 8572500 w 8572500"/>
                <a:gd name="csY23" fmla="*/ 285750 h 285750"/>
                <a:gd name="csX24" fmla="*/ 8181975 w 8572500"/>
                <a:gd name="csY24" fmla="*/ 285750 h 285750"/>
                <a:gd name="csX25" fmla="*/ 7791450 w 8572500"/>
                <a:gd name="csY25" fmla="*/ 285750 h 285750"/>
                <a:gd name="csX26" fmla="*/ 7400925 w 8572500"/>
                <a:gd name="csY26" fmla="*/ 285750 h 285750"/>
                <a:gd name="csX27" fmla="*/ 7010400 w 8572500"/>
                <a:gd name="csY27" fmla="*/ 285750 h 285750"/>
                <a:gd name="csX28" fmla="*/ 6619875 w 8572500"/>
                <a:gd name="csY28" fmla="*/ 285750 h 285750"/>
                <a:gd name="csX29" fmla="*/ 6238875 w 8572500"/>
                <a:gd name="csY29" fmla="*/ 285750 h 285750"/>
                <a:gd name="csX30" fmla="*/ 5848350 w 8572500"/>
                <a:gd name="csY30" fmla="*/ 285750 h 285750"/>
                <a:gd name="csX31" fmla="*/ 5457825 w 8572500"/>
                <a:gd name="csY31" fmla="*/ 285750 h 285750"/>
                <a:gd name="csX32" fmla="*/ 5067300 w 8572500"/>
                <a:gd name="csY32" fmla="*/ 285750 h 285750"/>
                <a:gd name="csX33" fmla="*/ 4676775 w 8572500"/>
                <a:gd name="csY33" fmla="*/ 285750 h 285750"/>
                <a:gd name="csX34" fmla="*/ 4286250 w 8572500"/>
                <a:gd name="csY34" fmla="*/ 285750 h 285750"/>
                <a:gd name="csX35" fmla="*/ 3895725 w 8572500"/>
                <a:gd name="csY35" fmla="*/ 285750 h 285750"/>
                <a:gd name="csX36" fmla="*/ 3505200 w 8572500"/>
                <a:gd name="csY36" fmla="*/ 285750 h 285750"/>
                <a:gd name="csX37" fmla="*/ 3114675 w 8572500"/>
                <a:gd name="csY37" fmla="*/ 285750 h 285750"/>
                <a:gd name="csX38" fmla="*/ 2724150 w 8572500"/>
                <a:gd name="csY38" fmla="*/ 285750 h 285750"/>
                <a:gd name="csX39" fmla="*/ 2333625 w 8572500"/>
                <a:gd name="csY39" fmla="*/ 285750 h 285750"/>
                <a:gd name="csX40" fmla="*/ 1952625 w 8572500"/>
                <a:gd name="csY40" fmla="*/ 285750 h 285750"/>
                <a:gd name="csX41" fmla="*/ 1562100 w 8572500"/>
                <a:gd name="csY41" fmla="*/ 285750 h 285750"/>
                <a:gd name="csX42" fmla="*/ 1171575 w 8572500"/>
                <a:gd name="csY42" fmla="*/ 285750 h 285750"/>
                <a:gd name="csX43" fmla="*/ 781050 w 8572500"/>
                <a:gd name="csY43" fmla="*/ 285750 h 285750"/>
                <a:gd name="csX44" fmla="*/ 390525 w 8572500"/>
                <a:gd name="csY44" fmla="*/ 285750 h 285750"/>
                <a:gd name="csX45" fmla="*/ 0 w 8572500"/>
                <a:gd name="csY45" fmla="*/ 285750 h 285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285750">
                  <a:moveTo>
                    <a:pt x="0" y="142875"/>
                  </a:moveTo>
                  <a:lnTo>
                    <a:pt x="390525" y="38100"/>
                  </a:lnTo>
                  <a:lnTo>
                    <a:pt x="781050" y="123825"/>
                  </a:lnTo>
                  <a:lnTo>
                    <a:pt x="1171575" y="114300"/>
                  </a:lnTo>
                  <a:lnTo>
                    <a:pt x="1562100" y="66675"/>
                  </a:lnTo>
                  <a:lnTo>
                    <a:pt x="1952625" y="57150"/>
                  </a:lnTo>
                  <a:lnTo>
                    <a:pt x="2333625" y="57150"/>
                  </a:lnTo>
                  <a:lnTo>
                    <a:pt x="2724150" y="152400"/>
                  </a:lnTo>
                  <a:lnTo>
                    <a:pt x="3114675" y="19050"/>
                  </a:lnTo>
                  <a:lnTo>
                    <a:pt x="3505200" y="66675"/>
                  </a:lnTo>
                  <a:lnTo>
                    <a:pt x="3895725" y="114300"/>
                  </a:lnTo>
                  <a:lnTo>
                    <a:pt x="4286250" y="133350"/>
                  </a:lnTo>
                  <a:lnTo>
                    <a:pt x="4676775" y="28575"/>
                  </a:lnTo>
                  <a:lnTo>
                    <a:pt x="5067300" y="133350"/>
                  </a:lnTo>
                  <a:lnTo>
                    <a:pt x="5457825" y="85725"/>
                  </a:lnTo>
                  <a:lnTo>
                    <a:pt x="5848350" y="38100"/>
                  </a:lnTo>
                  <a:lnTo>
                    <a:pt x="6238875" y="142875"/>
                  </a:lnTo>
                  <a:lnTo>
                    <a:pt x="6619875" y="0"/>
                  </a:lnTo>
                  <a:lnTo>
                    <a:pt x="7010400" y="57150"/>
                  </a:lnTo>
                  <a:lnTo>
                    <a:pt x="7400925" y="85725"/>
                  </a:lnTo>
                  <a:lnTo>
                    <a:pt x="7791450" y="76200"/>
                  </a:lnTo>
                  <a:lnTo>
                    <a:pt x="8181975" y="95250"/>
                  </a:lnTo>
                  <a:lnTo>
                    <a:pt x="8572500" y="142875"/>
                  </a:lnTo>
                  <a:lnTo>
                    <a:pt x="8572500" y="285750"/>
                  </a:lnTo>
                  <a:lnTo>
                    <a:pt x="8181975" y="285750"/>
                  </a:lnTo>
                  <a:lnTo>
                    <a:pt x="7791450" y="285750"/>
                  </a:lnTo>
                  <a:lnTo>
                    <a:pt x="7400925" y="285750"/>
                  </a:lnTo>
                  <a:lnTo>
                    <a:pt x="7010400" y="285750"/>
                  </a:lnTo>
                  <a:lnTo>
                    <a:pt x="6619875" y="285750"/>
                  </a:lnTo>
                  <a:lnTo>
                    <a:pt x="6238875" y="285750"/>
                  </a:lnTo>
                  <a:lnTo>
                    <a:pt x="5848350" y="285750"/>
                  </a:lnTo>
                  <a:lnTo>
                    <a:pt x="5457825" y="285750"/>
                  </a:lnTo>
                  <a:lnTo>
                    <a:pt x="5067300" y="285750"/>
                  </a:lnTo>
                  <a:lnTo>
                    <a:pt x="4676775" y="285750"/>
                  </a:lnTo>
                  <a:lnTo>
                    <a:pt x="4286250" y="285750"/>
                  </a:lnTo>
                  <a:lnTo>
                    <a:pt x="3895725" y="285750"/>
                  </a:lnTo>
                  <a:lnTo>
                    <a:pt x="3505200" y="285750"/>
                  </a:lnTo>
                  <a:lnTo>
                    <a:pt x="3114675" y="285750"/>
                  </a:lnTo>
                  <a:lnTo>
                    <a:pt x="2724150" y="285750"/>
                  </a:lnTo>
                  <a:lnTo>
                    <a:pt x="2333625" y="285750"/>
                  </a:lnTo>
                  <a:lnTo>
                    <a:pt x="1952625" y="285750"/>
                  </a:lnTo>
                  <a:lnTo>
                    <a:pt x="1562100" y="285750"/>
                  </a:lnTo>
                  <a:lnTo>
                    <a:pt x="1171575" y="285750"/>
                  </a:lnTo>
                  <a:lnTo>
                    <a:pt x="781050" y="285750"/>
                  </a:lnTo>
                  <a:lnTo>
                    <a:pt x="390525" y="285750"/>
                  </a:lnTo>
                  <a:lnTo>
                    <a:pt x="0" y="285750"/>
                  </a:lnTo>
                  <a:close/>
                </a:path>
              </a:pathLst>
            </a:custGeom>
            <a:solidFill>
              <a:schemeClr val="accent2">
                <a:lumMod val="50000"/>
              </a:schemeClr>
            </a:solidFill>
            <a:ln w="9525" cap="flat">
              <a:noFill/>
              <a:prstDash val="solid"/>
              <a:miter/>
            </a:ln>
          </p:spPr>
          <p:txBody>
            <a:bodyPr/>
            <a:lstStyle/>
            <a:p>
              <a:endParaRPr lang="en-US"/>
            </a:p>
          </p:txBody>
        </p:sp>
        <p:sp>
          <p:nvSpPr>
            <p:cNvPr id="229" name="Freeform: Shape 228">
              <a:extLst>
                <a:ext uri="{FF2B5EF4-FFF2-40B4-BE49-F238E27FC236}">
                  <a16:creationId xmlns:a16="http://schemas.microsoft.com/office/drawing/2014/main" id="{136B325F-FEE5-9D65-C07E-DC67C1B0A5EE}"/>
                </a:ext>
              </a:extLst>
            </p:cNvPr>
            <p:cNvSpPr/>
            <p:nvPr/>
          </p:nvSpPr>
          <p:spPr>
            <a:xfrm flipH="1">
              <a:off x="12192000" y="5268686"/>
              <a:ext cx="12192000" cy="1589314"/>
            </a:xfrm>
            <a:custGeom>
              <a:avLst/>
              <a:gdLst>
                <a:gd name="csX0" fmla="*/ 0 w 8572500"/>
                <a:gd name="csY0" fmla="*/ 9525 h 990600"/>
                <a:gd name="csX1" fmla="*/ 390525 w 8572500"/>
                <a:gd name="csY1" fmla="*/ 38100 h 990600"/>
                <a:gd name="csX2" fmla="*/ 781050 w 8572500"/>
                <a:gd name="csY2" fmla="*/ 0 h 990600"/>
                <a:gd name="csX3" fmla="*/ 1171575 w 8572500"/>
                <a:gd name="csY3" fmla="*/ 28575 h 990600"/>
                <a:gd name="csX4" fmla="*/ 1562100 w 8572500"/>
                <a:gd name="csY4" fmla="*/ 9525 h 990600"/>
                <a:gd name="csX5" fmla="*/ 1952625 w 8572500"/>
                <a:gd name="csY5" fmla="*/ 38100 h 990600"/>
                <a:gd name="csX6" fmla="*/ 2333625 w 8572500"/>
                <a:gd name="csY6" fmla="*/ 19050 h 990600"/>
                <a:gd name="csX7" fmla="*/ 2724150 w 8572500"/>
                <a:gd name="csY7" fmla="*/ 104775 h 990600"/>
                <a:gd name="csX8" fmla="*/ 3114675 w 8572500"/>
                <a:gd name="csY8" fmla="*/ 114300 h 990600"/>
                <a:gd name="csX9" fmla="*/ 3505200 w 8572500"/>
                <a:gd name="csY9" fmla="*/ 190500 h 990600"/>
                <a:gd name="csX10" fmla="*/ 3895725 w 8572500"/>
                <a:gd name="csY10" fmla="*/ 47625 h 990600"/>
                <a:gd name="csX11" fmla="*/ 4286250 w 8572500"/>
                <a:gd name="csY11" fmla="*/ 190500 h 990600"/>
                <a:gd name="csX12" fmla="*/ 4676775 w 8572500"/>
                <a:gd name="csY12" fmla="*/ 190500 h 990600"/>
                <a:gd name="csX13" fmla="*/ 5067300 w 8572500"/>
                <a:gd name="csY13" fmla="*/ 66675 h 990600"/>
                <a:gd name="csX14" fmla="*/ 5457825 w 8572500"/>
                <a:gd name="csY14" fmla="*/ 85725 h 990600"/>
                <a:gd name="csX15" fmla="*/ 5848350 w 8572500"/>
                <a:gd name="csY15" fmla="*/ 47625 h 990600"/>
                <a:gd name="csX16" fmla="*/ 6238875 w 8572500"/>
                <a:gd name="csY16" fmla="*/ 28575 h 990600"/>
                <a:gd name="csX17" fmla="*/ 6619875 w 8572500"/>
                <a:gd name="csY17" fmla="*/ 180975 h 990600"/>
                <a:gd name="csX18" fmla="*/ 7010400 w 8572500"/>
                <a:gd name="csY18" fmla="*/ 114300 h 990600"/>
                <a:gd name="csX19" fmla="*/ 7400925 w 8572500"/>
                <a:gd name="csY19" fmla="*/ 180975 h 990600"/>
                <a:gd name="csX20" fmla="*/ 7791450 w 8572500"/>
                <a:gd name="csY20" fmla="*/ 38100 h 990600"/>
                <a:gd name="csX21" fmla="*/ 8181975 w 8572500"/>
                <a:gd name="csY21" fmla="*/ 171450 h 990600"/>
                <a:gd name="csX22" fmla="*/ 8572500 w 8572500"/>
                <a:gd name="csY22" fmla="*/ 171450 h 990600"/>
                <a:gd name="csX23" fmla="*/ 8572500 w 8572500"/>
                <a:gd name="csY23" fmla="*/ 990600 h 990600"/>
                <a:gd name="csX24" fmla="*/ 8181975 w 8572500"/>
                <a:gd name="csY24" fmla="*/ 990600 h 990600"/>
                <a:gd name="csX25" fmla="*/ 7791450 w 8572500"/>
                <a:gd name="csY25" fmla="*/ 990600 h 990600"/>
                <a:gd name="csX26" fmla="*/ 7400925 w 8572500"/>
                <a:gd name="csY26" fmla="*/ 990600 h 990600"/>
                <a:gd name="csX27" fmla="*/ 7010400 w 8572500"/>
                <a:gd name="csY27" fmla="*/ 990600 h 990600"/>
                <a:gd name="csX28" fmla="*/ 6619875 w 8572500"/>
                <a:gd name="csY28" fmla="*/ 990600 h 990600"/>
                <a:gd name="csX29" fmla="*/ 6238875 w 8572500"/>
                <a:gd name="csY29" fmla="*/ 990600 h 990600"/>
                <a:gd name="csX30" fmla="*/ 5848350 w 8572500"/>
                <a:gd name="csY30" fmla="*/ 990600 h 990600"/>
                <a:gd name="csX31" fmla="*/ 5457825 w 8572500"/>
                <a:gd name="csY31" fmla="*/ 990600 h 990600"/>
                <a:gd name="csX32" fmla="*/ 5067300 w 8572500"/>
                <a:gd name="csY32" fmla="*/ 990600 h 990600"/>
                <a:gd name="csX33" fmla="*/ 4676775 w 8572500"/>
                <a:gd name="csY33" fmla="*/ 990600 h 990600"/>
                <a:gd name="csX34" fmla="*/ 4286250 w 8572500"/>
                <a:gd name="csY34" fmla="*/ 990600 h 990600"/>
                <a:gd name="csX35" fmla="*/ 3895725 w 8572500"/>
                <a:gd name="csY35" fmla="*/ 990600 h 990600"/>
                <a:gd name="csX36" fmla="*/ 3505200 w 8572500"/>
                <a:gd name="csY36" fmla="*/ 990600 h 990600"/>
                <a:gd name="csX37" fmla="*/ 3114675 w 8572500"/>
                <a:gd name="csY37" fmla="*/ 990600 h 990600"/>
                <a:gd name="csX38" fmla="*/ 2724150 w 8572500"/>
                <a:gd name="csY38" fmla="*/ 990600 h 990600"/>
                <a:gd name="csX39" fmla="*/ 2333625 w 8572500"/>
                <a:gd name="csY39" fmla="*/ 990600 h 990600"/>
                <a:gd name="csX40" fmla="*/ 1952625 w 8572500"/>
                <a:gd name="csY40" fmla="*/ 990600 h 990600"/>
                <a:gd name="csX41" fmla="*/ 1562100 w 8572500"/>
                <a:gd name="csY41" fmla="*/ 990600 h 990600"/>
                <a:gd name="csX42" fmla="*/ 1171575 w 8572500"/>
                <a:gd name="csY42" fmla="*/ 990600 h 990600"/>
                <a:gd name="csX43" fmla="*/ 781050 w 8572500"/>
                <a:gd name="csY43" fmla="*/ 990600 h 990600"/>
                <a:gd name="csX44" fmla="*/ 390525 w 8572500"/>
                <a:gd name="csY44" fmla="*/ 990600 h 990600"/>
                <a:gd name="csX45" fmla="*/ 0 w 8572500"/>
                <a:gd name="csY45" fmla="*/ 990600 h 990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990600">
                  <a:moveTo>
                    <a:pt x="0" y="9525"/>
                  </a:moveTo>
                  <a:lnTo>
                    <a:pt x="390525" y="38100"/>
                  </a:lnTo>
                  <a:lnTo>
                    <a:pt x="781050" y="0"/>
                  </a:lnTo>
                  <a:lnTo>
                    <a:pt x="1171575" y="28575"/>
                  </a:lnTo>
                  <a:lnTo>
                    <a:pt x="1562100" y="9525"/>
                  </a:lnTo>
                  <a:lnTo>
                    <a:pt x="1952625" y="38100"/>
                  </a:lnTo>
                  <a:lnTo>
                    <a:pt x="2333625" y="19050"/>
                  </a:lnTo>
                  <a:lnTo>
                    <a:pt x="2724150" y="104775"/>
                  </a:lnTo>
                  <a:lnTo>
                    <a:pt x="3114675" y="114300"/>
                  </a:lnTo>
                  <a:lnTo>
                    <a:pt x="3505200" y="190500"/>
                  </a:lnTo>
                  <a:lnTo>
                    <a:pt x="3895725" y="47625"/>
                  </a:lnTo>
                  <a:lnTo>
                    <a:pt x="4286250" y="190500"/>
                  </a:lnTo>
                  <a:lnTo>
                    <a:pt x="4676775" y="190500"/>
                  </a:lnTo>
                  <a:lnTo>
                    <a:pt x="5067300" y="66675"/>
                  </a:lnTo>
                  <a:lnTo>
                    <a:pt x="5457825" y="85725"/>
                  </a:lnTo>
                  <a:lnTo>
                    <a:pt x="5848350" y="47625"/>
                  </a:lnTo>
                  <a:lnTo>
                    <a:pt x="6238875" y="28575"/>
                  </a:lnTo>
                  <a:lnTo>
                    <a:pt x="6619875" y="180975"/>
                  </a:lnTo>
                  <a:lnTo>
                    <a:pt x="7010400" y="114300"/>
                  </a:lnTo>
                  <a:lnTo>
                    <a:pt x="7400925" y="180975"/>
                  </a:lnTo>
                  <a:lnTo>
                    <a:pt x="7791450" y="38100"/>
                  </a:lnTo>
                  <a:lnTo>
                    <a:pt x="8181975" y="171450"/>
                  </a:lnTo>
                  <a:lnTo>
                    <a:pt x="8572500" y="171450"/>
                  </a:lnTo>
                  <a:lnTo>
                    <a:pt x="8572500" y="990600"/>
                  </a:lnTo>
                  <a:lnTo>
                    <a:pt x="8181975" y="990600"/>
                  </a:lnTo>
                  <a:lnTo>
                    <a:pt x="7791450" y="990600"/>
                  </a:lnTo>
                  <a:lnTo>
                    <a:pt x="7400925" y="990600"/>
                  </a:lnTo>
                  <a:lnTo>
                    <a:pt x="7010400" y="990600"/>
                  </a:lnTo>
                  <a:lnTo>
                    <a:pt x="6619875" y="990600"/>
                  </a:lnTo>
                  <a:lnTo>
                    <a:pt x="6238875" y="990600"/>
                  </a:lnTo>
                  <a:lnTo>
                    <a:pt x="5848350" y="990600"/>
                  </a:lnTo>
                  <a:lnTo>
                    <a:pt x="5457825" y="990600"/>
                  </a:lnTo>
                  <a:lnTo>
                    <a:pt x="5067300" y="990600"/>
                  </a:lnTo>
                  <a:lnTo>
                    <a:pt x="4676775" y="990600"/>
                  </a:lnTo>
                  <a:lnTo>
                    <a:pt x="4286250" y="990600"/>
                  </a:lnTo>
                  <a:lnTo>
                    <a:pt x="3895725" y="990600"/>
                  </a:lnTo>
                  <a:lnTo>
                    <a:pt x="3505200" y="990600"/>
                  </a:lnTo>
                  <a:lnTo>
                    <a:pt x="3114675" y="990600"/>
                  </a:lnTo>
                  <a:lnTo>
                    <a:pt x="2724150" y="990600"/>
                  </a:lnTo>
                  <a:lnTo>
                    <a:pt x="2333625" y="990600"/>
                  </a:lnTo>
                  <a:lnTo>
                    <a:pt x="1952625" y="990600"/>
                  </a:lnTo>
                  <a:lnTo>
                    <a:pt x="1562100" y="990600"/>
                  </a:lnTo>
                  <a:lnTo>
                    <a:pt x="1171575" y="990600"/>
                  </a:lnTo>
                  <a:lnTo>
                    <a:pt x="781050" y="990600"/>
                  </a:lnTo>
                  <a:lnTo>
                    <a:pt x="390525" y="990600"/>
                  </a:lnTo>
                  <a:lnTo>
                    <a:pt x="0" y="990600"/>
                  </a:lnTo>
                  <a:close/>
                </a:path>
              </a:pathLst>
            </a:custGeom>
            <a:solidFill>
              <a:schemeClr val="accent2">
                <a:lumMod val="20000"/>
                <a:lumOff val="80000"/>
              </a:schemeClr>
            </a:solidFill>
            <a:ln w="9525" cap="flat">
              <a:noFill/>
              <a:prstDash val="solid"/>
              <a:miter/>
            </a:ln>
          </p:spPr>
          <p:txBody>
            <a:bodyPr/>
            <a:lstStyle/>
            <a:p>
              <a:endParaRPr lang="en-US"/>
            </a:p>
          </p:txBody>
        </p:sp>
        <p:sp>
          <p:nvSpPr>
            <p:cNvPr id="230" name="Freeform: Shape 229">
              <a:extLst>
                <a:ext uri="{FF2B5EF4-FFF2-40B4-BE49-F238E27FC236}">
                  <a16:creationId xmlns:a16="http://schemas.microsoft.com/office/drawing/2014/main" id="{971728BD-D5CC-FDA2-79CD-9E73C6361428}"/>
                </a:ext>
              </a:extLst>
            </p:cNvPr>
            <p:cNvSpPr/>
            <p:nvPr/>
          </p:nvSpPr>
          <p:spPr>
            <a:xfrm flipH="1">
              <a:off x="12192000" y="5543760"/>
              <a:ext cx="12192000" cy="1314240"/>
            </a:xfrm>
            <a:custGeom>
              <a:avLst/>
              <a:gdLst>
                <a:gd name="csX0" fmla="*/ 0 w 8572500"/>
                <a:gd name="csY0" fmla="*/ 38100 h 819150"/>
                <a:gd name="csX1" fmla="*/ 390525 w 8572500"/>
                <a:gd name="csY1" fmla="*/ 95250 h 819150"/>
                <a:gd name="csX2" fmla="*/ 781050 w 8572500"/>
                <a:gd name="csY2" fmla="*/ 66675 h 819150"/>
                <a:gd name="csX3" fmla="*/ 1171575 w 8572500"/>
                <a:gd name="csY3" fmla="*/ 19050 h 819150"/>
                <a:gd name="csX4" fmla="*/ 1562100 w 8572500"/>
                <a:gd name="csY4" fmla="*/ 142875 h 819150"/>
                <a:gd name="csX5" fmla="*/ 1952625 w 8572500"/>
                <a:gd name="csY5" fmla="*/ 161925 h 819150"/>
                <a:gd name="csX6" fmla="*/ 2333625 w 8572500"/>
                <a:gd name="csY6" fmla="*/ 47625 h 819150"/>
                <a:gd name="csX7" fmla="*/ 2724150 w 8572500"/>
                <a:gd name="csY7" fmla="*/ 123825 h 819150"/>
                <a:gd name="csX8" fmla="*/ 3114675 w 8572500"/>
                <a:gd name="csY8" fmla="*/ 95250 h 819150"/>
                <a:gd name="csX9" fmla="*/ 3505200 w 8572500"/>
                <a:gd name="csY9" fmla="*/ 190500 h 819150"/>
                <a:gd name="csX10" fmla="*/ 3895725 w 8572500"/>
                <a:gd name="csY10" fmla="*/ 142875 h 819150"/>
                <a:gd name="csX11" fmla="*/ 4286250 w 8572500"/>
                <a:gd name="csY11" fmla="*/ 28575 h 819150"/>
                <a:gd name="csX12" fmla="*/ 4676775 w 8572500"/>
                <a:gd name="csY12" fmla="*/ 190500 h 819150"/>
                <a:gd name="csX13" fmla="*/ 5067300 w 8572500"/>
                <a:gd name="csY13" fmla="*/ 142875 h 819150"/>
                <a:gd name="csX14" fmla="*/ 5457825 w 8572500"/>
                <a:gd name="csY14" fmla="*/ 0 h 819150"/>
                <a:gd name="csX15" fmla="*/ 5848350 w 8572500"/>
                <a:gd name="csY15" fmla="*/ 47625 h 819150"/>
                <a:gd name="csX16" fmla="*/ 6238875 w 8572500"/>
                <a:gd name="csY16" fmla="*/ 142875 h 819150"/>
                <a:gd name="csX17" fmla="*/ 6619875 w 8572500"/>
                <a:gd name="csY17" fmla="*/ 57150 h 819150"/>
                <a:gd name="csX18" fmla="*/ 7010400 w 8572500"/>
                <a:gd name="csY18" fmla="*/ 114300 h 819150"/>
                <a:gd name="csX19" fmla="*/ 7400925 w 8572500"/>
                <a:gd name="csY19" fmla="*/ 66675 h 819150"/>
                <a:gd name="csX20" fmla="*/ 7791450 w 8572500"/>
                <a:gd name="csY20" fmla="*/ 171450 h 819150"/>
                <a:gd name="csX21" fmla="*/ 8181975 w 8572500"/>
                <a:gd name="csY21" fmla="*/ 57150 h 819150"/>
                <a:gd name="csX22" fmla="*/ 8572500 w 8572500"/>
                <a:gd name="csY22" fmla="*/ 28575 h 819150"/>
                <a:gd name="csX23" fmla="*/ 8572500 w 8572500"/>
                <a:gd name="csY23" fmla="*/ 819150 h 819150"/>
                <a:gd name="csX24" fmla="*/ 8181975 w 8572500"/>
                <a:gd name="csY24" fmla="*/ 819150 h 819150"/>
                <a:gd name="csX25" fmla="*/ 7791450 w 8572500"/>
                <a:gd name="csY25" fmla="*/ 819150 h 819150"/>
                <a:gd name="csX26" fmla="*/ 7400925 w 8572500"/>
                <a:gd name="csY26" fmla="*/ 819150 h 819150"/>
                <a:gd name="csX27" fmla="*/ 7010400 w 8572500"/>
                <a:gd name="csY27" fmla="*/ 819150 h 819150"/>
                <a:gd name="csX28" fmla="*/ 6619875 w 8572500"/>
                <a:gd name="csY28" fmla="*/ 819150 h 819150"/>
                <a:gd name="csX29" fmla="*/ 6238875 w 8572500"/>
                <a:gd name="csY29" fmla="*/ 819150 h 819150"/>
                <a:gd name="csX30" fmla="*/ 5848350 w 8572500"/>
                <a:gd name="csY30" fmla="*/ 819150 h 819150"/>
                <a:gd name="csX31" fmla="*/ 5457825 w 8572500"/>
                <a:gd name="csY31" fmla="*/ 819150 h 819150"/>
                <a:gd name="csX32" fmla="*/ 5067300 w 8572500"/>
                <a:gd name="csY32" fmla="*/ 819150 h 819150"/>
                <a:gd name="csX33" fmla="*/ 4676775 w 8572500"/>
                <a:gd name="csY33" fmla="*/ 819150 h 819150"/>
                <a:gd name="csX34" fmla="*/ 4286250 w 8572500"/>
                <a:gd name="csY34" fmla="*/ 819150 h 819150"/>
                <a:gd name="csX35" fmla="*/ 3895725 w 8572500"/>
                <a:gd name="csY35" fmla="*/ 819150 h 819150"/>
                <a:gd name="csX36" fmla="*/ 3505200 w 8572500"/>
                <a:gd name="csY36" fmla="*/ 819150 h 819150"/>
                <a:gd name="csX37" fmla="*/ 3114675 w 8572500"/>
                <a:gd name="csY37" fmla="*/ 819150 h 819150"/>
                <a:gd name="csX38" fmla="*/ 2724150 w 8572500"/>
                <a:gd name="csY38" fmla="*/ 819150 h 819150"/>
                <a:gd name="csX39" fmla="*/ 2333625 w 8572500"/>
                <a:gd name="csY39" fmla="*/ 819150 h 819150"/>
                <a:gd name="csX40" fmla="*/ 1952625 w 8572500"/>
                <a:gd name="csY40" fmla="*/ 819150 h 819150"/>
                <a:gd name="csX41" fmla="*/ 1562100 w 8572500"/>
                <a:gd name="csY41" fmla="*/ 819150 h 819150"/>
                <a:gd name="csX42" fmla="*/ 1171575 w 8572500"/>
                <a:gd name="csY42" fmla="*/ 819150 h 819150"/>
                <a:gd name="csX43" fmla="*/ 781050 w 8572500"/>
                <a:gd name="csY43" fmla="*/ 819150 h 819150"/>
                <a:gd name="csX44" fmla="*/ 390525 w 8572500"/>
                <a:gd name="csY44" fmla="*/ 819150 h 819150"/>
                <a:gd name="csX45" fmla="*/ 0 w 8572500"/>
                <a:gd name="csY45" fmla="*/ 819150 h 8191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819150">
                  <a:moveTo>
                    <a:pt x="0" y="38100"/>
                  </a:moveTo>
                  <a:lnTo>
                    <a:pt x="390525" y="95250"/>
                  </a:lnTo>
                  <a:lnTo>
                    <a:pt x="781050" y="66675"/>
                  </a:lnTo>
                  <a:lnTo>
                    <a:pt x="1171575" y="19050"/>
                  </a:lnTo>
                  <a:lnTo>
                    <a:pt x="1562100" y="142875"/>
                  </a:lnTo>
                  <a:lnTo>
                    <a:pt x="1952625" y="161925"/>
                  </a:lnTo>
                  <a:lnTo>
                    <a:pt x="2333625" y="47625"/>
                  </a:lnTo>
                  <a:lnTo>
                    <a:pt x="2724150" y="123825"/>
                  </a:lnTo>
                  <a:lnTo>
                    <a:pt x="3114675" y="95250"/>
                  </a:lnTo>
                  <a:lnTo>
                    <a:pt x="3505200" y="190500"/>
                  </a:lnTo>
                  <a:lnTo>
                    <a:pt x="3895725" y="142875"/>
                  </a:lnTo>
                  <a:lnTo>
                    <a:pt x="4286250" y="28575"/>
                  </a:lnTo>
                  <a:lnTo>
                    <a:pt x="4676775" y="190500"/>
                  </a:lnTo>
                  <a:lnTo>
                    <a:pt x="5067300" y="142875"/>
                  </a:lnTo>
                  <a:lnTo>
                    <a:pt x="5457825" y="0"/>
                  </a:lnTo>
                  <a:lnTo>
                    <a:pt x="5848350" y="47625"/>
                  </a:lnTo>
                  <a:lnTo>
                    <a:pt x="6238875" y="142875"/>
                  </a:lnTo>
                  <a:lnTo>
                    <a:pt x="6619875" y="57150"/>
                  </a:lnTo>
                  <a:lnTo>
                    <a:pt x="7010400" y="114300"/>
                  </a:lnTo>
                  <a:lnTo>
                    <a:pt x="7400925" y="66675"/>
                  </a:lnTo>
                  <a:lnTo>
                    <a:pt x="7791450" y="171450"/>
                  </a:lnTo>
                  <a:lnTo>
                    <a:pt x="8181975" y="57150"/>
                  </a:lnTo>
                  <a:lnTo>
                    <a:pt x="8572500" y="28575"/>
                  </a:lnTo>
                  <a:lnTo>
                    <a:pt x="8572500" y="819150"/>
                  </a:lnTo>
                  <a:lnTo>
                    <a:pt x="8181975" y="819150"/>
                  </a:lnTo>
                  <a:lnTo>
                    <a:pt x="7791450" y="819150"/>
                  </a:lnTo>
                  <a:lnTo>
                    <a:pt x="7400925" y="819150"/>
                  </a:lnTo>
                  <a:lnTo>
                    <a:pt x="7010400" y="819150"/>
                  </a:lnTo>
                  <a:lnTo>
                    <a:pt x="6619875" y="819150"/>
                  </a:lnTo>
                  <a:lnTo>
                    <a:pt x="6238875" y="819150"/>
                  </a:lnTo>
                  <a:lnTo>
                    <a:pt x="5848350" y="819150"/>
                  </a:lnTo>
                  <a:lnTo>
                    <a:pt x="5457825" y="819150"/>
                  </a:lnTo>
                  <a:lnTo>
                    <a:pt x="5067300" y="819150"/>
                  </a:lnTo>
                  <a:lnTo>
                    <a:pt x="4676775" y="819150"/>
                  </a:lnTo>
                  <a:lnTo>
                    <a:pt x="4286250" y="819150"/>
                  </a:lnTo>
                  <a:lnTo>
                    <a:pt x="3895725" y="819150"/>
                  </a:lnTo>
                  <a:lnTo>
                    <a:pt x="3505200" y="819150"/>
                  </a:lnTo>
                  <a:lnTo>
                    <a:pt x="3114675" y="819150"/>
                  </a:lnTo>
                  <a:lnTo>
                    <a:pt x="2724150" y="819150"/>
                  </a:lnTo>
                  <a:lnTo>
                    <a:pt x="2333625" y="819150"/>
                  </a:lnTo>
                  <a:lnTo>
                    <a:pt x="1952625" y="819150"/>
                  </a:lnTo>
                  <a:lnTo>
                    <a:pt x="1562100" y="819150"/>
                  </a:lnTo>
                  <a:lnTo>
                    <a:pt x="1171575" y="819150"/>
                  </a:lnTo>
                  <a:lnTo>
                    <a:pt x="781050" y="819150"/>
                  </a:lnTo>
                  <a:lnTo>
                    <a:pt x="390525" y="819150"/>
                  </a:lnTo>
                  <a:lnTo>
                    <a:pt x="0" y="819150"/>
                  </a:lnTo>
                  <a:close/>
                </a:path>
              </a:pathLst>
            </a:custGeom>
            <a:solidFill>
              <a:schemeClr val="accent2">
                <a:lumMod val="40000"/>
                <a:lumOff val="60000"/>
              </a:schemeClr>
            </a:solidFill>
            <a:ln w="9525" cap="flat">
              <a:noFill/>
              <a:prstDash val="solid"/>
              <a:miter/>
            </a:ln>
          </p:spPr>
          <p:txBody>
            <a:bodyPr/>
            <a:lstStyle/>
            <a:p>
              <a:endParaRPr lang="en-US"/>
            </a:p>
          </p:txBody>
        </p:sp>
        <p:sp>
          <p:nvSpPr>
            <p:cNvPr id="231" name="Freeform: Shape 230">
              <a:extLst>
                <a:ext uri="{FF2B5EF4-FFF2-40B4-BE49-F238E27FC236}">
                  <a16:creationId xmlns:a16="http://schemas.microsoft.com/office/drawing/2014/main" id="{BDE464FC-E1FA-0743-B10D-A931D9CD10BB}"/>
                </a:ext>
              </a:extLst>
            </p:cNvPr>
            <p:cNvSpPr/>
            <p:nvPr/>
          </p:nvSpPr>
          <p:spPr>
            <a:xfrm flipH="1">
              <a:off x="12192000" y="5834115"/>
              <a:ext cx="12192000" cy="1023885"/>
            </a:xfrm>
            <a:custGeom>
              <a:avLst/>
              <a:gdLst>
                <a:gd name="csX0" fmla="*/ 0 w 8572500"/>
                <a:gd name="csY0" fmla="*/ 76200 h 638175"/>
                <a:gd name="csX1" fmla="*/ 390525 w 8572500"/>
                <a:gd name="csY1" fmla="*/ 9525 h 638175"/>
                <a:gd name="csX2" fmla="*/ 781050 w 8572500"/>
                <a:gd name="csY2" fmla="*/ 123825 h 638175"/>
                <a:gd name="csX3" fmla="*/ 1171575 w 8572500"/>
                <a:gd name="csY3" fmla="*/ 142875 h 638175"/>
                <a:gd name="csX4" fmla="*/ 1562100 w 8572500"/>
                <a:gd name="csY4" fmla="*/ 76200 h 638175"/>
                <a:gd name="csX5" fmla="*/ 1952625 w 8572500"/>
                <a:gd name="csY5" fmla="*/ 76200 h 638175"/>
                <a:gd name="csX6" fmla="*/ 2333625 w 8572500"/>
                <a:gd name="csY6" fmla="*/ 171450 h 638175"/>
                <a:gd name="csX7" fmla="*/ 2724150 w 8572500"/>
                <a:gd name="csY7" fmla="*/ 76200 h 638175"/>
                <a:gd name="csX8" fmla="*/ 3114675 w 8572500"/>
                <a:gd name="csY8" fmla="*/ 123825 h 638175"/>
                <a:gd name="csX9" fmla="*/ 3505200 w 8572500"/>
                <a:gd name="csY9" fmla="*/ 142875 h 638175"/>
                <a:gd name="csX10" fmla="*/ 3895725 w 8572500"/>
                <a:gd name="csY10" fmla="*/ 19050 h 638175"/>
                <a:gd name="csX11" fmla="*/ 4286250 w 8572500"/>
                <a:gd name="csY11" fmla="*/ 123825 h 638175"/>
                <a:gd name="csX12" fmla="*/ 4676775 w 8572500"/>
                <a:gd name="csY12" fmla="*/ 142875 h 638175"/>
                <a:gd name="csX13" fmla="*/ 5067300 w 8572500"/>
                <a:gd name="csY13" fmla="*/ 152400 h 638175"/>
                <a:gd name="csX14" fmla="*/ 5457825 w 8572500"/>
                <a:gd name="csY14" fmla="*/ 133350 h 638175"/>
                <a:gd name="csX15" fmla="*/ 5848350 w 8572500"/>
                <a:gd name="csY15" fmla="*/ 0 h 638175"/>
                <a:gd name="csX16" fmla="*/ 6238875 w 8572500"/>
                <a:gd name="csY16" fmla="*/ 66675 h 638175"/>
                <a:gd name="csX17" fmla="*/ 6619875 w 8572500"/>
                <a:gd name="csY17" fmla="*/ 28575 h 638175"/>
                <a:gd name="csX18" fmla="*/ 7010400 w 8572500"/>
                <a:gd name="csY18" fmla="*/ 28575 h 638175"/>
                <a:gd name="csX19" fmla="*/ 7400925 w 8572500"/>
                <a:gd name="csY19" fmla="*/ 47625 h 638175"/>
                <a:gd name="csX20" fmla="*/ 7791450 w 8572500"/>
                <a:gd name="csY20" fmla="*/ 161925 h 638175"/>
                <a:gd name="csX21" fmla="*/ 8181975 w 8572500"/>
                <a:gd name="csY21" fmla="*/ 47625 h 638175"/>
                <a:gd name="csX22" fmla="*/ 8572500 w 8572500"/>
                <a:gd name="csY22" fmla="*/ 47625 h 638175"/>
                <a:gd name="csX23" fmla="*/ 8572500 w 8572500"/>
                <a:gd name="csY23" fmla="*/ 638175 h 638175"/>
                <a:gd name="csX24" fmla="*/ 8181975 w 8572500"/>
                <a:gd name="csY24" fmla="*/ 638175 h 638175"/>
                <a:gd name="csX25" fmla="*/ 7791450 w 8572500"/>
                <a:gd name="csY25" fmla="*/ 638175 h 638175"/>
                <a:gd name="csX26" fmla="*/ 7400925 w 8572500"/>
                <a:gd name="csY26" fmla="*/ 638175 h 638175"/>
                <a:gd name="csX27" fmla="*/ 7010400 w 8572500"/>
                <a:gd name="csY27" fmla="*/ 638175 h 638175"/>
                <a:gd name="csX28" fmla="*/ 6619875 w 8572500"/>
                <a:gd name="csY28" fmla="*/ 638175 h 638175"/>
                <a:gd name="csX29" fmla="*/ 6238875 w 8572500"/>
                <a:gd name="csY29" fmla="*/ 638175 h 638175"/>
                <a:gd name="csX30" fmla="*/ 5848350 w 8572500"/>
                <a:gd name="csY30" fmla="*/ 638175 h 638175"/>
                <a:gd name="csX31" fmla="*/ 5457825 w 8572500"/>
                <a:gd name="csY31" fmla="*/ 638175 h 638175"/>
                <a:gd name="csX32" fmla="*/ 5067300 w 8572500"/>
                <a:gd name="csY32" fmla="*/ 638175 h 638175"/>
                <a:gd name="csX33" fmla="*/ 4676775 w 8572500"/>
                <a:gd name="csY33" fmla="*/ 638175 h 638175"/>
                <a:gd name="csX34" fmla="*/ 4286250 w 8572500"/>
                <a:gd name="csY34" fmla="*/ 638175 h 638175"/>
                <a:gd name="csX35" fmla="*/ 3895725 w 8572500"/>
                <a:gd name="csY35" fmla="*/ 638175 h 638175"/>
                <a:gd name="csX36" fmla="*/ 3505200 w 8572500"/>
                <a:gd name="csY36" fmla="*/ 638175 h 638175"/>
                <a:gd name="csX37" fmla="*/ 3114675 w 8572500"/>
                <a:gd name="csY37" fmla="*/ 638175 h 638175"/>
                <a:gd name="csX38" fmla="*/ 2724150 w 8572500"/>
                <a:gd name="csY38" fmla="*/ 638175 h 638175"/>
                <a:gd name="csX39" fmla="*/ 2333625 w 8572500"/>
                <a:gd name="csY39" fmla="*/ 638175 h 638175"/>
                <a:gd name="csX40" fmla="*/ 1952625 w 8572500"/>
                <a:gd name="csY40" fmla="*/ 638175 h 638175"/>
                <a:gd name="csX41" fmla="*/ 1562100 w 8572500"/>
                <a:gd name="csY41" fmla="*/ 638175 h 638175"/>
                <a:gd name="csX42" fmla="*/ 1171575 w 8572500"/>
                <a:gd name="csY42" fmla="*/ 638175 h 638175"/>
                <a:gd name="csX43" fmla="*/ 781050 w 8572500"/>
                <a:gd name="csY43" fmla="*/ 638175 h 638175"/>
                <a:gd name="csX44" fmla="*/ 390525 w 8572500"/>
                <a:gd name="csY44" fmla="*/ 638175 h 638175"/>
                <a:gd name="csX45" fmla="*/ 0 w 8572500"/>
                <a:gd name="csY45" fmla="*/ 638175 h 6381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638175">
                  <a:moveTo>
                    <a:pt x="0" y="76200"/>
                  </a:moveTo>
                  <a:lnTo>
                    <a:pt x="390525" y="9525"/>
                  </a:lnTo>
                  <a:lnTo>
                    <a:pt x="781050" y="123825"/>
                  </a:lnTo>
                  <a:lnTo>
                    <a:pt x="1171575" y="142875"/>
                  </a:lnTo>
                  <a:lnTo>
                    <a:pt x="1562100" y="76200"/>
                  </a:lnTo>
                  <a:lnTo>
                    <a:pt x="1952625" y="76200"/>
                  </a:lnTo>
                  <a:lnTo>
                    <a:pt x="2333625" y="171450"/>
                  </a:lnTo>
                  <a:lnTo>
                    <a:pt x="2724150" y="76200"/>
                  </a:lnTo>
                  <a:lnTo>
                    <a:pt x="3114675" y="123825"/>
                  </a:lnTo>
                  <a:lnTo>
                    <a:pt x="3505200" y="142875"/>
                  </a:lnTo>
                  <a:lnTo>
                    <a:pt x="3895725" y="19050"/>
                  </a:lnTo>
                  <a:lnTo>
                    <a:pt x="4286250" y="123825"/>
                  </a:lnTo>
                  <a:lnTo>
                    <a:pt x="4676775" y="142875"/>
                  </a:lnTo>
                  <a:lnTo>
                    <a:pt x="5067300" y="152400"/>
                  </a:lnTo>
                  <a:lnTo>
                    <a:pt x="5457825" y="133350"/>
                  </a:lnTo>
                  <a:lnTo>
                    <a:pt x="5848350" y="0"/>
                  </a:lnTo>
                  <a:lnTo>
                    <a:pt x="6238875" y="66675"/>
                  </a:lnTo>
                  <a:lnTo>
                    <a:pt x="6619875" y="28575"/>
                  </a:lnTo>
                  <a:lnTo>
                    <a:pt x="7010400" y="28575"/>
                  </a:lnTo>
                  <a:lnTo>
                    <a:pt x="7400925" y="47625"/>
                  </a:lnTo>
                  <a:lnTo>
                    <a:pt x="7791450" y="161925"/>
                  </a:lnTo>
                  <a:lnTo>
                    <a:pt x="8181975" y="47625"/>
                  </a:lnTo>
                  <a:lnTo>
                    <a:pt x="8572500" y="47625"/>
                  </a:lnTo>
                  <a:lnTo>
                    <a:pt x="8572500" y="638175"/>
                  </a:lnTo>
                  <a:lnTo>
                    <a:pt x="8181975" y="638175"/>
                  </a:lnTo>
                  <a:lnTo>
                    <a:pt x="7791450" y="638175"/>
                  </a:lnTo>
                  <a:lnTo>
                    <a:pt x="7400925" y="638175"/>
                  </a:lnTo>
                  <a:lnTo>
                    <a:pt x="7010400" y="638175"/>
                  </a:lnTo>
                  <a:lnTo>
                    <a:pt x="6619875" y="638175"/>
                  </a:lnTo>
                  <a:lnTo>
                    <a:pt x="6238875" y="638175"/>
                  </a:lnTo>
                  <a:lnTo>
                    <a:pt x="5848350" y="638175"/>
                  </a:lnTo>
                  <a:lnTo>
                    <a:pt x="5457825" y="638175"/>
                  </a:lnTo>
                  <a:lnTo>
                    <a:pt x="5067300" y="638175"/>
                  </a:lnTo>
                  <a:lnTo>
                    <a:pt x="4676775" y="638175"/>
                  </a:lnTo>
                  <a:lnTo>
                    <a:pt x="4286250" y="638175"/>
                  </a:lnTo>
                  <a:lnTo>
                    <a:pt x="3895725" y="638175"/>
                  </a:lnTo>
                  <a:lnTo>
                    <a:pt x="3505200" y="638175"/>
                  </a:lnTo>
                  <a:lnTo>
                    <a:pt x="3114675" y="638175"/>
                  </a:lnTo>
                  <a:lnTo>
                    <a:pt x="2724150" y="638175"/>
                  </a:lnTo>
                  <a:lnTo>
                    <a:pt x="2333625" y="638175"/>
                  </a:lnTo>
                  <a:lnTo>
                    <a:pt x="1952625" y="638175"/>
                  </a:lnTo>
                  <a:lnTo>
                    <a:pt x="1562100" y="638175"/>
                  </a:lnTo>
                  <a:lnTo>
                    <a:pt x="1171575" y="638175"/>
                  </a:lnTo>
                  <a:lnTo>
                    <a:pt x="781050" y="638175"/>
                  </a:lnTo>
                  <a:lnTo>
                    <a:pt x="390525" y="638175"/>
                  </a:lnTo>
                  <a:lnTo>
                    <a:pt x="0" y="638175"/>
                  </a:lnTo>
                  <a:close/>
                </a:path>
              </a:pathLst>
            </a:custGeom>
            <a:solidFill>
              <a:schemeClr val="accent2">
                <a:lumMod val="60000"/>
                <a:lumOff val="40000"/>
              </a:schemeClr>
            </a:solidFill>
            <a:ln w="9525" cap="flat">
              <a:noFill/>
              <a:prstDash val="solid"/>
              <a:miter/>
            </a:ln>
          </p:spPr>
          <p:txBody>
            <a:bodyPr/>
            <a:lstStyle/>
            <a:p>
              <a:endParaRPr lang="en-US"/>
            </a:p>
          </p:txBody>
        </p:sp>
        <p:sp>
          <p:nvSpPr>
            <p:cNvPr id="232" name="Freeform: Shape 231">
              <a:extLst>
                <a:ext uri="{FF2B5EF4-FFF2-40B4-BE49-F238E27FC236}">
                  <a16:creationId xmlns:a16="http://schemas.microsoft.com/office/drawing/2014/main" id="{3D5AB3F4-6EE2-30CF-6FF1-4B6A37BA940E}"/>
                </a:ext>
              </a:extLst>
            </p:cNvPr>
            <p:cNvSpPr/>
            <p:nvPr/>
          </p:nvSpPr>
          <p:spPr>
            <a:xfrm flipH="1">
              <a:off x="12192000" y="6109189"/>
              <a:ext cx="12192000" cy="748811"/>
            </a:xfrm>
            <a:custGeom>
              <a:avLst/>
              <a:gdLst>
                <a:gd name="csX0" fmla="*/ 0 w 8572500"/>
                <a:gd name="csY0" fmla="*/ 152400 h 466725"/>
                <a:gd name="csX1" fmla="*/ 390525 w 8572500"/>
                <a:gd name="csY1" fmla="*/ 104775 h 466725"/>
                <a:gd name="csX2" fmla="*/ 781050 w 8572500"/>
                <a:gd name="csY2" fmla="*/ 57150 h 466725"/>
                <a:gd name="csX3" fmla="*/ 1171575 w 8572500"/>
                <a:gd name="csY3" fmla="*/ 28575 h 466725"/>
                <a:gd name="csX4" fmla="*/ 1562100 w 8572500"/>
                <a:gd name="csY4" fmla="*/ 123825 h 466725"/>
                <a:gd name="csX5" fmla="*/ 1952625 w 8572500"/>
                <a:gd name="csY5" fmla="*/ 133350 h 466725"/>
                <a:gd name="csX6" fmla="*/ 2333625 w 8572500"/>
                <a:gd name="csY6" fmla="*/ 9525 h 466725"/>
                <a:gd name="csX7" fmla="*/ 2724150 w 8572500"/>
                <a:gd name="csY7" fmla="*/ 57150 h 466725"/>
                <a:gd name="csX8" fmla="*/ 3114675 w 8572500"/>
                <a:gd name="csY8" fmla="*/ 28575 h 466725"/>
                <a:gd name="csX9" fmla="*/ 3505200 w 8572500"/>
                <a:gd name="csY9" fmla="*/ 171450 h 466725"/>
                <a:gd name="csX10" fmla="*/ 3895725 w 8572500"/>
                <a:gd name="csY10" fmla="*/ 152400 h 466725"/>
                <a:gd name="csX11" fmla="*/ 4286250 w 8572500"/>
                <a:gd name="csY11" fmla="*/ 161925 h 466725"/>
                <a:gd name="csX12" fmla="*/ 4676775 w 8572500"/>
                <a:gd name="csY12" fmla="*/ 95250 h 466725"/>
                <a:gd name="csX13" fmla="*/ 5067300 w 8572500"/>
                <a:gd name="csY13" fmla="*/ 171450 h 466725"/>
                <a:gd name="csX14" fmla="*/ 5457825 w 8572500"/>
                <a:gd name="csY14" fmla="*/ 114300 h 466725"/>
                <a:gd name="csX15" fmla="*/ 5848350 w 8572500"/>
                <a:gd name="csY15" fmla="*/ 95250 h 466725"/>
                <a:gd name="csX16" fmla="*/ 6238875 w 8572500"/>
                <a:gd name="csY16" fmla="*/ 104775 h 466725"/>
                <a:gd name="csX17" fmla="*/ 6619875 w 8572500"/>
                <a:gd name="csY17" fmla="*/ 152400 h 466725"/>
                <a:gd name="csX18" fmla="*/ 7010400 w 8572500"/>
                <a:gd name="csY18" fmla="*/ 95250 h 466725"/>
                <a:gd name="csX19" fmla="*/ 7400925 w 8572500"/>
                <a:gd name="csY19" fmla="*/ 28575 h 466725"/>
                <a:gd name="csX20" fmla="*/ 7791450 w 8572500"/>
                <a:gd name="csY20" fmla="*/ 123825 h 466725"/>
                <a:gd name="csX21" fmla="*/ 8181975 w 8572500"/>
                <a:gd name="csY21" fmla="*/ 0 h 466725"/>
                <a:gd name="csX22" fmla="*/ 8572500 w 8572500"/>
                <a:gd name="csY22" fmla="*/ 85725 h 466725"/>
                <a:gd name="csX23" fmla="*/ 8572500 w 8572500"/>
                <a:gd name="csY23" fmla="*/ 466725 h 466725"/>
                <a:gd name="csX24" fmla="*/ 8181975 w 8572500"/>
                <a:gd name="csY24" fmla="*/ 466725 h 466725"/>
                <a:gd name="csX25" fmla="*/ 7791450 w 8572500"/>
                <a:gd name="csY25" fmla="*/ 466725 h 466725"/>
                <a:gd name="csX26" fmla="*/ 7400925 w 8572500"/>
                <a:gd name="csY26" fmla="*/ 466725 h 466725"/>
                <a:gd name="csX27" fmla="*/ 7010400 w 8572500"/>
                <a:gd name="csY27" fmla="*/ 466725 h 466725"/>
                <a:gd name="csX28" fmla="*/ 6619875 w 8572500"/>
                <a:gd name="csY28" fmla="*/ 466725 h 466725"/>
                <a:gd name="csX29" fmla="*/ 6238875 w 8572500"/>
                <a:gd name="csY29" fmla="*/ 466725 h 466725"/>
                <a:gd name="csX30" fmla="*/ 5848350 w 8572500"/>
                <a:gd name="csY30" fmla="*/ 466725 h 466725"/>
                <a:gd name="csX31" fmla="*/ 5457825 w 8572500"/>
                <a:gd name="csY31" fmla="*/ 466725 h 466725"/>
                <a:gd name="csX32" fmla="*/ 5067300 w 8572500"/>
                <a:gd name="csY32" fmla="*/ 466725 h 466725"/>
                <a:gd name="csX33" fmla="*/ 4676775 w 8572500"/>
                <a:gd name="csY33" fmla="*/ 466725 h 466725"/>
                <a:gd name="csX34" fmla="*/ 4286250 w 8572500"/>
                <a:gd name="csY34" fmla="*/ 466725 h 466725"/>
                <a:gd name="csX35" fmla="*/ 3895725 w 8572500"/>
                <a:gd name="csY35" fmla="*/ 466725 h 466725"/>
                <a:gd name="csX36" fmla="*/ 3505200 w 8572500"/>
                <a:gd name="csY36" fmla="*/ 466725 h 466725"/>
                <a:gd name="csX37" fmla="*/ 3114675 w 8572500"/>
                <a:gd name="csY37" fmla="*/ 466725 h 466725"/>
                <a:gd name="csX38" fmla="*/ 2724150 w 8572500"/>
                <a:gd name="csY38" fmla="*/ 466725 h 466725"/>
                <a:gd name="csX39" fmla="*/ 2333625 w 8572500"/>
                <a:gd name="csY39" fmla="*/ 466725 h 466725"/>
                <a:gd name="csX40" fmla="*/ 1952625 w 8572500"/>
                <a:gd name="csY40" fmla="*/ 466725 h 466725"/>
                <a:gd name="csX41" fmla="*/ 1562100 w 8572500"/>
                <a:gd name="csY41" fmla="*/ 466725 h 466725"/>
                <a:gd name="csX42" fmla="*/ 1171575 w 8572500"/>
                <a:gd name="csY42" fmla="*/ 466725 h 466725"/>
                <a:gd name="csX43" fmla="*/ 781050 w 8572500"/>
                <a:gd name="csY43" fmla="*/ 466725 h 466725"/>
                <a:gd name="csX44" fmla="*/ 390525 w 8572500"/>
                <a:gd name="csY44" fmla="*/ 466725 h 466725"/>
                <a:gd name="csX45" fmla="*/ 0 w 8572500"/>
                <a:gd name="csY45" fmla="*/ 466725 h 4667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466725">
                  <a:moveTo>
                    <a:pt x="0" y="152400"/>
                  </a:moveTo>
                  <a:lnTo>
                    <a:pt x="390525" y="104775"/>
                  </a:lnTo>
                  <a:lnTo>
                    <a:pt x="781050" y="57150"/>
                  </a:lnTo>
                  <a:lnTo>
                    <a:pt x="1171575" y="28575"/>
                  </a:lnTo>
                  <a:lnTo>
                    <a:pt x="1562100" y="123825"/>
                  </a:lnTo>
                  <a:lnTo>
                    <a:pt x="1952625" y="133350"/>
                  </a:lnTo>
                  <a:lnTo>
                    <a:pt x="2333625" y="9525"/>
                  </a:lnTo>
                  <a:lnTo>
                    <a:pt x="2724150" y="57150"/>
                  </a:lnTo>
                  <a:lnTo>
                    <a:pt x="3114675" y="28575"/>
                  </a:lnTo>
                  <a:lnTo>
                    <a:pt x="3505200" y="171450"/>
                  </a:lnTo>
                  <a:lnTo>
                    <a:pt x="3895725" y="152400"/>
                  </a:lnTo>
                  <a:lnTo>
                    <a:pt x="4286250" y="161925"/>
                  </a:lnTo>
                  <a:lnTo>
                    <a:pt x="4676775" y="95250"/>
                  </a:lnTo>
                  <a:lnTo>
                    <a:pt x="5067300" y="171450"/>
                  </a:lnTo>
                  <a:lnTo>
                    <a:pt x="5457825" y="114300"/>
                  </a:lnTo>
                  <a:lnTo>
                    <a:pt x="5848350" y="95250"/>
                  </a:lnTo>
                  <a:lnTo>
                    <a:pt x="6238875" y="104775"/>
                  </a:lnTo>
                  <a:lnTo>
                    <a:pt x="6619875" y="152400"/>
                  </a:lnTo>
                  <a:lnTo>
                    <a:pt x="7010400" y="95250"/>
                  </a:lnTo>
                  <a:lnTo>
                    <a:pt x="7400925" y="28575"/>
                  </a:lnTo>
                  <a:lnTo>
                    <a:pt x="7791450" y="123825"/>
                  </a:lnTo>
                  <a:lnTo>
                    <a:pt x="8181975" y="0"/>
                  </a:lnTo>
                  <a:lnTo>
                    <a:pt x="8572500" y="85725"/>
                  </a:lnTo>
                  <a:lnTo>
                    <a:pt x="8572500" y="466725"/>
                  </a:lnTo>
                  <a:lnTo>
                    <a:pt x="8181975" y="466725"/>
                  </a:lnTo>
                  <a:lnTo>
                    <a:pt x="7791450" y="466725"/>
                  </a:lnTo>
                  <a:lnTo>
                    <a:pt x="7400925" y="466725"/>
                  </a:lnTo>
                  <a:lnTo>
                    <a:pt x="7010400" y="466725"/>
                  </a:lnTo>
                  <a:lnTo>
                    <a:pt x="6619875" y="466725"/>
                  </a:lnTo>
                  <a:lnTo>
                    <a:pt x="6238875" y="466725"/>
                  </a:lnTo>
                  <a:lnTo>
                    <a:pt x="5848350" y="466725"/>
                  </a:lnTo>
                  <a:lnTo>
                    <a:pt x="5457825" y="466725"/>
                  </a:lnTo>
                  <a:lnTo>
                    <a:pt x="5067300" y="466725"/>
                  </a:lnTo>
                  <a:lnTo>
                    <a:pt x="4676775" y="466725"/>
                  </a:lnTo>
                  <a:lnTo>
                    <a:pt x="4286250" y="466725"/>
                  </a:lnTo>
                  <a:lnTo>
                    <a:pt x="3895725" y="466725"/>
                  </a:lnTo>
                  <a:lnTo>
                    <a:pt x="3505200" y="466725"/>
                  </a:lnTo>
                  <a:lnTo>
                    <a:pt x="3114675" y="466725"/>
                  </a:lnTo>
                  <a:lnTo>
                    <a:pt x="2724150" y="466725"/>
                  </a:lnTo>
                  <a:lnTo>
                    <a:pt x="2333625" y="466725"/>
                  </a:lnTo>
                  <a:lnTo>
                    <a:pt x="1952625" y="466725"/>
                  </a:lnTo>
                  <a:lnTo>
                    <a:pt x="1562100" y="466725"/>
                  </a:lnTo>
                  <a:lnTo>
                    <a:pt x="1171575" y="466725"/>
                  </a:lnTo>
                  <a:lnTo>
                    <a:pt x="781050" y="466725"/>
                  </a:lnTo>
                  <a:lnTo>
                    <a:pt x="390525" y="466725"/>
                  </a:lnTo>
                  <a:lnTo>
                    <a:pt x="0" y="466725"/>
                  </a:lnTo>
                  <a:close/>
                </a:path>
              </a:pathLst>
            </a:custGeom>
            <a:solidFill>
              <a:schemeClr val="accent2"/>
            </a:solidFill>
            <a:ln w="9525" cap="flat">
              <a:noFill/>
              <a:prstDash val="solid"/>
              <a:miter/>
            </a:ln>
          </p:spPr>
          <p:txBody>
            <a:bodyPr/>
            <a:lstStyle/>
            <a:p>
              <a:endParaRPr lang="en-US"/>
            </a:p>
          </p:txBody>
        </p:sp>
        <p:sp>
          <p:nvSpPr>
            <p:cNvPr id="233" name="Freeform: Shape 232">
              <a:extLst>
                <a:ext uri="{FF2B5EF4-FFF2-40B4-BE49-F238E27FC236}">
                  <a16:creationId xmlns:a16="http://schemas.microsoft.com/office/drawing/2014/main" id="{B9E90382-EB0C-62BB-E309-96FF288B6B70}"/>
                </a:ext>
              </a:extLst>
            </p:cNvPr>
            <p:cNvSpPr/>
            <p:nvPr/>
          </p:nvSpPr>
          <p:spPr>
            <a:xfrm flipH="1">
              <a:off x="12192000" y="6399544"/>
              <a:ext cx="12192000" cy="458456"/>
            </a:xfrm>
            <a:custGeom>
              <a:avLst/>
              <a:gdLst>
                <a:gd name="csX0" fmla="*/ 0 w 8572500"/>
                <a:gd name="csY0" fmla="*/ 142875 h 285750"/>
                <a:gd name="csX1" fmla="*/ 390525 w 8572500"/>
                <a:gd name="csY1" fmla="*/ 38100 h 285750"/>
                <a:gd name="csX2" fmla="*/ 781050 w 8572500"/>
                <a:gd name="csY2" fmla="*/ 123825 h 285750"/>
                <a:gd name="csX3" fmla="*/ 1171575 w 8572500"/>
                <a:gd name="csY3" fmla="*/ 114300 h 285750"/>
                <a:gd name="csX4" fmla="*/ 1562100 w 8572500"/>
                <a:gd name="csY4" fmla="*/ 66675 h 285750"/>
                <a:gd name="csX5" fmla="*/ 1952625 w 8572500"/>
                <a:gd name="csY5" fmla="*/ 57150 h 285750"/>
                <a:gd name="csX6" fmla="*/ 2333625 w 8572500"/>
                <a:gd name="csY6" fmla="*/ 57150 h 285750"/>
                <a:gd name="csX7" fmla="*/ 2724150 w 8572500"/>
                <a:gd name="csY7" fmla="*/ 152400 h 285750"/>
                <a:gd name="csX8" fmla="*/ 3114675 w 8572500"/>
                <a:gd name="csY8" fmla="*/ 19050 h 285750"/>
                <a:gd name="csX9" fmla="*/ 3505200 w 8572500"/>
                <a:gd name="csY9" fmla="*/ 66675 h 285750"/>
                <a:gd name="csX10" fmla="*/ 3895725 w 8572500"/>
                <a:gd name="csY10" fmla="*/ 114300 h 285750"/>
                <a:gd name="csX11" fmla="*/ 4286250 w 8572500"/>
                <a:gd name="csY11" fmla="*/ 133350 h 285750"/>
                <a:gd name="csX12" fmla="*/ 4676775 w 8572500"/>
                <a:gd name="csY12" fmla="*/ 28575 h 285750"/>
                <a:gd name="csX13" fmla="*/ 5067300 w 8572500"/>
                <a:gd name="csY13" fmla="*/ 133350 h 285750"/>
                <a:gd name="csX14" fmla="*/ 5457825 w 8572500"/>
                <a:gd name="csY14" fmla="*/ 85725 h 285750"/>
                <a:gd name="csX15" fmla="*/ 5848350 w 8572500"/>
                <a:gd name="csY15" fmla="*/ 38100 h 285750"/>
                <a:gd name="csX16" fmla="*/ 6238875 w 8572500"/>
                <a:gd name="csY16" fmla="*/ 142875 h 285750"/>
                <a:gd name="csX17" fmla="*/ 6619875 w 8572500"/>
                <a:gd name="csY17" fmla="*/ 0 h 285750"/>
                <a:gd name="csX18" fmla="*/ 7010400 w 8572500"/>
                <a:gd name="csY18" fmla="*/ 57150 h 285750"/>
                <a:gd name="csX19" fmla="*/ 7400925 w 8572500"/>
                <a:gd name="csY19" fmla="*/ 85725 h 285750"/>
                <a:gd name="csX20" fmla="*/ 7791450 w 8572500"/>
                <a:gd name="csY20" fmla="*/ 76200 h 285750"/>
                <a:gd name="csX21" fmla="*/ 8181975 w 8572500"/>
                <a:gd name="csY21" fmla="*/ 95250 h 285750"/>
                <a:gd name="csX22" fmla="*/ 8572500 w 8572500"/>
                <a:gd name="csY22" fmla="*/ 142875 h 285750"/>
                <a:gd name="csX23" fmla="*/ 8572500 w 8572500"/>
                <a:gd name="csY23" fmla="*/ 285750 h 285750"/>
                <a:gd name="csX24" fmla="*/ 8181975 w 8572500"/>
                <a:gd name="csY24" fmla="*/ 285750 h 285750"/>
                <a:gd name="csX25" fmla="*/ 7791450 w 8572500"/>
                <a:gd name="csY25" fmla="*/ 285750 h 285750"/>
                <a:gd name="csX26" fmla="*/ 7400925 w 8572500"/>
                <a:gd name="csY26" fmla="*/ 285750 h 285750"/>
                <a:gd name="csX27" fmla="*/ 7010400 w 8572500"/>
                <a:gd name="csY27" fmla="*/ 285750 h 285750"/>
                <a:gd name="csX28" fmla="*/ 6619875 w 8572500"/>
                <a:gd name="csY28" fmla="*/ 285750 h 285750"/>
                <a:gd name="csX29" fmla="*/ 6238875 w 8572500"/>
                <a:gd name="csY29" fmla="*/ 285750 h 285750"/>
                <a:gd name="csX30" fmla="*/ 5848350 w 8572500"/>
                <a:gd name="csY30" fmla="*/ 285750 h 285750"/>
                <a:gd name="csX31" fmla="*/ 5457825 w 8572500"/>
                <a:gd name="csY31" fmla="*/ 285750 h 285750"/>
                <a:gd name="csX32" fmla="*/ 5067300 w 8572500"/>
                <a:gd name="csY32" fmla="*/ 285750 h 285750"/>
                <a:gd name="csX33" fmla="*/ 4676775 w 8572500"/>
                <a:gd name="csY33" fmla="*/ 285750 h 285750"/>
                <a:gd name="csX34" fmla="*/ 4286250 w 8572500"/>
                <a:gd name="csY34" fmla="*/ 285750 h 285750"/>
                <a:gd name="csX35" fmla="*/ 3895725 w 8572500"/>
                <a:gd name="csY35" fmla="*/ 285750 h 285750"/>
                <a:gd name="csX36" fmla="*/ 3505200 w 8572500"/>
                <a:gd name="csY36" fmla="*/ 285750 h 285750"/>
                <a:gd name="csX37" fmla="*/ 3114675 w 8572500"/>
                <a:gd name="csY37" fmla="*/ 285750 h 285750"/>
                <a:gd name="csX38" fmla="*/ 2724150 w 8572500"/>
                <a:gd name="csY38" fmla="*/ 285750 h 285750"/>
                <a:gd name="csX39" fmla="*/ 2333625 w 8572500"/>
                <a:gd name="csY39" fmla="*/ 285750 h 285750"/>
                <a:gd name="csX40" fmla="*/ 1952625 w 8572500"/>
                <a:gd name="csY40" fmla="*/ 285750 h 285750"/>
                <a:gd name="csX41" fmla="*/ 1562100 w 8572500"/>
                <a:gd name="csY41" fmla="*/ 285750 h 285750"/>
                <a:gd name="csX42" fmla="*/ 1171575 w 8572500"/>
                <a:gd name="csY42" fmla="*/ 285750 h 285750"/>
                <a:gd name="csX43" fmla="*/ 781050 w 8572500"/>
                <a:gd name="csY43" fmla="*/ 285750 h 285750"/>
                <a:gd name="csX44" fmla="*/ 390525 w 8572500"/>
                <a:gd name="csY44" fmla="*/ 285750 h 285750"/>
                <a:gd name="csX45" fmla="*/ 0 w 8572500"/>
                <a:gd name="csY45" fmla="*/ 285750 h 285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285750">
                  <a:moveTo>
                    <a:pt x="0" y="142875"/>
                  </a:moveTo>
                  <a:lnTo>
                    <a:pt x="390525" y="38100"/>
                  </a:lnTo>
                  <a:lnTo>
                    <a:pt x="781050" y="123825"/>
                  </a:lnTo>
                  <a:lnTo>
                    <a:pt x="1171575" y="114300"/>
                  </a:lnTo>
                  <a:lnTo>
                    <a:pt x="1562100" y="66675"/>
                  </a:lnTo>
                  <a:lnTo>
                    <a:pt x="1952625" y="57150"/>
                  </a:lnTo>
                  <a:lnTo>
                    <a:pt x="2333625" y="57150"/>
                  </a:lnTo>
                  <a:lnTo>
                    <a:pt x="2724150" y="152400"/>
                  </a:lnTo>
                  <a:lnTo>
                    <a:pt x="3114675" y="19050"/>
                  </a:lnTo>
                  <a:lnTo>
                    <a:pt x="3505200" y="66675"/>
                  </a:lnTo>
                  <a:lnTo>
                    <a:pt x="3895725" y="114300"/>
                  </a:lnTo>
                  <a:lnTo>
                    <a:pt x="4286250" y="133350"/>
                  </a:lnTo>
                  <a:lnTo>
                    <a:pt x="4676775" y="28575"/>
                  </a:lnTo>
                  <a:lnTo>
                    <a:pt x="5067300" y="133350"/>
                  </a:lnTo>
                  <a:lnTo>
                    <a:pt x="5457825" y="85725"/>
                  </a:lnTo>
                  <a:lnTo>
                    <a:pt x="5848350" y="38100"/>
                  </a:lnTo>
                  <a:lnTo>
                    <a:pt x="6238875" y="142875"/>
                  </a:lnTo>
                  <a:lnTo>
                    <a:pt x="6619875" y="0"/>
                  </a:lnTo>
                  <a:lnTo>
                    <a:pt x="7010400" y="57150"/>
                  </a:lnTo>
                  <a:lnTo>
                    <a:pt x="7400925" y="85725"/>
                  </a:lnTo>
                  <a:lnTo>
                    <a:pt x="7791450" y="76200"/>
                  </a:lnTo>
                  <a:lnTo>
                    <a:pt x="8181975" y="95250"/>
                  </a:lnTo>
                  <a:lnTo>
                    <a:pt x="8572500" y="142875"/>
                  </a:lnTo>
                  <a:lnTo>
                    <a:pt x="8572500" y="285750"/>
                  </a:lnTo>
                  <a:lnTo>
                    <a:pt x="8181975" y="285750"/>
                  </a:lnTo>
                  <a:lnTo>
                    <a:pt x="7791450" y="285750"/>
                  </a:lnTo>
                  <a:lnTo>
                    <a:pt x="7400925" y="285750"/>
                  </a:lnTo>
                  <a:lnTo>
                    <a:pt x="7010400" y="285750"/>
                  </a:lnTo>
                  <a:lnTo>
                    <a:pt x="6619875" y="285750"/>
                  </a:lnTo>
                  <a:lnTo>
                    <a:pt x="6238875" y="285750"/>
                  </a:lnTo>
                  <a:lnTo>
                    <a:pt x="5848350" y="285750"/>
                  </a:lnTo>
                  <a:lnTo>
                    <a:pt x="5457825" y="285750"/>
                  </a:lnTo>
                  <a:lnTo>
                    <a:pt x="5067300" y="285750"/>
                  </a:lnTo>
                  <a:lnTo>
                    <a:pt x="4676775" y="285750"/>
                  </a:lnTo>
                  <a:lnTo>
                    <a:pt x="4286250" y="285750"/>
                  </a:lnTo>
                  <a:lnTo>
                    <a:pt x="3895725" y="285750"/>
                  </a:lnTo>
                  <a:lnTo>
                    <a:pt x="3505200" y="285750"/>
                  </a:lnTo>
                  <a:lnTo>
                    <a:pt x="3114675" y="285750"/>
                  </a:lnTo>
                  <a:lnTo>
                    <a:pt x="2724150" y="285750"/>
                  </a:lnTo>
                  <a:lnTo>
                    <a:pt x="2333625" y="285750"/>
                  </a:lnTo>
                  <a:lnTo>
                    <a:pt x="1952625" y="285750"/>
                  </a:lnTo>
                  <a:lnTo>
                    <a:pt x="1562100" y="285750"/>
                  </a:lnTo>
                  <a:lnTo>
                    <a:pt x="1171575" y="285750"/>
                  </a:lnTo>
                  <a:lnTo>
                    <a:pt x="781050" y="285750"/>
                  </a:lnTo>
                  <a:lnTo>
                    <a:pt x="390525" y="285750"/>
                  </a:lnTo>
                  <a:lnTo>
                    <a:pt x="0" y="285750"/>
                  </a:lnTo>
                  <a:close/>
                </a:path>
              </a:pathLst>
            </a:custGeom>
            <a:solidFill>
              <a:schemeClr val="accent2">
                <a:lumMod val="50000"/>
              </a:schemeClr>
            </a:solidFill>
            <a:ln w="9525" cap="flat">
              <a:noFill/>
              <a:prstDash val="solid"/>
              <a:miter/>
            </a:ln>
          </p:spPr>
          <p:txBody>
            <a:bodyPr/>
            <a:lstStyle/>
            <a:p>
              <a:endParaRPr lang="en-US"/>
            </a:p>
          </p:txBody>
        </p:sp>
      </p:grpSp>
      <p:sp>
        <p:nvSpPr>
          <p:cNvPr id="2" name="Title 1">
            <a:extLst>
              <a:ext uri="{FF2B5EF4-FFF2-40B4-BE49-F238E27FC236}">
                <a16:creationId xmlns:a16="http://schemas.microsoft.com/office/drawing/2014/main" id="{F57FFFE4-074B-83AA-1CAF-4E02B5004C2B}"/>
              </a:ext>
            </a:extLst>
          </p:cNvPr>
          <p:cNvSpPr>
            <a:spLocks noGrp="1"/>
          </p:cNvSpPr>
          <p:nvPr>
            <p:ph type="title"/>
          </p:nvPr>
        </p:nvSpPr>
        <p:spPr/>
        <p:txBody>
          <a:bodyPr/>
          <a:lstStyle/>
          <a:p>
            <a:r>
              <a:rPr lang="en-US"/>
              <a:t>XXXXXXXXXXXXX</a:t>
            </a:r>
          </a:p>
        </p:txBody>
      </p:sp>
      <p:sp>
        <p:nvSpPr>
          <p:cNvPr id="3" name="Content Placeholder 2">
            <a:extLst>
              <a:ext uri="{FF2B5EF4-FFF2-40B4-BE49-F238E27FC236}">
                <a16:creationId xmlns:a16="http://schemas.microsoft.com/office/drawing/2014/main" id="{4747FD20-0F5B-D9EE-44E9-ECBC9E9FE1B4}"/>
              </a:ext>
            </a:extLst>
          </p:cNvPr>
          <p:cNvSpPr>
            <a:spLocks noGrp="1"/>
          </p:cNvSpPr>
          <p:nvPr>
            <p:ph idx="1"/>
          </p:nvPr>
        </p:nvSpPr>
        <p:spPr/>
        <p:txBody>
          <a:bodyPr>
            <a:normAutofit fontScale="92500"/>
          </a:bodyPr>
          <a:lstStyle/>
          <a:p>
            <a:pPr marL="0" indent="0">
              <a:buNone/>
            </a:pPr>
            <a:r>
              <a:rPr lang="en-US"/>
              <a:t>XXX XXXX XXXXXXX XXXX XXXXXXXXXXXX XXXXXXX XXXXXXXXX</a:t>
            </a:r>
          </a:p>
          <a:p>
            <a:pPr marL="0" indent="0">
              <a:buNone/>
            </a:pPr>
            <a:r>
              <a:rPr lang="en-US"/>
              <a:t>XX XXXXXXXX XX XXXX XXXXXXX XXX XXXXXXXXX X XXXXXXXXXX XXX XXXXXXX XXXX XXXX XXXXXXXX XX XXXX XXXXXXXXXXXX XXXXXXXX XXX XXX XXXXXXXX XX XXXXXXXX XXXXX XX XXX XX XXXXXXX XXXXXXXX XXXXXXXXX </a:t>
            </a:r>
          </a:p>
          <a:p>
            <a:pPr marL="0" indent="0">
              <a:buNone/>
            </a:pPr>
            <a:r>
              <a:rPr lang="en-US"/>
              <a:t>XX XX XXXXXXXXXXX X XXXX XXXXXXXX XX XXXXXXXXXXX XXXXXXXXX XXX XXXXXXXXXXXXX XXXXXX XXXXXXX XXXXXXXXXX XXXXXXXX XXXXXXXX XXXX XXXXXX XXXXXXXX XX XXXXXXXXXX XXXXXX XXXXXXX XXXXXXXXXXXXX XXXXXXXX XXX XXXXXXX XXX XXXXXXXXX XX XXX XXXXXX</a:t>
            </a:r>
          </a:p>
        </p:txBody>
      </p:sp>
      <p:sp>
        <p:nvSpPr>
          <p:cNvPr id="220" name="Freeform: Shape 219">
            <a:extLst>
              <a:ext uri="{FF2B5EF4-FFF2-40B4-BE49-F238E27FC236}">
                <a16:creationId xmlns:a16="http://schemas.microsoft.com/office/drawing/2014/main" id="{7A915EF4-0310-BC11-96E6-1C037CF270C2}"/>
              </a:ext>
            </a:extLst>
          </p:cNvPr>
          <p:cNvSpPr/>
          <p:nvPr/>
        </p:nvSpPr>
        <p:spPr>
          <a:xfrm rot="10800000">
            <a:off x="-19895" y="-1313471"/>
            <a:ext cx="12192000" cy="1847657"/>
          </a:xfrm>
          <a:custGeom>
            <a:avLst/>
            <a:gdLst>
              <a:gd name="csX0" fmla="*/ 0 w 8572500"/>
              <a:gd name="csY0" fmla="*/ 9525 h 990600"/>
              <a:gd name="csX1" fmla="*/ 390525 w 8572500"/>
              <a:gd name="csY1" fmla="*/ 38100 h 990600"/>
              <a:gd name="csX2" fmla="*/ 781050 w 8572500"/>
              <a:gd name="csY2" fmla="*/ 0 h 990600"/>
              <a:gd name="csX3" fmla="*/ 1171575 w 8572500"/>
              <a:gd name="csY3" fmla="*/ 28575 h 990600"/>
              <a:gd name="csX4" fmla="*/ 1562100 w 8572500"/>
              <a:gd name="csY4" fmla="*/ 9525 h 990600"/>
              <a:gd name="csX5" fmla="*/ 1952625 w 8572500"/>
              <a:gd name="csY5" fmla="*/ 38100 h 990600"/>
              <a:gd name="csX6" fmla="*/ 2333625 w 8572500"/>
              <a:gd name="csY6" fmla="*/ 19050 h 990600"/>
              <a:gd name="csX7" fmla="*/ 2724150 w 8572500"/>
              <a:gd name="csY7" fmla="*/ 104775 h 990600"/>
              <a:gd name="csX8" fmla="*/ 3114675 w 8572500"/>
              <a:gd name="csY8" fmla="*/ 114300 h 990600"/>
              <a:gd name="csX9" fmla="*/ 3505200 w 8572500"/>
              <a:gd name="csY9" fmla="*/ 190500 h 990600"/>
              <a:gd name="csX10" fmla="*/ 3895725 w 8572500"/>
              <a:gd name="csY10" fmla="*/ 47625 h 990600"/>
              <a:gd name="csX11" fmla="*/ 4286250 w 8572500"/>
              <a:gd name="csY11" fmla="*/ 190500 h 990600"/>
              <a:gd name="csX12" fmla="*/ 4676775 w 8572500"/>
              <a:gd name="csY12" fmla="*/ 190500 h 990600"/>
              <a:gd name="csX13" fmla="*/ 5067300 w 8572500"/>
              <a:gd name="csY13" fmla="*/ 66675 h 990600"/>
              <a:gd name="csX14" fmla="*/ 5457825 w 8572500"/>
              <a:gd name="csY14" fmla="*/ 85725 h 990600"/>
              <a:gd name="csX15" fmla="*/ 5848350 w 8572500"/>
              <a:gd name="csY15" fmla="*/ 47625 h 990600"/>
              <a:gd name="csX16" fmla="*/ 6238875 w 8572500"/>
              <a:gd name="csY16" fmla="*/ 28575 h 990600"/>
              <a:gd name="csX17" fmla="*/ 6619875 w 8572500"/>
              <a:gd name="csY17" fmla="*/ 180975 h 990600"/>
              <a:gd name="csX18" fmla="*/ 7010400 w 8572500"/>
              <a:gd name="csY18" fmla="*/ 114300 h 990600"/>
              <a:gd name="csX19" fmla="*/ 7400925 w 8572500"/>
              <a:gd name="csY19" fmla="*/ 180975 h 990600"/>
              <a:gd name="csX20" fmla="*/ 7791450 w 8572500"/>
              <a:gd name="csY20" fmla="*/ 38100 h 990600"/>
              <a:gd name="csX21" fmla="*/ 8181975 w 8572500"/>
              <a:gd name="csY21" fmla="*/ 171450 h 990600"/>
              <a:gd name="csX22" fmla="*/ 8572500 w 8572500"/>
              <a:gd name="csY22" fmla="*/ 171450 h 990600"/>
              <a:gd name="csX23" fmla="*/ 8572500 w 8572500"/>
              <a:gd name="csY23" fmla="*/ 990600 h 990600"/>
              <a:gd name="csX24" fmla="*/ 8181975 w 8572500"/>
              <a:gd name="csY24" fmla="*/ 990600 h 990600"/>
              <a:gd name="csX25" fmla="*/ 7791450 w 8572500"/>
              <a:gd name="csY25" fmla="*/ 990600 h 990600"/>
              <a:gd name="csX26" fmla="*/ 7400925 w 8572500"/>
              <a:gd name="csY26" fmla="*/ 990600 h 990600"/>
              <a:gd name="csX27" fmla="*/ 7010400 w 8572500"/>
              <a:gd name="csY27" fmla="*/ 990600 h 990600"/>
              <a:gd name="csX28" fmla="*/ 6619875 w 8572500"/>
              <a:gd name="csY28" fmla="*/ 990600 h 990600"/>
              <a:gd name="csX29" fmla="*/ 6238875 w 8572500"/>
              <a:gd name="csY29" fmla="*/ 990600 h 990600"/>
              <a:gd name="csX30" fmla="*/ 5848350 w 8572500"/>
              <a:gd name="csY30" fmla="*/ 990600 h 990600"/>
              <a:gd name="csX31" fmla="*/ 5457825 w 8572500"/>
              <a:gd name="csY31" fmla="*/ 990600 h 990600"/>
              <a:gd name="csX32" fmla="*/ 5067300 w 8572500"/>
              <a:gd name="csY32" fmla="*/ 990600 h 990600"/>
              <a:gd name="csX33" fmla="*/ 4676775 w 8572500"/>
              <a:gd name="csY33" fmla="*/ 990600 h 990600"/>
              <a:gd name="csX34" fmla="*/ 4286250 w 8572500"/>
              <a:gd name="csY34" fmla="*/ 990600 h 990600"/>
              <a:gd name="csX35" fmla="*/ 3895725 w 8572500"/>
              <a:gd name="csY35" fmla="*/ 990600 h 990600"/>
              <a:gd name="csX36" fmla="*/ 3505200 w 8572500"/>
              <a:gd name="csY36" fmla="*/ 990600 h 990600"/>
              <a:gd name="csX37" fmla="*/ 3114675 w 8572500"/>
              <a:gd name="csY37" fmla="*/ 990600 h 990600"/>
              <a:gd name="csX38" fmla="*/ 2724150 w 8572500"/>
              <a:gd name="csY38" fmla="*/ 990600 h 990600"/>
              <a:gd name="csX39" fmla="*/ 2333625 w 8572500"/>
              <a:gd name="csY39" fmla="*/ 990600 h 990600"/>
              <a:gd name="csX40" fmla="*/ 1952625 w 8572500"/>
              <a:gd name="csY40" fmla="*/ 990600 h 990600"/>
              <a:gd name="csX41" fmla="*/ 1562100 w 8572500"/>
              <a:gd name="csY41" fmla="*/ 990600 h 990600"/>
              <a:gd name="csX42" fmla="*/ 1171575 w 8572500"/>
              <a:gd name="csY42" fmla="*/ 990600 h 990600"/>
              <a:gd name="csX43" fmla="*/ 781050 w 8572500"/>
              <a:gd name="csY43" fmla="*/ 990600 h 990600"/>
              <a:gd name="csX44" fmla="*/ 390525 w 8572500"/>
              <a:gd name="csY44" fmla="*/ 990600 h 990600"/>
              <a:gd name="csX45" fmla="*/ 0 w 8572500"/>
              <a:gd name="csY45" fmla="*/ 990600 h 990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990600">
                <a:moveTo>
                  <a:pt x="0" y="9525"/>
                </a:moveTo>
                <a:lnTo>
                  <a:pt x="390525" y="38100"/>
                </a:lnTo>
                <a:lnTo>
                  <a:pt x="781050" y="0"/>
                </a:lnTo>
                <a:lnTo>
                  <a:pt x="1171575" y="28575"/>
                </a:lnTo>
                <a:lnTo>
                  <a:pt x="1562100" y="9525"/>
                </a:lnTo>
                <a:lnTo>
                  <a:pt x="1952625" y="38100"/>
                </a:lnTo>
                <a:lnTo>
                  <a:pt x="2333625" y="19050"/>
                </a:lnTo>
                <a:lnTo>
                  <a:pt x="2724150" y="104775"/>
                </a:lnTo>
                <a:lnTo>
                  <a:pt x="3114675" y="114300"/>
                </a:lnTo>
                <a:lnTo>
                  <a:pt x="3505200" y="190500"/>
                </a:lnTo>
                <a:lnTo>
                  <a:pt x="3895725" y="47625"/>
                </a:lnTo>
                <a:lnTo>
                  <a:pt x="4286250" y="190500"/>
                </a:lnTo>
                <a:lnTo>
                  <a:pt x="4676775" y="190500"/>
                </a:lnTo>
                <a:lnTo>
                  <a:pt x="5067300" y="66675"/>
                </a:lnTo>
                <a:lnTo>
                  <a:pt x="5457825" y="85725"/>
                </a:lnTo>
                <a:lnTo>
                  <a:pt x="5848350" y="47625"/>
                </a:lnTo>
                <a:lnTo>
                  <a:pt x="6238875" y="28575"/>
                </a:lnTo>
                <a:lnTo>
                  <a:pt x="6619875" y="180975"/>
                </a:lnTo>
                <a:lnTo>
                  <a:pt x="7010400" y="114300"/>
                </a:lnTo>
                <a:lnTo>
                  <a:pt x="7400925" y="180975"/>
                </a:lnTo>
                <a:lnTo>
                  <a:pt x="7791450" y="38100"/>
                </a:lnTo>
                <a:lnTo>
                  <a:pt x="8181975" y="171450"/>
                </a:lnTo>
                <a:lnTo>
                  <a:pt x="8572500" y="171450"/>
                </a:lnTo>
                <a:lnTo>
                  <a:pt x="8572500" y="990600"/>
                </a:lnTo>
                <a:lnTo>
                  <a:pt x="8181975" y="990600"/>
                </a:lnTo>
                <a:lnTo>
                  <a:pt x="7791450" y="990600"/>
                </a:lnTo>
                <a:lnTo>
                  <a:pt x="7400925" y="990600"/>
                </a:lnTo>
                <a:lnTo>
                  <a:pt x="7010400" y="990600"/>
                </a:lnTo>
                <a:lnTo>
                  <a:pt x="6619875" y="990600"/>
                </a:lnTo>
                <a:lnTo>
                  <a:pt x="6238875" y="990600"/>
                </a:lnTo>
                <a:lnTo>
                  <a:pt x="5848350" y="990600"/>
                </a:lnTo>
                <a:lnTo>
                  <a:pt x="5457825" y="990600"/>
                </a:lnTo>
                <a:lnTo>
                  <a:pt x="5067300" y="990600"/>
                </a:lnTo>
                <a:lnTo>
                  <a:pt x="4676775" y="990600"/>
                </a:lnTo>
                <a:lnTo>
                  <a:pt x="4286250" y="990600"/>
                </a:lnTo>
                <a:lnTo>
                  <a:pt x="3895725" y="990600"/>
                </a:lnTo>
                <a:lnTo>
                  <a:pt x="3505200" y="990600"/>
                </a:lnTo>
                <a:lnTo>
                  <a:pt x="3114675" y="990600"/>
                </a:lnTo>
                <a:lnTo>
                  <a:pt x="2724150" y="990600"/>
                </a:lnTo>
                <a:lnTo>
                  <a:pt x="2333625" y="990600"/>
                </a:lnTo>
                <a:lnTo>
                  <a:pt x="1952625" y="990600"/>
                </a:lnTo>
                <a:lnTo>
                  <a:pt x="1562100" y="990600"/>
                </a:lnTo>
                <a:lnTo>
                  <a:pt x="1171575" y="990600"/>
                </a:lnTo>
                <a:lnTo>
                  <a:pt x="781050" y="990600"/>
                </a:lnTo>
                <a:lnTo>
                  <a:pt x="390525" y="990600"/>
                </a:lnTo>
                <a:lnTo>
                  <a:pt x="0" y="990600"/>
                </a:lnTo>
                <a:close/>
              </a:path>
            </a:pathLst>
          </a:custGeom>
          <a:solidFill>
            <a:schemeClr val="accent2">
              <a:lumMod val="20000"/>
              <a:lumOff val="80000"/>
            </a:schemeClr>
          </a:solidFill>
          <a:ln w="9525" cap="flat">
            <a:noFill/>
            <a:prstDash val="solid"/>
            <a:miter/>
          </a:ln>
        </p:spPr>
        <p:txBody>
          <a:bodyPr/>
          <a:lstStyle/>
          <a:p>
            <a:endParaRPr lang="en-US"/>
          </a:p>
        </p:txBody>
      </p:sp>
      <p:sp>
        <p:nvSpPr>
          <p:cNvPr id="221" name="Freeform: Shape 220">
            <a:extLst>
              <a:ext uri="{FF2B5EF4-FFF2-40B4-BE49-F238E27FC236}">
                <a16:creationId xmlns:a16="http://schemas.microsoft.com/office/drawing/2014/main" id="{6F5E115F-9D86-F467-96EF-8C0227171A2F}"/>
              </a:ext>
            </a:extLst>
          </p:cNvPr>
          <p:cNvSpPr/>
          <p:nvPr/>
        </p:nvSpPr>
        <p:spPr>
          <a:xfrm rot="10800000">
            <a:off x="-19895" y="-1585181"/>
            <a:ext cx="12192000" cy="1527870"/>
          </a:xfrm>
          <a:custGeom>
            <a:avLst/>
            <a:gdLst>
              <a:gd name="csX0" fmla="*/ 0 w 8572500"/>
              <a:gd name="csY0" fmla="*/ 38100 h 819150"/>
              <a:gd name="csX1" fmla="*/ 390525 w 8572500"/>
              <a:gd name="csY1" fmla="*/ 95250 h 819150"/>
              <a:gd name="csX2" fmla="*/ 781050 w 8572500"/>
              <a:gd name="csY2" fmla="*/ 66675 h 819150"/>
              <a:gd name="csX3" fmla="*/ 1171575 w 8572500"/>
              <a:gd name="csY3" fmla="*/ 19050 h 819150"/>
              <a:gd name="csX4" fmla="*/ 1562100 w 8572500"/>
              <a:gd name="csY4" fmla="*/ 142875 h 819150"/>
              <a:gd name="csX5" fmla="*/ 1952625 w 8572500"/>
              <a:gd name="csY5" fmla="*/ 161925 h 819150"/>
              <a:gd name="csX6" fmla="*/ 2333625 w 8572500"/>
              <a:gd name="csY6" fmla="*/ 47625 h 819150"/>
              <a:gd name="csX7" fmla="*/ 2724150 w 8572500"/>
              <a:gd name="csY7" fmla="*/ 123825 h 819150"/>
              <a:gd name="csX8" fmla="*/ 3114675 w 8572500"/>
              <a:gd name="csY8" fmla="*/ 95250 h 819150"/>
              <a:gd name="csX9" fmla="*/ 3505200 w 8572500"/>
              <a:gd name="csY9" fmla="*/ 190500 h 819150"/>
              <a:gd name="csX10" fmla="*/ 3895725 w 8572500"/>
              <a:gd name="csY10" fmla="*/ 142875 h 819150"/>
              <a:gd name="csX11" fmla="*/ 4286250 w 8572500"/>
              <a:gd name="csY11" fmla="*/ 28575 h 819150"/>
              <a:gd name="csX12" fmla="*/ 4676775 w 8572500"/>
              <a:gd name="csY12" fmla="*/ 190500 h 819150"/>
              <a:gd name="csX13" fmla="*/ 5067300 w 8572500"/>
              <a:gd name="csY13" fmla="*/ 142875 h 819150"/>
              <a:gd name="csX14" fmla="*/ 5457825 w 8572500"/>
              <a:gd name="csY14" fmla="*/ 0 h 819150"/>
              <a:gd name="csX15" fmla="*/ 5848350 w 8572500"/>
              <a:gd name="csY15" fmla="*/ 47625 h 819150"/>
              <a:gd name="csX16" fmla="*/ 6238875 w 8572500"/>
              <a:gd name="csY16" fmla="*/ 142875 h 819150"/>
              <a:gd name="csX17" fmla="*/ 6619875 w 8572500"/>
              <a:gd name="csY17" fmla="*/ 57150 h 819150"/>
              <a:gd name="csX18" fmla="*/ 7010400 w 8572500"/>
              <a:gd name="csY18" fmla="*/ 114300 h 819150"/>
              <a:gd name="csX19" fmla="*/ 7400925 w 8572500"/>
              <a:gd name="csY19" fmla="*/ 66675 h 819150"/>
              <a:gd name="csX20" fmla="*/ 7791450 w 8572500"/>
              <a:gd name="csY20" fmla="*/ 171450 h 819150"/>
              <a:gd name="csX21" fmla="*/ 8181975 w 8572500"/>
              <a:gd name="csY21" fmla="*/ 57150 h 819150"/>
              <a:gd name="csX22" fmla="*/ 8572500 w 8572500"/>
              <a:gd name="csY22" fmla="*/ 28575 h 819150"/>
              <a:gd name="csX23" fmla="*/ 8572500 w 8572500"/>
              <a:gd name="csY23" fmla="*/ 819150 h 819150"/>
              <a:gd name="csX24" fmla="*/ 8181975 w 8572500"/>
              <a:gd name="csY24" fmla="*/ 819150 h 819150"/>
              <a:gd name="csX25" fmla="*/ 7791450 w 8572500"/>
              <a:gd name="csY25" fmla="*/ 819150 h 819150"/>
              <a:gd name="csX26" fmla="*/ 7400925 w 8572500"/>
              <a:gd name="csY26" fmla="*/ 819150 h 819150"/>
              <a:gd name="csX27" fmla="*/ 7010400 w 8572500"/>
              <a:gd name="csY27" fmla="*/ 819150 h 819150"/>
              <a:gd name="csX28" fmla="*/ 6619875 w 8572500"/>
              <a:gd name="csY28" fmla="*/ 819150 h 819150"/>
              <a:gd name="csX29" fmla="*/ 6238875 w 8572500"/>
              <a:gd name="csY29" fmla="*/ 819150 h 819150"/>
              <a:gd name="csX30" fmla="*/ 5848350 w 8572500"/>
              <a:gd name="csY30" fmla="*/ 819150 h 819150"/>
              <a:gd name="csX31" fmla="*/ 5457825 w 8572500"/>
              <a:gd name="csY31" fmla="*/ 819150 h 819150"/>
              <a:gd name="csX32" fmla="*/ 5067300 w 8572500"/>
              <a:gd name="csY32" fmla="*/ 819150 h 819150"/>
              <a:gd name="csX33" fmla="*/ 4676775 w 8572500"/>
              <a:gd name="csY33" fmla="*/ 819150 h 819150"/>
              <a:gd name="csX34" fmla="*/ 4286250 w 8572500"/>
              <a:gd name="csY34" fmla="*/ 819150 h 819150"/>
              <a:gd name="csX35" fmla="*/ 3895725 w 8572500"/>
              <a:gd name="csY35" fmla="*/ 819150 h 819150"/>
              <a:gd name="csX36" fmla="*/ 3505200 w 8572500"/>
              <a:gd name="csY36" fmla="*/ 819150 h 819150"/>
              <a:gd name="csX37" fmla="*/ 3114675 w 8572500"/>
              <a:gd name="csY37" fmla="*/ 819150 h 819150"/>
              <a:gd name="csX38" fmla="*/ 2724150 w 8572500"/>
              <a:gd name="csY38" fmla="*/ 819150 h 819150"/>
              <a:gd name="csX39" fmla="*/ 2333625 w 8572500"/>
              <a:gd name="csY39" fmla="*/ 819150 h 819150"/>
              <a:gd name="csX40" fmla="*/ 1952625 w 8572500"/>
              <a:gd name="csY40" fmla="*/ 819150 h 819150"/>
              <a:gd name="csX41" fmla="*/ 1562100 w 8572500"/>
              <a:gd name="csY41" fmla="*/ 819150 h 819150"/>
              <a:gd name="csX42" fmla="*/ 1171575 w 8572500"/>
              <a:gd name="csY42" fmla="*/ 819150 h 819150"/>
              <a:gd name="csX43" fmla="*/ 781050 w 8572500"/>
              <a:gd name="csY43" fmla="*/ 819150 h 819150"/>
              <a:gd name="csX44" fmla="*/ 390525 w 8572500"/>
              <a:gd name="csY44" fmla="*/ 819150 h 819150"/>
              <a:gd name="csX45" fmla="*/ 0 w 8572500"/>
              <a:gd name="csY45" fmla="*/ 819150 h 8191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819150">
                <a:moveTo>
                  <a:pt x="0" y="38100"/>
                </a:moveTo>
                <a:lnTo>
                  <a:pt x="390525" y="95250"/>
                </a:lnTo>
                <a:lnTo>
                  <a:pt x="781050" y="66675"/>
                </a:lnTo>
                <a:lnTo>
                  <a:pt x="1171575" y="19050"/>
                </a:lnTo>
                <a:lnTo>
                  <a:pt x="1562100" y="142875"/>
                </a:lnTo>
                <a:lnTo>
                  <a:pt x="1952625" y="161925"/>
                </a:lnTo>
                <a:lnTo>
                  <a:pt x="2333625" y="47625"/>
                </a:lnTo>
                <a:lnTo>
                  <a:pt x="2724150" y="123825"/>
                </a:lnTo>
                <a:lnTo>
                  <a:pt x="3114675" y="95250"/>
                </a:lnTo>
                <a:lnTo>
                  <a:pt x="3505200" y="190500"/>
                </a:lnTo>
                <a:lnTo>
                  <a:pt x="3895725" y="142875"/>
                </a:lnTo>
                <a:lnTo>
                  <a:pt x="4286250" y="28575"/>
                </a:lnTo>
                <a:lnTo>
                  <a:pt x="4676775" y="190500"/>
                </a:lnTo>
                <a:lnTo>
                  <a:pt x="5067300" y="142875"/>
                </a:lnTo>
                <a:lnTo>
                  <a:pt x="5457825" y="0"/>
                </a:lnTo>
                <a:lnTo>
                  <a:pt x="5848350" y="47625"/>
                </a:lnTo>
                <a:lnTo>
                  <a:pt x="6238875" y="142875"/>
                </a:lnTo>
                <a:lnTo>
                  <a:pt x="6619875" y="57150"/>
                </a:lnTo>
                <a:lnTo>
                  <a:pt x="7010400" y="114300"/>
                </a:lnTo>
                <a:lnTo>
                  <a:pt x="7400925" y="66675"/>
                </a:lnTo>
                <a:lnTo>
                  <a:pt x="7791450" y="171450"/>
                </a:lnTo>
                <a:lnTo>
                  <a:pt x="8181975" y="57150"/>
                </a:lnTo>
                <a:lnTo>
                  <a:pt x="8572500" y="28575"/>
                </a:lnTo>
                <a:lnTo>
                  <a:pt x="8572500" y="819150"/>
                </a:lnTo>
                <a:lnTo>
                  <a:pt x="8181975" y="819150"/>
                </a:lnTo>
                <a:lnTo>
                  <a:pt x="7791450" y="819150"/>
                </a:lnTo>
                <a:lnTo>
                  <a:pt x="7400925" y="819150"/>
                </a:lnTo>
                <a:lnTo>
                  <a:pt x="7010400" y="819150"/>
                </a:lnTo>
                <a:lnTo>
                  <a:pt x="6619875" y="819150"/>
                </a:lnTo>
                <a:lnTo>
                  <a:pt x="6238875" y="819150"/>
                </a:lnTo>
                <a:lnTo>
                  <a:pt x="5848350" y="819150"/>
                </a:lnTo>
                <a:lnTo>
                  <a:pt x="5457825" y="819150"/>
                </a:lnTo>
                <a:lnTo>
                  <a:pt x="5067300" y="819150"/>
                </a:lnTo>
                <a:lnTo>
                  <a:pt x="4676775" y="819150"/>
                </a:lnTo>
                <a:lnTo>
                  <a:pt x="4286250" y="819150"/>
                </a:lnTo>
                <a:lnTo>
                  <a:pt x="3895725" y="819150"/>
                </a:lnTo>
                <a:lnTo>
                  <a:pt x="3505200" y="819150"/>
                </a:lnTo>
                <a:lnTo>
                  <a:pt x="3114675" y="819150"/>
                </a:lnTo>
                <a:lnTo>
                  <a:pt x="2724150" y="819150"/>
                </a:lnTo>
                <a:lnTo>
                  <a:pt x="2333625" y="819150"/>
                </a:lnTo>
                <a:lnTo>
                  <a:pt x="1952625" y="819150"/>
                </a:lnTo>
                <a:lnTo>
                  <a:pt x="1562100" y="819150"/>
                </a:lnTo>
                <a:lnTo>
                  <a:pt x="1171575" y="819150"/>
                </a:lnTo>
                <a:lnTo>
                  <a:pt x="781050" y="819150"/>
                </a:lnTo>
                <a:lnTo>
                  <a:pt x="390525" y="819150"/>
                </a:lnTo>
                <a:lnTo>
                  <a:pt x="0" y="819150"/>
                </a:lnTo>
                <a:close/>
              </a:path>
            </a:pathLst>
          </a:custGeom>
          <a:solidFill>
            <a:schemeClr val="accent2">
              <a:lumMod val="40000"/>
              <a:lumOff val="60000"/>
            </a:schemeClr>
          </a:solidFill>
          <a:ln w="9525" cap="flat">
            <a:noFill/>
            <a:prstDash val="solid"/>
            <a:miter/>
          </a:ln>
        </p:spPr>
        <p:txBody>
          <a:bodyPr/>
          <a:lstStyle/>
          <a:p>
            <a:endParaRPr lang="en-US"/>
          </a:p>
        </p:txBody>
      </p:sp>
      <p:sp>
        <p:nvSpPr>
          <p:cNvPr id="222" name="Freeform: Shape 221">
            <a:extLst>
              <a:ext uri="{FF2B5EF4-FFF2-40B4-BE49-F238E27FC236}">
                <a16:creationId xmlns:a16="http://schemas.microsoft.com/office/drawing/2014/main" id="{7D253C8B-2272-380D-462B-01D77F2D510C}"/>
              </a:ext>
            </a:extLst>
          </p:cNvPr>
          <p:cNvSpPr/>
          <p:nvPr/>
        </p:nvSpPr>
        <p:spPr>
          <a:xfrm rot="10800000">
            <a:off x="-19895" y="-1871985"/>
            <a:ext cx="12192000" cy="1190317"/>
          </a:xfrm>
          <a:custGeom>
            <a:avLst/>
            <a:gdLst>
              <a:gd name="csX0" fmla="*/ 0 w 8572500"/>
              <a:gd name="csY0" fmla="*/ 76200 h 638175"/>
              <a:gd name="csX1" fmla="*/ 390525 w 8572500"/>
              <a:gd name="csY1" fmla="*/ 9525 h 638175"/>
              <a:gd name="csX2" fmla="*/ 781050 w 8572500"/>
              <a:gd name="csY2" fmla="*/ 123825 h 638175"/>
              <a:gd name="csX3" fmla="*/ 1171575 w 8572500"/>
              <a:gd name="csY3" fmla="*/ 142875 h 638175"/>
              <a:gd name="csX4" fmla="*/ 1562100 w 8572500"/>
              <a:gd name="csY4" fmla="*/ 76200 h 638175"/>
              <a:gd name="csX5" fmla="*/ 1952625 w 8572500"/>
              <a:gd name="csY5" fmla="*/ 76200 h 638175"/>
              <a:gd name="csX6" fmla="*/ 2333625 w 8572500"/>
              <a:gd name="csY6" fmla="*/ 171450 h 638175"/>
              <a:gd name="csX7" fmla="*/ 2724150 w 8572500"/>
              <a:gd name="csY7" fmla="*/ 76200 h 638175"/>
              <a:gd name="csX8" fmla="*/ 3114675 w 8572500"/>
              <a:gd name="csY8" fmla="*/ 123825 h 638175"/>
              <a:gd name="csX9" fmla="*/ 3505200 w 8572500"/>
              <a:gd name="csY9" fmla="*/ 142875 h 638175"/>
              <a:gd name="csX10" fmla="*/ 3895725 w 8572500"/>
              <a:gd name="csY10" fmla="*/ 19050 h 638175"/>
              <a:gd name="csX11" fmla="*/ 4286250 w 8572500"/>
              <a:gd name="csY11" fmla="*/ 123825 h 638175"/>
              <a:gd name="csX12" fmla="*/ 4676775 w 8572500"/>
              <a:gd name="csY12" fmla="*/ 142875 h 638175"/>
              <a:gd name="csX13" fmla="*/ 5067300 w 8572500"/>
              <a:gd name="csY13" fmla="*/ 152400 h 638175"/>
              <a:gd name="csX14" fmla="*/ 5457825 w 8572500"/>
              <a:gd name="csY14" fmla="*/ 133350 h 638175"/>
              <a:gd name="csX15" fmla="*/ 5848350 w 8572500"/>
              <a:gd name="csY15" fmla="*/ 0 h 638175"/>
              <a:gd name="csX16" fmla="*/ 6238875 w 8572500"/>
              <a:gd name="csY16" fmla="*/ 66675 h 638175"/>
              <a:gd name="csX17" fmla="*/ 6619875 w 8572500"/>
              <a:gd name="csY17" fmla="*/ 28575 h 638175"/>
              <a:gd name="csX18" fmla="*/ 7010400 w 8572500"/>
              <a:gd name="csY18" fmla="*/ 28575 h 638175"/>
              <a:gd name="csX19" fmla="*/ 7400925 w 8572500"/>
              <a:gd name="csY19" fmla="*/ 47625 h 638175"/>
              <a:gd name="csX20" fmla="*/ 7791450 w 8572500"/>
              <a:gd name="csY20" fmla="*/ 161925 h 638175"/>
              <a:gd name="csX21" fmla="*/ 8181975 w 8572500"/>
              <a:gd name="csY21" fmla="*/ 47625 h 638175"/>
              <a:gd name="csX22" fmla="*/ 8572500 w 8572500"/>
              <a:gd name="csY22" fmla="*/ 47625 h 638175"/>
              <a:gd name="csX23" fmla="*/ 8572500 w 8572500"/>
              <a:gd name="csY23" fmla="*/ 638175 h 638175"/>
              <a:gd name="csX24" fmla="*/ 8181975 w 8572500"/>
              <a:gd name="csY24" fmla="*/ 638175 h 638175"/>
              <a:gd name="csX25" fmla="*/ 7791450 w 8572500"/>
              <a:gd name="csY25" fmla="*/ 638175 h 638175"/>
              <a:gd name="csX26" fmla="*/ 7400925 w 8572500"/>
              <a:gd name="csY26" fmla="*/ 638175 h 638175"/>
              <a:gd name="csX27" fmla="*/ 7010400 w 8572500"/>
              <a:gd name="csY27" fmla="*/ 638175 h 638175"/>
              <a:gd name="csX28" fmla="*/ 6619875 w 8572500"/>
              <a:gd name="csY28" fmla="*/ 638175 h 638175"/>
              <a:gd name="csX29" fmla="*/ 6238875 w 8572500"/>
              <a:gd name="csY29" fmla="*/ 638175 h 638175"/>
              <a:gd name="csX30" fmla="*/ 5848350 w 8572500"/>
              <a:gd name="csY30" fmla="*/ 638175 h 638175"/>
              <a:gd name="csX31" fmla="*/ 5457825 w 8572500"/>
              <a:gd name="csY31" fmla="*/ 638175 h 638175"/>
              <a:gd name="csX32" fmla="*/ 5067300 w 8572500"/>
              <a:gd name="csY32" fmla="*/ 638175 h 638175"/>
              <a:gd name="csX33" fmla="*/ 4676775 w 8572500"/>
              <a:gd name="csY33" fmla="*/ 638175 h 638175"/>
              <a:gd name="csX34" fmla="*/ 4286250 w 8572500"/>
              <a:gd name="csY34" fmla="*/ 638175 h 638175"/>
              <a:gd name="csX35" fmla="*/ 3895725 w 8572500"/>
              <a:gd name="csY35" fmla="*/ 638175 h 638175"/>
              <a:gd name="csX36" fmla="*/ 3505200 w 8572500"/>
              <a:gd name="csY36" fmla="*/ 638175 h 638175"/>
              <a:gd name="csX37" fmla="*/ 3114675 w 8572500"/>
              <a:gd name="csY37" fmla="*/ 638175 h 638175"/>
              <a:gd name="csX38" fmla="*/ 2724150 w 8572500"/>
              <a:gd name="csY38" fmla="*/ 638175 h 638175"/>
              <a:gd name="csX39" fmla="*/ 2333625 w 8572500"/>
              <a:gd name="csY39" fmla="*/ 638175 h 638175"/>
              <a:gd name="csX40" fmla="*/ 1952625 w 8572500"/>
              <a:gd name="csY40" fmla="*/ 638175 h 638175"/>
              <a:gd name="csX41" fmla="*/ 1562100 w 8572500"/>
              <a:gd name="csY41" fmla="*/ 638175 h 638175"/>
              <a:gd name="csX42" fmla="*/ 1171575 w 8572500"/>
              <a:gd name="csY42" fmla="*/ 638175 h 638175"/>
              <a:gd name="csX43" fmla="*/ 781050 w 8572500"/>
              <a:gd name="csY43" fmla="*/ 638175 h 638175"/>
              <a:gd name="csX44" fmla="*/ 390525 w 8572500"/>
              <a:gd name="csY44" fmla="*/ 638175 h 638175"/>
              <a:gd name="csX45" fmla="*/ 0 w 8572500"/>
              <a:gd name="csY45" fmla="*/ 638175 h 6381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638175">
                <a:moveTo>
                  <a:pt x="0" y="76200"/>
                </a:moveTo>
                <a:lnTo>
                  <a:pt x="390525" y="9525"/>
                </a:lnTo>
                <a:lnTo>
                  <a:pt x="781050" y="123825"/>
                </a:lnTo>
                <a:lnTo>
                  <a:pt x="1171575" y="142875"/>
                </a:lnTo>
                <a:lnTo>
                  <a:pt x="1562100" y="76200"/>
                </a:lnTo>
                <a:lnTo>
                  <a:pt x="1952625" y="76200"/>
                </a:lnTo>
                <a:lnTo>
                  <a:pt x="2333625" y="171450"/>
                </a:lnTo>
                <a:lnTo>
                  <a:pt x="2724150" y="76200"/>
                </a:lnTo>
                <a:lnTo>
                  <a:pt x="3114675" y="123825"/>
                </a:lnTo>
                <a:lnTo>
                  <a:pt x="3505200" y="142875"/>
                </a:lnTo>
                <a:lnTo>
                  <a:pt x="3895725" y="19050"/>
                </a:lnTo>
                <a:lnTo>
                  <a:pt x="4286250" y="123825"/>
                </a:lnTo>
                <a:lnTo>
                  <a:pt x="4676775" y="142875"/>
                </a:lnTo>
                <a:lnTo>
                  <a:pt x="5067300" y="152400"/>
                </a:lnTo>
                <a:lnTo>
                  <a:pt x="5457825" y="133350"/>
                </a:lnTo>
                <a:lnTo>
                  <a:pt x="5848350" y="0"/>
                </a:lnTo>
                <a:lnTo>
                  <a:pt x="6238875" y="66675"/>
                </a:lnTo>
                <a:lnTo>
                  <a:pt x="6619875" y="28575"/>
                </a:lnTo>
                <a:lnTo>
                  <a:pt x="7010400" y="28575"/>
                </a:lnTo>
                <a:lnTo>
                  <a:pt x="7400925" y="47625"/>
                </a:lnTo>
                <a:lnTo>
                  <a:pt x="7791450" y="161925"/>
                </a:lnTo>
                <a:lnTo>
                  <a:pt x="8181975" y="47625"/>
                </a:lnTo>
                <a:lnTo>
                  <a:pt x="8572500" y="47625"/>
                </a:lnTo>
                <a:lnTo>
                  <a:pt x="8572500" y="638175"/>
                </a:lnTo>
                <a:lnTo>
                  <a:pt x="8181975" y="638175"/>
                </a:lnTo>
                <a:lnTo>
                  <a:pt x="7791450" y="638175"/>
                </a:lnTo>
                <a:lnTo>
                  <a:pt x="7400925" y="638175"/>
                </a:lnTo>
                <a:lnTo>
                  <a:pt x="7010400" y="638175"/>
                </a:lnTo>
                <a:lnTo>
                  <a:pt x="6619875" y="638175"/>
                </a:lnTo>
                <a:lnTo>
                  <a:pt x="6238875" y="638175"/>
                </a:lnTo>
                <a:lnTo>
                  <a:pt x="5848350" y="638175"/>
                </a:lnTo>
                <a:lnTo>
                  <a:pt x="5457825" y="638175"/>
                </a:lnTo>
                <a:lnTo>
                  <a:pt x="5067300" y="638175"/>
                </a:lnTo>
                <a:lnTo>
                  <a:pt x="4676775" y="638175"/>
                </a:lnTo>
                <a:lnTo>
                  <a:pt x="4286250" y="638175"/>
                </a:lnTo>
                <a:lnTo>
                  <a:pt x="3895725" y="638175"/>
                </a:lnTo>
                <a:lnTo>
                  <a:pt x="3505200" y="638175"/>
                </a:lnTo>
                <a:lnTo>
                  <a:pt x="3114675" y="638175"/>
                </a:lnTo>
                <a:lnTo>
                  <a:pt x="2724150" y="638175"/>
                </a:lnTo>
                <a:lnTo>
                  <a:pt x="2333625" y="638175"/>
                </a:lnTo>
                <a:lnTo>
                  <a:pt x="1952625" y="638175"/>
                </a:lnTo>
                <a:lnTo>
                  <a:pt x="1562100" y="638175"/>
                </a:lnTo>
                <a:lnTo>
                  <a:pt x="1171575" y="638175"/>
                </a:lnTo>
                <a:lnTo>
                  <a:pt x="781050" y="638175"/>
                </a:lnTo>
                <a:lnTo>
                  <a:pt x="390525" y="638175"/>
                </a:lnTo>
                <a:lnTo>
                  <a:pt x="0" y="638175"/>
                </a:lnTo>
                <a:close/>
              </a:path>
            </a:pathLst>
          </a:custGeom>
          <a:solidFill>
            <a:schemeClr val="accent2">
              <a:lumMod val="60000"/>
              <a:lumOff val="40000"/>
            </a:schemeClr>
          </a:solidFill>
          <a:ln w="9525" cap="flat">
            <a:noFill/>
            <a:prstDash val="solid"/>
            <a:miter/>
          </a:ln>
        </p:spPr>
        <p:txBody>
          <a:bodyPr/>
          <a:lstStyle/>
          <a:p>
            <a:endParaRPr lang="en-US"/>
          </a:p>
        </p:txBody>
      </p:sp>
      <p:sp>
        <p:nvSpPr>
          <p:cNvPr id="223" name="Freeform: Shape 222">
            <a:extLst>
              <a:ext uri="{FF2B5EF4-FFF2-40B4-BE49-F238E27FC236}">
                <a16:creationId xmlns:a16="http://schemas.microsoft.com/office/drawing/2014/main" id="{4A8AC717-1C6D-607F-B1EC-67F60F14CC93}"/>
              </a:ext>
            </a:extLst>
          </p:cNvPr>
          <p:cNvSpPr/>
          <p:nvPr/>
        </p:nvSpPr>
        <p:spPr>
          <a:xfrm rot="10800000">
            <a:off x="-19895" y="-2143694"/>
            <a:ext cx="12192000" cy="870530"/>
          </a:xfrm>
          <a:custGeom>
            <a:avLst/>
            <a:gdLst>
              <a:gd name="csX0" fmla="*/ 0 w 8572500"/>
              <a:gd name="csY0" fmla="*/ 152400 h 466725"/>
              <a:gd name="csX1" fmla="*/ 390525 w 8572500"/>
              <a:gd name="csY1" fmla="*/ 104775 h 466725"/>
              <a:gd name="csX2" fmla="*/ 781050 w 8572500"/>
              <a:gd name="csY2" fmla="*/ 57150 h 466725"/>
              <a:gd name="csX3" fmla="*/ 1171575 w 8572500"/>
              <a:gd name="csY3" fmla="*/ 28575 h 466725"/>
              <a:gd name="csX4" fmla="*/ 1562100 w 8572500"/>
              <a:gd name="csY4" fmla="*/ 123825 h 466725"/>
              <a:gd name="csX5" fmla="*/ 1952625 w 8572500"/>
              <a:gd name="csY5" fmla="*/ 133350 h 466725"/>
              <a:gd name="csX6" fmla="*/ 2333625 w 8572500"/>
              <a:gd name="csY6" fmla="*/ 9525 h 466725"/>
              <a:gd name="csX7" fmla="*/ 2724150 w 8572500"/>
              <a:gd name="csY7" fmla="*/ 57150 h 466725"/>
              <a:gd name="csX8" fmla="*/ 3114675 w 8572500"/>
              <a:gd name="csY8" fmla="*/ 28575 h 466725"/>
              <a:gd name="csX9" fmla="*/ 3505200 w 8572500"/>
              <a:gd name="csY9" fmla="*/ 171450 h 466725"/>
              <a:gd name="csX10" fmla="*/ 3895725 w 8572500"/>
              <a:gd name="csY10" fmla="*/ 152400 h 466725"/>
              <a:gd name="csX11" fmla="*/ 4286250 w 8572500"/>
              <a:gd name="csY11" fmla="*/ 161925 h 466725"/>
              <a:gd name="csX12" fmla="*/ 4676775 w 8572500"/>
              <a:gd name="csY12" fmla="*/ 95250 h 466725"/>
              <a:gd name="csX13" fmla="*/ 5067300 w 8572500"/>
              <a:gd name="csY13" fmla="*/ 171450 h 466725"/>
              <a:gd name="csX14" fmla="*/ 5457825 w 8572500"/>
              <a:gd name="csY14" fmla="*/ 114300 h 466725"/>
              <a:gd name="csX15" fmla="*/ 5848350 w 8572500"/>
              <a:gd name="csY15" fmla="*/ 95250 h 466725"/>
              <a:gd name="csX16" fmla="*/ 6238875 w 8572500"/>
              <a:gd name="csY16" fmla="*/ 104775 h 466725"/>
              <a:gd name="csX17" fmla="*/ 6619875 w 8572500"/>
              <a:gd name="csY17" fmla="*/ 152400 h 466725"/>
              <a:gd name="csX18" fmla="*/ 7010400 w 8572500"/>
              <a:gd name="csY18" fmla="*/ 95250 h 466725"/>
              <a:gd name="csX19" fmla="*/ 7400925 w 8572500"/>
              <a:gd name="csY19" fmla="*/ 28575 h 466725"/>
              <a:gd name="csX20" fmla="*/ 7791450 w 8572500"/>
              <a:gd name="csY20" fmla="*/ 123825 h 466725"/>
              <a:gd name="csX21" fmla="*/ 8181975 w 8572500"/>
              <a:gd name="csY21" fmla="*/ 0 h 466725"/>
              <a:gd name="csX22" fmla="*/ 8572500 w 8572500"/>
              <a:gd name="csY22" fmla="*/ 85725 h 466725"/>
              <a:gd name="csX23" fmla="*/ 8572500 w 8572500"/>
              <a:gd name="csY23" fmla="*/ 466725 h 466725"/>
              <a:gd name="csX24" fmla="*/ 8181975 w 8572500"/>
              <a:gd name="csY24" fmla="*/ 466725 h 466725"/>
              <a:gd name="csX25" fmla="*/ 7791450 w 8572500"/>
              <a:gd name="csY25" fmla="*/ 466725 h 466725"/>
              <a:gd name="csX26" fmla="*/ 7400925 w 8572500"/>
              <a:gd name="csY26" fmla="*/ 466725 h 466725"/>
              <a:gd name="csX27" fmla="*/ 7010400 w 8572500"/>
              <a:gd name="csY27" fmla="*/ 466725 h 466725"/>
              <a:gd name="csX28" fmla="*/ 6619875 w 8572500"/>
              <a:gd name="csY28" fmla="*/ 466725 h 466725"/>
              <a:gd name="csX29" fmla="*/ 6238875 w 8572500"/>
              <a:gd name="csY29" fmla="*/ 466725 h 466725"/>
              <a:gd name="csX30" fmla="*/ 5848350 w 8572500"/>
              <a:gd name="csY30" fmla="*/ 466725 h 466725"/>
              <a:gd name="csX31" fmla="*/ 5457825 w 8572500"/>
              <a:gd name="csY31" fmla="*/ 466725 h 466725"/>
              <a:gd name="csX32" fmla="*/ 5067300 w 8572500"/>
              <a:gd name="csY32" fmla="*/ 466725 h 466725"/>
              <a:gd name="csX33" fmla="*/ 4676775 w 8572500"/>
              <a:gd name="csY33" fmla="*/ 466725 h 466725"/>
              <a:gd name="csX34" fmla="*/ 4286250 w 8572500"/>
              <a:gd name="csY34" fmla="*/ 466725 h 466725"/>
              <a:gd name="csX35" fmla="*/ 3895725 w 8572500"/>
              <a:gd name="csY35" fmla="*/ 466725 h 466725"/>
              <a:gd name="csX36" fmla="*/ 3505200 w 8572500"/>
              <a:gd name="csY36" fmla="*/ 466725 h 466725"/>
              <a:gd name="csX37" fmla="*/ 3114675 w 8572500"/>
              <a:gd name="csY37" fmla="*/ 466725 h 466725"/>
              <a:gd name="csX38" fmla="*/ 2724150 w 8572500"/>
              <a:gd name="csY38" fmla="*/ 466725 h 466725"/>
              <a:gd name="csX39" fmla="*/ 2333625 w 8572500"/>
              <a:gd name="csY39" fmla="*/ 466725 h 466725"/>
              <a:gd name="csX40" fmla="*/ 1952625 w 8572500"/>
              <a:gd name="csY40" fmla="*/ 466725 h 466725"/>
              <a:gd name="csX41" fmla="*/ 1562100 w 8572500"/>
              <a:gd name="csY41" fmla="*/ 466725 h 466725"/>
              <a:gd name="csX42" fmla="*/ 1171575 w 8572500"/>
              <a:gd name="csY42" fmla="*/ 466725 h 466725"/>
              <a:gd name="csX43" fmla="*/ 781050 w 8572500"/>
              <a:gd name="csY43" fmla="*/ 466725 h 466725"/>
              <a:gd name="csX44" fmla="*/ 390525 w 8572500"/>
              <a:gd name="csY44" fmla="*/ 466725 h 466725"/>
              <a:gd name="csX45" fmla="*/ 0 w 8572500"/>
              <a:gd name="csY45" fmla="*/ 466725 h 4667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466725">
                <a:moveTo>
                  <a:pt x="0" y="152400"/>
                </a:moveTo>
                <a:lnTo>
                  <a:pt x="390525" y="104775"/>
                </a:lnTo>
                <a:lnTo>
                  <a:pt x="781050" y="57150"/>
                </a:lnTo>
                <a:lnTo>
                  <a:pt x="1171575" y="28575"/>
                </a:lnTo>
                <a:lnTo>
                  <a:pt x="1562100" y="123825"/>
                </a:lnTo>
                <a:lnTo>
                  <a:pt x="1952625" y="133350"/>
                </a:lnTo>
                <a:lnTo>
                  <a:pt x="2333625" y="9525"/>
                </a:lnTo>
                <a:lnTo>
                  <a:pt x="2724150" y="57150"/>
                </a:lnTo>
                <a:lnTo>
                  <a:pt x="3114675" y="28575"/>
                </a:lnTo>
                <a:lnTo>
                  <a:pt x="3505200" y="171450"/>
                </a:lnTo>
                <a:lnTo>
                  <a:pt x="3895725" y="152400"/>
                </a:lnTo>
                <a:lnTo>
                  <a:pt x="4286250" y="161925"/>
                </a:lnTo>
                <a:lnTo>
                  <a:pt x="4676775" y="95250"/>
                </a:lnTo>
                <a:lnTo>
                  <a:pt x="5067300" y="171450"/>
                </a:lnTo>
                <a:lnTo>
                  <a:pt x="5457825" y="114300"/>
                </a:lnTo>
                <a:lnTo>
                  <a:pt x="5848350" y="95250"/>
                </a:lnTo>
                <a:lnTo>
                  <a:pt x="6238875" y="104775"/>
                </a:lnTo>
                <a:lnTo>
                  <a:pt x="6619875" y="152400"/>
                </a:lnTo>
                <a:lnTo>
                  <a:pt x="7010400" y="95250"/>
                </a:lnTo>
                <a:lnTo>
                  <a:pt x="7400925" y="28575"/>
                </a:lnTo>
                <a:lnTo>
                  <a:pt x="7791450" y="123825"/>
                </a:lnTo>
                <a:lnTo>
                  <a:pt x="8181975" y="0"/>
                </a:lnTo>
                <a:lnTo>
                  <a:pt x="8572500" y="85725"/>
                </a:lnTo>
                <a:lnTo>
                  <a:pt x="8572500" y="466725"/>
                </a:lnTo>
                <a:lnTo>
                  <a:pt x="8181975" y="466725"/>
                </a:lnTo>
                <a:lnTo>
                  <a:pt x="7791450" y="466725"/>
                </a:lnTo>
                <a:lnTo>
                  <a:pt x="7400925" y="466725"/>
                </a:lnTo>
                <a:lnTo>
                  <a:pt x="7010400" y="466725"/>
                </a:lnTo>
                <a:lnTo>
                  <a:pt x="6619875" y="466725"/>
                </a:lnTo>
                <a:lnTo>
                  <a:pt x="6238875" y="466725"/>
                </a:lnTo>
                <a:lnTo>
                  <a:pt x="5848350" y="466725"/>
                </a:lnTo>
                <a:lnTo>
                  <a:pt x="5457825" y="466725"/>
                </a:lnTo>
                <a:lnTo>
                  <a:pt x="5067300" y="466725"/>
                </a:lnTo>
                <a:lnTo>
                  <a:pt x="4676775" y="466725"/>
                </a:lnTo>
                <a:lnTo>
                  <a:pt x="4286250" y="466725"/>
                </a:lnTo>
                <a:lnTo>
                  <a:pt x="3895725" y="466725"/>
                </a:lnTo>
                <a:lnTo>
                  <a:pt x="3505200" y="466725"/>
                </a:lnTo>
                <a:lnTo>
                  <a:pt x="3114675" y="466725"/>
                </a:lnTo>
                <a:lnTo>
                  <a:pt x="2724150" y="466725"/>
                </a:lnTo>
                <a:lnTo>
                  <a:pt x="2333625" y="466725"/>
                </a:lnTo>
                <a:lnTo>
                  <a:pt x="1952625" y="466725"/>
                </a:lnTo>
                <a:lnTo>
                  <a:pt x="1562100" y="466725"/>
                </a:lnTo>
                <a:lnTo>
                  <a:pt x="1171575" y="466725"/>
                </a:lnTo>
                <a:lnTo>
                  <a:pt x="781050" y="466725"/>
                </a:lnTo>
                <a:lnTo>
                  <a:pt x="390525" y="466725"/>
                </a:lnTo>
                <a:lnTo>
                  <a:pt x="0" y="466725"/>
                </a:lnTo>
                <a:close/>
              </a:path>
            </a:pathLst>
          </a:custGeom>
          <a:solidFill>
            <a:schemeClr val="accent2"/>
          </a:solidFill>
          <a:ln w="9525" cap="flat">
            <a:noFill/>
            <a:prstDash val="solid"/>
            <a:miter/>
          </a:ln>
        </p:spPr>
        <p:txBody>
          <a:bodyPr/>
          <a:lstStyle/>
          <a:p>
            <a:endParaRPr lang="en-US"/>
          </a:p>
        </p:txBody>
      </p:sp>
      <p:cxnSp>
        <p:nvCxnSpPr>
          <p:cNvPr id="228" name="Straight Connector 227">
            <a:extLst>
              <a:ext uri="{FF2B5EF4-FFF2-40B4-BE49-F238E27FC236}">
                <a16:creationId xmlns:a16="http://schemas.microsoft.com/office/drawing/2014/main" id="{41081888-9021-B049-7293-B48BA457D68B}"/>
              </a:ext>
            </a:extLst>
          </p:cNvPr>
          <p:cNvCxnSpPr>
            <a:cxnSpLocks/>
          </p:cNvCxnSpPr>
          <p:nvPr/>
        </p:nvCxnSpPr>
        <p:spPr>
          <a:xfrm>
            <a:off x="952500" y="1384300"/>
            <a:ext cx="3793671" cy="0"/>
          </a:xfrm>
          <a:prstGeom prst="line">
            <a:avLst/>
          </a:prstGeom>
        </p:spPr>
        <p:style>
          <a:lnRef idx="2">
            <a:schemeClr val="accent1"/>
          </a:lnRef>
          <a:fillRef idx="0">
            <a:schemeClr val="accent1"/>
          </a:fillRef>
          <a:effectRef idx="1">
            <a:schemeClr val="accent1"/>
          </a:effectRef>
          <a:fontRef idx="minor">
            <a:schemeClr val="tx1"/>
          </a:fontRef>
        </p:style>
      </p:cxnSp>
      <p:grpSp>
        <p:nvGrpSpPr>
          <p:cNvPr id="6" name="Group 5">
            <a:extLst>
              <a:ext uri="{FF2B5EF4-FFF2-40B4-BE49-F238E27FC236}">
                <a16:creationId xmlns:a16="http://schemas.microsoft.com/office/drawing/2014/main" id="{30155EDF-A496-1232-1830-9158E2DAC4D4}"/>
              </a:ext>
            </a:extLst>
          </p:cNvPr>
          <p:cNvGrpSpPr/>
          <p:nvPr/>
        </p:nvGrpSpPr>
        <p:grpSpPr>
          <a:xfrm>
            <a:off x="952500" y="5698218"/>
            <a:ext cx="24384000" cy="1589314"/>
            <a:chOff x="0" y="5268686"/>
            <a:chExt cx="24384000" cy="1589314"/>
          </a:xfrm>
        </p:grpSpPr>
        <p:sp>
          <p:nvSpPr>
            <p:cNvPr id="7" name="Freeform: Shape 6">
              <a:extLst>
                <a:ext uri="{FF2B5EF4-FFF2-40B4-BE49-F238E27FC236}">
                  <a16:creationId xmlns:a16="http://schemas.microsoft.com/office/drawing/2014/main" id="{20FE3165-4771-41B1-FAAD-13A5CFCBD9D9}"/>
                </a:ext>
              </a:extLst>
            </p:cNvPr>
            <p:cNvSpPr/>
            <p:nvPr/>
          </p:nvSpPr>
          <p:spPr>
            <a:xfrm>
              <a:off x="0" y="5268686"/>
              <a:ext cx="12192000" cy="1589314"/>
            </a:xfrm>
            <a:custGeom>
              <a:avLst/>
              <a:gdLst>
                <a:gd name="csX0" fmla="*/ 0 w 8572500"/>
                <a:gd name="csY0" fmla="*/ 9525 h 990600"/>
                <a:gd name="csX1" fmla="*/ 390525 w 8572500"/>
                <a:gd name="csY1" fmla="*/ 38100 h 990600"/>
                <a:gd name="csX2" fmla="*/ 781050 w 8572500"/>
                <a:gd name="csY2" fmla="*/ 0 h 990600"/>
                <a:gd name="csX3" fmla="*/ 1171575 w 8572500"/>
                <a:gd name="csY3" fmla="*/ 28575 h 990600"/>
                <a:gd name="csX4" fmla="*/ 1562100 w 8572500"/>
                <a:gd name="csY4" fmla="*/ 9525 h 990600"/>
                <a:gd name="csX5" fmla="*/ 1952625 w 8572500"/>
                <a:gd name="csY5" fmla="*/ 38100 h 990600"/>
                <a:gd name="csX6" fmla="*/ 2333625 w 8572500"/>
                <a:gd name="csY6" fmla="*/ 19050 h 990600"/>
                <a:gd name="csX7" fmla="*/ 2724150 w 8572500"/>
                <a:gd name="csY7" fmla="*/ 104775 h 990600"/>
                <a:gd name="csX8" fmla="*/ 3114675 w 8572500"/>
                <a:gd name="csY8" fmla="*/ 114300 h 990600"/>
                <a:gd name="csX9" fmla="*/ 3505200 w 8572500"/>
                <a:gd name="csY9" fmla="*/ 190500 h 990600"/>
                <a:gd name="csX10" fmla="*/ 3895725 w 8572500"/>
                <a:gd name="csY10" fmla="*/ 47625 h 990600"/>
                <a:gd name="csX11" fmla="*/ 4286250 w 8572500"/>
                <a:gd name="csY11" fmla="*/ 190500 h 990600"/>
                <a:gd name="csX12" fmla="*/ 4676775 w 8572500"/>
                <a:gd name="csY12" fmla="*/ 190500 h 990600"/>
                <a:gd name="csX13" fmla="*/ 5067300 w 8572500"/>
                <a:gd name="csY13" fmla="*/ 66675 h 990600"/>
                <a:gd name="csX14" fmla="*/ 5457825 w 8572500"/>
                <a:gd name="csY14" fmla="*/ 85725 h 990600"/>
                <a:gd name="csX15" fmla="*/ 5848350 w 8572500"/>
                <a:gd name="csY15" fmla="*/ 47625 h 990600"/>
                <a:gd name="csX16" fmla="*/ 6238875 w 8572500"/>
                <a:gd name="csY16" fmla="*/ 28575 h 990600"/>
                <a:gd name="csX17" fmla="*/ 6619875 w 8572500"/>
                <a:gd name="csY17" fmla="*/ 180975 h 990600"/>
                <a:gd name="csX18" fmla="*/ 7010400 w 8572500"/>
                <a:gd name="csY18" fmla="*/ 114300 h 990600"/>
                <a:gd name="csX19" fmla="*/ 7400925 w 8572500"/>
                <a:gd name="csY19" fmla="*/ 180975 h 990600"/>
                <a:gd name="csX20" fmla="*/ 7791450 w 8572500"/>
                <a:gd name="csY20" fmla="*/ 38100 h 990600"/>
                <a:gd name="csX21" fmla="*/ 8181975 w 8572500"/>
                <a:gd name="csY21" fmla="*/ 171450 h 990600"/>
                <a:gd name="csX22" fmla="*/ 8572500 w 8572500"/>
                <a:gd name="csY22" fmla="*/ 171450 h 990600"/>
                <a:gd name="csX23" fmla="*/ 8572500 w 8572500"/>
                <a:gd name="csY23" fmla="*/ 990600 h 990600"/>
                <a:gd name="csX24" fmla="*/ 8181975 w 8572500"/>
                <a:gd name="csY24" fmla="*/ 990600 h 990600"/>
                <a:gd name="csX25" fmla="*/ 7791450 w 8572500"/>
                <a:gd name="csY25" fmla="*/ 990600 h 990600"/>
                <a:gd name="csX26" fmla="*/ 7400925 w 8572500"/>
                <a:gd name="csY26" fmla="*/ 990600 h 990600"/>
                <a:gd name="csX27" fmla="*/ 7010400 w 8572500"/>
                <a:gd name="csY27" fmla="*/ 990600 h 990600"/>
                <a:gd name="csX28" fmla="*/ 6619875 w 8572500"/>
                <a:gd name="csY28" fmla="*/ 990600 h 990600"/>
                <a:gd name="csX29" fmla="*/ 6238875 w 8572500"/>
                <a:gd name="csY29" fmla="*/ 990600 h 990600"/>
                <a:gd name="csX30" fmla="*/ 5848350 w 8572500"/>
                <a:gd name="csY30" fmla="*/ 990600 h 990600"/>
                <a:gd name="csX31" fmla="*/ 5457825 w 8572500"/>
                <a:gd name="csY31" fmla="*/ 990600 h 990600"/>
                <a:gd name="csX32" fmla="*/ 5067300 w 8572500"/>
                <a:gd name="csY32" fmla="*/ 990600 h 990600"/>
                <a:gd name="csX33" fmla="*/ 4676775 w 8572500"/>
                <a:gd name="csY33" fmla="*/ 990600 h 990600"/>
                <a:gd name="csX34" fmla="*/ 4286250 w 8572500"/>
                <a:gd name="csY34" fmla="*/ 990600 h 990600"/>
                <a:gd name="csX35" fmla="*/ 3895725 w 8572500"/>
                <a:gd name="csY35" fmla="*/ 990600 h 990600"/>
                <a:gd name="csX36" fmla="*/ 3505200 w 8572500"/>
                <a:gd name="csY36" fmla="*/ 990600 h 990600"/>
                <a:gd name="csX37" fmla="*/ 3114675 w 8572500"/>
                <a:gd name="csY37" fmla="*/ 990600 h 990600"/>
                <a:gd name="csX38" fmla="*/ 2724150 w 8572500"/>
                <a:gd name="csY38" fmla="*/ 990600 h 990600"/>
                <a:gd name="csX39" fmla="*/ 2333625 w 8572500"/>
                <a:gd name="csY39" fmla="*/ 990600 h 990600"/>
                <a:gd name="csX40" fmla="*/ 1952625 w 8572500"/>
                <a:gd name="csY40" fmla="*/ 990600 h 990600"/>
                <a:gd name="csX41" fmla="*/ 1562100 w 8572500"/>
                <a:gd name="csY41" fmla="*/ 990600 h 990600"/>
                <a:gd name="csX42" fmla="*/ 1171575 w 8572500"/>
                <a:gd name="csY42" fmla="*/ 990600 h 990600"/>
                <a:gd name="csX43" fmla="*/ 781050 w 8572500"/>
                <a:gd name="csY43" fmla="*/ 990600 h 990600"/>
                <a:gd name="csX44" fmla="*/ 390525 w 8572500"/>
                <a:gd name="csY44" fmla="*/ 990600 h 990600"/>
                <a:gd name="csX45" fmla="*/ 0 w 8572500"/>
                <a:gd name="csY45" fmla="*/ 990600 h 990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990600">
                  <a:moveTo>
                    <a:pt x="0" y="9525"/>
                  </a:moveTo>
                  <a:lnTo>
                    <a:pt x="390525" y="38100"/>
                  </a:lnTo>
                  <a:lnTo>
                    <a:pt x="781050" y="0"/>
                  </a:lnTo>
                  <a:lnTo>
                    <a:pt x="1171575" y="28575"/>
                  </a:lnTo>
                  <a:lnTo>
                    <a:pt x="1562100" y="9525"/>
                  </a:lnTo>
                  <a:lnTo>
                    <a:pt x="1952625" y="38100"/>
                  </a:lnTo>
                  <a:lnTo>
                    <a:pt x="2333625" y="19050"/>
                  </a:lnTo>
                  <a:lnTo>
                    <a:pt x="2724150" y="104775"/>
                  </a:lnTo>
                  <a:lnTo>
                    <a:pt x="3114675" y="114300"/>
                  </a:lnTo>
                  <a:lnTo>
                    <a:pt x="3505200" y="190500"/>
                  </a:lnTo>
                  <a:lnTo>
                    <a:pt x="3895725" y="47625"/>
                  </a:lnTo>
                  <a:lnTo>
                    <a:pt x="4286250" y="190500"/>
                  </a:lnTo>
                  <a:lnTo>
                    <a:pt x="4676775" y="190500"/>
                  </a:lnTo>
                  <a:lnTo>
                    <a:pt x="5067300" y="66675"/>
                  </a:lnTo>
                  <a:lnTo>
                    <a:pt x="5457825" y="85725"/>
                  </a:lnTo>
                  <a:lnTo>
                    <a:pt x="5848350" y="47625"/>
                  </a:lnTo>
                  <a:lnTo>
                    <a:pt x="6238875" y="28575"/>
                  </a:lnTo>
                  <a:lnTo>
                    <a:pt x="6619875" y="180975"/>
                  </a:lnTo>
                  <a:lnTo>
                    <a:pt x="7010400" y="114300"/>
                  </a:lnTo>
                  <a:lnTo>
                    <a:pt x="7400925" y="180975"/>
                  </a:lnTo>
                  <a:lnTo>
                    <a:pt x="7791450" y="38100"/>
                  </a:lnTo>
                  <a:lnTo>
                    <a:pt x="8181975" y="171450"/>
                  </a:lnTo>
                  <a:lnTo>
                    <a:pt x="8572500" y="171450"/>
                  </a:lnTo>
                  <a:lnTo>
                    <a:pt x="8572500" y="990600"/>
                  </a:lnTo>
                  <a:lnTo>
                    <a:pt x="8181975" y="990600"/>
                  </a:lnTo>
                  <a:lnTo>
                    <a:pt x="7791450" y="990600"/>
                  </a:lnTo>
                  <a:lnTo>
                    <a:pt x="7400925" y="990600"/>
                  </a:lnTo>
                  <a:lnTo>
                    <a:pt x="7010400" y="990600"/>
                  </a:lnTo>
                  <a:lnTo>
                    <a:pt x="6619875" y="990600"/>
                  </a:lnTo>
                  <a:lnTo>
                    <a:pt x="6238875" y="990600"/>
                  </a:lnTo>
                  <a:lnTo>
                    <a:pt x="5848350" y="990600"/>
                  </a:lnTo>
                  <a:lnTo>
                    <a:pt x="5457825" y="990600"/>
                  </a:lnTo>
                  <a:lnTo>
                    <a:pt x="5067300" y="990600"/>
                  </a:lnTo>
                  <a:lnTo>
                    <a:pt x="4676775" y="990600"/>
                  </a:lnTo>
                  <a:lnTo>
                    <a:pt x="4286250" y="990600"/>
                  </a:lnTo>
                  <a:lnTo>
                    <a:pt x="3895725" y="990600"/>
                  </a:lnTo>
                  <a:lnTo>
                    <a:pt x="3505200" y="990600"/>
                  </a:lnTo>
                  <a:lnTo>
                    <a:pt x="3114675" y="990600"/>
                  </a:lnTo>
                  <a:lnTo>
                    <a:pt x="2724150" y="990600"/>
                  </a:lnTo>
                  <a:lnTo>
                    <a:pt x="2333625" y="990600"/>
                  </a:lnTo>
                  <a:lnTo>
                    <a:pt x="1952625" y="990600"/>
                  </a:lnTo>
                  <a:lnTo>
                    <a:pt x="1562100" y="990600"/>
                  </a:lnTo>
                  <a:lnTo>
                    <a:pt x="1171575" y="990600"/>
                  </a:lnTo>
                  <a:lnTo>
                    <a:pt x="781050" y="990600"/>
                  </a:lnTo>
                  <a:lnTo>
                    <a:pt x="390525" y="990600"/>
                  </a:lnTo>
                  <a:lnTo>
                    <a:pt x="0" y="990600"/>
                  </a:lnTo>
                  <a:close/>
                </a:path>
              </a:pathLst>
            </a:custGeom>
            <a:solidFill>
              <a:schemeClr val="accent2">
                <a:lumMod val="20000"/>
                <a:lumOff val="80000"/>
              </a:schemeClr>
            </a:solidFill>
            <a:ln w="9525" cap="flat">
              <a:noFill/>
              <a:prstDash val="solid"/>
              <a:miter/>
            </a:ln>
          </p:spPr>
          <p:txBody>
            <a:bodyPr/>
            <a:lstStyle/>
            <a:p>
              <a:endParaRPr lang="en-US"/>
            </a:p>
          </p:txBody>
        </p:sp>
        <p:sp>
          <p:nvSpPr>
            <p:cNvPr id="8" name="Freeform: Shape 7">
              <a:extLst>
                <a:ext uri="{FF2B5EF4-FFF2-40B4-BE49-F238E27FC236}">
                  <a16:creationId xmlns:a16="http://schemas.microsoft.com/office/drawing/2014/main" id="{6B4926CD-37DA-729B-D8EB-E559F317996B}"/>
                </a:ext>
              </a:extLst>
            </p:cNvPr>
            <p:cNvSpPr/>
            <p:nvPr/>
          </p:nvSpPr>
          <p:spPr>
            <a:xfrm>
              <a:off x="0" y="5543760"/>
              <a:ext cx="12192000" cy="1314240"/>
            </a:xfrm>
            <a:custGeom>
              <a:avLst/>
              <a:gdLst>
                <a:gd name="csX0" fmla="*/ 0 w 8572500"/>
                <a:gd name="csY0" fmla="*/ 38100 h 819150"/>
                <a:gd name="csX1" fmla="*/ 390525 w 8572500"/>
                <a:gd name="csY1" fmla="*/ 95250 h 819150"/>
                <a:gd name="csX2" fmla="*/ 781050 w 8572500"/>
                <a:gd name="csY2" fmla="*/ 66675 h 819150"/>
                <a:gd name="csX3" fmla="*/ 1171575 w 8572500"/>
                <a:gd name="csY3" fmla="*/ 19050 h 819150"/>
                <a:gd name="csX4" fmla="*/ 1562100 w 8572500"/>
                <a:gd name="csY4" fmla="*/ 142875 h 819150"/>
                <a:gd name="csX5" fmla="*/ 1952625 w 8572500"/>
                <a:gd name="csY5" fmla="*/ 161925 h 819150"/>
                <a:gd name="csX6" fmla="*/ 2333625 w 8572500"/>
                <a:gd name="csY6" fmla="*/ 47625 h 819150"/>
                <a:gd name="csX7" fmla="*/ 2724150 w 8572500"/>
                <a:gd name="csY7" fmla="*/ 123825 h 819150"/>
                <a:gd name="csX8" fmla="*/ 3114675 w 8572500"/>
                <a:gd name="csY8" fmla="*/ 95250 h 819150"/>
                <a:gd name="csX9" fmla="*/ 3505200 w 8572500"/>
                <a:gd name="csY9" fmla="*/ 190500 h 819150"/>
                <a:gd name="csX10" fmla="*/ 3895725 w 8572500"/>
                <a:gd name="csY10" fmla="*/ 142875 h 819150"/>
                <a:gd name="csX11" fmla="*/ 4286250 w 8572500"/>
                <a:gd name="csY11" fmla="*/ 28575 h 819150"/>
                <a:gd name="csX12" fmla="*/ 4676775 w 8572500"/>
                <a:gd name="csY12" fmla="*/ 190500 h 819150"/>
                <a:gd name="csX13" fmla="*/ 5067300 w 8572500"/>
                <a:gd name="csY13" fmla="*/ 142875 h 819150"/>
                <a:gd name="csX14" fmla="*/ 5457825 w 8572500"/>
                <a:gd name="csY14" fmla="*/ 0 h 819150"/>
                <a:gd name="csX15" fmla="*/ 5848350 w 8572500"/>
                <a:gd name="csY15" fmla="*/ 47625 h 819150"/>
                <a:gd name="csX16" fmla="*/ 6238875 w 8572500"/>
                <a:gd name="csY16" fmla="*/ 142875 h 819150"/>
                <a:gd name="csX17" fmla="*/ 6619875 w 8572500"/>
                <a:gd name="csY17" fmla="*/ 57150 h 819150"/>
                <a:gd name="csX18" fmla="*/ 7010400 w 8572500"/>
                <a:gd name="csY18" fmla="*/ 114300 h 819150"/>
                <a:gd name="csX19" fmla="*/ 7400925 w 8572500"/>
                <a:gd name="csY19" fmla="*/ 66675 h 819150"/>
                <a:gd name="csX20" fmla="*/ 7791450 w 8572500"/>
                <a:gd name="csY20" fmla="*/ 171450 h 819150"/>
                <a:gd name="csX21" fmla="*/ 8181975 w 8572500"/>
                <a:gd name="csY21" fmla="*/ 57150 h 819150"/>
                <a:gd name="csX22" fmla="*/ 8572500 w 8572500"/>
                <a:gd name="csY22" fmla="*/ 28575 h 819150"/>
                <a:gd name="csX23" fmla="*/ 8572500 w 8572500"/>
                <a:gd name="csY23" fmla="*/ 819150 h 819150"/>
                <a:gd name="csX24" fmla="*/ 8181975 w 8572500"/>
                <a:gd name="csY24" fmla="*/ 819150 h 819150"/>
                <a:gd name="csX25" fmla="*/ 7791450 w 8572500"/>
                <a:gd name="csY25" fmla="*/ 819150 h 819150"/>
                <a:gd name="csX26" fmla="*/ 7400925 w 8572500"/>
                <a:gd name="csY26" fmla="*/ 819150 h 819150"/>
                <a:gd name="csX27" fmla="*/ 7010400 w 8572500"/>
                <a:gd name="csY27" fmla="*/ 819150 h 819150"/>
                <a:gd name="csX28" fmla="*/ 6619875 w 8572500"/>
                <a:gd name="csY28" fmla="*/ 819150 h 819150"/>
                <a:gd name="csX29" fmla="*/ 6238875 w 8572500"/>
                <a:gd name="csY29" fmla="*/ 819150 h 819150"/>
                <a:gd name="csX30" fmla="*/ 5848350 w 8572500"/>
                <a:gd name="csY30" fmla="*/ 819150 h 819150"/>
                <a:gd name="csX31" fmla="*/ 5457825 w 8572500"/>
                <a:gd name="csY31" fmla="*/ 819150 h 819150"/>
                <a:gd name="csX32" fmla="*/ 5067300 w 8572500"/>
                <a:gd name="csY32" fmla="*/ 819150 h 819150"/>
                <a:gd name="csX33" fmla="*/ 4676775 w 8572500"/>
                <a:gd name="csY33" fmla="*/ 819150 h 819150"/>
                <a:gd name="csX34" fmla="*/ 4286250 w 8572500"/>
                <a:gd name="csY34" fmla="*/ 819150 h 819150"/>
                <a:gd name="csX35" fmla="*/ 3895725 w 8572500"/>
                <a:gd name="csY35" fmla="*/ 819150 h 819150"/>
                <a:gd name="csX36" fmla="*/ 3505200 w 8572500"/>
                <a:gd name="csY36" fmla="*/ 819150 h 819150"/>
                <a:gd name="csX37" fmla="*/ 3114675 w 8572500"/>
                <a:gd name="csY37" fmla="*/ 819150 h 819150"/>
                <a:gd name="csX38" fmla="*/ 2724150 w 8572500"/>
                <a:gd name="csY38" fmla="*/ 819150 h 819150"/>
                <a:gd name="csX39" fmla="*/ 2333625 w 8572500"/>
                <a:gd name="csY39" fmla="*/ 819150 h 819150"/>
                <a:gd name="csX40" fmla="*/ 1952625 w 8572500"/>
                <a:gd name="csY40" fmla="*/ 819150 h 819150"/>
                <a:gd name="csX41" fmla="*/ 1562100 w 8572500"/>
                <a:gd name="csY41" fmla="*/ 819150 h 819150"/>
                <a:gd name="csX42" fmla="*/ 1171575 w 8572500"/>
                <a:gd name="csY42" fmla="*/ 819150 h 819150"/>
                <a:gd name="csX43" fmla="*/ 781050 w 8572500"/>
                <a:gd name="csY43" fmla="*/ 819150 h 819150"/>
                <a:gd name="csX44" fmla="*/ 390525 w 8572500"/>
                <a:gd name="csY44" fmla="*/ 819150 h 819150"/>
                <a:gd name="csX45" fmla="*/ 0 w 8572500"/>
                <a:gd name="csY45" fmla="*/ 819150 h 8191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819150">
                  <a:moveTo>
                    <a:pt x="0" y="38100"/>
                  </a:moveTo>
                  <a:lnTo>
                    <a:pt x="390525" y="95250"/>
                  </a:lnTo>
                  <a:lnTo>
                    <a:pt x="781050" y="66675"/>
                  </a:lnTo>
                  <a:lnTo>
                    <a:pt x="1171575" y="19050"/>
                  </a:lnTo>
                  <a:lnTo>
                    <a:pt x="1562100" y="142875"/>
                  </a:lnTo>
                  <a:lnTo>
                    <a:pt x="1952625" y="161925"/>
                  </a:lnTo>
                  <a:lnTo>
                    <a:pt x="2333625" y="47625"/>
                  </a:lnTo>
                  <a:lnTo>
                    <a:pt x="2724150" y="123825"/>
                  </a:lnTo>
                  <a:lnTo>
                    <a:pt x="3114675" y="95250"/>
                  </a:lnTo>
                  <a:lnTo>
                    <a:pt x="3505200" y="190500"/>
                  </a:lnTo>
                  <a:lnTo>
                    <a:pt x="3895725" y="142875"/>
                  </a:lnTo>
                  <a:lnTo>
                    <a:pt x="4286250" y="28575"/>
                  </a:lnTo>
                  <a:lnTo>
                    <a:pt x="4676775" y="190500"/>
                  </a:lnTo>
                  <a:lnTo>
                    <a:pt x="5067300" y="142875"/>
                  </a:lnTo>
                  <a:lnTo>
                    <a:pt x="5457825" y="0"/>
                  </a:lnTo>
                  <a:lnTo>
                    <a:pt x="5848350" y="47625"/>
                  </a:lnTo>
                  <a:lnTo>
                    <a:pt x="6238875" y="142875"/>
                  </a:lnTo>
                  <a:lnTo>
                    <a:pt x="6619875" y="57150"/>
                  </a:lnTo>
                  <a:lnTo>
                    <a:pt x="7010400" y="114300"/>
                  </a:lnTo>
                  <a:lnTo>
                    <a:pt x="7400925" y="66675"/>
                  </a:lnTo>
                  <a:lnTo>
                    <a:pt x="7791450" y="171450"/>
                  </a:lnTo>
                  <a:lnTo>
                    <a:pt x="8181975" y="57150"/>
                  </a:lnTo>
                  <a:lnTo>
                    <a:pt x="8572500" y="28575"/>
                  </a:lnTo>
                  <a:lnTo>
                    <a:pt x="8572500" y="819150"/>
                  </a:lnTo>
                  <a:lnTo>
                    <a:pt x="8181975" y="819150"/>
                  </a:lnTo>
                  <a:lnTo>
                    <a:pt x="7791450" y="819150"/>
                  </a:lnTo>
                  <a:lnTo>
                    <a:pt x="7400925" y="819150"/>
                  </a:lnTo>
                  <a:lnTo>
                    <a:pt x="7010400" y="819150"/>
                  </a:lnTo>
                  <a:lnTo>
                    <a:pt x="6619875" y="819150"/>
                  </a:lnTo>
                  <a:lnTo>
                    <a:pt x="6238875" y="819150"/>
                  </a:lnTo>
                  <a:lnTo>
                    <a:pt x="5848350" y="819150"/>
                  </a:lnTo>
                  <a:lnTo>
                    <a:pt x="5457825" y="819150"/>
                  </a:lnTo>
                  <a:lnTo>
                    <a:pt x="5067300" y="819150"/>
                  </a:lnTo>
                  <a:lnTo>
                    <a:pt x="4676775" y="819150"/>
                  </a:lnTo>
                  <a:lnTo>
                    <a:pt x="4286250" y="819150"/>
                  </a:lnTo>
                  <a:lnTo>
                    <a:pt x="3895725" y="819150"/>
                  </a:lnTo>
                  <a:lnTo>
                    <a:pt x="3505200" y="819150"/>
                  </a:lnTo>
                  <a:lnTo>
                    <a:pt x="3114675" y="819150"/>
                  </a:lnTo>
                  <a:lnTo>
                    <a:pt x="2724150" y="819150"/>
                  </a:lnTo>
                  <a:lnTo>
                    <a:pt x="2333625" y="819150"/>
                  </a:lnTo>
                  <a:lnTo>
                    <a:pt x="1952625" y="819150"/>
                  </a:lnTo>
                  <a:lnTo>
                    <a:pt x="1562100" y="819150"/>
                  </a:lnTo>
                  <a:lnTo>
                    <a:pt x="1171575" y="819150"/>
                  </a:lnTo>
                  <a:lnTo>
                    <a:pt x="781050" y="819150"/>
                  </a:lnTo>
                  <a:lnTo>
                    <a:pt x="390525" y="819150"/>
                  </a:lnTo>
                  <a:lnTo>
                    <a:pt x="0" y="819150"/>
                  </a:lnTo>
                  <a:close/>
                </a:path>
              </a:pathLst>
            </a:custGeom>
            <a:solidFill>
              <a:schemeClr val="accent2">
                <a:lumMod val="40000"/>
                <a:lumOff val="60000"/>
              </a:schemeClr>
            </a:solidFill>
            <a:ln w="9525" cap="flat">
              <a:noFill/>
              <a:prstDash val="solid"/>
              <a:miter/>
            </a:ln>
          </p:spPr>
          <p:txBody>
            <a:bodyPr/>
            <a:lstStyle/>
            <a:p>
              <a:endParaRPr lang="en-US"/>
            </a:p>
          </p:txBody>
        </p:sp>
        <p:sp>
          <p:nvSpPr>
            <p:cNvPr id="9" name="Freeform: Shape 8">
              <a:extLst>
                <a:ext uri="{FF2B5EF4-FFF2-40B4-BE49-F238E27FC236}">
                  <a16:creationId xmlns:a16="http://schemas.microsoft.com/office/drawing/2014/main" id="{40BEAF82-8E9A-9B5B-779D-F660B3D7E362}"/>
                </a:ext>
              </a:extLst>
            </p:cNvPr>
            <p:cNvSpPr/>
            <p:nvPr/>
          </p:nvSpPr>
          <p:spPr>
            <a:xfrm>
              <a:off x="0" y="5834115"/>
              <a:ext cx="12192000" cy="1023885"/>
            </a:xfrm>
            <a:custGeom>
              <a:avLst/>
              <a:gdLst>
                <a:gd name="csX0" fmla="*/ 0 w 8572500"/>
                <a:gd name="csY0" fmla="*/ 76200 h 638175"/>
                <a:gd name="csX1" fmla="*/ 390525 w 8572500"/>
                <a:gd name="csY1" fmla="*/ 9525 h 638175"/>
                <a:gd name="csX2" fmla="*/ 781050 w 8572500"/>
                <a:gd name="csY2" fmla="*/ 123825 h 638175"/>
                <a:gd name="csX3" fmla="*/ 1171575 w 8572500"/>
                <a:gd name="csY3" fmla="*/ 142875 h 638175"/>
                <a:gd name="csX4" fmla="*/ 1562100 w 8572500"/>
                <a:gd name="csY4" fmla="*/ 76200 h 638175"/>
                <a:gd name="csX5" fmla="*/ 1952625 w 8572500"/>
                <a:gd name="csY5" fmla="*/ 76200 h 638175"/>
                <a:gd name="csX6" fmla="*/ 2333625 w 8572500"/>
                <a:gd name="csY6" fmla="*/ 171450 h 638175"/>
                <a:gd name="csX7" fmla="*/ 2724150 w 8572500"/>
                <a:gd name="csY7" fmla="*/ 76200 h 638175"/>
                <a:gd name="csX8" fmla="*/ 3114675 w 8572500"/>
                <a:gd name="csY8" fmla="*/ 123825 h 638175"/>
                <a:gd name="csX9" fmla="*/ 3505200 w 8572500"/>
                <a:gd name="csY9" fmla="*/ 142875 h 638175"/>
                <a:gd name="csX10" fmla="*/ 3895725 w 8572500"/>
                <a:gd name="csY10" fmla="*/ 19050 h 638175"/>
                <a:gd name="csX11" fmla="*/ 4286250 w 8572500"/>
                <a:gd name="csY11" fmla="*/ 123825 h 638175"/>
                <a:gd name="csX12" fmla="*/ 4676775 w 8572500"/>
                <a:gd name="csY12" fmla="*/ 142875 h 638175"/>
                <a:gd name="csX13" fmla="*/ 5067300 w 8572500"/>
                <a:gd name="csY13" fmla="*/ 152400 h 638175"/>
                <a:gd name="csX14" fmla="*/ 5457825 w 8572500"/>
                <a:gd name="csY14" fmla="*/ 133350 h 638175"/>
                <a:gd name="csX15" fmla="*/ 5848350 w 8572500"/>
                <a:gd name="csY15" fmla="*/ 0 h 638175"/>
                <a:gd name="csX16" fmla="*/ 6238875 w 8572500"/>
                <a:gd name="csY16" fmla="*/ 66675 h 638175"/>
                <a:gd name="csX17" fmla="*/ 6619875 w 8572500"/>
                <a:gd name="csY17" fmla="*/ 28575 h 638175"/>
                <a:gd name="csX18" fmla="*/ 7010400 w 8572500"/>
                <a:gd name="csY18" fmla="*/ 28575 h 638175"/>
                <a:gd name="csX19" fmla="*/ 7400925 w 8572500"/>
                <a:gd name="csY19" fmla="*/ 47625 h 638175"/>
                <a:gd name="csX20" fmla="*/ 7791450 w 8572500"/>
                <a:gd name="csY20" fmla="*/ 161925 h 638175"/>
                <a:gd name="csX21" fmla="*/ 8181975 w 8572500"/>
                <a:gd name="csY21" fmla="*/ 47625 h 638175"/>
                <a:gd name="csX22" fmla="*/ 8572500 w 8572500"/>
                <a:gd name="csY22" fmla="*/ 47625 h 638175"/>
                <a:gd name="csX23" fmla="*/ 8572500 w 8572500"/>
                <a:gd name="csY23" fmla="*/ 638175 h 638175"/>
                <a:gd name="csX24" fmla="*/ 8181975 w 8572500"/>
                <a:gd name="csY24" fmla="*/ 638175 h 638175"/>
                <a:gd name="csX25" fmla="*/ 7791450 w 8572500"/>
                <a:gd name="csY25" fmla="*/ 638175 h 638175"/>
                <a:gd name="csX26" fmla="*/ 7400925 w 8572500"/>
                <a:gd name="csY26" fmla="*/ 638175 h 638175"/>
                <a:gd name="csX27" fmla="*/ 7010400 w 8572500"/>
                <a:gd name="csY27" fmla="*/ 638175 h 638175"/>
                <a:gd name="csX28" fmla="*/ 6619875 w 8572500"/>
                <a:gd name="csY28" fmla="*/ 638175 h 638175"/>
                <a:gd name="csX29" fmla="*/ 6238875 w 8572500"/>
                <a:gd name="csY29" fmla="*/ 638175 h 638175"/>
                <a:gd name="csX30" fmla="*/ 5848350 w 8572500"/>
                <a:gd name="csY30" fmla="*/ 638175 h 638175"/>
                <a:gd name="csX31" fmla="*/ 5457825 w 8572500"/>
                <a:gd name="csY31" fmla="*/ 638175 h 638175"/>
                <a:gd name="csX32" fmla="*/ 5067300 w 8572500"/>
                <a:gd name="csY32" fmla="*/ 638175 h 638175"/>
                <a:gd name="csX33" fmla="*/ 4676775 w 8572500"/>
                <a:gd name="csY33" fmla="*/ 638175 h 638175"/>
                <a:gd name="csX34" fmla="*/ 4286250 w 8572500"/>
                <a:gd name="csY34" fmla="*/ 638175 h 638175"/>
                <a:gd name="csX35" fmla="*/ 3895725 w 8572500"/>
                <a:gd name="csY35" fmla="*/ 638175 h 638175"/>
                <a:gd name="csX36" fmla="*/ 3505200 w 8572500"/>
                <a:gd name="csY36" fmla="*/ 638175 h 638175"/>
                <a:gd name="csX37" fmla="*/ 3114675 w 8572500"/>
                <a:gd name="csY37" fmla="*/ 638175 h 638175"/>
                <a:gd name="csX38" fmla="*/ 2724150 w 8572500"/>
                <a:gd name="csY38" fmla="*/ 638175 h 638175"/>
                <a:gd name="csX39" fmla="*/ 2333625 w 8572500"/>
                <a:gd name="csY39" fmla="*/ 638175 h 638175"/>
                <a:gd name="csX40" fmla="*/ 1952625 w 8572500"/>
                <a:gd name="csY40" fmla="*/ 638175 h 638175"/>
                <a:gd name="csX41" fmla="*/ 1562100 w 8572500"/>
                <a:gd name="csY41" fmla="*/ 638175 h 638175"/>
                <a:gd name="csX42" fmla="*/ 1171575 w 8572500"/>
                <a:gd name="csY42" fmla="*/ 638175 h 638175"/>
                <a:gd name="csX43" fmla="*/ 781050 w 8572500"/>
                <a:gd name="csY43" fmla="*/ 638175 h 638175"/>
                <a:gd name="csX44" fmla="*/ 390525 w 8572500"/>
                <a:gd name="csY44" fmla="*/ 638175 h 638175"/>
                <a:gd name="csX45" fmla="*/ 0 w 8572500"/>
                <a:gd name="csY45" fmla="*/ 638175 h 6381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638175">
                  <a:moveTo>
                    <a:pt x="0" y="76200"/>
                  </a:moveTo>
                  <a:lnTo>
                    <a:pt x="390525" y="9525"/>
                  </a:lnTo>
                  <a:lnTo>
                    <a:pt x="781050" y="123825"/>
                  </a:lnTo>
                  <a:lnTo>
                    <a:pt x="1171575" y="142875"/>
                  </a:lnTo>
                  <a:lnTo>
                    <a:pt x="1562100" y="76200"/>
                  </a:lnTo>
                  <a:lnTo>
                    <a:pt x="1952625" y="76200"/>
                  </a:lnTo>
                  <a:lnTo>
                    <a:pt x="2333625" y="171450"/>
                  </a:lnTo>
                  <a:lnTo>
                    <a:pt x="2724150" y="76200"/>
                  </a:lnTo>
                  <a:lnTo>
                    <a:pt x="3114675" y="123825"/>
                  </a:lnTo>
                  <a:lnTo>
                    <a:pt x="3505200" y="142875"/>
                  </a:lnTo>
                  <a:lnTo>
                    <a:pt x="3895725" y="19050"/>
                  </a:lnTo>
                  <a:lnTo>
                    <a:pt x="4286250" y="123825"/>
                  </a:lnTo>
                  <a:lnTo>
                    <a:pt x="4676775" y="142875"/>
                  </a:lnTo>
                  <a:lnTo>
                    <a:pt x="5067300" y="152400"/>
                  </a:lnTo>
                  <a:lnTo>
                    <a:pt x="5457825" y="133350"/>
                  </a:lnTo>
                  <a:lnTo>
                    <a:pt x="5848350" y="0"/>
                  </a:lnTo>
                  <a:lnTo>
                    <a:pt x="6238875" y="66675"/>
                  </a:lnTo>
                  <a:lnTo>
                    <a:pt x="6619875" y="28575"/>
                  </a:lnTo>
                  <a:lnTo>
                    <a:pt x="7010400" y="28575"/>
                  </a:lnTo>
                  <a:lnTo>
                    <a:pt x="7400925" y="47625"/>
                  </a:lnTo>
                  <a:lnTo>
                    <a:pt x="7791450" y="161925"/>
                  </a:lnTo>
                  <a:lnTo>
                    <a:pt x="8181975" y="47625"/>
                  </a:lnTo>
                  <a:lnTo>
                    <a:pt x="8572500" y="47625"/>
                  </a:lnTo>
                  <a:lnTo>
                    <a:pt x="8572500" y="638175"/>
                  </a:lnTo>
                  <a:lnTo>
                    <a:pt x="8181975" y="638175"/>
                  </a:lnTo>
                  <a:lnTo>
                    <a:pt x="7791450" y="638175"/>
                  </a:lnTo>
                  <a:lnTo>
                    <a:pt x="7400925" y="638175"/>
                  </a:lnTo>
                  <a:lnTo>
                    <a:pt x="7010400" y="638175"/>
                  </a:lnTo>
                  <a:lnTo>
                    <a:pt x="6619875" y="638175"/>
                  </a:lnTo>
                  <a:lnTo>
                    <a:pt x="6238875" y="638175"/>
                  </a:lnTo>
                  <a:lnTo>
                    <a:pt x="5848350" y="638175"/>
                  </a:lnTo>
                  <a:lnTo>
                    <a:pt x="5457825" y="638175"/>
                  </a:lnTo>
                  <a:lnTo>
                    <a:pt x="5067300" y="638175"/>
                  </a:lnTo>
                  <a:lnTo>
                    <a:pt x="4676775" y="638175"/>
                  </a:lnTo>
                  <a:lnTo>
                    <a:pt x="4286250" y="638175"/>
                  </a:lnTo>
                  <a:lnTo>
                    <a:pt x="3895725" y="638175"/>
                  </a:lnTo>
                  <a:lnTo>
                    <a:pt x="3505200" y="638175"/>
                  </a:lnTo>
                  <a:lnTo>
                    <a:pt x="3114675" y="638175"/>
                  </a:lnTo>
                  <a:lnTo>
                    <a:pt x="2724150" y="638175"/>
                  </a:lnTo>
                  <a:lnTo>
                    <a:pt x="2333625" y="638175"/>
                  </a:lnTo>
                  <a:lnTo>
                    <a:pt x="1952625" y="638175"/>
                  </a:lnTo>
                  <a:lnTo>
                    <a:pt x="1562100" y="638175"/>
                  </a:lnTo>
                  <a:lnTo>
                    <a:pt x="1171575" y="638175"/>
                  </a:lnTo>
                  <a:lnTo>
                    <a:pt x="781050" y="638175"/>
                  </a:lnTo>
                  <a:lnTo>
                    <a:pt x="390525" y="638175"/>
                  </a:lnTo>
                  <a:lnTo>
                    <a:pt x="0" y="638175"/>
                  </a:lnTo>
                  <a:close/>
                </a:path>
              </a:pathLst>
            </a:custGeom>
            <a:solidFill>
              <a:schemeClr val="accent2">
                <a:lumMod val="60000"/>
                <a:lumOff val="40000"/>
              </a:schemeClr>
            </a:solidFill>
            <a:ln w="9525" cap="flat">
              <a:noFill/>
              <a:prstDash val="solid"/>
              <a:miter/>
            </a:ln>
          </p:spPr>
          <p:txBody>
            <a:bodyPr/>
            <a:lstStyle/>
            <a:p>
              <a:endParaRPr lang="en-US"/>
            </a:p>
          </p:txBody>
        </p:sp>
        <p:sp>
          <p:nvSpPr>
            <p:cNvPr id="10" name="Freeform: Shape 9">
              <a:extLst>
                <a:ext uri="{FF2B5EF4-FFF2-40B4-BE49-F238E27FC236}">
                  <a16:creationId xmlns:a16="http://schemas.microsoft.com/office/drawing/2014/main" id="{5A84F5F5-E8CB-F103-29FE-F45B05768F96}"/>
                </a:ext>
              </a:extLst>
            </p:cNvPr>
            <p:cNvSpPr/>
            <p:nvPr/>
          </p:nvSpPr>
          <p:spPr>
            <a:xfrm>
              <a:off x="0" y="6109189"/>
              <a:ext cx="12192000" cy="748811"/>
            </a:xfrm>
            <a:custGeom>
              <a:avLst/>
              <a:gdLst>
                <a:gd name="csX0" fmla="*/ 0 w 8572500"/>
                <a:gd name="csY0" fmla="*/ 152400 h 466725"/>
                <a:gd name="csX1" fmla="*/ 390525 w 8572500"/>
                <a:gd name="csY1" fmla="*/ 104775 h 466725"/>
                <a:gd name="csX2" fmla="*/ 781050 w 8572500"/>
                <a:gd name="csY2" fmla="*/ 57150 h 466725"/>
                <a:gd name="csX3" fmla="*/ 1171575 w 8572500"/>
                <a:gd name="csY3" fmla="*/ 28575 h 466725"/>
                <a:gd name="csX4" fmla="*/ 1562100 w 8572500"/>
                <a:gd name="csY4" fmla="*/ 123825 h 466725"/>
                <a:gd name="csX5" fmla="*/ 1952625 w 8572500"/>
                <a:gd name="csY5" fmla="*/ 133350 h 466725"/>
                <a:gd name="csX6" fmla="*/ 2333625 w 8572500"/>
                <a:gd name="csY6" fmla="*/ 9525 h 466725"/>
                <a:gd name="csX7" fmla="*/ 2724150 w 8572500"/>
                <a:gd name="csY7" fmla="*/ 57150 h 466725"/>
                <a:gd name="csX8" fmla="*/ 3114675 w 8572500"/>
                <a:gd name="csY8" fmla="*/ 28575 h 466725"/>
                <a:gd name="csX9" fmla="*/ 3505200 w 8572500"/>
                <a:gd name="csY9" fmla="*/ 171450 h 466725"/>
                <a:gd name="csX10" fmla="*/ 3895725 w 8572500"/>
                <a:gd name="csY10" fmla="*/ 152400 h 466725"/>
                <a:gd name="csX11" fmla="*/ 4286250 w 8572500"/>
                <a:gd name="csY11" fmla="*/ 161925 h 466725"/>
                <a:gd name="csX12" fmla="*/ 4676775 w 8572500"/>
                <a:gd name="csY12" fmla="*/ 95250 h 466725"/>
                <a:gd name="csX13" fmla="*/ 5067300 w 8572500"/>
                <a:gd name="csY13" fmla="*/ 171450 h 466725"/>
                <a:gd name="csX14" fmla="*/ 5457825 w 8572500"/>
                <a:gd name="csY14" fmla="*/ 114300 h 466725"/>
                <a:gd name="csX15" fmla="*/ 5848350 w 8572500"/>
                <a:gd name="csY15" fmla="*/ 95250 h 466725"/>
                <a:gd name="csX16" fmla="*/ 6238875 w 8572500"/>
                <a:gd name="csY16" fmla="*/ 104775 h 466725"/>
                <a:gd name="csX17" fmla="*/ 6619875 w 8572500"/>
                <a:gd name="csY17" fmla="*/ 152400 h 466725"/>
                <a:gd name="csX18" fmla="*/ 7010400 w 8572500"/>
                <a:gd name="csY18" fmla="*/ 95250 h 466725"/>
                <a:gd name="csX19" fmla="*/ 7400925 w 8572500"/>
                <a:gd name="csY19" fmla="*/ 28575 h 466725"/>
                <a:gd name="csX20" fmla="*/ 7791450 w 8572500"/>
                <a:gd name="csY20" fmla="*/ 123825 h 466725"/>
                <a:gd name="csX21" fmla="*/ 8181975 w 8572500"/>
                <a:gd name="csY21" fmla="*/ 0 h 466725"/>
                <a:gd name="csX22" fmla="*/ 8572500 w 8572500"/>
                <a:gd name="csY22" fmla="*/ 85725 h 466725"/>
                <a:gd name="csX23" fmla="*/ 8572500 w 8572500"/>
                <a:gd name="csY23" fmla="*/ 466725 h 466725"/>
                <a:gd name="csX24" fmla="*/ 8181975 w 8572500"/>
                <a:gd name="csY24" fmla="*/ 466725 h 466725"/>
                <a:gd name="csX25" fmla="*/ 7791450 w 8572500"/>
                <a:gd name="csY25" fmla="*/ 466725 h 466725"/>
                <a:gd name="csX26" fmla="*/ 7400925 w 8572500"/>
                <a:gd name="csY26" fmla="*/ 466725 h 466725"/>
                <a:gd name="csX27" fmla="*/ 7010400 w 8572500"/>
                <a:gd name="csY27" fmla="*/ 466725 h 466725"/>
                <a:gd name="csX28" fmla="*/ 6619875 w 8572500"/>
                <a:gd name="csY28" fmla="*/ 466725 h 466725"/>
                <a:gd name="csX29" fmla="*/ 6238875 w 8572500"/>
                <a:gd name="csY29" fmla="*/ 466725 h 466725"/>
                <a:gd name="csX30" fmla="*/ 5848350 w 8572500"/>
                <a:gd name="csY30" fmla="*/ 466725 h 466725"/>
                <a:gd name="csX31" fmla="*/ 5457825 w 8572500"/>
                <a:gd name="csY31" fmla="*/ 466725 h 466725"/>
                <a:gd name="csX32" fmla="*/ 5067300 w 8572500"/>
                <a:gd name="csY32" fmla="*/ 466725 h 466725"/>
                <a:gd name="csX33" fmla="*/ 4676775 w 8572500"/>
                <a:gd name="csY33" fmla="*/ 466725 h 466725"/>
                <a:gd name="csX34" fmla="*/ 4286250 w 8572500"/>
                <a:gd name="csY34" fmla="*/ 466725 h 466725"/>
                <a:gd name="csX35" fmla="*/ 3895725 w 8572500"/>
                <a:gd name="csY35" fmla="*/ 466725 h 466725"/>
                <a:gd name="csX36" fmla="*/ 3505200 w 8572500"/>
                <a:gd name="csY36" fmla="*/ 466725 h 466725"/>
                <a:gd name="csX37" fmla="*/ 3114675 w 8572500"/>
                <a:gd name="csY37" fmla="*/ 466725 h 466725"/>
                <a:gd name="csX38" fmla="*/ 2724150 w 8572500"/>
                <a:gd name="csY38" fmla="*/ 466725 h 466725"/>
                <a:gd name="csX39" fmla="*/ 2333625 w 8572500"/>
                <a:gd name="csY39" fmla="*/ 466725 h 466725"/>
                <a:gd name="csX40" fmla="*/ 1952625 w 8572500"/>
                <a:gd name="csY40" fmla="*/ 466725 h 466725"/>
                <a:gd name="csX41" fmla="*/ 1562100 w 8572500"/>
                <a:gd name="csY41" fmla="*/ 466725 h 466725"/>
                <a:gd name="csX42" fmla="*/ 1171575 w 8572500"/>
                <a:gd name="csY42" fmla="*/ 466725 h 466725"/>
                <a:gd name="csX43" fmla="*/ 781050 w 8572500"/>
                <a:gd name="csY43" fmla="*/ 466725 h 466725"/>
                <a:gd name="csX44" fmla="*/ 390525 w 8572500"/>
                <a:gd name="csY44" fmla="*/ 466725 h 466725"/>
                <a:gd name="csX45" fmla="*/ 0 w 8572500"/>
                <a:gd name="csY45" fmla="*/ 466725 h 4667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466725">
                  <a:moveTo>
                    <a:pt x="0" y="152400"/>
                  </a:moveTo>
                  <a:lnTo>
                    <a:pt x="390525" y="104775"/>
                  </a:lnTo>
                  <a:lnTo>
                    <a:pt x="781050" y="57150"/>
                  </a:lnTo>
                  <a:lnTo>
                    <a:pt x="1171575" y="28575"/>
                  </a:lnTo>
                  <a:lnTo>
                    <a:pt x="1562100" y="123825"/>
                  </a:lnTo>
                  <a:lnTo>
                    <a:pt x="1952625" y="133350"/>
                  </a:lnTo>
                  <a:lnTo>
                    <a:pt x="2333625" y="9525"/>
                  </a:lnTo>
                  <a:lnTo>
                    <a:pt x="2724150" y="57150"/>
                  </a:lnTo>
                  <a:lnTo>
                    <a:pt x="3114675" y="28575"/>
                  </a:lnTo>
                  <a:lnTo>
                    <a:pt x="3505200" y="171450"/>
                  </a:lnTo>
                  <a:lnTo>
                    <a:pt x="3895725" y="152400"/>
                  </a:lnTo>
                  <a:lnTo>
                    <a:pt x="4286250" y="161925"/>
                  </a:lnTo>
                  <a:lnTo>
                    <a:pt x="4676775" y="95250"/>
                  </a:lnTo>
                  <a:lnTo>
                    <a:pt x="5067300" y="171450"/>
                  </a:lnTo>
                  <a:lnTo>
                    <a:pt x="5457825" y="114300"/>
                  </a:lnTo>
                  <a:lnTo>
                    <a:pt x="5848350" y="95250"/>
                  </a:lnTo>
                  <a:lnTo>
                    <a:pt x="6238875" y="104775"/>
                  </a:lnTo>
                  <a:lnTo>
                    <a:pt x="6619875" y="152400"/>
                  </a:lnTo>
                  <a:lnTo>
                    <a:pt x="7010400" y="95250"/>
                  </a:lnTo>
                  <a:lnTo>
                    <a:pt x="7400925" y="28575"/>
                  </a:lnTo>
                  <a:lnTo>
                    <a:pt x="7791450" y="123825"/>
                  </a:lnTo>
                  <a:lnTo>
                    <a:pt x="8181975" y="0"/>
                  </a:lnTo>
                  <a:lnTo>
                    <a:pt x="8572500" y="85725"/>
                  </a:lnTo>
                  <a:lnTo>
                    <a:pt x="8572500" y="466725"/>
                  </a:lnTo>
                  <a:lnTo>
                    <a:pt x="8181975" y="466725"/>
                  </a:lnTo>
                  <a:lnTo>
                    <a:pt x="7791450" y="466725"/>
                  </a:lnTo>
                  <a:lnTo>
                    <a:pt x="7400925" y="466725"/>
                  </a:lnTo>
                  <a:lnTo>
                    <a:pt x="7010400" y="466725"/>
                  </a:lnTo>
                  <a:lnTo>
                    <a:pt x="6619875" y="466725"/>
                  </a:lnTo>
                  <a:lnTo>
                    <a:pt x="6238875" y="466725"/>
                  </a:lnTo>
                  <a:lnTo>
                    <a:pt x="5848350" y="466725"/>
                  </a:lnTo>
                  <a:lnTo>
                    <a:pt x="5457825" y="466725"/>
                  </a:lnTo>
                  <a:lnTo>
                    <a:pt x="5067300" y="466725"/>
                  </a:lnTo>
                  <a:lnTo>
                    <a:pt x="4676775" y="466725"/>
                  </a:lnTo>
                  <a:lnTo>
                    <a:pt x="4286250" y="466725"/>
                  </a:lnTo>
                  <a:lnTo>
                    <a:pt x="3895725" y="466725"/>
                  </a:lnTo>
                  <a:lnTo>
                    <a:pt x="3505200" y="466725"/>
                  </a:lnTo>
                  <a:lnTo>
                    <a:pt x="3114675" y="466725"/>
                  </a:lnTo>
                  <a:lnTo>
                    <a:pt x="2724150" y="466725"/>
                  </a:lnTo>
                  <a:lnTo>
                    <a:pt x="2333625" y="466725"/>
                  </a:lnTo>
                  <a:lnTo>
                    <a:pt x="1952625" y="466725"/>
                  </a:lnTo>
                  <a:lnTo>
                    <a:pt x="1562100" y="466725"/>
                  </a:lnTo>
                  <a:lnTo>
                    <a:pt x="1171575" y="466725"/>
                  </a:lnTo>
                  <a:lnTo>
                    <a:pt x="781050" y="466725"/>
                  </a:lnTo>
                  <a:lnTo>
                    <a:pt x="390525" y="466725"/>
                  </a:lnTo>
                  <a:lnTo>
                    <a:pt x="0" y="466725"/>
                  </a:lnTo>
                  <a:close/>
                </a:path>
              </a:pathLst>
            </a:custGeom>
            <a:solidFill>
              <a:schemeClr val="accent2"/>
            </a:solidFill>
            <a:ln w="9525" cap="flat">
              <a:noFill/>
              <a:prstDash val="solid"/>
              <a:miter/>
            </a:ln>
          </p:spPr>
          <p:txBody>
            <a:bodyPr/>
            <a:lstStyle/>
            <a:p>
              <a:endParaRPr lang="en-US"/>
            </a:p>
          </p:txBody>
        </p:sp>
        <p:sp>
          <p:nvSpPr>
            <p:cNvPr id="11" name="Freeform: Shape 10">
              <a:extLst>
                <a:ext uri="{FF2B5EF4-FFF2-40B4-BE49-F238E27FC236}">
                  <a16:creationId xmlns:a16="http://schemas.microsoft.com/office/drawing/2014/main" id="{A543BE41-523B-26BE-B03D-D8D39F7B5853}"/>
                </a:ext>
              </a:extLst>
            </p:cNvPr>
            <p:cNvSpPr/>
            <p:nvPr/>
          </p:nvSpPr>
          <p:spPr>
            <a:xfrm>
              <a:off x="0" y="6399544"/>
              <a:ext cx="12192000" cy="458456"/>
            </a:xfrm>
            <a:custGeom>
              <a:avLst/>
              <a:gdLst>
                <a:gd name="csX0" fmla="*/ 0 w 8572500"/>
                <a:gd name="csY0" fmla="*/ 142875 h 285750"/>
                <a:gd name="csX1" fmla="*/ 390525 w 8572500"/>
                <a:gd name="csY1" fmla="*/ 38100 h 285750"/>
                <a:gd name="csX2" fmla="*/ 781050 w 8572500"/>
                <a:gd name="csY2" fmla="*/ 123825 h 285750"/>
                <a:gd name="csX3" fmla="*/ 1171575 w 8572500"/>
                <a:gd name="csY3" fmla="*/ 114300 h 285750"/>
                <a:gd name="csX4" fmla="*/ 1562100 w 8572500"/>
                <a:gd name="csY4" fmla="*/ 66675 h 285750"/>
                <a:gd name="csX5" fmla="*/ 1952625 w 8572500"/>
                <a:gd name="csY5" fmla="*/ 57150 h 285750"/>
                <a:gd name="csX6" fmla="*/ 2333625 w 8572500"/>
                <a:gd name="csY6" fmla="*/ 57150 h 285750"/>
                <a:gd name="csX7" fmla="*/ 2724150 w 8572500"/>
                <a:gd name="csY7" fmla="*/ 152400 h 285750"/>
                <a:gd name="csX8" fmla="*/ 3114675 w 8572500"/>
                <a:gd name="csY8" fmla="*/ 19050 h 285750"/>
                <a:gd name="csX9" fmla="*/ 3505200 w 8572500"/>
                <a:gd name="csY9" fmla="*/ 66675 h 285750"/>
                <a:gd name="csX10" fmla="*/ 3895725 w 8572500"/>
                <a:gd name="csY10" fmla="*/ 114300 h 285750"/>
                <a:gd name="csX11" fmla="*/ 4286250 w 8572500"/>
                <a:gd name="csY11" fmla="*/ 133350 h 285750"/>
                <a:gd name="csX12" fmla="*/ 4676775 w 8572500"/>
                <a:gd name="csY12" fmla="*/ 28575 h 285750"/>
                <a:gd name="csX13" fmla="*/ 5067300 w 8572500"/>
                <a:gd name="csY13" fmla="*/ 133350 h 285750"/>
                <a:gd name="csX14" fmla="*/ 5457825 w 8572500"/>
                <a:gd name="csY14" fmla="*/ 85725 h 285750"/>
                <a:gd name="csX15" fmla="*/ 5848350 w 8572500"/>
                <a:gd name="csY15" fmla="*/ 38100 h 285750"/>
                <a:gd name="csX16" fmla="*/ 6238875 w 8572500"/>
                <a:gd name="csY16" fmla="*/ 142875 h 285750"/>
                <a:gd name="csX17" fmla="*/ 6619875 w 8572500"/>
                <a:gd name="csY17" fmla="*/ 0 h 285750"/>
                <a:gd name="csX18" fmla="*/ 7010400 w 8572500"/>
                <a:gd name="csY18" fmla="*/ 57150 h 285750"/>
                <a:gd name="csX19" fmla="*/ 7400925 w 8572500"/>
                <a:gd name="csY19" fmla="*/ 85725 h 285750"/>
                <a:gd name="csX20" fmla="*/ 7791450 w 8572500"/>
                <a:gd name="csY20" fmla="*/ 76200 h 285750"/>
                <a:gd name="csX21" fmla="*/ 8181975 w 8572500"/>
                <a:gd name="csY21" fmla="*/ 95250 h 285750"/>
                <a:gd name="csX22" fmla="*/ 8572500 w 8572500"/>
                <a:gd name="csY22" fmla="*/ 142875 h 285750"/>
                <a:gd name="csX23" fmla="*/ 8572500 w 8572500"/>
                <a:gd name="csY23" fmla="*/ 285750 h 285750"/>
                <a:gd name="csX24" fmla="*/ 8181975 w 8572500"/>
                <a:gd name="csY24" fmla="*/ 285750 h 285750"/>
                <a:gd name="csX25" fmla="*/ 7791450 w 8572500"/>
                <a:gd name="csY25" fmla="*/ 285750 h 285750"/>
                <a:gd name="csX26" fmla="*/ 7400925 w 8572500"/>
                <a:gd name="csY26" fmla="*/ 285750 h 285750"/>
                <a:gd name="csX27" fmla="*/ 7010400 w 8572500"/>
                <a:gd name="csY27" fmla="*/ 285750 h 285750"/>
                <a:gd name="csX28" fmla="*/ 6619875 w 8572500"/>
                <a:gd name="csY28" fmla="*/ 285750 h 285750"/>
                <a:gd name="csX29" fmla="*/ 6238875 w 8572500"/>
                <a:gd name="csY29" fmla="*/ 285750 h 285750"/>
                <a:gd name="csX30" fmla="*/ 5848350 w 8572500"/>
                <a:gd name="csY30" fmla="*/ 285750 h 285750"/>
                <a:gd name="csX31" fmla="*/ 5457825 w 8572500"/>
                <a:gd name="csY31" fmla="*/ 285750 h 285750"/>
                <a:gd name="csX32" fmla="*/ 5067300 w 8572500"/>
                <a:gd name="csY32" fmla="*/ 285750 h 285750"/>
                <a:gd name="csX33" fmla="*/ 4676775 w 8572500"/>
                <a:gd name="csY33" fmla="*/ 285750 h 285750"/>
                <a:gd name="csX34" fmla="*/ 4286250 w 8572500"/>
                <a:gd name="csY34" fmla="*/ 285750 h 285750"/>
                <a:gd name="csX35" fmla="*/ 3895725 w 8572500"/>
                <a:gd name="csY35" fmla="*/ 285750 h 285750"/>
                <a:gd name="csX36" fmla="*/ 3505200 w 8572500"/>
                <a:gd name="csY36" fmla="*/ 285750 h 285750"/>
                <a:gd name="csX37" fmla="*/ 3114675 w 8572500"/>
                <a:gd name="csY37" fmla="*/ 285750 h 285750"/>
                <a:gd name="csX38" fmla="*/ 2724150 w 8572500"/>
                <a:gd name="csY38" fmla="*/ 285750 h 285750"/>
                <a:gd name="csX39" fmla="*/ 2333625 w 8572500"/>
                <a:gd name="csY39" fmla="*/ 285750 h 285750"/>
                <a:gd name="csX40" fmla="*/ 1952625 w 8572500"/>
                <a:gd name="csY40" fmla="*/ 285750 h 285750"/>
                <a:gd name="csX41" fmla="*/ 1562100 w 8572500"/>
                <a:gd name="csY41" fmla="*/ 285750 h 285750"/>
                <a:gd name="csX42" fmla="*/ 1171575 w 8572500"/>
                <a:gd name="csY42" fmla="*/ 285750 h 285750"/>
                <a:gd name="csX43" fmla="*/ 781050 w 8572500"/>
                <a:gd name="csY43" fmla="*/ 285750 h 285750"/>
                <a:gd name="csX44" fmla="*/ 390525 w 8572500"/>
                <a:gd name="csY44" fmla="*/ 285750 h 285750"/>
                <a:gd name="csX45" fmla="*/ 0 w 8572500"/>
                <a:gd name="csY45" fmla="*/ 285750 h 285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285750">
                  <a:moveTo>
                    <a:pt x="0" y="142875"/>
                  </a:moveTo>
                  <a:lnTo>
                    <a:pt x="390525" y="38100"/>
                  </a:lnTo>
                  <a:lnTo>
                    <a:pt x="781050" y="123825"/>
                  </a:lnTo>
                  <a:lnTo>
                    <a:pt x="1171575" y="114300"/>
                  </a:lnTo>
                  <a:lnTo>
                    <a:pt x="1562100" y="66675"/>
                  </a:lnTo>
                  <a:lnTo>
                    <a:pt x="1952625" y="57150"/>
                  </a:lnTo>
                  <a:lnTo>
                    <a:pt x="2333625" y="57150"/>
                  </a:lnTo>
                  <a:lnTo>
                    <a:pt x="2724150" y="152400"/>
                  </a:lnTo>
                  <a:lnTo>
                    <a:pt x="3114675" y="19050"/>
                  </a:lnTo>
                  <a:lnTo>
                    <a:pt x="3505200" y="66675"/>
                  </a:lnTo>
                  <a:lnTo>
                    <a:pt x="3895725" y="114300"/>
                  </a:lnTo>
                  <a:lnTo>
                    <a:pt x="4286250" y="133350"/>
                  </a:lnTo>
                  <a:lnTo>
                    <a:pt x="4676775" y="28575"/>
                  </a:lnTo>
                  <a:lnTo>
                    <a:pt x="5067300" y="133350"/>
                  </a:lnTo>
                  <a:lnTo>
                    <a:pt x="5457825" y="85725"/>
                  </a:lnTo>
                  <a:lnTo>
                    <a:pt x="5848350" y="38100"/>
                  </a:lnTo>
                  <a:lnTo>
                    <a:pt x="6238875" y="142875"/>
                  </a:lnTo>
                  <a:lnTo>
                    <a:pt x="6619875" y="0"/>
                  </a:lnTo>
                  <a:lnTo>
                    <a:pt x="7010400" y="57150"/>
                  </a:lnTo>
                  <a:lnTo>
                    <a:pt x="7400925" y="85725"/>
                  </a:lnTo>
                  <a:lnTo>
                    <a:pt x="7791450" y="76200"/>
                  </a:lnTo>
                  <a:lnTo>
                    <a:pt x="8181975" y="95250"/>
                  </a:lnTo>
                  <a:lnTo>
                    <a:pt x="8572500" y="142875"/>
                  </a:lnTo>
                  <a:lnTo>
                    <a:pt x="8572500" y="285750"/>
                  </a:lnTo>
                  <a:lnTo>
                    <a:pt x="8181975" y="285750"/>
                  </a:lnTo>
                  <a:lnTo>
                    <a:pt x="7791450" y="285750"/>
                  </a:lnTo>
                  <a:lnTo>
                    <a:pt x="7400925" y="285750"/>
                  </a:lnTo>
                  <a:lnTo>
                    <a:pt x="7010400" y="285750"/>
                  </a:lnTo>
                  <a:lnTo>
                    <a:pt x="6619875" y="285750"/>
                  </a:lnTo>
                  <a:lnTo>
                    <a:pt x="6238875" y="285750"/>
                  </a:lnTo>
                  <a:lnTo>
                    <a:pt x="5848350" y="285750"/>
                  </a:lnTo>
                  <a:lnTo>
                    <a:pt x="5457825" y="285750"/>
                  </a:lnTo>
                  <a:lnTo>
                    <a:pt x="5067300" y="285750"/>
                  </a:lnTo>
                  <a:lnTo>
                    <a:pt x="4676775" y="285750"/>
                  </a:lnTo>
                  <a:lnTo>
                    <a:pt x="4286250" y="285750"/>
                  </a:lnTo>
                  <a:lnTo>
                    <a:pt x="3895725" y="285750"/>
                  </a:lnTo>
                  <a:lnTo>
                    <a:pt x="3505200" y="285750"/>
                  </a:lnTo>
                  <a:lnTo>
                    <a:pt x="3114675" y="285750"/>
                  </a:lnTo>
                  <a:lnTo>
                    <a:pt x="2724150" y="285750"/>
                  </a:lnTo>
                  <a:lnTo>
                    <a:pt x="2333625" y="285750"/>
                  </a:lnTo>
                  <a:lnTo>
                    <a:pt x="1952625" y="285750"/>
                  </a:lnTo>
                  <a:lnTo>
                    <a:pt x="1562100" y="285750"/>
                  </a:lnTo>
                  <a:lnTo>
                    <a:pt x="1171575" y="285750"/>
                  </a:lnTo>
                  <a:lnTo>
                    <a:pt x="781050" y="285750"/>
                  </a:lnTo>
                  <a:lnTo>
                    <a:pt x="390525" y="285750"/>
                  </a:lnTo>
                  <a:lnTo>
                    <a:pt x="0" y="285750"/>
                  </a:lnTo>
                  <a:close/>
                </a:path>
              </a:pathLst>
            </a:custGeom>
            <a:solidFill>
              <a:schemeClr val="accent2">
                <a:lumMod val="50000"/>
              </a:schemeClr>
            </a:solidFill>
            <a:ln w="9525" cap="flat">
              <a:noFill/>
              <a:prstDash val="solid"/>
              <a:miter/>
            </a:ln>
          </p:spPr>
          <p:txBody>
            <a:bodyPr/>
            <a:lstStyle/>
            <a:p>
              <a:endParaRPr lang="en-US"/>
            </a:p>
          </p:txBody>
        </p:sp>
        <p:sp>
          <p:nvSpPr>
            <p:cNvPr id="12" name="Freeform: Shape 11">
              <a:extLst>
                <a:ext uri="{FF2B5EF4-FFF2-40B4-BE49-F238E27FC236}">
                  <a16:creationId xmlns:a16="http://schemas.microsoft.com/office/drawing/2014/main" id="{4798704A-59B7-9703-0AC0-34B89C3D1D53}"/>
                </a:ext>
              </a:extLst>
            </p:cNvPr>
            <p:cNvSpPr/>
            <p:nvPr/>
          </p:nvSpPr>
          <p:spPr>
            <a:xfrm flipH="1">
              <a:off x="12192000" y="5268686"/>
              <a:ext cx="12192000" cy="1589314"/>
            </a:xfrm>
            <a:custGeom>
              <a:avLst/>
              <a:gdLst>
                <a:gd name="csX0" fmla="*/ 0 w 8572500"/>
                <a:gd name="csY0" fmla="*/ 9525 h 990600"/>
                <a:gd name="csX1" fmla="*/ 390525 w 8572500"/>
                <a:gd name="csY1" fmla="*/ 38100 h 990600"/>
                <a:gd name="csX2" fmla="*/ 781050 w 8572500"/>
                <a:gd name="csY2" fmla="*/ 0 h 990600"/>
                <a:gd name="csX3" fmla="*/ 1171575 w 8572500"/>
                <a:gd name="csY3" fmla="*/ 28575 h 990600"/>
                <a:gd name="csX4" fmla="*/ 1562100 w 8572500"/>
                <a:gd name="csY4" fmla="*/ 9525 h 990600"/>
                <a:gd name="csX5" fmla="*/ 1952625 w 8572500"/>
                <a:gd name="csY5" fmla="*/ 38100 h 990600"/>
                <a:gd name="csX6" fmla="*/ 2333625 w 8572500"/>
                <a:gd name="csY6" fmla="*/ 19050 h 990600"/>
                <a:gd name="csX7" fmla="*/ 2724150 w 8572500"/>
                <a:gd name="csY7" fmla="*/ 104775 h 990600"/>
                <a:gd name="csX8" fmla="*/ 3114675 w 8572500"/>
                <a:gd name="csY8" fmla="*/ 114300 h 990600"/>
                <a:gd name="csX9" fmla="*/ 3505200 w 8572500"/>
                <a:gd name="csY9" fmla="*/ 190500 h 990600"/>
                <a:gd name="csX10" fmla="*/ 3895725 w 8572500"/>
                <a:gd name="csY10" fmla="*/ 47625 h 990600"/>
                <a:gd name="csX11" fmla="*/ 4286250 w 8572500"/>
                <a:gd name="csY11" fmla="*/ 190500 h 990600"/>
                <a:gd name="csX12" fmla="*/ 4676775 w 8572500"/>
                <a:gd name="csY12" fmla="*/ 190500 h 990600"/>
                <a:gd name="csX13" fmla="*/ 5067300 w 8572500"/>
                <a:gd name="csY13" fmla="*/ 66675 h 990600"/>
                <a:gd name="csX14" fmla="*/ 5457825 w 8572500"/>
                <a:gd name="csY14" fmla="*/ 85725 h 990600"/>
                <a:gd name="csX15" fmla="*/ 5848350 w 8572500"/>
                <a:gd name="csY15" fmla="*/ 47625 h 990600"/>
                <a:gd name="csX16" fmla="*/ 6238875 w 8572500"/>
                <a:gd name="csY16" fmla="*/ 28575 h 990600"/>
                <a:gd name="csX17" fmla="*/ 6619875 w 8572500"/>
                <a:gd name="csY17" fmla="*/ 180975 h 990600"/>
                <a:gd name="csX18" fmla="*/ 7010400 w 8572500"/>
                <a:gd name="csY18" fmla="*/ 114300 h 990600"/>
                <a:gd name="csX19" fmla="*/ 7400925 w 8572500"/>
                <a:gd name="csY19" fmla="*/ 180975 h 990600"/>
                <a:gd name="csX20" fmla="*/ 7791450 w 8572500"/>
                <a:gd name="csY20" fmla="*/ 38100 h 990600"/>
                <a:gd name="csX21" fmla="*/ 8181975 w 8572500"/>
                <a:gd name="csY21" fmla="*/ 171450 h 990600"/>
                <a:gd name="csX22" fmla="*/ 8572500 w 8572500"/>
                <a:gd name="csY22" fmla="*/ 171450 h 990600"/>
                <a:gd name="csX23" fmla="*/ 8572500 w 8572500"/>
                <a:gd name="csY23" fmla="*/ 990600 h 990600"/>
                <a:gd name="csX24" fmla="*/ 8181975 w 8572500"/>
                <a:gd name="csY24" fmla="*/ 990600 h 990600"/>
                <a:gd name="csX25" fmla="*/ 7791450 w 8572500"/>
                <a:gd name="csY25" fmla="*/ 990600 h 990600"/>
                <a:gd name="csX26" fmla="*/ 7400925 w 8572500"/>
                <a:gd name="csY26" fmla="*/ 990600 h 990600"/>
                <a:gd name="csX27" fmla="*/ 7010400 w 8572500"/>
                <a:gd name="csY27" fmla="*/ 990600 h 990600"/>
                <a:gd name="csX28" fmla="*/ 6619875 w 8572500"/>
                <a:gd name="csY28" fmla="*/ 990600 h 990600"/>
                <a:gd name="csX29" fmla="*/ 6238875 w 8572500"/>
                <a:gd name="csY29" fmla="*/ 990600 h 990600"/>
                <a:gd name="csX30" fmla="*/ 5848350 w 8572500"/>
                <a:gd name="csY30" fmla="*/ 990600 h 990600"/>
                <a:gd name="csX31" fmla="*/ 5457825 w 8572500"/>
                <a:gd name="csY31" fmla="*/ 990600 h 990600"/>
                <a:gd name="csX32" fmla="*/ 5067300 w 8572500"/>
                <a:gd name="csY32" fmla="*/ 990600 h 990600"/>
                <a:gd name="csX33" fmla="*/ 4676775 w 8572500"/>
                <a:gd name="csY33" fmla="*/ 990600 h 990600"/>
                <a:gd name="csX34" fmla="*/ 4286250 w 8572500"/>
                <a:gd name="csY34" fmla="*/ 990600 h 990600"/>
                <a:gd name="csX35" fmla="*/ 3895725 w 8572500"/>
                <a:gd name="csY35" fmla="*/ 990600 h 990600"/>
                <a:gd name="csX36" fmla="*/ 3505200 w 8572500"/>
                <a:gd name="csY36" fmla="*/ 990600 h 990600"/>
                <a:gd name="csX37" fmla="*/ 3114675 w 8572500"/>
                <a:gd name="csY37" fmla="*/ 990600 h 990600"/>
                <a:gd name="csX38" fmla="*/ 2724150 w 8572500"/>
                <a:gd name="csY38" fmla="*/ 990600 h 990600"/>
                <a:gd name="csX39" fmla="*/ 2333625 w 8572500"/>
                <a:gd name="csY39" fmla="*/ 990600 h 990600"/>
                <a:gd name="csX40" fmla="*/ 1952625 w 8572500"/>
                <a:gd name="csY40" fmla="*/ 990600 h 990600"/>
                <a:gd name="csX41" fmla="*/ 1562100 w 8572500"/>
                <a:gd name="csY41" fmla="*/ 990600 h 990600"/>
                <a:gd name="csX42" fmla="*/ 1171575 w 8572500"/>
                <a:gd name="csY42" fmla="*/ 990600 h 990600"/>
                <a:gd name="csX43" fmla="*/ 781050 w 8572500"/>
                <a:gd name="csY43" fmla="*/ 990600 h 990600"/>
                <a:gd name="csX44" fmla="*/ 390525 w 8572500"/>
                <a:gd name="csY44" fmla="*/ 990600 h 990600"/>
                <a:gd name="csX45" fmla="*/ 0 w 8572500"/>
                <a:gd name="csY45" fmla="*/ 990600 h 990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990600">
                  <a:moveTo>
                    <a:pt x="0" y="9525"/>
                  </a:moveTo>
                  <a:lnTo>
                    <a:pt x="390525" y="38100"/>
                  </a:lnTo>
                  <a:lnTo>
                    <a:pt x="781050" y="0"/>
                  </a:lnTo>
                  <a:lnTo>
                    <a:pt x="1171575" y="28575"/>
                  </a:lnTo>
                  <a:lnTo>
                    <a:pt x="1562100" y="9525"/>
                  </a:lnTo>
                  <a:lnTo>
                    <a:pt x="1952625" y="38100"/>
                  </a:lnTo>
                  <a:lnTo>
                    <a:pt x="2333625" y="19050"/>
                  </a:lnTo>
                  <a:lnTo>
                    <a:pt x="2724150" y="104775"/>
                  </a:lnTo>
                  <a:lnTo>
                    <a:pt x="3114675" y="114300"/>
                  </a:lnTo>
                  <a:lnTo>
                    <a:pt x="3505200" y="190500"/>
                  </a:lnTo>
                  <a:lnTo>
                    <a:pt x="3895725" y="47625"/>
                  </a:lnTo>
                  <a:lnTo>
                    <a:pt x="4286250" y="190500"/>
                  </a:lnTo>
                  <a:lnTo>
                    <a:pt x="4676775" y="190500"/>
                  </a:lnTo>
                  <a:lnTo>
                    <a:pt x="5067300" y="66675"/>
                  </a:lnTo>
                  <a:lnTo>
                    <a:pt x="5457825" y="85725"/>
                  </a:lnTo>
                  <a:lnTo>
                    <a:pt x="5848350" y="47625"/>
                  </a:lnTo>
                  <a:lnTo>
                    <a:pt x="6238875" y="28575"/>
                  </a:lnTo>
                  <a:lnTo>
                    <a:pt x="6619875" y="180975"/>
                  </a:lnTo>
                  <a:lnTo>
                    <a:pt x="7010400" y="114300"/>
                  </a:lnTo>
                  <a:lnTo>
                    <a:pt x="7400925" y="180975"/>
                  </a:lnTo>
                  <a:lnTo>
                    <a:pt x="7791450" y="38100"/>
                  </a:lnTo>
                  <a:lnTo>
                    <a:pt x="8181975" y="171450"/>
                  </a:lnTo>
                  <a:lnTo>
                    <a:pt x="8572500" y="171450"/>
                  </a:lnTo>
                  <a:lnTo>
                    <a:pt x="8572500" y="990600"/>
                  </a:lnTo>
                  <a:lnTo>
                    <a:pt x="8181975" y="990600"/>
                  </a:lnTo>
                  <a:lnTo>
                    <a:pt x="7791450" y="990600"/>
                  </a:lnTo>
                  <a:lnTo>
                    <a:pt x="7400925" y="990600"/>
                  </a:lnTo>
                  <a:lnTo>
                    <a:pt x="7010400" y="990600"/>
                  </a:lnTo>
                  <a:lnTo>
                    <a:pt x="6619875" y="990600"/>
                  </a:lnTo>
                  <a:lnTo>
                    <a:pt x="6238875" y="990600"/>
                  </a:lnTo>
                  <a:lnTo>
                    <a:pt x="5848350" y="990600"/>
                  </a:lnTo>
                  <a:lnTo>
                    <a:pt x="5457825" y="990600"/>
                  </a:lnTo>
                  <a:lnTo>
                    <a:pt x="5067300" y="990600"/>
                  </a:lnTo>
                  <a:lnTo>
                    <a:pt x="4676775" y="990600"/>
                  </a:lnTo>
                  <a:lnTo>
                    <a:pt x="4286250" y="990600"/>
                  </a:lnTo>
                  <a:lnTo>
                    <a:pt x="3895725" y="990600"/>
                  </a:lnTo>
                  <a:lnTo>
                    <a:pt x="3505200" y="990600"/>
                  </a:lnTo>
                  <a:lnTo>
                    <a:pt x="3114675" y="990600"/>
                  </a:lnTo>
                  <a:lnTo>
                    <a:pt x="2724150" y="990600"/>
                  </a:lnTo>
                  <a:lnTo>
                    <a:pt x="2333625" y="990600"/>
                  </a:lnTo>
                  <a:lnTo>
                    <a:pt x="1952625" y="990600"/>
                  </a:lnTo>
                  <a:lnTo>
                    <a:pt x="1562100" y="990600"/>
                  </a:lnTo>
                  <a:lnTo>
                    <a:pt x="1171575" y="990600"/>
                  </a:lnTo>
                  <a:lnTo>
                    <a:pt x="781050" y="990600"/>
                  </a:lnTo>
                  <a:lnTo>
                    <a:pt x="390525" y="990600"/>
                  </a:lnTo>
                  <a:lnTo>
                    <a:pt x="0" y="990600"/>
                  </a:lnTo>
                  <a:close/>
                </a:path>
              </a:pathLst>
            </a:custGeom>
            <a:solidFill>
              <a:schemeClr val="accent2">
                <a:lumMod val="20000"/>
                <a:lumOff val="80000"/>
              </a:schemeClr>
            </a:solidFill>
            <a:ln w="9525" cap="flat">
              <a:noFill/>
              <a:prstDash val="solid"/>
              <a:miter/>
            </a:ln>
          </p:spPr>
          <p:txBody>
            <a:bodyPr/>
            <a:lstStyle/>
            <a:p>
              <a:endParaRPr lang="en-US"/>
            </a:p>
          </p:txBody>
        </p:sp>
        <p:sp>
          <p:nvSpPr>
            <p:cNvPr id="13" name="Freeform: Shape 12">
              <a:extLst>
                <a:ext uri="{FF2B5EF4-FFF2-40B4-BE49-F238E27FC236}">
                  <a16:creationId xmlns:a16="http://schemas.microsoft.com/office/drawing/2014/main" id="{F4F9FF15-748C-4789-FE02-1EF1E874910E}"/>
                </a:ext>
              </a:extLst>
            </p:cNvPr>
            <p:cNvSpPr/>
            <p:nvPr/>
          </p:nvSpPr>
          <p:spPr>
            <a:xfrm flipH="1">
              <a:off x="12192000" y="5543760"/>
              <a:ext cx="12192000" cy="1314240"/>
            </a:xfrm>
            <a:custGeom>
              <a:avLst/>
              <a:gdLst>
                <a:gd name="csX0" fmla="*/ 0 w 8572500"/>
                <a:gd name="csY0" fmla="*/ 38100 h 819150"/>
                <a:gd name="csX1" fmla="*/ 390525 w 8572500"/>
                <a:gd name="csY1" fmla="*/ 95250 h 819150"/>
                <a:gd name="csX2" fmla="*/ 781050 w 8572500"/>
                <a:gd name="csY2" fmla="*/ 66675 h 819150"/>
                <a:gd name="csX3" fmla="*/ 1171575 w 8572500"/>
                <a:gd name="csY3" fmla="*/ 19050 h 819150"/>
                <a:gd name="csX4" fmla="*/ 1562100 w 8572500"/>
                <a:gd name="csY4" fmla="*/ 142875 h 819150"/>
                <a:gd name="csX5" fmla="*/ 1952625 w 8572500"/>
                <a:gd name="csY5" fmla="*/ 161925 h 819150"/>
                <a:gd name="csX6" fmla="*/ 2333625 w 8572500"/>
                <a:gd name="csY6" fmla="*/ 47625 h 819150"/>
                <a:gd name="csX7" fmla="*/ 2724150 w 8572500"/>
                <a:gd name="csY7" fmla="*/ 123825 h 819150"/>
                <a:gd name="csX8" fmla="*/ 3114675 w 8572500"/>
                <a:gd name="csY8" fmla="*/ 95250 h 819150"/>
                <a:gd name="csX9" fmla="*/ 3505200 w 8572500"/>
                <a:gd name="csY9" fmla="*/ 190500 h 819150"/>
                <a:gd name="csX10" fmla="*/ 3895725 w 8572500"/>
                <a:gd name="csY10" fmla="*/ 142875 h 819150"/>
                <a:gd name="csX11" fmla="*/ 4286250 w 8572500"/>
                <a:gd name="csY11" fmla="*/ 28575 h 819150"/>
                <a:gd name="csX12" fmla="*/ 4676775 w 8572500"/>
                <a:gd name="csY12" fmla="*/ 190500 h 819150"/>
                <a:gd name="csX13" fmla="*/ 5067300 w 8572500"/>
                <a:gd name="csY13" fmla="*/ 142875 h 819150"/>
                <a:gd name="csX14" fmla="*/ 5457825 w 8572500"/>
                <a:gd name="csY14" fmla="*/ 0 h 819150"/>
                <a:gd name="csX15" fmla="*/ 5848350 w 8572500"/>
                <a:gd name="csY15" fmla="*/ 47625 h 819150"/>
                <a:gd name="csX16" fmla="*/ 6238875 w 8572500"/>
                <a:gd name="csY16" fmla="*/ 142875 h 819150"/>
                <a:gd name="csX17" fmla="*/ 6619875 w 8572500"/>
                <a:gd name="csY17" fmla="*/ 57150 h 819150"/>
                <a:gd name="csX18" fmla="*/ 7010400 w 8572500"/>
                <a:gd name="csY18" fmla="*/ 114300 h 819150"/>
                <a:gd name="csX19" fmla="*/ 7400925 w 8572500"/>
                <a:gd name="csY19" fmla="*/ 66675 h 819150"/>
                <a:gd name="csX20" fmla="*/ 7791450 w 8572500"/>
                <a:gd name="csY20" fmla="*/ 171450 h 819150"/>
                <a:gd name="csX21" fmla="*/ 8181975 w 8572500"/>
                <a:gd name="csY21" fmla="*/ 57150 h 819150"/>
                <a:gd name="csX22" fmla="*/ 8572500 w 8572500"/>
                <a:gd name="csY22" fmla="*/ 28575 h 819150"/>
                <a:gd name="csX23" fmla="*/ 8572500 w 8572500"/>
                <a:gd name="csY23" fmla="*/ 819150 h 819150"/>
                <a:gd name="csX24" fmla="*/ 8181975 w 8572500"/>
                <a:gd name="csY24" fmla="*/ 819150 h 819150"/>
                <a:gd name="csX25" fmla="*/ 7791450 w 8572500"/>
                <a:gd name="csY25" fmla="*/ 819150 h 819150"/>
                <a:gd name="csX26" fmla="*/ 7400925 w 8572500"/>
                <a:gd name="csY26" fmla="*/ 819150 h 819150"/>
                <a:gd name="csX27" fmla="*/ 7010400 w 8572500"/>
                <a:gd name="csY27" fmla="*/ 819150 h 819150"/>
                <a:gd name="csX28" fmla="*/ 6619875 w 8572500"/>
                <a:gd name="csY28" fmla="*/ 819150 h 819150"/>
                <a:gd name="csX29" fmla="*/ 6238875 w 8572500"/>
                <a:gd name="csY29" fmla="*/ 819150 h 819150"/>
                <a:gd name="csX30" fmla="*/ 5848350 w 8572500"/>
                <a:gd name="csY30" fmla="*/ 819150 h 819150"/>
                <a:gd name="csX31" fmla="*/ 5457825 w 8572500"/>
                <a:gd name="csY31" fmla="*/ 819150 h 819150"/>
                <a:gd name="csX32" fmla="*/ 5067300 w 8572500"/>
                <a:gd name="csY32" fmla="*/ 819150 h 819150"/>
                <a:gd name="csX33" fmla="*/ 4676775 w 8572500"/>
                <a:gd name="csY33" fmla="*/ 819150 h 819150"/>
                <a:gd name="csX34" fmla="*/ 4286250 w 8572500"/>
                <a:gd name="csY34" fmla="*/ 819150 h 819150"/>
                <a:gd name="csX35" fmla="*/ 3895725 w 8572500"/>
                <a:gd name="csY35" fmla="*/ 819150 h 819150"/>
                <a:gd name="csX36" fmla="*/ 3505200 w 8572500"/>
                <a:gd name="csY36" fmla="*/ 819150 h 819150"/>
                <a:gd name="csX37" fmla="*/ 3114675 w 8572500"/>
                <a:gd name="csY37" fmla="*/ 819150 h 819150"/>
                <a:gd name="csX38" fmla="*/ 2724150 w 8572500"/>
                <a:gd name="csY38" fmla="*/ 819150 h 819150"/>
                <a:gd name="csX39" fmla="*/ 2333625 w 8572500"/>
                <a:gd name="csY39" fmla="*/ 819150 h 819150"/>
                <a:gd name="csX40" fmla="*/ 1952625 w 8572500"/>
                <a:gd name="csY40" fmla="*/ 819150 h 819150"/>
                <a:gd name="csX41" fmla="*/ 1562100 w 8572500"/>
                <a:gd name="csY41" fmla="*/ 819150 h 819150"/>
                <a:gd name="csX42" fmla="*/ 1171575 w 8572500"/>
                <a:gd name="csY42" fmla="*/ 819150 h 819150"/>
                <a:gd name="csX43" fmla="*/ 781050 w 8572500"/>
                <a:gd name="csY43" fmla="*/ 819150 h 819150"/>
                <a:gd name="csX44" fmla="*/ 390525 w 8572500"/>
                <a:gd name="csY44" fmla="*/ 819150 h 819150"/>
                <a:gd name="csX45" fmla="*/ 0 w 8572500"/>
                <a:gd name="csY45" fmla="*/ 819150 h 8191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819150">
                  <a:moveTo>
                    <a:pt x="0" y="38100"/>
                  </a:moveTo>
                  <a:lnTo>
                    <a:pt x="390525" y="95250"/>
                  </a:lnTo>
                  <a:lnTo>
                    <a:pt x="781050" y="66675"/>
                  </a:lnTo>
                  <a:lnTo>
                    <a:pt x="1171575" y="19050"/>
                  </a:lnTo>
                  <a:lnTo>
                    <a:pt x="1562100" y="142875"/>
                  </a:lnTo>
                  <a:lnTo>
                    <a:pt x="1952625" y="161925"/>
                  </a:lnTo>
                  <a:lnTo>
                    <a:pt x="2333625" y="47625"/>
                  </a:lnTo>
                  <a:lnTo>
                    <a:pt x="2724150" y="123825"/>
                  </a:lnTo>
                  <a:lnTo>
                    <a:pt x="3114675" y="95250"/>
                  </a:lnTo>
                  <a:lnTo>
                    <a:pt x="3505200" y="190500"/>
                  </a:lnTo>
                  <a:lnTo>
                    <a:pt x="3895725" y="142875"/>
                  </a:lnTo>
                  <a:lnTo>
                    <a:pt x="4286250" y="28575"/>
                  </a:lnTo>
                  <a:lnTo>
                    <a:pt x="4676775" y="190500"/>
                  </a:lnTo>
                  <a:lnTo>
                    <a:pt x="5067300" y="142875"/>
                  </a:lnTo>
                  <a:lnTo>
                    <a:pt x="5457825" y="0"/>
                  </a:lnTo>
                  <a:lnTo>
                    <a:pt x="5848350" y="47625"/>
                  </a:lnTo>
                  <a:lnTo>
                    <a:pt x="6238875" y="142875"/>
                  </a:lnTo>
                  <a:lnTo>
                    <a:pt x="6619875" y="57150"/>
                  </a:lnTo>
                  <a:lnTo>
                    <a:pt x="7010400" y="114300"/>
                  </a:lnTo>
                  <a:lnTo>
                    <a:pt x="7400925" y="66675"/>
                  </a:lnTo>
                  <a:lnTo>
                    <a:pt x="7791450" y="171450"/>
                  </a:lnTo>
                  <a:lnTo>
                    <a:pt x="8181975" y="57150"/>
                  </a:lnTo>
                  <a:lnTo>
                    <a:pt x="8572500" y="28575"/>
                  </a:lnTo>
                  <a:lnTo>
                    <a:pt x="8572500" y="819150"/>
                  </a:lnTo>
                  <a:lnTo>
                    <a:pt x="8181975" y="819150"/>
                  </a:lnTo>
                  <a:lnTo>
                    <a:pt x="7791450" y="819150"/>
                  </a:lnTo>
                  <a:lnTo>
                    <a:pt x="7400925" y="819150"/>
                  </a:lnTo>
                  <a:lnTo>
                    <a:pt x="7010400" y="819150"/>
                  </a:lnTo>
                  <a:lnTo>
                    <a:pt x="6619875" y="819150"/>
                  </a:lnTo>
                  <a:lnTo>
                    <a:pt x="6238875" y="819150"/>
                  </a:lnTo>
                  <a:lnTo>
                    <a:pt x="5848350" y="819150"/>
                  </a:lnTo>
                  <a:lnTo>
                    <a:pt x="5457825" y="819150"/>
                  </a:lnTo>
                  <a:lnTo>
                    <a:pt x="5067300" y="819150"/>
                  </a:lnTo>
                  <a:lnTo>
                    <a:pt x="4676775" y="819150"/>
                  </a:lnTo>
                  <a:lnTo>
                    <a:pt x="4286250" y="819150"/>
                  </a:lnTo>
                  <a:lnTo>
                    <a:pt x="3895725" y="819150"/>
                  </a:lnTo>
                  <a:lnTo>
                    <a:pt x="3505200" y="819150"/>
                  </a:lnTo>
                  <a:lnTo>
                    <a:pt x="3114675" y="819150"/>
                  </a:lnTo>
                  <a:lnTo>
                    <a:pt x="2724150" y="819150"/>
                  </a:lnTo>
                  <a:lnTo>
                    <a:pt x="2333625" y="819150"/>
                  </a:lnTo>
                  <a:lnTo>
                    <a:pt x="1952625" y="819150"/>
                  </a:lnTo>
                  <a:lnTo>
                    <a:pt x="1562100" y="819150"/>
                  </a:lnTo>
                  <a:lnTo>
                    <a:pt x="1171575" y="819150"/>
                  </a:lnTo>
                  <a:lnTo>
                    <a:pt x="781050" y="819150"/>
                  </a:lnTo>
                  <a:lnTo>
                    <a:pt x="390525" y="819150"/>
                  </a:lnTo>
                  <a:lnTo>
                    <a:pt x="0" y="819150"/>
                  </a:lnTo>
                  <a:close/>
                </a:path>
              </a:pathLst>
            </a:custGeom>
            <a:solidFill>
              <a:schemeClr val="accent2">
                <a:lumMod val="40000"/>
                <a:lumOff val="60000"/>
              </a:schemeClr>
            </a:solidFill>
            <a:ln w="9525" cap="flat">
              <a:noFill/>
              <a:prstDash val="solid"/>
              <a:miter/>
            </a:ln>
          </p:spPr>
          <p:txBody>
            <a:bodyPr/>
            <a:lstStyle/>
            <a:p>
              <a:endParaRPr lang="en-US"/>
            </a:p>
          </p:txBody>
        </p:sp>
        <p:sp>
          <p:nvSpPr>
            <p:cNvPr id="14" name="Freeform: Shape 13">
              <a:extLst>
                <a:ext uri="{FF2B5EF4-FFF2-40B4-BE49-F238E27FC236}">
                  <a16:creationId xmlns:a16="http://schemas.microsoft.com/office/drawing/2014/main" id="{B3FAEE20-526E-5531-7489-D55066A2AA9B}"/>
                </a:ext>
              </a:extLst>
            </p:cNvPr>
            <p:cNvSpPr/>
            <p:nvPr/>
          </p:nvSpPr>
          <p:spPr>
            <a:xfrm flipH="1">
              <a:off x="12192000" y="5834115"/>
              <a:ext cx="12192000" cy="1023885"/>
            </a:xfrm>
            <a:custGeom>
              <a:avLst/>
              <a:gdLst>
                <a:gd name="csX0" fmla="*/ 0 w 8572500"/>
                <a:gd name="csY0" fmla="*/ 76200 h 638175"/>
                <a:gd name="csX1" fmla="*/ 390525 w 8572500"/>
                <a:gd name="csY1" fmla="*/ 9525 h 638175"/>
                <a:gd name="csX2" fmla="*/ 781050 w 8572500"/>
                <a:gd name="csY2" fmla="*/ 123825 h 638175"/>
                <a:gd name="csX3" fmla="*/ 1171575 w 8572500"/>
                <a:gd name="csY3" fmla="*/ 142875 h 638175"/>
                <a:gd name="csX4" fmla="*/ 1562100 w 8572500"/>
                <a:gd name="csY4" fmla="*/ 76200 h 638175"/>
                <a:gd name="csX5" fmla="*/ 1952625 w 8572500"/>
                <a:gd name="csY5" fmla="*/ 76200 h 638175"/>
                <a:gd name="csX6" fmla="*/ 2333625 w 8572500"/>
                <a:gd name="csY6" fmla="*/ 171450 h 638175"/>
                <a:gd name="csX7" fmla="*/ 2724150 w 8572500"/>
                <a:gd name="csY7" fmla="*/ 76200 h 638175"/>
                <a:gd name="csX8" fmla="*/ 3114675 w 8572500"/>
                <a:gd name="csY8" fmla="*/ 123825 h 638175"/>
                <a:gd name="csX9" fmla="*/ 3505200 w 8572500"/>
                <a:gd name="csY9" fmla="*/ 142875 h 638175"/>
                <a:gd name="csX10" fmla="*/ 3895725 w 8572500"/>
                <a:gd name="csY10" fmla="*/ 19050 h 638175"/>
                <a:gd name="csX11" fmla="*/ 4286250 w 8572500"/>
                <a:gd name="csY11" fmla="*/ 123825 h 638175"/>
                <a:gd name="csX12" fmla="*/ 4676775 w 8572500"/>
                <a:gd name="csY12" fmla="*/ 142875 h 638175"/>
                <a:gd name="csX13" fmla="*/ 5067300 w 8572500"/>
                <a:gd name="csY13" fmla="*/ 152400 h 638175"/>
                <a:gd name="csX14" fmla="*/ 5457825 w 8572500"/>
                <a:gd name="csY14" fmla="*/ 133350 h 638175"/>
                <a:gd name="csX15" fmla="*/ 5848350 w 8572500"/>
                <a:gd name="csY15" fmla="*/ 0 h 638175"/>
                <a:gd name="csX16" fmla="*/ 6238875 w 8572500"/>
                <a:gd name="csY16" fmla="*/ 66675 h 638175"/>
                <a:gd name="csX17" fmla="*/ 6619875 w 8572500"/>
                <a:gd name="csY17" fmla="*/ 28575 h 638175"/>
                <a:gd name="csX18" fmla="*/ 7010400 w 8572500"/>
                <a:gd name="csY18" fmla="*/ 28575 h 638175"/>
                <a:gd name="csX19" fmla="*/ 7400925 w 8572500"/>
                <a:gd name="csY19" fmla="*/ 47625 h 638175"/>
                <a:gd name="csX20" fmla="*/ 7791450 w 8572500"/>
                <a:gd name="csY20" fmla="*/ 161925 h 638175"/>
                <a:gd name="csX21" fmla="*/ 8181975 w 8572500"/>
                <a:gd name="csY21" fmla="*/ 47625 h 638175"/>
                <a:gd name="csX22" fmla="*/ 8572500 w 8572500"/>
                <a:gd name="csY22" fmla="*/ 47625 h 638175"/>
                <a:gd name="csX23" fmla="*/ 8572500 w 8572500"/>
                <a:gd name="csY23" fmla="*/ 638175 h 638175"/>
                <a:gd name="csX24" fmla="*/ 8181975 w 8572500"/>
                <a:gd name="csY24" fmla="*/ 638175 h 638175"/>
                <a:gd name="csX25" fmla="*/ 7791450 w 8572500"/>
                <a:gd name="csY25" fmla="*/ 638175 h 638175"/>
                <a:gd name="csX26" fmla="*/ 7400925 w 8572500"/>
                <a:gd name="csY26" fmla="*/ 638175 h 638175"/>
                <a:gd name="csX27" fmla="*/ 7010400 w 8572500"/>
                <a:gd name="csY27" fmla="*/ 638175 h 638175"/>
                <a:gd name="csX28" fmla="*/ 6619875 w 8572500"/>
                <a:gd name="csY28" fmla="*/ 638175 h 638175"/>
                <a:gd name="csX29" fmla="*/ 6238875 w 8572500"/>
                <a:gd name="csY29" fmla="*/ 638175 h 638175"/>
                <a:gd name="csX30" fmla="*/ 5848350 w 8572500"/>
                <a:gd name="csY30" fmla="*/ 638175 h 638175"/>
                <a:gd name="csX31" fmla="*/ 5457825 w 8572500"/>
                <a:gd name="csY31" fmla="*/ 638175 h 638175"/>
                <a:gd name="csX32" fmla="*/ 5067300 w 8572500"/>
                <a:gd name="csY32" fmla="*/ 638175 h 638175"/>
                <a:gd name="csX33" fmla="*/ 4676775 w 8572500"/>
                <a:gd name="csY33" fmla="*/ 638175 h 638175"/>
                <a:gd name="csX34" fmla="*/ 4286250 w 8572500"/>
                <a:gd name="csY34" fmla="*/ 638175 h 638175"/>
                <a:gd name="csX35" fmla="*/ 3895725 w 8572500"/>
                <a:gd name="csY35" fmla="*/ 638175 h 638175"/>
                <a:gd name="csX36" fmla="*/ 3505200 w 8572500"/>
                <a:gd name="csY36" fmla="*/ 638175 h 638175"/>
                <a:gd name="csX37" fmla="*/ 3114675 w 8572500"/>
                <a:gd name="csY37" fmla="*/ 638175 h 638175"/>
                <a:gd name="csX38" fmla="*/ 2724150 w 8572500"/>
                <a:gd name="csY38" fmla="*/ 638175 h 638175"/>
                <a:gd name="csX39" fmla="*/ 2333625 w 8572500"/>
                <a:gd name="csY39" fmla="*/ 638175 h 638175"/>
                <a:gd name="csX40" fmla="*/ 1952625 w 8572500"/>
                <a:gd name="csY40" fmla="*/ 638175 h 638175"/>
                <a:gd name="csX41" fmla="*/ 1562100 w 8572500"/>
                <a:gd name="csY41" fmla="*/ 638175 h 638175"/>
                <a:gd name="csX42" fmla="*/ 1171575 w 8572500"/>
                <a:gd name="csY42" fmla="*/ 638175 h 638175"/>
                <a:gd name="csX43" fmla="*/ 781050 w 8572500"/>
                <a:gd name="csY43" fmla="*/ 638175 h 638175"/>
                <a:gd name="csX44" fmla="*/ 390525 w 8572500"/>
                <a:gd name="csY44" fmla="*/ 638175 h 638175"/>
                <a:gd name="csX45" fmla="*/ 0 w 8572500"/>
                <a:gd name="csY45" fmla="*/ 638175 h 6381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638175">
                  <a:moveTo>
                    <a:pt x="0" y="76200"/>
                  </a:moveTo>
                  <a:lnTo>
                    <a:pt x="390525" y="9525"/>
                  </a:lnTo>
                  <a:lnTo>
                    <a:pt x="781050" y="123825"/>
                  </a:lnTo>
                  <a:lnTo>
                    <a:pt x="1171575" y="142875"/>
                  </a:lnTo>
                  <a:lnTo>
                    <a:pt x="1562100" y="76200"/>
                  </a:lnTo>
                  <a:lnTo>
                    <a:pt x="1952625" y="76200"/>
                  </a:lnTo>
                  <a:lnTo>
                    <a:pt x="2333625" y="171450"/>
                  </a:lnTo>
                  <a:lnTo>
                    <a:pt x="2724150" y="76200"/>
                  </a:lnTo>
                  <a:lnTo>
                    <a:pt x="3114675" y="123825"/>
                  </a:lnTo>
                  <a:lnTo>
                    <a:pt x="3505200" y="142875"/>
                  </a:lnTo>
                  <a:lnTo>
                    <a:pt x="3895725" y="19050"/>
                  </a:lnTo>
                  <a:lnTo>
                    <a:pt x="4286250" y="123825"/>
                  </a:lnTo>
                  <a:lnTo>
                    <a:pt x="4676775" y="142875"/>
                  </a:lnTo>
                  <a:lnTo>
                    <a:pt x="5067300" y="152400"/>
                  </a:lnTo>
                  <a:lnTo>
                    <a:pt x="5457825" y="133350"/>
                  </a:lnTo>
                  <a:lnTo>
                    <a:pt x="5848350" y="0"/>
                  </a:lnTo>
                  <a:lnTo>
                    <a:pt x="6238875" y="66675"/>
                  </a:lnTo>
                  <a:lnTo>
                    <a:pt x="6619875" y="28575"/>
                  </a:lnTo>
                  <a:lnTo>
                    <a:pt x="7010400" y="28575"/>
                  </a:lnTo>
                  <a:lnTo>
                    <a:pt x="7400925" y="47625"/>
                  </a:lnTo>
                  <a:lnTo>
                    <a:pt x="7791450" y="161925"/>
                  </a:lnTo>
                  <a:lnTo>
                    <a:pt x="8181975" y="47625"/>
                  </a:lnTo>
                  <a:lnTo>
                    <a:pt x="8572500" y="47625"/>
                  </a:lnTo>
                  <a:lnTo>
                    <a:pt x="8572500" y="638175"/>
                  </a:lnTo>
                  <a:lnTo>
                    <a:pt x="8181975" y="638175"/>
                  </a:lnTo>
                  <a:lnTo>
                    <a:pt x="7791450" y="638175"/>
                  </a:lnTo>
                  <a:lnTo>
                    <a:pt x="7400925" y="638175"/>
                  </a:lnTo>
                  <a:lnTo>
                    <a:pt x="7010400" y="638175"/>
                  </a:lnTo>
                  <a:lnTo>
                    <a:pt x="6619875" y="638175"/>
                  </a:lnTo>
                  <a:lnTo>
                    <a:pt x="6238875" y="638175"/>
                  </a:lnTo>
                  <a:lnTo>
                    <a:pt x="5848350" y="638175"/>
                  </a:lnTo>
                  <a:lnTo>
                    <a:pt x="5457825" y="638175"/>
                  </a:lnTo>
                  <a:lnTo>
                    <a:pt x="5067300" y="638175"/>
                  </a:lnTo>
                  <a:lnTo>
                    <a:pt x="4676775" y="638175"/>
                  </a:lnTo>
                  <a:lnTo>
                    <a:pt x="4286250" y="638175"/>
                  </a:lnTo>
                  <a:lnTo>
                    <a:pt x="3895725" y="638175"/>
                  </a:lnTo>
                  <a:lnTo>
                    <a:pt x="3505200" y="638175"/>
                  </a:lnTo>
                  <a:lnTo>
                    <a:pt x="3114675" y="638175"/>
                  </a:lnTo>
                  <a:lnTo>
                    <a:pt x="2724150" y="638175"/>
                  </a:lnTo>
                  <a:lnTo>
                    <a:pt x="2333625" y="638175"/>
                  </a:lnTo>
                  <a:lnTo>
                    <a:pt x="1952625" y="638175"/>
                  </a:lnTo>
                  <a:lnTo>
                    <a:pt x="1562100" y="638175"/>
                  </a:lnTo>
                  <a:lnTo>
                    <a:pt x="1171575" y="638175"/>
                  </a:lnTo>
                  <a:lnTo>
                    <a:pt x="781050" y="638175"/>
                  </a:lnTo>
                  <a:lnTo>
                    <a:pt x="390525" y="638175"/>
                  </a:lnTo>
                  <a:lnTo>
                    <a:pt x="0" y="638175"/>
                  </a:lnTo>
                  <a:close/>
                </a:path>
              </a:pathLst>
            </a:custGeom>
            <a:solidFill>
              <a:schemeClr val="accent2">
                <a:lumMod val="60000"/>
                <a:lumOff val="40000"/>
              </a:schemeClr>
            </a:solidFill>
            <a:ln w="9525" cap="flat">
              <a:noFill/>
              <a:prstDash val="solid"/>
              <a:miter/>
            </a:ln>
          </p:spPr>
          <p:txBody>
            <a:bodyPr/>
            <a:lstStyle/>
            <a:p>
              <a:endParaRPr lang="en-US"/>
            </a:p>
          </p:txBody>
        </p:sp>
        <p:sp>
          <p:nvSpPr>
            <p:cNvPr id="15" name="Freeform: Shape 14">
              <a:extLst>
                <a:ext uri="{FF2B5EF4-FFF2-40B4-BE49-F238E27FC236}">
                  <a16:creationId xmlns:a16="http://schemas.microsoft.com/office/drawing/2014/main" id="{FF29FB49-0B9F-62FD-35BB-0C4E20E88F57}"/>
                </a:ext>
              </a:extLst>
            </p:cNvPr>
            <p:cNvSpPr/>
            <p:nvPr/>
          </p:nvSpPr>
          <p:spPr>
            <a:xfrm flipH="1">
              <a:off x="12192000" y="6109189"/>
              <a:ext cx="12192000" cy="748811"/>
            </a:xfrm>
            <a:custGeom>
              <a:avLst/>
              <a:gdLst>
                <a:gd name="csX0" fmla="*/ 0 w 8572500"/>
                <a:gd name="csY0" fmla="*/ 152400 h 466725"/>
                <a:gd name="csX1" fmla="*/ 390525 w 8572500"/>
                <a:gd name="csY1" fmla="*/ 104775 h 466725"/>
                <a:gd name="csX2" fmla="*/ 781050 w 8572500"/>
                <a:gd name="csY2" fmla="*/ 57150 h 466725"/>
                <a:gd name="csX3" fmla="*/ 1171575 w 8572500"/>
                <a:gd name="csY3" fmla="*/ 28575 h 466725"/>
                <a:gd name="csX4" fmla="*/ 1562100 w 8572500"/>
                <a:gd name="csY4" fmla="*/ 123825 h 466725"/>
                <a:gd name="csX5" fmla="*/ 1952625 w 8572500"/>
                <a:gd name="csY5" fmla="*/ 133350 h 466725"/>
                <a:gd name="csX6" fmla="*/ 2333625 w 8572500"/>
                <a:gd name="csY6" fmla="*/ 9525 h 466725"/>
                <a:gd name="csX7" fmla="*/ 2724150 w 8572500"/>
                <a:gd name="csY7" fmla="*/ 57150 h 466725"/>
                <a:gd name="csX8" fmla="*/ 3114675 w 8572500"/>
                <a:gd name="csY8" fmla="*/ 28575 h 466725"/>
                <a:gd name="csX9" fmla="*/ 3505200 w 8572500"/>
                <a:gd name="csY9" fmla="*/ 171450 h 466725"/>
                <a:gd name="csX10" fmla="*/ 3895725 w 8572500"/>
                <a:gd name="csY10" fmla="*/ 152400 h 466725"/>
                <a:gd name="csX11" fmla="*/ 4286250 w 8572500"/>
                <a:gd name="csY11" fmla="*/ 161925 h 466725"/>
                <a:gd name="csX12" fmla="*/ 4676775 w 8572500"/>
                <a:gd name="csY12" fmla="*/ 95250 h 466725"/>
                <a:gd name="csX13" fmla="*/ 5067300 w 8572500"/>
                <a:gd name="csY13" fmla="*/ 171450 h 466725"/>
                <a:gd name="csX14" fmla="*/ 5457825 w 8572500"/>
                <a:gd name="csY14" fmla="*/ 114300 h 466725"/>
                <a:gd name="csX15" fmla="*/ 5848350 w 8572500"/>
                <a:gd name="csY15" fmla="*/ 95250 h 466725"/>
                <a:gd name="csX16" fmla="*/ 6238875 w 8572500"/>
                <a:gd name="csY16" fmla="*/ 104775 h 466725"/>
                <a:gd name="csX17" fmla="*/ 6619875 w 8572500"/>
                <a:gd name="csY17" fmla="*/ 152400 h 466725"/>
                <a:gd name="csX18" fmla="*/ 7010400 w 8572500"/>
                <a:gd name="csY18" fmla="*/ 95250 h 466725"/>
                <a:gd name="csX19" fmla="*/ 7400925 w 8572500"/>
                <a:gd name="csY19" fmla="*/ 28575 h 466725"/>
                <a:gd name="csX20" fmla="*/ 7791450 w 8572500"/>
                <a:gd name="csY20" fmla="*/ 123825 h 466725"/>
                <a:gd name="csX21" fmla="*/ 8181975 w 8572500"/>
                <a:gd name="csY21" fmla="*/ 0 h 466725"/>
                <a:gd name="csX22" fmla="*/ 8572500 w 8572500"/>
                <a:gd name="csY22" fmla="*/ 85725 h 466725"/>
                <a:gd name="csX23" fmla="*/ 8572500 w 8572500"/>
                <a:gd name="csY23" fmla="*/ 466725 h 466725"/>
                <a:gd name="csX24" fmla="*/ 8181975 w 8572500"/>
                <a:gd name="csY24" fmla="*/ 466725 h 466725"/>
                <a:gd name="csX25" fmla="*/ 7791450 w 8572500"/>
                <a:gd name="csY25" fmla="*/ 466725 h 466725"/>
                <a:gd name="csX26" fmla="*/ 7400925 w 8572500"/>
                <a:gd name="csY26" fmla="*/ 466725 h 466725"/>
                <a:gd name="csX27" fmla="*/ 7010400 w 8572500"/>
                <a:gd name="csY27" fmla="*/ 466725 h 466725"/>
                <a:gd name="csX28" fmla="*/ 6619875 w 8572500"/>
                <a:gd name="csY28" fmla="*/ 466725 h 466725"/>
                <a:gd name="csX29" fmla="*/ 6238875 w 8572500"/>
                <a:gd name="csY29" fmla="*/ 466725 h 466725"/>
                <a:gd name="csX30" fmla="*/ 5848350 w 8572500"/>
                <a:gd name="csY30" fmla="*/ 466725 h 466725"/>
                <a:gd name="csX31" fmla="*/ 5457825 w 8572500"/>
                <a:gd name="csY31" fmla="*/ 466725 h 466725"/>
                <a:gd name="csX32" fmla="*/ 5067300 w 8572500"/>
                <a:gd name="csY32" fmla="*/ 466725 h 466725"/>
                <a:gd name="csX33" fmla="*/ 4676775 w 8572500"/>
                <a:gd name="csY33" fmla="*/ 466725 h 466725"/>
                <a:gd name="csX34" fmla="*/ 4286250 w 8572500"/>
                <a:gd name="csY34" fmla="*/ 466725 h 466725"/>
                <a:gd name="csX35" fmla="*/ 3895725 w 8572500"/>
                <a:gd name="csY35" fmla="*/ 466725 h 466725"/>
                <a:gd name="csX36" fmla="*/ 3505200 w 8572500"/>
                <a:gd name="csY36" fmla="*/ 466725 h 466725"/>
                <a:gd name="csX37" fmla="*/ 3114675 w 8572500"/>
                <a:gd name="csY37" fmla="*/ 466725 h 466725"/>
                <a:gd name="csX38" fmla="*/ 2724150 w 8572500"/>
                <a:gd name="csY38" fmla="*/ 466725 h 466725"/>
                <a:gd name="csX39" fmla="*/ 2333625 w 8572500"/>
                <a:gd name="csY39" fmla="*/ 466725 h 466725"/>
                <a:gd name="csX40" fmla="*/ 1952625 w 8572500"/>
                <a:gd name="csY40" fmla="*/ 466725 h 466725"/>
                <a:gd name="csX41" fmla="*/ 1562100 w 8572500"/>
                <a:gd name="csY41" fmla="*/ 466725 h 466725"/>
                <a:gd name="csX42" fmla="*/ 1171575 w 8572500"/>
                <a:gd name="csY42" fmla="*/ 466725 h 466725"/>
                <a:gd name="csX43" fmla="*/ 781050 w 8572500"/>
                <a:gd name="csY43" fmla="*/ 466725 h 466725"/>
                <a:gd name="csX44" fmla="*/ 390525 w 8572500"/>
                <a:gd name="csY44" fmla="*/ 466725 h 466725"/>
                <a:gd name="csX45" fmla="*/ 0 w 8572500"/>
                <a:gd name="csY45" fmla="*/ 466725 h 4667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466725">
                  <a:moveTo>
                    <a:pt x="0" y="152400"/>
                  </a:moveTo>
                  <a:lnTo>
                    <a:pt x="390525" y="104775"/>
                  </a:lnTo>
                  <a:lnTo>
                    <a:pt x="781050" y="57150"/>
                  </a:lnTo>
                  <a:lnTo>
                    <a:pt x="1171575" y="28575"/>
                  </a:lnTo>
                  <a:lnTo>
                    <a:pt x="1562100" y="123825"/>
                  </a:lnTo>
                  <a:lnTo>
                    <a:pt x="1952625" y="133350"/>
                  </a:lnTo>
                  <a:lnTo>
                    <a:pt x="2333625" y="9525"/>
                  </a:lnTo>
                  <a:lnTo>
                    <a:pt x="2724150" y="57150"/>
                  </a:lnTo>
                  <a:lnTo>
                    <a:pt x="3114675" y="28575"/>
                  </a:lnTo>
                  <a:lnTo>
                    <a:pt x="3505200" y="171450"/>
                  </a:lnTo>
                  <a:lnTo>
                    <a:pt x="3895725" y="152400"/>
                  </a:lnTo>
                  <a:lnTo>
                    <a:pt x="4286250" y="161925"/>
                  </a:lnTo>
                  <a:lnTo>
                    <a:pt x="4676775" y="95250"/>
                  </a:lnTo>
                  <a:lnTo>
                    <a:pt x="5067300" y="171450"/>
                  </a:lnTo>
                  <a:lnTo>
                    <a:pt x="5457825" y="114300"/>
                  </a:lnTo>
                  <a:lnTo>
                    <a:pt x="5848350" y="95250"/>
                  </a:lnTo>
                  <a:lnTo>
                    <a:pt x="6238875" y="104775"/>
                  </a:lnTo>
                  <a:lnTo>
                    <a:pt x="6619875" y="152400"/>
                  </a:lnTo>
                  <a:lnTo>
                    <a:pt x="7010400" y="95250"/>
                  </a:lnTo>
                  <a:lnTo>
                    <a:pt x="7400925" y="28575"/>
                  </a:lnTo>
                  <a:lnTo>
                    <a:pt x="7791450" y="123825"/>
                  </a:lnTo>
                  <a:lnTo>
                    <a:pt x="8181975" y="0"/>
                  </a:lnTo>
                  <a:lnTo>
                    <a:pt x="8572500" y="85725"/>
                  </a:lnTo>
                  <a:lnTo>
                    <a:pt x="8572500" y="466725"/>
                  </a:lnTo>
                  <a:lnTo>
                    <a:pt x="8181975" y="466725"/>
                  </a:lnTo>
                  <a:lnTo>
                    <a:pt x="7791450" y="466725"/>
                  </a:lnTo>
                  <a:lnTo>
                    <a:pt x="7400925" y="466725"/>
                  </a:lnTo>
                  <a:lnTo>
                    <a:pt x="7010400" y="466725"/>
                  </a:lnTo>
                  <a:lnTo>
                    <a:pt x="6619875" y="466725"/>
                  </a:lnTo>
                  <a:lnTo>
                    <a:pt x="6238875" y="466725"/>
                  </a:lnTo>
                  <a:lnTo>
                    <a:pt x="5848350" y="466725"/>
                  </a:lnTo>
                  <a:lnTo>
                    <a:pt x="5457825" y="466725"/>
                  </a:lnTo>
                  <a:lnTo>
                    <a:pt x="5067300" y="466725"/>
                  </a:lnTo>
                  <a:lnTo>
                    <a:pt x="4676775" y="466725"/>
                  </a:lnTo>
                  <a:lnTo>
                    <a:pt x="4286250" y="466725"/>
                  </a:lnTo>
                  <a:lnTo>
                    <a:pt x="3895725" y="466725"/>
                  </a:lnTo>
                  <a:lnTo>
                    <a:pt x="3505200" y="466725"/>
                  </a:lnTo>
                  <a:lnTo>
                    <a:pt x="3114675" y="466725"/>
                  </a:lnTo>
                  <a:lnTo>
                    <a:pt x="2724150" y="466725"/>
                  </a:lnTo>
                  <a:lnTo>
                    <a:pt x="2333625" y="466725"/>
                  </a:lnTo>
                  <a:lnTo>
                    <a:pt x="1952625" y="466725"/>
                  </a:lnTo>
                  <a:lnTo>
                    <a:pt x="1562100" y="466725"/>
                  </a:lnTo>
                  <a:lnTo>
                    <a:pt x="1171575" y="466725"/>
                  </a:lnTo>
                  <a:lnTo>
                    <a:pt x="781050" y="466725"/>
                  </a:lnTo>
                  <a:lnTo>
                    <a:pt x="390525" y="466725"/>
                  </a:lnTo>
                  <a:lnTo>
                    <a:pt x="0" y="466725"/>
                  </a:lnTo>
                  <a:close/>
                </a:path>
              </a:pathLst>
            </a:custGeom>
            <a:solidFill>
              <a:schemeClr val="accent2"/>
            </a:solidFill>
            <a:ln w="9525" cap="flat">
              <a:noFill/>
              <a:prstDash val="solid"/>
              <a:miter/>
            </a:ln>
          </p:spPr>
          <p:txBody>
            <a:bodyPr/>
            <a:lstStyle/>
            <a:p>
              <a:endParaRPr lang="en-US"/>
            </a:p>
          </p:txBody>
        </p:sp>
        <p:sp>
          <p:nvSpPr>
            <p:cNvPr id="16" name="Freeform: Shape 15">
              <a:extLst>
                <a:ext uri="{FF2B5EF4-FFF2-40B4-BE49-F238E27FC236}">
                  <a16:creationId xmlns:a16="http://schemas.microsoft.com/office/drawing/2014/main" id="{0C55BF38-84F8-CA5F-437E-E38BAB9C878F}"/>
                </a:ext>
              </a:extLst>
            </p:cNvPr>
            <p:cNvSpPr/>
            <p:nvPr/>
          </p:nvSpPr>
          <p:spPr>
            <a:xfrm flipH="1">
              <a:off x="12192000" y="6399544"/>
              <a:ext cx="12192000" cy="458456"/>
            </a:xfrm>
            <a:custGeom>
              <a:avLst/>
              <a:gdLst>
                <a:gd name="csX0" fmla="*/ 0 w 8572500"/>
                <a:gd name="csY0" fmla="*/ 142875 h 285750"/>
                <a:gd name="csX1" fmla="*/ 390525 w 8572500"/>
                <a:gd name="csY1" fmla="*/ 38100 h 285750"/>
                <a:gd name="csX2" fmla="*/ 781050 w 8572500"/>
                <a:gd name="csY2" fmla="*/ 123825 h 285750"/>
                <a:gd name="csX3" fmla="*/ 1171575 w 8572500"/>
                <a:gd name="csY3" fmla="*/ 114300 h 285750"/>
                <a:gd name="csX4" fmla="*/ 1562100 w 8572500"/>
                <a:gd name="csY4" fmla="*/ 66675 h 285750"/>
                <a:gd name="csX5" fmla="*/ 1952625 w 8572500"/>
                <a:gd name="csY5" fmla="*/ 57150 h 285750"/>
                <a:gd name="csX6" fmla="*/ 2333625 w 8572500"/>
                <a:gd name="csY6" fmla="*/ 57150 h 285750"/>
                <a:gd name="csX7" fmla="*/ 2724150 w 8572500"/>
                <a:gd name="csY7" fmla="*/ 152400 h 285750"/>
                <a:gd name="csX8" fmla="*/ 3114675 w 8572500"/>
                <a:gd name="csY8" fmla="*/ 19050 h 285750"/>
                <a:gd name="csX9" fmla="*/ 3505200 w 8572500"/>
                <a:gd name="csY9" fmla="*/ 66675 h 285750"/>
                <a:gd name="csX10" fmla="*/ 3895725 w 8572500"/>
                <a:gd name="csY10" fmla="*/ 114300 h 285750"/>
                <a:gd name="csX11" fmla="*/ 4286250 w 8572500"/>
                <a:gd name="csY11" fmla="*/ 133350 h 285750"/>
                <a:gd name="csX12" fmla="*/ 4676775 w 8572500"/>
                <a:gd name="csY12" fmla="*/ 28575 h 285750"/>
                <a:gd name="csX13" fmla="*/ 5067300 w 8572500"/>
                <a:gd name="csY13" fmla="*/ 133350 h 285750"/>
                <a:gd name="csX14" fmla="*/ 5457825 w 8572500"/>
                <a:gd name="csY14" fmla="*/ 85725 h 285750"/>
                <a:gd name="csX15" fmla="*/ 5848350 w 8572500"/>
                <a:gd name="csY15" fmla="*/ 38100 h 285750"/>
                <a:gd name="csX16" fmla="*/ 6238875 w 8572500"/>
                <a:gd name="csY16" fmla="*/ 142875 h 285750"/>
                <a:gd name="csX17" fmla="*/ 6619875 w 8572500"/>
                <a:gd name="csY17" fmla="*/ 0 h 285750"/>
                <a:gd name="csX18" fmla="*/ 7010400 w 8572500"/>
                <a:gd name="csY18" fmla="*/ 57150 h 285750"/>
                <a:gd name="csX19" fmla="*/ 7400925 w 8572500"/>
                <a:gd name="csY19" fmla="*/ 85725 h 285750"/>
                <a:gd name="csX20" fmla="*/ 7791450 w 8572500"/>
                <a:gd name="csY20" fmla="*/ 76200 h 285750"/>
                <a:gd name="csX21" fmla="*/ 8181975 w 8572500"/>
                <a:gd name="csY21" fmla="*/ 95250 h 285750"/>
                <a:gd name="csX22" fmla="*/ 8572500 w 8572500"/>
                <a:gd name="csY22" fmla="*/ 142875 h 285750"/>
                <a:gd name="csX23" fmla="*/ 8572500 w 8572500"/>
                <a:gd name="csY23" fmla="*/ 285750 h 285750"/>
                <a:gd name="csX24" fmla="*/ 8181975 w 8572500"/>
                <a:gd name="csY24" fmla="*/ 285750 h 285750"/>
                <a:gd name="csX25" fmla="*/ 7791450 w 8572500"/>
                <a:gd name="csY25" fmla="*/ 285750 h 285750"/>
                <a:gd name="csX26" fmla="*/ 7400925 w 8572500"/>
                <a:gd name="csY26" fmla="*/ 285750 h 285750"/>
                <a:gd name="csX27" fmla="*/ 7010400 w 8572500"/>
                <a:gd name="csY27" fmla="*/ 285750 h 285750"/>
                <a:gd name="csX28" fmla="*/ 6619875 w 8572500"/>
                <a:gd name="csY28" fmla="*/ 285750 h 285750"/>
                <a:gd name="csX29" fmla="*/ 6238875 w 8572500"/>
                <a:gd name="csY29" fmla="*/ 285750 h 285750"/>
                <a:gd name="csX30" fmla="*/ 5848350 w 8572500"/>
                <a:gd name="csY30" fmla="*/ 285750 h 285750"/>
                <a:gd name="csX31" fmla="*/ 5457825 w 8572500"/>
                <a:gd name="csY31" fmla="*/ 285750 h 285750"/>
                <a:gd name="csX32" fmla="*/ 5067300 w 8572500"/>
                <a:gd name="csY32" fmla="*/ 285750 h 285750"/>
                <a:gd name="csX33" fmla="*/ 4676775 w 8572500"/>
                <a:gd name="csY33" fmla="*/ 285750 h 285750"/>
                <a:gd name="csX34" fmla="*/ 4286250 w 8572500"/>
                <a:gd name="csY34" fmla="*/ 285750 h 285750"/>
                <a:gd name="csX35" fmla="*/ 3895725 w 8572500"/>
                <a:gd name="csY35" fmla="*/ 285750 h 285750"/>
                <a:gd name="csX36" fmla="*/ 3505200 w 8572500"/>
                <a:gd name="csY36" fmla="*/ 285750 h 285750"/>
                <a:gd name="csX37" fmla="*/ 3114675 w 8572500"/>
                <a:gd name="csY37" fmla="*/ 285750 h 285750"/>
                <a:gd name="csX38" fmla="*/ 2724150 w 8572500"/>
                <a:gd name="csY38" fmla="*/ 285750 h 285750"/>
                <a:gd name="csX39" fmla="*/ 2333625 w 8572500"/>
                <a:gd name="csY39" fmla="*/ 285750 h 285750"/>
                <a:gd name="csX40" fmla="*/ 1952625 w 8572500"/>
                <a:gd name="csY40" fmla="*/ 285750 h 285750"/>
                <a:gd name="csX41" fmla="*/ 1562100 w 8572500"/>
                <a:gd name="csY41" fmla="*/ 285750 h 285750"/>
                <a:gd name="csX42" fmla="*/ 1171575 w 8572500"/>
                <a:gd name="csY42" fmla="*/ 285750 h 285750"/>
                <a:gd name="csX43" fmla="*/ 781050 w 8572500"/>
                <a:gd name="csY43" fmla="*/ 285750 h 285750"/>
                <a:gd name="csX44" fmla="*/ 390525 w 8572500"/>
                <a:gd name="csY44" fmla="*/ 285750 h 285750"/>
                <a:gd name="csX45" fmla="*/ 0 w 8572500"/>
                <a:gd name="csY45" fmla="*/ 285750 h 285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8572500" h="285750">
                  <a:moveTo>
                    <a:pt x="0" y="142875"/>
                  </a:moveTo>
                  <a:lnTo>
                    <a:pt x="390525" y="38100"/>
                  </a:lnTo>
                  <a:lnTo>
                    <a:pt x="781050" y="123825"/>
                  </a:lnTo>
                  <a:lnTo>
                    <a:pt x="1171575" y="114300"/>
                  </a:lnTo>
                  <a:lnTo>
                    <a:pt x="1562100" y="66675"/>
                  </a:lnTo>
                  <a:lnTo>
                    <a:pt x="1952625" y="57150"/>
                  </a:lnTo>
                  <a:lnTo>
                    <a:pt x="2333625" y="57150"/>
                  </a:lnTo>
                  <a:lnTo>
                    <a:pt x="2724150" y="152400"/>
                  </a:lnTo>
                  <a:lnTo>
                    <a:pt x="3114675" y="19050"/>
                  </a:lnTo>
                  <a:lnTo>
                    <a:pt x="3505200" y="66675"/>
                  </a:lnTo>
                  <a:lnTo>
                    <a:pt x="3895725" y="114300"/>
                  </a:lnTo>
                  <a:lnTo>
                    <a:pt x="4286250" y="133350"/>
                  </a:lnTo>
                  <a:lnTo>
                    <a:pt x="4676775" y="28575"/>
                  </a:lnTo>
                  <a:lnTo>
                    <a:pt x="5067300" y="133350"/>
                  </a:lnTo>
                  <a:lnTo>
                    <a:pt x="5457825" y="85725"/>
                  </a:lnTo>
                  <a:lnTo>
                    <a:pt x="5848350" y="38100"/>
                  </a:lnTo>
                  <a:lnTo>
                    <a:pt x="6238875" y="142875"/>
                  </a:lnTo>
                  <a:lnTo>
                    <a:pt x="6619875" y="0"/>
                  </a:lnTo>
                  <a:lnTo>
                    <a:pt x="7010400" y="57150"/>
                  </a:lnTo>
                  <a:lnTo>
                    <a:pt x="7400925" y="85725"/>
                  </a:lnTo>
                  <a:lnTo>
                    <a:pt x="7791450" y="76200"/>
                  </a:lnTo>
                  <a:lnTo>
                    <a:pt x="8181975" y="95250"/>
                  </a:lnTo>
                  <a:lnTo>
                    <a:pt x="8572500" y="142875"/>
                  </a:lnTo>
                  <a:lnTo>
                    <a:pt x="8572500" y="285750"/>
                  </a:lnTo>
                  <a:lnTo>
                    <a:pt x="8181975" y="285750"/>
                  </a:lnTo>
                  <a:lnTo>
                    <a:pt x="7791450" y="285750"/>
                  </a:lnTo>
                  <a:lnTo>
                    <a:pt x="7400925" y="285750"/>
                  </a:lnTo>
                  <a:lnTo>
                    <a:pt x="7010400" y="285750"/>
                  </a:lnTo>
                  <a:lnTo>
                    <a:pt x="6619875" y="285750"/>
                  </a:lnTo>
                  <a:lnTo>
                    <a:pt x="6238875" y="285750"/>
                  </a:lnTo>
                  <a:lnTo>
                    <a:pt x="5848350" y="285750"/>
                  </a:lnTo>
                  <a:lnTo>
                    <a:pt x="5457825" y="285750"/>
                  </a:lnTo>
                  <a:lnTo>
                    <a:pt x="5067300" y="285750"/>
                  </a:lnTo>
                  <a:lnTo>
                    <a:pt x="4676775" y="285750"/>
                  </a:lnTo>
                  <a:lnTo>
                    <a:pt x="4286250" y="285750"/>
                  </a:lnTo>
                  <a:lnTo>
                    <a:pt x="3895725" y="285750"/>
                  </a:lnTo>
                  <a:lnTo>
                    <a:pt x="3505200" y="285750"/>
                  </a:lnTo>
                  <a:lnTo>
                    <a:pt x="3114675" y="285750"/>
                  </a:lnTo>
                  <a:lnTo>
                    <a:pt x="2724150" y="285750"/>
                  </a:lnTo>
                  <a:lnTo>
                    <a:pt x="2333625" y="285750"/>
                  </a:lnTo>
                  <a:lnTo>
                    <a:pt x="1952625" y="285750"/>
                  </a:lnTo>
                  <a:lnTo>
                    <a:pt x="1562100" y="285750"/>
                  </a:lnTo>
                  <a:lnTo>
                    <a:pt x="1171575" y="285750"/>
                  </a:lnTo>
                  <a:lnTo>
                    <a:pt x="781050" y="285750"/>
                  </a:lnTo>
                  <a:lnTo>
                    <a:pt x="390525" y="285750"/>
                  </a:lnTo>
                  <a:lnTo>
                    <a:pt x="0" y="285750"/>
                  </a:lnTo>
                  <a:close/>
                </a:path>
              </a:pathLst>
            </a:custGeom>
            <a:solidFill>
              <a:schemeClr val="accent2">
                <a:lumMod val="50000"/>
              </a:schemeClr>
            </a:solidFill>
            <a:ln w="9525" cap="flat">
              <a:noFill/>
              <a:prstDash val="solid"/>
              <a:miter/>
            </a:ln>
          </p:spPr>
          <p:txBody>
            <a:bodyPr/>
            <a:lstStyle/>
            <a:p>
              <a:endParaRPr lang="en-US"/>
            </a:p>
          </p:txBody>
        </p:sp>
      </p:grpSp>
    </p:spTree>
    <p:extLst>
      <p:ext uri="{BB962C8B-B14F-4D97-AF65-F5344CB8AC3E}">
        <p14:creationId xmlns:p14="http://schemas.microsoft.com/office/powerpoint/2010/main" val="193898373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28"/>
                                        </p:tgtEl>
                                        <p:attrNameLst>
                                          <p:attrName>style.visibility</p:attrName>
                                        </p:attrNameLst>
                                      </p:cBhvr>
                                      <p:to>
                                        <p:strVal val="visible"/>
                                      </p:to>
                                    </p:set>
                                    <p:animEffect transition="in" filter="wipe(left)">
                                      <p:cBhvr>
                                        <p:cTn id="7" dur="400"/>
                                        <p:tgtEl>
                                          <p:spTgt spid="228"/>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400"/>
                                        <p:tgtEl>
                                          <p:spTgt spid="3">
                                            <p:txEl>
                                              <p:pRg st="0" end="0"/>
                                            </p:txEl>
                                          </p:spTgt>
                                        </p:tgtEl>
                                      </p:cBhvr>
                                    </p:animEffect>
                                    <p:anim calcmode="lin" valueType="num">
                                      <p:cBhvr>
                                        <p:cTn id="13" dur="4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400" fill="hold"/>
                                        <p:tgtEl>
                                          <p:spTgt spid="3">
                                            <p:txEl>
                                              <p:pRg st="0" end="0"/>
                                            </p:txEl>
                                          </p:spTgt>
                                        </p:tgtEl>
                                        <p:attrNameLst>
                                          <p:attrName>ppt_y</p:attrName>
                                        </p:attrNameLst>
                                      </p:cBhvr>
                                      <p:tavLst>
                                        <p:tav tm="0">
                                          <p:val>
                                            <p:strVal val="#ppt_y+.1"/>
                                          </p:val>
                                        </p:tav>
                                        <p:tav tm="100000">
                                          <p:val>
                                            <p:strVal val="#ppt_y"/>
                                          </p:val>
                                        </p:tav>
                                      </p:tavLst>
                                    </p:anim>
                                  </p:childTnLst>
                                  <p:subTnLst>
                                    <p:animClr clrSpc="rgb" dir="cw">
                                      <p:cBhvr override="childStyle">
                                        <p:cTn dur="1" fill="hold" display="0" masterRel="nextClick" afterEffect="1"/>
                                        <p:tgtEl>
                                          <p:spTgt spid="3">
                                            <p:txEl>
                                              <p:pRg st="0" end="0"/>
                                            </p:txEl>
                                          </p:spTgt>
                                        </p:tgtEl>
                                        <p:attrNameLst>
                                          <p:attrName>ppt_c</p:attrName>
                                        </p:attrNameLst>
                                      </p:cBhvr>
                                      <p:to>
                                        <a:schemeClr val="tx1"/>
                                      </p:to>
                                    </p:animClr>
                                  </p:sub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400"/>
                                        <p:tgtEl>
                                          <p:spTgt spid="3">
                                            <p:txEl>
                                              <p:pRg st="1" end="1"/>
                                            </p:txEl>
                                          </p:spTgt>
                                        </p:tgtEl>
                                      </p:cBhvr>
                                    </p:animEffect>
                                    <p:anim calcmode="lin" valueType="num">
                                      <p:cBhvr>
                                        <p:cTn id="20" dur="4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1" dur="400" fill="hold"/>
                                        <p:tgtEl>
                                          <p:spTgt spid="3">
                                            <p:txEl>
                                              <p:pRg st="1" end="1"/>
                                            </p:txEl>
                                          </p:spTgt>
                                        </p:tgtEl>
                                        <p:attrNameLst>
                                          <p:attrName>ppt_y</p:attrName>
                                        </p:attrNameLst>
                                      </p:cBhvr>
                                      <p:tavLst>
                                        <p:tav tm="0">
                                          <p:val>
                                            <p:strVal val="#ppt_y+.1"/>
                                          </p:val>
                                        </p:tav>
                                        <p:tav tm="100000">
                                          <p:val>
                                            <p:strVal val="#ppt_y"/>
                                          </p:val>
                                        </p:tav>
                                      </p:tavLst>
                                    </p:anim>
                                  </p:childTnLst>
                                  <p:subTnLst>
                                    <p:animClr clrSpc="rgb" dir="cw">
                                      <p:cBhvr override="childStyle">
                                        <p:cTn dur="1" fill="hold" display="0" masterRel="nextClick" afterEffect="1"/>
                                        <p:tgtEl>
                                          <p:spTgt spid="3">
                                            <p:txEl>
                                              <p:pRg st="1" end="1"/>
                                            </p:txEl>
                                          </p:spTgt>
                                        </p:tgtEl>
                                        <p:attrNameLst>
                                          <p:attrName>ppt_c</p:attrName>
                                        </p:attrNameLst>
                                      </p:cBhvr>
                                      <p:to>
                                        <a:schemeClr val="tx1"/>
                                      </p:to>
                                    </p:animClr>
                                  </p:sub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Effect transition="in" filter="fade">
                                      <p:cBhvr>
                                        <p:cTn id="26" dur="400"/>
                                        <p:tgtEl>
                                          <p:spTgt spid="3">
                                            <p:txEl>
                                              <p:pRg st="2" end="2"/>
                                            </p:txEl>
                                          </p:spTgt>
                                        </p:tgtEl>
                                      </p:cBhvr>
                                    </p:animEffect>
                                    <p:anim calcmode="lin" valueType="num">
                                      <p:cBhvr>
                                        <p:cTn id="27" dur="4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8" dur="400" fill="hold"/>
                                        <p:tgtEl>
                                          <p:spTgt spid="3">
                                            <p:txEl>
                                              <p:pRg st="2" end="2"/>
                                            </p:txEl>
                                          </p:spTgt>
                                        </p:tgtEl>
                                        <p:attrNameLst>
                                          <p:attrName>ppt_y</p:attrName>
                                        </p:attrNameLst>
                                      </p:cBhvr>
                                      <p:tavLst>
                                        <p:tav tm="0">
                                          <p:val>
                                            <p:strVal val="#ppt_y+.1"/>
                                          </p:val>
                                        </p:tav>
                                        <p:tav tm="100000">
                                          <p:val>
                                            <p:strVal val="#ppt_y"/>
                                          </p:val>
                                        </p:tav>
                                      </p:tavLst>
                                    </p:anim>
                                  </p:childTnLst>
                                  <p:subTnLst>
                                    <p:animClr clrSpc="rgb" dir="cw">
                                      <p:cBhvr override="childStyle">
                                        <p:cTn dur="1" fill="hold" display="0" masterRel="nextClick" afterEffect="1"/>
                                        <p:tgtEl>
                                          <p:spTgt spid="3">
                                            <p:txEl>
                                              <p:pRg st="2" end="2"/>
                                            </p:txEl>
                                          </p:spTgt>
                                        </p:tgtEl>
                                        <p:attrNameLst>
                                          <p:attrName>ppt_c</p:attrName>
                                        </p:attrNameLst>
                                      </p:cBhvr>
                                      <p:to>
                                        <a:schemeClr val="tx1"/>
                                      </p:to>
                                    </p:animClr>
                                  </p:subTnLst>
                                </p:cTn>
                              </p:par>
                            </p:childTnLst>
                          </p:cTn>
                        </p:par>
                      </p:childTnLst>
                    </p:cTn>
                  </p:par>
                  <p:par>
                    <p:cTn id="29" fill="hold">
                      <p:stCondLst>
                        <p:cond delay="indefinite"/>
                      </p:stCondLst>
                      <p:childTnLst>
                        <p:par>
                          <p:cTn id="30" fill="hold">
                            <p:stCondLst>
                              <p:cond delay="0"/>
                            </p:stCondLst>
                            <p:childTnLst>
                              <p:par>
                                <p:cTn id="31" presetID="22" presetClass="exit" presetSubtype="2" fill="hold" nodeType="clickEffect">
                                  <p:stCondLst>
                                    <p:cond delay="0"/>
                                  </p:stCondLst>
                                  <p:childTnLst>
                                    <p:animEffect transition="out" filter="wipe(right)">
                                      <p:cBhvr>
                                        <p:cTn id="32" dur="500"/>
                                        <p:tgtEl>
                                          <p:spTgt spid="228"/>
                                        </p:tgtEl>
                                      </p:cBhvr>
                                    </p:animEffect>
                                    <p:set>
                                      <p:cBhvr>
                                        <p:cTn id="33" dur="1" fill="hold">
                                          <p:stCondLst>
                                            <p:cond delay="499"/>
                                          </p:stCondLst>
                                        </p:cTn>
                                        <p:tgtEl>
                                          <p:spTgt spid="228"/>
                                        </p:tgtEl>
                                        <p:attrNameLst>
                                          <p:attrName>style.visibility</p:attrName>
                                        </p:attrNameLst>
                                      </p:cBhvr>
                                      <p:to>
                                        <p:strVal val="hidden"/>
                                      </p:to>
                                    </p:set>
                                  </p:childTnLst>
                                </p:cTn>
                              </p:par>
                              <p:par>
                                <p:cTn id="34" presetID="2" presetClass="exit" presetSubtype="8" accel="100000" fill="hold" grpId="1" nodeType="withEffect">
                                  <p:stCondLst>
                                    <p:cond delay="0"/>
                                  </p:stCondLst>
                                  <p:childTnLst>
                                    <p:anim calcmode="lin" valueType="num">
                                      <p:cBhvr additive="base">
                                        <p:cTn id="35" dur="500"/>
                                        <p:tgtEl>
                                          <p:spTgt spid="3">
                                            <p:txEl>
                                              <p:pRg st="0" end="0"/>
                                            </p:txEl>
                                          </p:spTgt>
                                        </p:tgtEl>
                                        <p:attrNameLst>
                                          <p:attrName>ppt_x</p:attrName>
                                        </p:attrNameLst>
                                      </p:cBhvr>
                                      <p:tavLst>
                                        <p:tav tm="0">
                                          <p:val>
                                            <p:strVal val="ppt_x"/>
                                          </p:val>
                                        </p:tav>
                                        <p:tav tm="100000">
                                          <p:val>
                                            <p:strVal val="0-ppt_w/2"/>
                                          </p:val>
                                        </p:tav>
                                      </p:tavLst>
                                    </p:anim>
                                    <p:anim calcmode="lin" valueType="num">
                                      <p:cBhvr additive="base">
                                        <p:cTn id="36" dur="500"/>
                                        <p:tgtEl>
                                          <p:spTgt spid="3">
                                            <p:txEl>
                                              <p:pRg st="0" end="0"/>
                                            </p:txEl>
                                          </p:spTgt>
                                        </p:tgtEl>
                                        <p:attrNameLst>
                                          <p:attrName>ppt_y</p:attrName>
                                        </p:attrNameLst>
                                      </p:cBhvr>
                                      <p:tavLst>
                                        <p:tav tm="0">
                                          <p:val>
                                            <p:strVal val="ppt_y"/>
                                          </p:val>
                                        </p:tav>
                                        <p:tav tm="100000">
                                          <p:val>
                                            <p:strVal val="ppt_y"/>
                                          </p:val>
                                        </p:tav>
                                      </p:tavLst>
                                    </p:anim>
                                    <p:set>
                                      <p:cBhvr>
                                        <p:cTn id="37" dur="1" fill="hold">
                                          <p:stCondLst>
                                            <p:cond delay="499"/>
                                          </p:stCondLst>
                                        </p:cTn>
                                        <p:tgtEl>
                                          <p:spTgt spid="3">
                                            <p:txEl>
                                              <p:pRg st="0" end="0"/>
                                            </p:txEl>
                                          </p:spTgt>
                                        </p:tgtEl>
                                        <p:attrNameLst>
                                          <p:attrName>style.visibility</p:attrName>
                                        </p:attrNameLst>
                                      </p:cBhvr>
                                      <p:to>
                                        <p:strVal val="hidden"/>
                                      </p:to>
                                    </p:set>
                                  </p:childTnLst>
                                </p:cTn>
                              </p:par>
                              <p:par>
                                <p:cTn id="38" presetID="2" presetClass="exit" presetSubtype="8" accel="100000" fill="hold" grpId="1" nodeType="withEffect">
                                  <p:stCondLst>
                                    <p:cond delay="0"/>
                                  </p:stCondLst>
                                  <p:childTnLst>
                                    <p:anim calcmode="lin" valueType="num">
                                      <p:cBhvr additive="base">
                                        <p:cTn id="39" dur="500"/>
                                        <p:tgtEl>
                                          <p:spTgt spid="3">
                                            <p:txEl>
                                              <p:pRg st="1" end="1"/>
                                            </p:txEl>
                                          </p:spTgt>
                                        </p:tgtEl>
                                        <p:attrNameLst>
                                          <p:attrName>ppt_x</p:attrName>
                                        </p:attrNameLst>
                                      </p:cBhvr>
                                      <p:tavLst>
                                        <p:tav tm="0">
                                          <p:val>
                                            <p:strVal val="ppt_x"/>
                                          </p:val>
                                        </p:tav>
                                        <p:tav tm="100000">
                                          <p:val>
                                            <p:strVal val="0-ppt_w/2"/>
                                          </p:val>
                                        </p:tav>
                                      </p:tavLst>
                                    </p:anim>
                                    <p:anim calcmode="lin" valueType="num">
                                      <p:cBhvr additive="base">
                                        <p:cTn id="40" dur="500"/>
                                        <p:tgtEl>
                                          <p:spTgt spid="3">
                                            <p:txEl>
                                              <p:pRg st="1" end="1"/>
                                            </p:txEl>
                                          </p:spTgt>
                                        </p:tgtEl>
                                        <p:attrNameLst>
                                          <p:attrName>ppt_y</p:attrName>
                                        </p:attrNameLst>
                                      </p:cBhvr>
                                      <p:tavLst>
                                        <p:tav tm="0">
                                          <p:val>
                                            <p:strVal val="ppt_y"/>
                                          </p:val>
                                        </p:tav>
                                        <p:tav tm="100000">
                                          <p:val>
                                            <p:strVal val="ppt_y"/>
                                          </p:val>
                                        </p:tav>
                                      </p:tavLst>
                                    </p:anim>
                                    <p:set>
                                      <p:cBhvr>
                                        <p:cTn id="41" dur="1" fill="hold">
                                          <p:stCondLst>
                                            <p:cond delay="499"/>
                                          </p:stCondLst>
                                        </p:cTn>
                                        <p:tgtEl>
                                          <p:spTgt spid="3">
                                            <p:txEl>
                                              <p:pRg st="1" end="1"/>
                                            </p:txEl>
                                          </p:spTgt>
                                        </p:tgtEl>
                                        <p:attrNameLst>
                                          <p:attrName>style.visibility</p:attrName>
                                        </p:attrNameLst>
                                      </p:cBhvr>
                                      <p:to>
                                        <p:strVal val="hidden"/>
                                      </p:to>
                                    </p:set>
                                  </p:childTnLst>
                                </p:cTn>
                              </p:par>
                              <p:par>
                                <p:cTn id="42" presetID="2" presetClass="exit" presetSubtype="8" accel="100000" fill="hold" grpId="1" nodeType="withEffect">
                                  <p:stCondLst>
                                    <p:cond delay="0"/>
                                  </p:stCondLst>
                                  <p:childTnLst>
                                    <p:anim calcmode="lin" valueType="num">
                                      <p:cBhvr additive="base">
                                        <p:cTn id="43" dur="500"/>
                                        <p:tgtEl>
                                          <p:spTgt spid="3">
                                            <p:txEl>
                                              <p:pRg st="2" end="2"/>
                                            </p:txEl>
                                          </p:spTgt>
                                        </p:tgtEl>
                                        <p:attrNameLst>
                                          <p:attrName>ppt_x</p:attrName>
                                        </p:attrNameLst>
                                      </p:cBhvr>
                                      <p:tavLst>
                                        <p:tav tm="0">
                                          <p:val>
                                            <p:strVal val="ppt_x"/>
                                          </p:val>
                                        </p:tav>
                                        <p:tav tm="100000">
                                          <p:val>
                                            <p:strVal val="0-ppt_w/2"/>
                                          </p:val>
                                        </p:tav>
                                      </p:tavLst>
                                    </p:anim>
                                    <p:anim calcmode="lin" valueType="num">
                                      <p:cBhvr additive="base">
                                        <p:cTn id="44" dur="500"/>
                                        <p:tgtEl>
                                          <p:spTgt spid="3">
                                            <p:txEl>
                                              <p:pRg st="2" end="2"/>
                                            </p:txEl>
                                          </p:spTgt>
                                        </p:tgtEl>
                                        <p:attrNameLst>
                                          <p:attrName>ppt_y</p:attrName>
                                        </p:attrNameLst>
                                      </p:cBhvr>
                                      <p:tavLst>
                                        <p:tav tm="0">
                                          <p:val>
                                            <p:strVal val="ppt_y"/>
                                          </p:val>
                                        </p:tav>
                                        <p:tav tm="100000">
                                          <p:val>
                                            <p:strVal val="ppt_y"/>
                                          </p:val>
                                        </p:tav>
                                      </p:tavLst>
                                    </p:anim>
                                    <p:set>
                                      <p:cBhvr>
                                        <p:cTn id="45" dur="1" fill="hold">
                                          <p:stCondLst>
                                            <p:cond delay="499"/>
                                          </p:stCondLst>
                                        </p:cTn>
                                        <p:tgtEl>
                                          <p:spTgt spid="3">
                                            <p:txEl>
                                              <p:pRg st="2" end="2"/>
                                            </p:txEl>
                                          </p:spTgt>
                                        </p:tgtEl>
                                        <p:attrNameLst>
                                          <p:attrName>style.visibility</p:attrName>
                                        </p:attrNameLst>
                                      </p:cBhvr>
                                      <p:to>
                                        <p:strVal val="hidden"/>
                                      </p:to>
                                    </p:set>
                                  </p:childTnLst>
                                </p:cTn>
                              </p:par>
                              <p:par>
                                <p:cTn id="46" presetID="2" presetClass="exit" presetSubtype="8" accel="100000" fill="hold" grpId="0" nodeType="withEffect">
                                  <p:stCondLst>
                                    <p:cond delay="200"/>
                                  </p:stCondLst>
                                  <p:childTnLst>
                                    <p:anim calcmode="lin" valueType="num">
                                      <p:cBhvr additive="base">
                                        <p:cTn id="47" dur="500"/>
                                        <p:tgtEl>
                                          <p:spTgt spid="2"/>
                                        </p:tgtEl>
                                        <p:attrNameLst>
                                          <p:attrName>ppt_x</p:attrName>
                                        </p:attrNameLst>
                                      </p:cBhvr>
                                      <p:tavLst>
                                        <p:tav tm="0">
                                          <p:val>
                                            <p:strVal val="ppt_x"/>
                                          </p:val>
                                        </p:tav>
                                        <p:tav tm="100000">
                                          <p:val>
                                            <p:strVal val="0-ppt_w/2"/>
                                          </p:val>
                                        </p:tav>
                                      </p:tavLst>
                                    </p:anim>
                                    <p:anim calcmode="lin" valueType="num">
                                      <p:cBhvr additive="base">
                                        <p:cTn id="48" dur="500"/>
                                        <p:tgtEl>
                                          <p:spTgt spid="2"/>
                                        </p:tgtEl>
                                        <p:attrNameLst>
                                          <p:attrName>ppt_y</p:attrName>
                                        </p:attrNameLst>
                                      </p:cBhvr>
                                      <p:tavLst>
                                        <p:tav tm="0">
                                          <p:val>
                                            <p:strVal val="ppt_y"/>
                                          </p:val>
                                        </p:tav>
                                        <p:tav tm="100000">
                                          <p:val>
                                            <p:strVal val="ppt_y"/>
                                          </p:val>
                                        </p:tav>
                                      </p:tavLst>
                                    </p:anim>
                                    <p:set>
                                      <p:cBhvr>
                                        <p:cTn id="49"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P spid="3" grpId="1" uiExpand="1" build="p"/>
    </p:bld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D700803-DDE7-BFB3-6DBB-5F07FC4F48F8}"/>
              </a:ext>
            </a:extLst>
          </p:cNvPr>
          <p:cNvSpPr txBox="1"/>
          <p:nvPr/>
        </p:nvSpPr>
        <p:spPr>
          <a:xfrm>
            <a:off x="3476625" y="2875002"/>
            <a:ext cx="5238750" cy="1107996"/>
          </a:xfrm>
          <a:prstGeom prst="rect">
            <a:avLst/>
          </a:prstGeom>
          <a:noFill/>
        </p:spPr>
        <p:txBody>
          <a:bodyPr wrap="square" rtlCol="0">
            <a:spAutoFit/>
          </a:bodyPr>
          <a:lstStyle/>
          <a:p>
            <a:pPr algn="ctr"/>
            <a:r>
              <a:rPr lang="en-US" sz="6600">
                <a:solidFill>
                  <a:schemeClr val="bg1"/>
                </a:solidFill>
              </a:rPr>
              <a:t>XXX XXX</a:t>
            </a:r>
            <a:r>
              <a:rPr lang="en-US" sz="6600">
                <a:solidFill>
                  <a:schemeClr val="accent1">
                    <a:lumMod val="75000"/>
                  </a:schemeClr>
                </a:solidFill>
              </a:rPr>
              <a:t>X</a:t>
            </a:r>
          </a:p>
        </p:txBody>
      </p:sp>
    </p:spTree>
    <p:extLst>
      <p:ext uri="{BB962C8B-B14F-4D97-AF65-F5344CB8AC3E}">
        <p14:creationId xmlns:p14="http://schemas.microsoft.com/office/powerpoint/2010/main" val="12319662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2"/>
                                        </p:tgtEl>
                                      </p:cBhvr>
                                    </p:animEffect>
                                    <p:set>
                                      <p:cBhvr>
                                        <p:cTn id="7"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
        <p:cNvGrpSpPr/>
        <p:nvPr/>
      </p:nvGrpSpPr>
      <p:grpSpPr>
        <a:xfrm>
          <a:off x="0" y="0"/>
          <a:ext cx="0" cy="0"/>
          <a:chOff x="0" y="0"/>
          <a:chExt cx="0" cy="0"/>
        </a:xfrm>
      </p:grpSpPr>
      <p:pic>
        <p:nvPicPr>
          <p:cNvPr id="6" name="Teminite &amp; Panda Eyes - Highscore">
            <a:hlinkClick r:id="" action="ppaction://media"/>
            <a:extLst>
              <a:ext uri="{FF2B5EF4-FFF2-40B4-BE49-F238E27FC236}">
                <a16:creationId xmlns:a16="http://schemas.microsoft.com/office/drawing/2014/main" id="{481E9F62-A55E-0872-E0A3-10F2497F518C}"/>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6258516" y="-4979480"/>
            <a:ext cx="406400" cy="406400"/>
          </a:xfrm>
          <a:prstGeom prst="rect">
            <a:avLst/>
          </a:prstGeom>
        </p:spPr>
      </p:pic>
      <p:sp>
        <p:nvSpPr>
          <p:cNvPr id="5" name="Fade in">
            <a:extLst>
              <a:ext uri="{FF2B5EF4-FFF2-40B4-BE49-F238E27FC236}">
                <a16:creationId xmlns:a16="http://schemas.microsoft.com/office/drawing/2014/main" id="{15EC2651-6881-33B1-95D0-67CA444EB8AA}"/>
              </a:ext>
            </a:extLst>
          </p:cNvPr>
          <p:cNvSpPr/>
          <p:nvPr/>
        </p:nvSpPr>
        <p:spPr>
          <a:xfrm>
            <a:off x="-3274979" y="-2871719"/>
            <a:ext cx="18741958" cy="12947514"/>
          </a:xfrm>
          <a:prstGeom prst="rect">
            <a:avLst/>
          </a:prstGeom>
          <a:solidFill>
            <a:schemeClr val="tx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 name="Flash">
            <a:extLst>
              <a:ext uri="{FF2B5EF4-FFF2-40B4-BE49-F238E27FC236}">
                <a16:creationId xmlns:a16="http://schemas.microsoft.com/office/drawing/2014/main" id="{4B38AC94-D9D8-4A26-DB8A-58EE99B94869}"/>
              </a:ext>
            </a:extLst>
          </p:cNvPr>
          <p:cNvSpPr/>
          <p:nvPr/>
        </p:nvSpPr>
        <p:spPr>
          <a:xfrm>
            <a:off x="-1672769" y="-1232271"/>
            <a:ext cx="15862570" cy="9484468"/>
          </a:xfrm>
          <a:prstGeom prst="rect">
            <a:avLst/>
          </a:prstGeom>
          <a:solidFill>
            <a:schemeClr val="bg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7" name="Bar Down 4">
            <a:extLst>
              <a:ext uri="{FF2B5EF4-FFF2-40B4-BE49-F238E27FC236}">
                <a16:creationId xmlns:a16="http://schemas.microsoft.com/office/drawing/2014/main" id="{12C431EC-04DB-3385-BCB8-57911A2DCA53}"/>
              </a:ext>
            </a:extLst>
          </p:cNvPr>
          <p:cNvSpPr/>
          <p:nvPr/>
        </p:nvSpPr>
        <p:spPr>
          <a:xfrm>
            <a:off x="9144000" y="0"/>
            <a:ext cx="3048000" cy="6858000"/>
          </a:xfrm>
          <a:prstGeom prst="rect">
            <a:avLst/>
          </a:prstGeom>
          <a:solidFill>
            <a:schemeClr val="accent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6" name="Bar Down 3">
            <a:extLst>
              <a:ext uri="{FF2B5EF4-FFF2-40B4-BE49-F238E27FC236}">
                <a16:creationId xmlns:a16="http://schemas.microsoft.com/office/drawing/2014/main" id="{808413C4-AEDB-38F6-DBEF-D7624B584CE1}"/>
              </a:ext>
            </a:extLst>
          </p:cNvPr>
          <p:cNvSpPr/>
          <p:nvPr/>
        </p:nvSpPr>
        <p:spPr>
          <a:xfrm>
            <a:off x="6096000" y="0"/>
            <a:ext cx="3048000" cy="6858000"/>
          </a:xfrm>
          <a:prstGeom prst="rect">
            <a:avLst/>
          </a:prstGeom>
          <a:solidFill>
            <a:schemeClr val="accent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4" name="Bar Down 2">
            <a:extLst>
              <a:ext uri="{FF2B5EF4-FFF2-40B4-BE49-F238E27FC236}">
                <a16:creationId xmlns:a16="http://schemas.microsoft.com/office/drawing/2014/main" id="{9C8144D4-A3D6-15D0-A703-1B519B9A4EF6}"/>
              </a:ext>
            </a:extLst>
          </p:cNvPr>
          <p:cNvSpPr/>
          <p:nvPr/>
        </p:nvSpPr>
        <p:spPr>
          <a:xfrm>
            <a:off x="3048000" y="0"/>
            <a:ext cx="3048000" cy="6858000"/>
          </a:xfrm>
          <a:prstGeom prst="rect">
            <a:avLst/>
          </a:prstGeom>
          <a:solidFill>
            <a:schemeClr val="accent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 name="Bar Down 1">
            <a:extLst>
              <a:ext uri="{FF2B5EF4-FFF2-40B4-BE49-F238E27FC236}">
                <a16:creationId xmlns:a16="http://schemas.microsoft.com/office/drawing/2014/main" id="{D5DAB85E-9C71-7178-F94E-F200FBCFB84C}"/>
              </a:ext>
            </a:extLst>
          </p:cNvPr>
          <p:cNvSpPr/>
          <p:nvPr/>
        </p:nvSpPr>
        <p:spPr>
          <a:xfrm>
            <a:off x="0" y="0"/>
            <a:ext cx="3048000" cy="6858000"/>
          </a:xfrm>
          <a:prstGeom prst="rect">
            <a:avLst/>
          </a:prstGeom>
          <a:solidFill>
            <a:schemeClr val="accent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9" name="Bar Up 4">
            <a:extLst>
              <a:ext uri="{FF2B5EF4-FFF2-40B4-BE49-F238E27FC236}">
                <a16:creationId xmlns:a16="http://schemas.microsoft.com/office/drawing/2014/main" id="{7A963F87-5ECD-A31C-A97C-517A64406989}"/>
              </a:ext>
            </a:extLst>
          </p:cNvPr>
          <p:cNvSpPr/>
          <p:nvPr/>
        </p:nvSpPr>
        <p:spPr>
          <a:xfrm>
            <a:off x="9144000" y="0"/>
            <a:ext cx="3048000" cy="6858000"/>
          </a:xfrm>
          <a:prstGeom prst="rect">
            <a:avLst/>
          </a:prstGeom>
          <a:solidFill>
            <a:schemeClr val="accent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0" name="Bar Up 3">
            <a:extLst>
              <a:ext uri="{FF2B5EF4-FFF2-40B4-BE49-F238E27FC236}">
                <a16:creationId xmlns:a16="http://schemas.microsoft.com/office/drawing/2014/main" id="{68864956-2135-2850-CFA3-EB8A8F05B3A2}"/>
              </a:ext>
            </a:extLst>
          </p:cNvPr>
          <p:cNvSpPr/>
          <p:nvPr/>
        </p:nvSpPr>
        <p:spPr>
          <a:xfrm>
            <a:off x="6096000" y="0"/>
            <a:ext cx="3048000" cy="6858000"/>
          </a:xfrm>
          <a:prstGeom prst="rect">
            <a:avLst/>
          </a:prstGeom>
          <a:solidFill>
            <a:schemeClr val="accent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1" name="Bar Up 2">
            <a:extLst>
              <a:ext uri="{FF2B5EF4-FFF2-40B4-BE49-F238E27FC236}">
                <a16:creationId xmlns:a16="http://schemas.microsoft.com/office/drawing/2014/main" id="{62F3E5C5-A0C4-C9DE-9E64-1E68C7F9D7B6}"/>
              </a:ext>
            </a:extLst>
          </p:cNvPr>
          <p:cNvSpPr/>
          <p:nvPr/>
        </p:nvSpPr>
        <p:spPr>
          <a:xfrm>
            <a:off x="3048000" y="0"/>
            <a:ext cx="3048000" cy="6858000"/>
          </a:xfrm>
          <a:prstGeom prst="rect">
            <a:avLst/>
          </a:prstGeom>
          <a:solidFill>
            <a:schemeClr val="accent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 name="Bar Up 1">
            <a:extLst>
              <a:ext uri="{FF2B5EF4-FFF2-40B4-BE49-F238E27FC236}">
                <a16:creationId xmlns:a16="http://schemas.microsoft.com/office/drawing/2014/main" id="{E5022011-A9ED-DD47-1933-55DD88A1EC7C}"/>
              </a:ext>
            </a:extLst>
          </p:cNvPr>
          <p:cNvSpPr/>
          <p:nvPr/>
        </p:nvSpPr>
        <p:spPr>
          <a:xfrm>
            <a:off x="0" y="0"/>
            <a:ext cx="3048000" cy="6858000"/>
          </a:xfrm>
          <a:prstGeom prst="rect">
            <a:avLst/>
          </a:prstGeom>
          <a:solidFill>
            <a:schemeClr val="accent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1" name="Bar L/R">
            <a:extLst>
              <a:ext uri="{FF2B5EF4-FFF2-40B4-BE49-F238E27FC236}">
                <a16:creationId xmlns:a16="http://schemas.microsoft.com/office/drawing/2014/main" id="{3D404F9E-A8BF-D405-2C5D-AFA3F6BA2686}"/>
              </a:ext>
            </a:extLst>
          </p:cNvPr>
          <p:cNvSpPr/>
          <p:nvPr/>
        </p:nvSpPr>
        <p:spPr>
          <a:xfrm rot="5400000">
            <a:off x="5238750" y="-5238750"/>
            <a:ext cx="1714500" cy="12192000"/>
          </a:xfrm>
          <a:prstGeom prst="rect">
            <a:avLst/>
          </a:prstGeom>
          <a:solidFill>
            <a:schemeClr val="bg1">
              <a:lumMod val="85000"/>
              <a:lumOff val="1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2" name="Bar L/R">
            <a:extLst>
              <a:ext uri="{FF2B5EF4-FFF2-40B4-BE49-F238E27FC236}">
                <a16:creationId xmlns:a16="http://schemas.microsoft.com/office/drawing/2014/main" id="{DB36621A-84C1-9A21-D575-7CF7349A8A30}"/>
              </a:ext>
            </a:extLst>
          </p:cNvPr>
          <p:cNvSpPr/>
          <p:nvPr/>
        </p:nvSpPr>
        <p:spPr>
          <a:xfrm rot="5400000">
            <a:off x="5238750" y="-3524250"/>
            <a:ext cx="1714500" cy="12192000"/>
          </a:xfrm>
          <a:prstGeom prst="rect">
            <a:avLst/>
          </a:prstGeom>
          <a:solidFill>
            <a:schemeClr val="bg1">
              <a:lumMod val="85000"/>
              <a:lumOff val="1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3" name="Bar L/R">
            <a:extLst>
              <a:ext uri="{FF2B5EF4-FFF2-40B4-BE49-F238E27FC236}">
                <a16:creationId xmlns:a16="http://schemas.microsoft.com/office/drawing/2014/main" id="{4E56F37B-0807-67B8-9750-8E336CC7F6F7}"/>
              </a:ext>
            </a:extLst>
          </p:cNvPr>
          <p:cNvSpPr/>
          <p:nvPr/>
        </p:nvSpPr>
        <p:spPr>
          <a:xfrm rot="5400000">
            <a:off x="5238750" y="-1809750"/>
            <a:ext cx="1714500" cy="12192000"/>
          </a:xfrm>
          <a:prstGeom prst="rect">
            <a:avLst/>
          </a:prstGeom>
          <a:solidFill>
            <a:schemeClr val="bg1">
              <a:lumMod val="85000"/>
              <a:lumOff val="1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4" name="Bar L/R">
            <a:extLst>
              <a:ext uri="{FF2B5EF4-FFF2-40B4-BE49-F238E27FC236}">
                <a16:creationId xmlns:a16="http://schemas.microsoft.com/office/drawing/2014/main" id="{5FF50242-44CD-07B6-F0DE-5E35EAE3D1C9}"/>
              </a:ext>
            </a:extLst>
          </p:cNvPr>
          <p:cNvSpPr/>
          <p:nvPr/>
        </p:nvSpPr>
        <p:spPr>
          <a:xfrm rot="5400000">
            <a:off x="5238750" y="-95249"/>
            <a:ext cx="1714500" cy="12192000"/>
          </a:xfrm>
          <a:prstGeom prst="rect">
            <a:avLst/>
          </a:prstGeom>
          <a:solidFill>
            <a:schemeClr val="bg1">
              <a:lumMod val="85000"/>
              <a:lumOff val="1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230573593"/>
      </p:ext>
    </p:extLst>
  </p:cSld>
  <p:clrMapOvr>
    <a:masterClrMapping/>
  </p:clrMapOvr>
  <mc:AlternateContent xmlns:mc="http://schemas.openxmlformats.org/markup-compatibility/2006" xmlns:p14="http://schemas.microsoft.com/office/powerpoint/2010/main">
    <mc:Choice Requires="p14">
      <p:transition spd="slow" p14:dur="2000" advTm="4400"/>
    </mc:Choice>
    <mc:Fallback xmlns="">
      <p:transition spd="slow" advTm="44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par>
                                <p:cTn id="7" presetID="10"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2000"/>
                                        <p:tgtEl>
                                          <p:spTgt spid="5"/>
                                        </p:tgtEl>
                                      </p:cBhvr>
                                    </p:animEffect>
                                  </p:childTnLst>
                                </p:cTn>
                              </p:par>
                              <p:par>
                                <p:cTn id="10" presetID="1" presetClass="entr" presetSubtype="0" fill="hold" grpId="0" nodeType="withEffect">
                                  <p:stCondLst>
                                    <p:cond delay="2300"/>
                                  </p:stCondLst>
                                  <p:childTnLst>
                                    <p:set>
                                      <p:cBhvr>
                                        <p:cTn id="11" dur="1" fill="hold">
                                          <p:stCondLst>
                                            <p:cond delay="99"/>
                                          </p:stCondLst>
                                        </p:cTn>
                                        <p:tgtEl>
                                          <p:spTgt spid="7"/>
                                        </p:tgtEl>
                                        <p:attrNameLst>
                                          <p:attrName>style.visibility</p:attrName>
                                        </p:attrNameLst>
                                      </p:cBhvr>
                                      <p:to>
                                        <p:strVal val="visible"/>
                                      </p:to>
                                    </p:set>
                                  </p:childTnLst>
                                </p:cTn>
                              </p:par>
                              <p:par>
                                <p:cTn id="12" presetID="10" presetClass="exit" presetSubtype="0" fill="hold" grpId="1" nodeType="withEffect">
                                  <p:stCondLst>
                                    <p:cond delay="2400"/>
                                  </p:stCondLst>
                                  <p:childTnLst>
                                    <p:animEffect transition="out" filter="fade">
                                      <p:cBhvr>
                                        <p:cTn id="13" dur="300"/>
                                        <p:tgtEl>
                                          <p:spTgt spid="7"/>
                                        </p:tgtEl>
                                      </p:cBhvr>
                                    </p:animEffect>
                                    <p:set>
                                      <p:cBhvr>
                                        <p:cTn id="14" dur="1" fill="hold">
                                          <p:stCondLst>
                                            <p:cond delay="299"/>
                                          </p:stCondLst>
                                        </p:cTn>
                                        <p:tgtEl>
                                          <p:spTgt spid="7"/>
                                        </p:tgtEl>
                                        <p:attrNameLst>
                                          <p:attrName>style.visibility</p:attrName>
                                        </p:attrNameLst>
                                      </p:cBhvr>
                                      <p:to>
                                        <p:strVal val="hidden"/>
                                      </p:to>
                                    </p:set>
                                  </p:childTnLst>
                                </p:cTn>
                              </p:par>
                              <p:par>
                                <p:cTn id="15" presetID="2" presetClass="entr" presetSubtype="1" fill="hold" grpId="0" nodeType="withEffect">
                                  <p:stCondLst>
                                    <p:cond delay="2800"/>
                                  </p:stCondLst>
                                  <p:childTnLst>
                                    <p:set>
                                      <p:cBhvr>
                                        <p:cTn id="16" dur="1" fill="hold">
                                          <p:stCondLst>
                                            <p:cond delay="0"/>
                                          </p:stCondLst>
                                        </p:cTn>
                                        <p:tgtEl>
                                          <p:spTgt spid="17"/>
                                        </p:tgtEl>
                                        <p:attrNameLst>
                                          <p:attrName>style.visibility</p:attrName>
                                        </p:attrNameLst>
                                      </p:cBhvr>
                                      <p:to>
                                        <p:strVal val="visible"/>
                                      </p:to>
                                    </p:set>
                                    <p:anim calcmode="lin" valueType="num">
                                      <p:cBhvr additive="base">
                                        <p:cTn id="17" dur="100" fill="hold"/>
                                        <p:tgtEl>
                                          <p:spTgt spid="17"/>
                                        </p:tgtEl>
                                        <p:attrNameLst>
                                          <p:attrName>ppt_x</p:attrName>
                                        </p:attrNameLst>
                                      </p:cBhvr>
                                      <p:tavLst>
                                        <p:tav tm="0">
                                          <p:val>
                                            <p:strVal val="#ppt_x"/>
                                          </p:val>
                                        </p:tav>
                                        <p:tav tm="100000">
                                          <p:val>
                                            <p:strVal val="#ppt_x"/>
                                          </p:val>
                                        </p:tav>
                                      </p:tavLst>
                                    </p:anim>
                                    <p:anim calcmode="lin" valueType="num">
                                      <p:cBhvr additive="base">
                                        <p:cTn id="18" dur="100" fill="hold"/>
                                        <p:tgtEl>
                                          <p:spTgt spid="17"/>
                                        </p:tgtEl>
                                        <p:attrNameLst>
                                          <p:attrName>ppt_y</p:attrName>
                                        </p:attrNameLst>
                                      </p:cBhvr>
                                      <p:tavLst>
                                        <p:tav tm="0">
                                          <p:val>
                                            <p:strVal val="0-#ppt_h/2"/>
                                          </p:val>
                                        </p:tav>
                                        <p:tav tm="100000">
                                          <p:val>
                                            <p:strVal val="#ppt_y"/>
                                          </p:val>
                                        </p:tav>
                                      </p:tavLst>
                                    </p:anim>
                                  </p:childTnLst>
                                </p:cTn>
                              </p:par>
                              <p:par>
                                <p:cTn id="19" presetID="2" presetClass="entr" presetSubtype="1" fill="hold" grpId="0" nodeType="withEffect">
                                  <p:stCondLst>
                                    <p:cond delay="2900"/>
                                  </p:stCondLst>
                                  <p:childTnLst>
                                    <p:set>
                                      <p:cBhvr>
                                        <p:cTn id="20" dur="1" fill="hold">
                                          <p:stCondLst>
                                            <p:cond delay="0"/>
                                          </p:stCondLst>
                                        </p:cTn>
                                        <p:tgtEl>
                                          <p:spTgt spid="24"/>
                                        </p:tgtEl>
                                        <p:attrNameLst>
                                          <p:attrName>style.visibility</p:attrName>
                                        </p:attrNameLst>
                                      </p:cBhvr>
                                      <p:to>
                                        <p:strVal val="visible"/>
                                      </p:to>
                                    </p:set>
                                    <p:anim calcmode="lin" valueType="num">
                                      <p:cBhvr additive="base">
                                        <p:cTn id="21" dur="100" fill="hold"/>
                                        <p:tgtEl>
                                          <p:spTgt spid="24"/>
                                        </p:tgtEl>
                                        <p:attrNameLst>
                                          <p:attrName>ppt_x</p:attrName>
                                        </p:attrNameLst>
                                      </p:cBhvr>
                                      <p:tavLst>
                                        <p:tav tm="0">
                                          <p:val>
                                            <p:strVal val="#ppt_x"/>
                                          </p:val>
                                        </p:tav>
                                        <p:tav tm="100000">
                                          <p:val>
                                            <p:strVal val="#ppt_x"/>
                                          </p:val>
                                        </p:tav>
                                      </p:tavLst>
                                    </p:anim>
                                    <p:anim calcmode="lin" valueType="num">
                                      <p:cBhvr additive="base">
                                        <p:cTn id="22" dur="100" fill="hold"/>
                                        <p:tgtEl>
                                          <p:spTgt spid="24"/>
                                        </p:tgtEl>
                                        <p:attrNameLst>
                                          <p:attrName>ppt_y</p:attrName>
                                        </p:attrNameLst>
                                      </p:cBhvr>
                                      <p:tavLst>
                                        <p:tav tm="0">
                                          <p:val>
                                            <p:strVal val="0-#ppt_h/2"/>
                                          </p:val>
                                        </p:tav>
                                        <p:tav tm="100000">
                                          <p:val>
                                            <p:strVal val="#ppt_y"/>
                                          </p:val>
                                        </p:tav>
                                      </p:tavLst>
                                    </p:anim>
                                  </p:childTnLst>
                                </p:cTn>
                              </p:par>
                              <p:par>
                                <p:cTn id="23" presetID="2" presetClass="entr" presetSubtype="1" fill="hold" grpId="0" nodeType="withEffect">
                                  <p:stCondLst>
                                    <p:cond delay="3000"/>
                                  </p:stCondLst>
                                  <p:childTnLst>
                                    <p:set>
                                      <p:cBhvr>
                                        <p:cTn id="24" dur="1" fill="hold">
                                          <p:stCondLst>
                                            <p:cond delay="0"/>
                                          </p:stCondLst>
                                        </p:cTn>
                                        <p:tgtEl>
                                          <p:spTgt spid="26"/>
                                        </p:tgtEl>
                                        <p:attrNameLst>
                                          <p:attrName>style.visibility</p:attrName>
                                        </p:attrNameLst>
                                      </p:cBhvr>
                                      <p:to>
                                        <p:strVal val="visible"/>
                                      </p:to>
                                    </p:set>
                                    <p:anim calcmode="lin" valueType="num">
                                      <p:cBhvr additive="base">
                                        <p:cTn id="25" dur="100" fill="hold"/>
                                        <p:tgtEl>
                                          <p:spTgt spid="26"/>
                                        </p:tgtEl>
                                        <p:attrNameLst>
                                          <p:attrName>ppt_x</p:attrName>
                                        </p:attrNameLst>
                                      </p:cBhvr>
                                      <p:tavLst>
                                        <p:tav tm="0">
                                          <p:val>
                                            <p:strVal val="#ppt_x"/>
                                          </p:val>
                                        </p:tav>
                                        <p:tav tm="100000">
                                          <p:val>
                                            <p:strVal val="#ppt_x"/>
                                          </p:val>
                                        </p:tav>
                                      </p:tavLst>
                                    </p:anim>
                                    <p:anim calcmode="lin" valueType="num">
                                      <p:cBhvr additive="base">
                                        <p:cTn id="26" dur="100" fill="hold"/>
                                        <p:tgtEl>
                                          <p:spTgt spid="26"/>
                                        </p:tgtEl>
                                        <p:attrNameLst>
                                          <p:attrName>ppt_y</p:attrName>
                                        </p:attrNameLst>
                                      </p:cBhvr>
                                      <p:tavLst>
                                        <p:tav tm="0">
                                          <p:val>
                                            <p:strVal val="0-#ppt_h/2"/>
                                          </p:val>
                                        </p:tav>
                                        <p:tav tm="100000">
                                          <p:val>
                                            <p:strVal val="#ppt_y"/>
                                          </p:val>
                                        </p:tav>
                                      </p:tavLst>
                                    </p:anim>
                                  </p:childTnLst>
                                </p:cTn>
                              </p:par>
                              <p:par>
                                <p:cTn id="27" presetID="2" presetClass="entr" presetSubtype="1" fill="hold" grpId="0" nodeType="withEffect">
                                  <p:stCondLst>
                                    <p:cond delay="3100"/>
                                  </p:stCondLst>
                                  <p:childTnLst>
                                    <p:set>
                                      <p:cBhvr>
                                        <p:cTn id="28" dur="1" fill="hold">
                                          <p:stCondLst>
                                            <p:cond delay="0"/>
                                          </p:stCondLst>
                                        </p:cTn>
                                        <p:tgtEl>
                                          <p:spTgt spid="27"/>
                                        </p:tgtEl>
                                        <p:attrNameLst>
                                          <p:attrName>style.visibility</p:attrName>
                                        </p:attrNameLst>
                                      </p:cBhvr>
                                      <p:to>
                                        <p:strVal val="visible"/>
                                      </p:to>
                                    </p:set>
                                    <p:anim calcmode="lin" valueType="num">
                                      <p:cBhvr additive="base">
                                        <p:cTn id="29" dur="100" fill="hold"/>
                                        <p:tgtEl>
                                          <p:spTgt spid="27"/>
                                        </p:tgtEl>
                                        <p:attrNameLst>
                                          <p:attrName>ppt_x</p:attrName>
                                        </p:attrNameLst>
                                      </p:cBhvr>
                                      <p:tavLst>
                                        <p:tav tm="0">
                                          <p:val>
                                            <p:strVal val="#ppt_x"/>
                                          </p:val>
                                        </p:tav>
                                        <p:tav tm="100000">
                                          <p:val>
                                            <p:strVal val="#ppt_x"/>
                                          </p:val>
                                        </p:tav>
                                      </p:tavLst>
                                    </p:anim>
                                    <p:anim calcmode="lin" valueType="num">
                                      <p:cBhvr additive="base">
                                        <p:cTn id="30" dur="100" fill="hold"/>
                                        <p:tgtEl>
                                          <p:spTgt spid="27"/>
                                        </p:tgtEl>
                                        <p:attrNameLst>
                                          <p:attrName>ppt_y</p:attrName>
                                        </p:attrNameLst>
                                      </p:cBhvr>
                                      <p:tavLst>
                                        <p:tav tm="0">
                                          <p:val>
                                            <p:strVal val="0-#ppt_h/2"/>
                                          </p:val>
                                        </p:tav>
                                        <p:tav tm="100000">
                                          <p:val>
                                            <p:strVal val="#ppt_y"/>
                                          </p:val>
                                        </p:tav>
                                      </p:tavLst>
                                    </p:anim>
                                  </p:childTnLst>
                                </p:cTn>
                              </p:par>
                              <p:par>
                                <p:cTn id="31" presetID="2" presetClass="entr" presetSubtype="4" fill="hold" grpId="0" nodeType="withEffect">
                                  <p:stCondLst>
                                    <p:cond delay="3400"/>
                                  </p:stCondLst>
                                  <p:childTnLst>
                                    <p:set>
                                      <p:cBhvr>
                                        <p:cTn id="32" dur="1" fill="hold">
                                          <p:stCondLst>
                                            <p:cond delay="0"/>
                                          </p:stCondLst>
                                        </p:cTn>
                                        <p:tgtEl>
                                          <p:spTgt spid="32"/>
                                        </p:tgtEl>
                                        <p:attrNameLst>
                                          <p:attrName>style.visibility</p:attrName>
                                        </p:attrNameLst>
                                      </p:cBhvr>
                                      <p:to>
                                        <p:strVal val="visible"/>
                                      </p:to>
                                    </p:set>
                                    <p:anim calcmode="lin" valueType="num">
                                      <p:cBhvr additive="base">
                                        <p:cTn id="33" dur="100" fill="hold"/>
                                        <p:tgtEl>
                                          <p:spTgt spid="32"/>
                                        </p:tgtEl>
                                        <p:attrNameLst>
                                          <p:attrName>ppt_x</p:attrName>
                                        </p:attrNameLst>
                                      </p:cBhvr>
                                      <p:tavLst>
                                        <p:tav tm="0">
                                          <p:val>
                                            <p:strVal val="#ppt_x"/>
                                          </p:val>
                                        </p:tav>
                                        <p:tav tm="100000">
                                          <p:val>
                                            <p:strVal val="#ppt_x"/>
                                          </p:val>
                                        </p:tav>
                                      </p:tavLst>
                                    </p:anim>
                                    <p:anim calcmode="lin" valueType="num">
                                      <p:cBhvr additive="base">
                                        <p:cTn id="34" dur="100" fill="hold"/>
                                        <p:tgtEl>
                                          <p:spTgt spid="32"/>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3500"/>
                                  </p:stCondLst>
                                  <p:childTnLst>
                                    <p:set>
                                      <p:cBhvr>
                                        <p:cTn id="36" dur="1" fill="hold">
                                          <p:stCondLst>
                                            <p:cond delay="0"/>
                                          </p:stCondLst>
                                        </p:cTn>
                                        <p:tgtEl>
                                          <p:spTgt spid="31"/>
                                        </p:tgtEl>
                                        <p:attrNameLst>
                                          <p:attrName>style.visibility</p:attrName>
                                        </p:attrNameLst>
                                      </p:cBhvr>
                                      <p:to>
                                        <p:strVal val="visible"/>
                                      </p:to>
                                    </p:set>
                                    <p:anim calcmode="lin" valueType="num">
                                      <p:cBhvr additive="base">
                                        <p:cTn id="37" dur="100" fill="hold"/>
                                        <p:tgtEl>
                                          <p:spTgt spid="31"/>
                                        </p:tgtEl>
                                        <p:attrNameLst>
                                          <p:attrName>ppt_x</p:attrName>
                                        </p:attrNameLst>
                                      </p:cBhvr>
                                      <p:tavLst>
                                        <p:tav tm="0">
                                          <p:val>
                                            <p:strVal val="#ppt_x"/>
                                          </p:val>
                                        </p:tav>
                                        <p:tav tm="100000">
                                          <p:val>
                                            <p:strVal val="#ppt_x"/>
                                          </p:val>
                                        </p:tav>
                                      </p:tavLst>
                                    </p:anim>
                                    <p:anim calcmode="lin" valueType="num">
                                      <p:cBhvr additive="base">
                                        <p:cTn id="38" dur="100" fill="hold"/>
                                        <p:tgtEl>
                                          <p:spTgt spid="31"/>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3600"/>
                                  </p:stCondLst>
                                  <p:childTnLst>
                                    <p:set>
                                      <p:cBhvr>
                                        <p:cTn id="40" dur="1" fill="hold">
                                          <p:stCondLst>
                                            <p:cond delay="0"/>
                                          </p:stCondLst>
                                        </p:cTn>
                                        <p:tgtEl>
                                          <p:spTgt spid="30"/>
                                        </p:tgtEl>
                                        <p:attrNameLst>
                                          <p:attrName>style.visibility</p:attrName>
                                        </p:attrNameLst>
                                      </p:cBhvr>
                                      <p:to>
                                        <p:strVal val="visible"/>
                                      </p:to>
                                    </p:set>
                                    <p:anim calcmode="lin" valueType="num">
                                      <p:cBhvr additive="base">
                                        <p:cTn id="41" dur="100" fill="hold"/>
                                        <p:tgtEl>
                                          <p:spTgt spid="30"/>
                                        </p:tgtEl>
                                        <p:attrNameLst>
                                          <p:attrName>ppt_x</p:attrName>
                                        </p:attrNameLst>
                                      </p:cBhvr>
                                      <p:tavLst>
                                        <p:tav tm="0">
                                          <p:val>
                                            <p:strVal val="#ppt_x"/>
                                          </p:val>
                                        </p:tav>
                                        <p:tav tm="100000">
                                          <p:val>
                                            <p:strVal val="#ppt_x"/>
                                          </p:val>
                                        </p:tav>
                                      </p:tavLst>
                                    </p:anim>
                                    <p:anim calcmode="lin" valueType="num">
                                      <p:cBhvr additive="base">
                                        <p:cTn id="42" dur="100" fill="hold"/>
                                        <p:tgtEl>
                                          <p:spTgt spid="30"/>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3700"/>
                                  </p:stCondLst>
                                  <p:childTnLst>
                                    <p:set>
                                      <p:cBhvr>
                                        <p:cTn id="44" dur="1" fill="hold">
                                          <p:stCondLst>
                                            <p:cond delay="0"/>
                                          </p:stCondLst>
                                        </p:cTn>
                                        <p:tgtEl>
                                          <p:spTgt spid="29"/>
                                        </p:tgtEl>
                                        <p:attrNameLst>
                                          <p:attrName>style.visibility</p:attrName>
                                        </p:attrNameLst>
                                      </p:cBhvr>
                                      <p:to>
                                        <p:strVal val="visible"/>
                                      </p:to>
                                    </p:set>
                                    <p:anim calcmode="lin" valueType="num">
                                      <p:cBhvr additive="base">
                                        <p:cTn id="45" dur="100" fill="hold"/>
                                        <p:tgtEl>
                                          <p:spTgt spid="29"/>
                                        </p:tgtEl>
                                        <p:attrNameLst>
                                          <p:attrName>ppt_x</p:attrName>
                                        </p:attrNameLst>
                                      </p:cBhvr>
                                      <p:tavLst>
                                        <p:tav tm="0">
                                          <p:val>
                                            <p:strVal val="#ppt_x"/>
                                          </p:val>
                                        </p:tav>
                                        <p:tav tm="100000">
                                          <p:val>
                                            <p:strVal val="#ppt_x"/>
                                          </p:val>
                                        </p:tav>
                                      </p:tavLst>
                                    </p:anim>
                                    <p:anim calcmode="lin" valueType="num">
                                      <p:cBhvr additive="base">
                                        <p:cTn id="46" dur="100" fill="hold"/>
                                        <p:tgtEl>
                                          <p:spTgt spid="29"/>
                                        </p:tgtEl>
                                        <p:attrNameLst>
                                          <p:attrName>ppt_y</p:attrName>
                                        </p:attrNameLst>
                                      </p:cBhvr>
                                      <p:tavLst>
                                        <p:tav tm="0">
                                          <p:val>
                                            <p:strVal val="1+#ppt_h/2"/>
                                          </p:val>
                                        </p:tav>
                                        <p:tav tm="100000">
                                          <p:val>
                                            <p:strVal val="#ppt_y"/>
                                          </p:val>
                                        </p:tav>
                                      </p:tavLst>
                                    </p:anim>
                                  </p:childTnLst>
                                </p:cTn>
                              </p:par>
                              <p:par>
                                <p:cTn id="47" presetID="2" presetClass="entr" presetSubtype="8" fill="hold" grpId="0" nodeType="withEffect">
                                  <p:stCondLst>
                                    <p:cond delay="4000"/>
                                  </p:stCondLst>
                                  <p:childTnLst>
                                    <p:set>
                                      <p:cBhvr>
                                        <p:cTn id="48" dur="1" fill="hold">
                                          <p:stCondLst>
                                            <p:cond delay="0"/>
                                          </p:stCondLst>
                                        </p:cTn>
                                        <p:tgtEl>
                                          <p:spTgt spid="41"/>
                                        </p:tgtEl>
                                        <p:attrNameLst>
                                          <p:attrName>style.visibility</p:attrName>
                                        </p:attrNameLst>
                                      </p:cBhvr>
                                      <p:to>
                                        <p:strVal val="visible"/>
                                      </p:to>
                                    </p:set>
                                    <p:anim calcmode="lin" valueType="num">
                                      <p:cBhvr additive="base">
                                        <p:cTn id="49" dur="100" fill="hold"/>
                                        <p:tgtEl>
                                          <p:spTgt spid="41"/>
                                        </p:tgtEl>
                                        <p:attrNameLst>
                                          <p:attrName>ppt_x</p:attrName>
                                        </p:attrNameLst>
                                      </p:cBhvr>
                                      <p:tavLst>
                                        <p:tav tm="0">
                                          <p:val>
                                            <p:strVal val="0-#ppt_w/2"/>
                                          </p:val>
                                        </p:tav>
                                        <p:tav tm="100000">
                                          <p:val>
                                            <p:strVal val="#ppt_x"/>
                                          </p:val>
                                        </p:tav>
                                      </p:tavLst>
                                    </p:anim>
                                    <p:anim calcmode="lin" valueType="num">
                                      <p:cBhvr additive="base">
                                        <p:cTn id="50" dur="100" fill="hold"/>
                                        <p:tgtEl>
                                          <p:spTgt spid="41"/>
                                        </p:tgtEl>
                                        <p:attrNameLst>
                                          <p:attrName>ppt_y</p:attrName>
                                        </p:attrNameLst>
                                      </p:cBhvr>
                                      <p:tavLst>
                                        <p:tav tm="0">
                                          <p:val>
                                            <p:strVal val="#ppt_y"/>
                                          </p:val>
                                        </p:tav>
                                        <p:tav tm="100000">
                                          <p:val>
                                            <p:strVal val="#ppt_y"/>
                                          </p:val>
                                        </p:tav>
                                      </p:tavLst>
                                    </p:anim>
                                  </p:childTnLst>
                                </p:cTn>
                              </p:par>
                              <p:par>
                                <p:cTn id="51" presetID="2" presetClass="entr" presetSubtype="2" fill="hold" grpId="0" nodeType="withEffect">
                                  <p:stCondLst>
                                    <p:cond delay="4100"/>
                                  </p:stCondLst>
                                  <p:childTnLst>
                                    <p:set>
                                      <p:cBhvr>
                                        <p:cTn id="52" dur="1" fill="hold">
                                          <p:stCondLst>
                                            <p:cond delay="0"/>
                                          </p:stCondLst>
                                        </p:cTn>
                                        <p:tgtEl>
                                          <p:spTgt spid="42"/>
                                        </p:tgtEl>
                                        <p:attrNameLst>
                                          <p:attrName>style.visibility</p:attrName>
                                        </p:attrNameLst>
                                      </p:cBhvr>
                                      <p:to>
                                        <p:strVal val="visible"/>
                                      </p:to>
                                    </p:set>
                                    <p:anim calcmode="lin" valueType="num">
                                      <p:cBhvr additive="base">
                                        <p:cTn id="53" dur="100" fill="hold"/>
                                        <p:tgtEl>
                                          <p:spTgt spid="42"/>
                                        </p:tgtEl>
                                        <p:attrNameLst>
                                          <p:attrName>ppt_x</p:attrName>
                                        </p:attrNameLst>
                                      </p:cBhvr>
                                      <p:tavLst>
                                        <p:tav tm="0">
                                          <p:val>
                                            <p:strVal val="1+#ppt_w/2"/>
                                          </p:val>
                                        </p:tav>
                                        <p:tav tm="100000">
                                          <p:val>
                                            <p:strVal val="#ppt_x"/>
                                          </p:val>
                                        </p:tav>
                                      </p:tavLst>
                                    </p:anim>
                                    <p:anim calcmode="lin" valueType="num">
                                      <p:cBhvr additive="base">
                                        <p:cTn id="54" dur="100" fill="hold"/>
                                        <p:tgtEl>
                                          <p:spTgt spid="42"/>
                                        </p:tgtEl>
                                        <p:attrNameLst>
                                          <p:attrName>ppt_y</p:attrName>
                                        </p:attrNameLst>
                                      </p:cBhvr>
                                      <p:tavLst>
                                        <p:tav tm="0">
                                          <p:val>
                                            <p:strVal val="#ppt_y"/>
                                          </p:val>
                                        </p:tav>
                                        <p:tav tm="100000">
                                          <p:val>
                                            <p:strVal val="#ppt_y"/>
                                          </p:val>
                                        </p:tav>
                                      </p:tavLst>
                                    </p:anim>
                                  </p:childTnLst>
                                </p:cTn>
                              </p:par>
                              <p:par>
                                <p:cTn id="55" presetID="2" presetClass="entr" presetSubtype="8" fill="hold" grpId="0" nodeType="withEffect">
                                  <p:stCondLst>
                                    <p:cond delay="4200"/>
                                  </p:stCondLst>
                                  <p:childTnLst>
                                    <p:set>
                                      <p:cBhvr>
                                        <p:cTn id="56" dur="1" fill="hold">
                                          <p:stCondLst>
                                            <p:cond delay="0"/>
                                          </p:stCondLst>
                                        </p:cTn>
                                        <p:tgtEl>
                                          <p:spTgt spid="43"/>
                                        </p:tgtEl>
                                        <p:attrNameLst>
                                          <p:attrName>style.visibility</p:attrName>
                                        </p:attrNameLst>
                                      </p:cBhvr>
                                      <p:to>
                                        <p:strVal val="visible"/>
                                      </p:to>
                                    </p:set>
                                    <p:anim calcmode="lin" valueType="num">
                                      <p:cBhvr additive="base">
                                        <p:cTn id="57" dur="100" fill="hold"/>
                                        <p:tgtEl>
                                          <p:spTgt spid="43"/>
                                        </p:tgtEl>
                                        <p:attrNameLst>
                                          <p:attrName>ppt_x</p:attrName>
                                        </p:attrNameLst>
                                      </p:cBhvr>
                                      <p:tavLst>
                                        <p:tav tm="0">
                                          <p:val>
                                            <p:strVal val="0-#ppt_w/2"/>
                                          </p:val>
                                        </p:tav>
                                        <p:tav tm="100000">
                                          <p:val>
                                            <p:strVal val="#ppt_x"/>
                                          </p:val>
                                        </p:tav>
                                      </p:tavLst>
                                    </p:anim>
                                    <p:anim calcmode="lin" valueType="num">
                                      <p:cBhvr additive="base">
                                        <p:cTn id="58" dur="100" fill="hold"/>
                                        <p:tgtEl>
                                          <p:spTgt spid="43"/>
                                        </p:tgtEl>
                                        <p:attrNameLst>
                                          <p:attrName>ppt_y</p:attrName>
                                        </p:attrNameLst>
                                      </p:cBhvr>
                                      <p:tavLst>
                                        <p:tav tm="0">
                                          <p:val>
                                            <p:strVal val="#ppt_y"/>
                                          </p:val>
                                        </p:tav>
                                        <p:tav tm="100000">
                                          <p:val>
                                            <p:strVal val="#ppt_y"/>
                                          </p:val>
                                        </p:tav>
                                      </p:tavLst>
                                    </p:anim>
                                  </p:childTnLst>
                                </p:cTn>
                              </p:par>
                              <p:par>
                                <p:cTn id="59" presetID="2" presetClass="entr" presetSubtype="2" fill="hold" grpId="0" nodeType="withEffect">
                                  <p:stCondLst>
                                    <p:cond delay="4300"/>
                                  </p:stCondLst>
                                  <p:childTnLst>
                                    <p:set>
                                      <p:cBhvr>
                                        <p:cTn id="60" dur="1" fill="hold">
                                          <p:stCondLst>
                                            <p:cond delay="0"/>
                                          </p:stCondLst>
                                        </p:cTn>
                                        <p:tgtEl>
                                          <p:spTgt spid="44"/>
                                        </p:tgtEl>
                                        <p:attrNameLst>
                                          <p:attrName>style.visibility</p:attrName>
                                        </p:attrNameLst>
                                      </p:cBhvr>
                                      <p:to>
                                        <p:strVal val="visible"/>
                                      </p:to>
                                    </p:set>
                                    <p:anim calcmode="lin" valueType="num">
                                      <p:cBhvr additive="base">
                                        <p:cTn id="61" dur="100" fill="hold"/>
                                        <p:tgtEl>
                                          <p:spTgt spid="44"/>
                                        </p:tgtEl>
                                        <p:attrNameLst>
                                          <p:attrName>ppt_x</p:attrName>
                                        </p:attrNameLst>
                                      </p:cBhvr>
                                      <p:tavLst>
                                        <p:tav tm="0">
                                          <p:val>
                                            <p:strVal val="1+#ppt_w/2"/>
                                          </p:val>
                                        </p:tav>
                                        <p:tav tm="100000">
                                          <p:val>
                                            <p:strVal val="#ppt_x"/>
                                          </p:val>
                                        </p:tav>
                                      </p:tavLst>
                                    </p:anim>
                                    <p:anim calcmode="lin" valueType="num">
                                      <p:cBhvr additive="base">
                                        <p:cTn id="62" dur="100" fill="hold"/>
                                        <p:tgtEl>
                                          <p:spTgt spid="4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vol="80000" numSld="999" showWhenStopped="0">
                <p:cTn id="63" fill="hold" display="0">
                  <p:stCondLst>
                    <p:cond delay="indefinite"/>
                  </p:stCondLst>
                  <p:endCondLst>
                    <p:cond evt="onStopAudio" delay="0">
                      <p:tgtEl>
                        <p:sldTgt/>
                      </p:tgtEl>
                    </p:cond>
                  </p:endCondLst>
                </p:cTn>
                <p:tgtEl>
                  <p:spTgt spid="6"/>
                </p:tgtEl>
              </p:cMediaNode>
            </p:audio>
          </p:childTnLst>
        </p:cTn>
      </p:par>
    </p:tnLst>
    <p:bldLst>
      <p:bldP spid="5" grpId="0" animBg="1"/>
      <p:bldP spid="7" grpId="0" animBg="1"/>
      <p:bldP spid="7" grpId="1" animBg="1"/>
      <p:bldP spid="27" grpId="0" animBg="1"/>
      <p:bldP spid="26" grpId="0" animBg="1"/>
      <p:bldP spid="24" grpId="0" animBg="1"/>
      <p:bldP spid="17" grpId="0" animBg="1"/>
      <p:bldP spid="29" grpId="0" animBg="1"/>
      <p:bldP spid="30" grpId="0" animBg="1"/>
      <p:bldP spid="31" grpId="0" animBg="1"/>
      <p:bldP spid="32" grpId="0" animBg="1"/>
      <p:bldP spid="41" grpId="0" animBg="1"/>
      <p:bldP spid="42" grpId="0" animBg="1"/>
      <p:bldP spid="43" grpId="0" animBg="1"/>
      <p:bldP spid="44"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accent5"/>
        </a:solidFill>
        <a:effectLst/>
      </p:bgPr>
    </p:bg>
    <p:spTree>
      <p:nvGrpSpPr>
        <p:cNvPr id="1" name=""/>
        <p:cNvGrpSpPr/>
        <p:nvPr/>
      </p:nvGrpSpPr>
      <p:grpSpPr>
        <a:xfrm>
          <a:off x="0" y="0"/>
          <a:ext cx="0" cy="0"/>
          <a:chOff x="0" y="0"/>
          <a:chExt cx="0" cy="0"/>
        </a:xfrm>
      </p:grpSpPr>
      <p:sp>
        <p:nvSpPr>
          <p:cNvPr id="6" name="Bar Down 4">
            <a:extLst>
              <a:ext uri="{FF2B5EF4-FFF2-40B4-BE49-F238E27FC236}">
                <a16:creationId xmlns:a16="http://schemas.microsoft.com/office/drawing/2014/main" id="{76BC04CF-5735-5AE9-2DB7-1D5AB2B21C6A}"/>
              </a:ext>
            </a:extLst>
          </p:cNvPr>
          <p:cNvSpPr/>
          <p:nvPr/>
        </p:nvSpPr>
        <p:spPr>
          <a:xfrm>
            <a:off x="14452600" y="735806"/>
            <a:ext cx="3048000" cy="6858000"/>
          </a:xfrm>
          <a:prstGeom prst="rect">
            <a:avLst/>
          </a:prstGeom>
          <a:solidFill>
            <a:schemeClr val="accent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 name="Bar Down 3">
            <a:extLst>
              <a:ext uri="{FF2B5EF4-FFF2-40B4-BE49-F238E27FC236}">
                <a16:creationId xmlns:a16="http://schemas.microsoft.com/office/drawing/2014/main" id="{A1B6A17A-BD0C-7F5F-D948-051CBF7293C7}"/>
              </a:ext>
            </a:extLst>
          </p:cNvPr>
          <p:cNvSpPr/>
          <p:nvPr/>
        </p:nvSpPr>
        <p:spPr>
          <a:xfrm>
            <a:off x="-4572000" y="0"/>
            <a:ext cx="3048000" cy="6858000"/>
          </a:xfrm>
          <a:prstGeom prst="rect">
            <a:avLst/>
          </a:prstGeom>
          <a:solidFill>
            <a:schemeClr val="accent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 name="Bar Down 2">
            <a:extLst>
              <a:ext uri="{FF2B5EF4-FFF2-40B4-BE49-F238E27FC236}">
                <a16:creationId xmlns:a16="http://schemas.microsoft.com/office/drawing/2014/main" id="{49E7B0B0-5F60-F226-12E5-839C488DED44}"/>
              </a:ext>
            </a:extLst>
          </p:cNvPr>
          <p:cNvSpPr/>
          <p:nvPr/>
        </p:nvSpPr>
        <p:spPr>
          <a:xfrm>
            <a:off x="2413000" y="9372600"/>
            <a:ext cx="3048000" cy="6858000"/>
          </a:xfrm>
          <a:prstGeom prst="rect">
            <a:avLst/>
          </a:prstGeom>
          <a:solidFill>
            <a:schemeClr val="accent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 name="Bar Down 1">
            <a:extLst>
              <a:ext uri="{FF2B5EF4-FFF2-40B4-BE49-F238E27FC236}">
                <a16:creationId xmlns:a16="http://schemas.microsoft.com/office/drawing/2014/main" id="{23AFC5DC-4AE1-72A6-9A64-297C32A25F33}"/>
              </a:ext>
            </a:extLst>
          </p:cNvPr>
          <p:cNvSpPr/>
          <p:nvPr/>
        </p:nvSpPr>
        <p:spPr>
          <a:xfrm>
            <a:off x="7747000" y="-8172450"/>
            <a:ext cx="3048000" cy="6858000"/>
          </a:xfrm>
          <a:prstGeom prst="rect">
            <a:avLst/>
          </a:prstGeom>
          <a:solidFill>
            <a:schemeClr val="accent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 name="Bar Up 4">
            <a:extLst>
              <a:ext uri="{FF2B5EF4-FFF2-40B4-BE49-F238E27FC236}">
                <a16:creationId xmlns:a16="http://schemas.microsoft.com/office/drawing/2014/main" id="{6FBB27F4-DA7B-5F74-5B12-8637444167CF}"/>
              </a:ext>
            </a:extLst>
          </p:cNvPr>
          <p:cNvSpPr/>
          <p:nvPr/>
        </p:nvSpPr>
        <p:spPr>
          <a:xfrm>
            <a:off x="-7061200" y="3716337"/>
            <a:ext cx="3048000" cy="6858000"/>
          </a:xfrm>
          <a:prstGeom prst="rect">
            <a:avLst/>
          </a:prstGeom>
          <a:solidFill>
            <a:schemeClr val="accent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 name="Bar Up 3">
            <a:extLst>
              <a:ext uri="{FF2B5EF4-FFF2-40B4-BE49-F238E27FC236}">
                <a16:creationId xmlns:a16="http://schemas.microsoft.com/office/drawing/2014/main" id="{0B36CCC0-8F08-0C29-E903-0C7EDF285D28}"/>
              </a:ext>
            </a:extLst>
          </p:cNvPr>
          <p:cNvSpPr/>
          <p:nvPr/>
        </p:nvSpPr>
        <p:spPr>
          <a:xfrm>
            <a:off x="7874000" y="8002587"/>
            <a:ext cx="3048000" cy="6858000"/>
          </a:xfrm>
          <a:prstGeom prst="rect">
            <a:avLst/>
          </a:prstGeom>
          <a:solidFill>
            <a:schemeClr val="accent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 name="Bar Up 2">
            <a:extLst>
              <a:ext uri="{FF2B5EF4-FFF2-40B4-BE49-F238E27FC236}">
                <a16:creationId xmlns:a16="http://schemas.microsoft.com/office/drawing/2014/main" id="{4C3DD5A6-683C-42A4-FD65-F5C187078BEA}"/>
              </a:ext>
            </a:extLst>
          </p:cNvPr>
          <p:cNvSpPr/>
          <p:nvPr/>
        </p:nvSpPr>
        <p:spPr>
          <a:xfrm>
            <a:off x="15240000" y="-2306637"/>
            <a:ext cx="3048000" cy="6858000"/>
          </a:xfrm>
          <a:prstGeom prst="rect">
            <a:avLst/>
          </a:prstGeom>
          <a:solidFill>
            <a:schemeClr val="accent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 name="Bar Up 1">
            <a:extLst>
              <a:ext uri="{FF2B5EF4-FFF2-40B4-BE49-F238E27FC236}">
                <a16:creationId xmlns:a16="http://schemas.microsoft.com/office/drawing/2014/main" id="{B798C017-1705-4C1B-98B9-18DD375F76ED}"/>
              </a:ext>
            </a:extLst>
          </p:cNvPr>
          <p:cNvSpPr/>
          <p:nvPr/>
        </p:nvSpPr>
        <p:spPr>
          <a:xfrm>
            <a:off x="-2514600" y="-7297736"/>
            <a:ext cx="3048000" cy="6858000"/>
          </a:xfrm>
          <a:prstGeom prst="rect">
            <a:avLst/>
          </a:prstGeom>
          <a:solidFill>
            <a:schemeClr val="accent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 name="Bar L/R">
            <a:extLst>
              <a:ext uri="{FF2B5EF4-FFF2-40B4-BE49-F238E27FC236}">
                <a16:creationId xmlns:a16="http://schemas.microsoft.com/office/drawing/2014/main" id="{56870D32-C04E-4BC5-1625-B97FDEBE0384}"/>
              </a:ext>
            </a:extLst>
          </p:cNvPr>
          <p:cNvSpPr/>
          <p:nvPr/>
        </p:nvSpPr>
        <p:spPr>
          <a:xfrm rot="5400000">
            <a:off x="9404350" y="-8586787"/>
            <a:ext cx="1714500" cy="12192000"/>
          </a:xfrm>
          <a:prstGeom prst="rect">
            <a:avLst/>
          </a:prstGeom>
          <a:solidFill>
            <a:schemeClr val="bg1">
              <a:lumMod val="85000"/>
              <a:lumOff val="1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 name="Bar L/R">
            <a:extLst>
              <a:ext uri="{FF2B5EF4-FFF2-40B4-BE49-F238E27FC236}">
                <a16:creationId xmlns:a16="http://schemas.microsoft.com/office/drawing/2014/main" id="{EE88BEEC-435A-641F-8E84-80B4CACA9047}"/>
              </a:ext>
            </a:extLst>
          </p:cNvPr>
          <p:cNvSpPr/>
          <p:nvPr/>
        </p:nvSpPr>
        <p:spPr>
          <a:xfrm rot="5400000">
            <a:off x="-8223250" y="-4116387"/>
            <a:ext cx="1714500" cy="12192000"/>
          </a:xfrm>
          <a:prstGeom prst="rect">
            <a:avLst/>
          </a:prstGeom>
          <a:solidFill>
            <a:schemeClr val="bg1">
              <a:lumMod val="85000"/>
              <a:lumOff val="1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8" name="Bar L/R">
            <a:extLst>
              <a:ext uri="{FF2B5EF4-FFF2-40B4-BE49-F238E27FC236}">
                <a16:creationId xmlns:a16="http://schemas.microsoft.com/office/drawing/2014/main" id="{4CD72918-8FDC-BF18-40CE-44333D7EAC7F}"/>
              </a:ext>
            </a:extLst>
          </p:cNvPr>
          <p:cNvSpPr/>
          <p:nvPr/>
        </p:nvSpPr>
        <p:spPr>
          <a:xfrm rot="5400000">
            <a:off x="13595350" y="2674143"/>
            <a:ext cx="1714500" cy="12192000"/>
          </a:xfrm>
          <a:prstGeom prst="rect">
            <a:avLst/>
          </a:prstGeom>
          <a:solidFill>
            <a:schemeClr val="bg1">
              <a:lumMod val="85000"/>
              <a:lumOff val="1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9" name="Bar L/R">
            <a:extLst>
              <a:ext uri="{FF2B5EF4-FFF2-40B4-BE49-F238E27FC236}">
                <a16:creationId xmlns:a16="http://schemas.microsoft.com/office/drawing/2014/main" id="{E257D30E-F287-9F07-1447-7B07ECEDA65A}"/>
              </a:ext>
            </a:extLst>
          </p:cNvPr>
          <p:cNvSpPr/>
          <p:nvPr/>
        </p:nvSpPr>
        <p:spPr>
          <a:xfrm rot="5400000">
            <a:off x="666750" y="5335587"/>
            <a:ext cx="1714500" cy="12192000"/>
          </a:xfrm>
          <a:prstGeom prst="rect">
            <a:avLst/>
          </a:prstGeom>
          <a:solidFill>
            <a:schemeClr val="bg1">
              <a:lumMod val="85000"/>
              <a:lumOff val="1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 name="Bar Down 4">
            <a:extLst>
              <a:ext uri="{FF2B5EF4-FFF2-40B4-BE49-F238E27FC236}">
                <a16:creationId xmlns:a16="http://schemas.microsoft.com/office/drawing/2014/main" id="{BA20EACC-F70F-AAAF-0808-4649C826530E}"/>
              </a:ext>
            </a:extLst>
          </p:cNvPr>
          <p:cNvSpPr/>
          <p:nvPr/>
        </p:nvSpPr>
        <p:spPr>
          <a:xfrm>
            <a:off x="9144000" y="0"/>
            <a:ext cx="3048000" cy="6858000"/>
          </a:xfrm>
          <a:prstGeom prst="rect">
            <a:avLst/>
          </a:prstGeom>
          <a:solidFill>
            <a:schemeClr val="accent1">
              <a:lumMod val="7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0" name="Bar Down 3">
            <a:extLst>
              <a:ext uri="{FF2B5EF4-FFF2-40B4-BE49-F238E27FC236}">
                <a16:creationId xmlns:a16="http://schemas.microsoft.com/office/drawing/2014/main" id="{6E77DD32-CDE1-98BA-B226-0B83FFEC435B}"/>
              </a:ext>
            </a:extLst>
          </p:cNvPr>
          <p:cNvSpPr/>
          <p:nvPr/>
        </p:nvSpPr>
        <p:spPr>
          <a:xfrm>
            <a:off x="6096000" y="0"/>
            <a:ext cx="3048000" cy="6858000"/>
          </a:xfrm>
          <a:prstGeom prst="rect">
            <a:avLst/>
          </a:prstGeom>
          <a:solidFill>
            <a:schemeClr val="accent1">
              <a:lumMod val="60000"/>
              <a:lumOff val="40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1" name="Bar Down 2">
            <a:extLst>
              <a:ext uri="{FF2B5EF4-FFF2-40B4-BE49-F238E27FC236}">
                <a16:creationId xmlns:a16="http://schemas.microsoft.com/office/drawing/2014/main" id="{F090C17B-340A-2ED3-ECD3-333333D80B2F}"/>
              </a:ext>
            </a:extLst>
          </p:cNvPr>
          <p:cNvSpPr/>
          <p:nvPr/>
        </p:nvSpPr>
        <p:spPr>
          <a:xfrm>
            <a:off x="3048000" y="0"/>
            <a:ext cx="3048000" cy="6858000"/>
          </a:xfrm>
          <a:prstGeom prst="rect">
            <a:avLst/>
          </a:prstGeom>
          <a:solidFill>
            <a:schemeClr val="accent1">
              <a:lumMod val="7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2" name="Bar Down 1">
            <a:extLst>
              <a:ext uri="{FF2B5EF4-FFF2-40B4-BE49-F238E27FC236}">
                <a16:creationId xmlns:a16="http://schemas.microsoft.com/office/drawing/2014/main" id="{99B65F13-E96B-7849-E181-245014645059}"/>
              </a:ext>
            </a:extLst>
          </p:cNvPr>
          <p:cNvSpPr/>
          <p:nvPr/>
        </p:nvSpPr>
        <p:spPr>
          <a:xfrm>
            <a:off x="0" y="0"/>
            <a:ext cx="3048000" cy="6858000"/>
          </a:xfrm>
          <a:prstGeom prst="rect">
            <a:avLst/>
          </a:prstGeom>
          <a:solidFill>
            <a:schemeClr val="accent1">
              <a:lumMod val="60000"/>
              <a:lumOff val="40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3" name="Bar Up 4">
            <a:extLst>
              <a:ext uri="{FF2B5EF4-FFF2-40B4-BE49-F238E27FC236}">
                <a16:creationId xmlns:a16="http://schemas.microsoft.com/office/drawing/2014/main" id="{D41A464F-361D-F5F7-BF33-9D9143772CDB}"/>
              </a:ext>
            </a:extLst>
          </p:cNvPr>
          <p:cNvSpPr/>
          <p:nvPr/>
        </p:nvSpPr>
        <p:spPr>
          <a:xfrm>
            <a:off x="9144000" y="0"/>
            <a:ext cx="3048000" cy="6858000"/>
          </a:xfrm>
          <a:prstGeom prst="rect">
            <a:avLst/>
          </a:prstGeom>
          <a:solidFill>
            <a:schemeClr val="accent4">
              <a:lumMod val="60000"/>
              <a:lumOff val="40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4" name="Bar Up 3">
            <a:extLst>
              <a:ext uri="{FF2B5EF4-FFF2-40B4-BE49-F238E27FC236}">
                <a16:creationId xmlns:a16="http://schemas.microsoft.com/office/drawing/2014/main" id="{70CB3057-F505-FCF4-82F5-BA704E8DDB07}"/>
              </a:ext>
            </a:extLst>
          </p:cNvPr>
          <p:cNvSpPr/>
          <p:nvPr/>
        </p:nvSpPr>
        <p:spPr>
          <a:xfrm>
            <a:off x="6096000" y="0"/>
            <a:ext cx="3048000" cy="6858000"/>
          </a:xfrm>
          <a:prstGeom prst="rect">
            <a:avLst/>
          </a:prstGeom>
          <a:solidFill>
            <a:schemeClr val="accent4">
              <a:lumMod val="7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5" name="Bar Up 2">
            <a:extLst>
              <a:ext uri="{FF2B5EF4-FFF2-40B4-BE49-F238E27FC236}">
                <a16:creationId xmlns:a16="http://schemas.microsoft.com/office/drawing/2014/main" id="{787A818F-5781-D076-18A4-F7FA6D5E306B}"/>
              </a:ext>
            </a:extLst>
          </p:cNvPr>
          <p:cNvSpPr/>
          <p:nvPr/>
        </p:nvSpPr>
        <p:spPr>
          <a:xfrm>
            <a:off x="3048000" y="0"/>
            <a:ext cx="3048000" cy="6858000"/>
          </a:xfrm>
          <a:prstGeom prst="rect">
            <a:avLst/>
          </a:prstGeom>
          <a:solidFill>
            <a:schemeClr val="accent4">
              <a:lumMod val="60000"/>
              <a:lumOff val="40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6" name="Bar Up 1">
            <a:extLst>
              <a:ext uri="{FF2B5EF4-FFF2-40B4-BE49-F238E27FC236}">
                <a16:creationId xmlns:a16="http://schemas.microsoft.com/office/drawing/2014/main" id="{B40960BC-88C1-47D3-6A91-129A7AAC277E}"/>
              </a:ext>
            </a:extLst>
          </p:cNvPr>
          <p:cNvSpPr/>
          <p:nvPr/>
        </p:nvSpPr>
        <p:spPr>
          <a:xfrm>
            <a:off x="0" y="0"/>
            <a:ext cx="3048000" cy="6858000"/>
          </a:xfrm>
          <a:prstGeom prst="rect">
            <a:avLst/>
          </a:prstGeom>
          <a:solidFill>
            <a:schemeClr val="accent4">
              <a:lumMod val="7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7" name="Bar L/R">
            <a:extLst>
              <a:ext uri="{FF2B5EF4-FFF2-40B4-BE49-F238E27FC236}">
                <a16:creationId xmlns:a16="http://schemas.microsoft.com/office/drawing/2014/main" id="{75FAA604-17CF-3227-FE56-4510DB6B6DCF}"/>
              </a:ext>
            </a:extLst>
          </p:cNvPr>
          <p:cNvSpPr/>
          <p:nvPr/>
        </p:nvSpPr>
        <p:spPr>
          <a:xfrm rot="5400000">
            <a:off x="5238750" y="-5238750"/>
            <a:ext cx="1714500" cy="12192000"/>
          </a:xfrm>
          <a:prstGeom prst="rect">
            <a:avLst/>
          </a:prstGeom>
          <a:solidFill>
            <a:schemeClr val="bg1">
              <a:lumMod val="85000"/>
              <a:lumOff val="1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8" name="Bar L/R">
            <a:extLst>
              <a:ext uri="{FF2B5EF4-FFF2-40B4-BE49-F238E27FC236}">
                <a16:creationId xmlns:a16="http://schemas.microsoft.com/office/drawing/2014/main" id="{92FACF16-BB78-A943-B1B3-93526C55961C}"/>
              </a:ext>
            </a:extLst>
          </p:cNvPr>
          <p:cNvSpPr/>
          <p:nvPr/>
        </p:nvSpPr>
        <p:spPr>
          <a:xfrm rot="5400000">
            <a:off x="5238750" y="-3524250"/>
            <a:ext cx="1714500" cy="12192000"/>
          </a:xfrm>
          <a:prstGeom prst="rect">
            <a:avLst/>
          </a:prstGeom>
          <a:solidFill>
            <a:schemeClr val="bg1">
              <a:lumMod val="85000"/>
              <a:lumOff val="1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9" name="Bar L/R">
            <a:extLst>
              <a:ext uri="{FF2B5EF4-FFF2-40B4-BE49-F238E27FC236}">
                <a16:creationId xmlns:a16="http://schemas.microsoft.com/office/drawing/2014/main" id="{06CC119A-1B2E-FE94-9FEA-684185DE2DEA}"/>
              </a:ext>
            </a:extLst>
          </p:cNvPr>
          <p:cNvSpPr/>
          <p:nvPr/>
        </p:nvSpPr>
        <p:spPr>
          <a:xfrm rot="5400000">
            <a:off x="5238750" y="-1809750"/>
            <a:ext cx="1714500" cy="12192000"/>
          </a:xfrm>
          <a:prstGeom prst="rect">
            <a:avLst/>
          </a:prstGeom>
          <a:solidFill>
            <a:schemeClr val="bg1">
              <a:lumMod val="85000"/>
              <a:lumOff val="1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0" name="Bar L/R">
            <a:extLst>
              <a:ext uri="{FF2B5EF4-FFF2-40B4-BE49-F238E27FC236}">
                <a16:creationId xmlns:a16="http://schemas.microsoft.com/office/drawing/2014/main" id="{FC42352E-A30A-9A93-0EBC-10E35DB4AE65}"/>
              </a:ext>
            </a:extLst>
          </p:cNvPr>
          <p:cNvSpPr/>
          <p:nvPr/>
        </p:nvSpPr>
        <p:spPr>
          <a:xfrm rot="5400000">
            <a:off x="5238750" y="-95249"/>
            <a:ext cx="1714500" cy="12192000"/>
          </a:xfrm>
          <a:prstGeom prst="rect">
            <a:avLst/>
          </a:prstGeom>
          <a:solidFill>
            <a:schemeClr val="bg1">
              <a:lumMod val="85000"/>
              <a:lumOff val="1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44115768"/>
      </p:ext>
    </p:extLst>
  </p:cSld>
  <p:clrMapOvr>
    <a:masterClrMapping/>
  </p:clrMapOvr>
  <mc:AlternateContent xmlns:mc="http://schemas.openxmlformats.org/markup-compatibility/2006" xmlns:p159="http://schemas.microsoft.com/office/powerpoint/2015/09/main">
    <mc:Choice Requires="p159">
      <p:transition advTm="1300">
        <p159:morph option="byObject"/>
      </p:transition>
    </mc:Choice>
    <mc:Fallback xmlns="">
      <p:transition advTm="13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100" fill="hold"/>
                                        <p:tgtEl>
                                          <p:spTgt spid="22"/>
                                        </p:tgtEl>
                                        <p:attrNameLst>
                                          <p:attrName>ppt_x</p:attrName>
                                        </p:attrNameLst>
                                      </p:cBhvr>
                                      <p:tavLst>
                                        <p:tav tm="0">
                                          <p:val>
                                            <p:strVal val="1+#ppt_w/2"/>
                                          </p:val>
                                        </p:tav>
                                        <p:tav tm="100000">
                                          <p:val>
                                            <p:strVal val="#ppt_x"/>
                                          </p:val>
                                        </p:tav>
                                      </p:tavLst>
                                    </p:anim>
                                    <p:anim calcmode="lin" valueType="num">
                                      <p:cBhvr additive="base">
                                        <p:cTn id="8" dur="100" fill="hold"/>
                                        <p:tgtEl>
                                          <p:spTgt spid="22"/>
                                        </p:tgtEl>
                                        <p:attrNameLst>
                                          <p:attrName>ppt_y</p:attrName>
                                        </p:attrNameLst>
                                      </p:cBhvr>
                                      <p:tavLst>
                                        <p:tav tm="0">
                                          <p:val>
                                            <p:strVal val="#ppt_y"/>
                                          </p:val>
                                        </p:tav>
                                        <p:tav tm="100000">
                                          <p:val>
                                            <p:strVal val="#ppt_y"/>
                                          </p:val>
                                        </p:tav>
                                      </p:tavLst>
                                    </p:anim>
                                  </p:childTnLst>
                                </p:cTn>
                              </p:par>
                            </p:childTnLst>
                          </p:cTn>
                        </p:par>
                        <p:par>
                          <p:cTn id="9" fill="hold">
                            <p:stCondLst>
                              <p:cond delay="100"/>
                            </p:stCondLst>
                            <p:childTnLst>
                              <p:par>
                                <p:cTn id="10" presetID="2" presetClass="entr" presetSubtype="2" fill="hold" grpId="0" nodeType="afterEffect">
                                  <p:stCondLst>
                                    <p:cond delay="0"/>
                                  </p:stCondLst>
                                  <p:childTnLst>
                                    <p:set>
                                      <p:cBhvr>
                                        <p:cTn id="11" dur="1" fill="hold">
                                          <p:stCondLst>
                                            <p:cond delay="0"/>
                                          </p:stCondLst>
                                        </p:cTn>
                                        <p:tgtEl>
                                          <p:spTgt spid="21"/>
                                        </p:tgtEl>
                                        <p:attrNameLst>
                                          <p:attrName>style.visibility</p:attrName>
                                        </p:attrNameLst>
                                      </p:cBhvr>
                                      <p:to>
                                        <p:strVal val="visible"/>
                                      </p:to>
                                    </p:set>
                                    <p:anim calcmode="lin" valueType="num">
                                      <p:cBhvr additive="base">
                                        <p:cTn id="12" dur="100" fill="hold"/>
                                        <p:tgtEl>
                                          <p:spTgt spid="21"/>
                                        </p:tgtEl>
                                        <p:attrNameLst>
                                          <p:attrName>ppt_x</p:attrName>
                                        </p:attrNameLst>
                                      </p:cBhvr>
                                      <p:tavLst>
                                        <p:tav tm="0">
                                          <p:val>
                                            <p:strVal val="1+#ppt_w/2"/>
                                          </p:val>
                                        </p:tav>
                                        <p:tav tm="100000">
                                          <p:val>
                                            <p:strVal val="#ppt_x"/>
                                          </p:val>
                                        </p:tav>
                                      </p:tavLst>
                                    </p:anim>
                                    <p:anim calcmode="lin" valueType="num">
                                      <p:cBhvr additive="base">
                                        <p:cTn id="13" dur="100" fill="hold"/>
                                        <p:tgtEl>
                                          <p:spTgt spid="21"/>
                                        </p:tgtEl>
                                        <p:attrNameLst>
                                          <p:attrName>ppt_y</p:attrName>
                                        </p:attrNameLst>
                                      </p:cBhvr>
                                      <p:tavLst>
                                        <p:tav tm="0">
                                          <p:val>
                                            <p:strVal val="#ppt_y"/>
                                          </p:val>
                                        </p:tav>
                                        <p:tav tm="100000">
                                          <p:val>
                                            <p:strVal val="#ppt_y"/>
                                          </p:val>
                                        </p:tav>
                                      </p:tavLst>
                                    </p:anim>
                                  </p:childTnLst>
                                </p:cTn>
                              </p:par>
                            </p:childTnLst>
                          </p:cTn>
                        </p:par>
                        <p:par>
                          <p:cTn id="14" fill="hold">
                            <p:stCondLst>
                              <p:cond delay="200"/>
                            </p:stCondLst>
                            <p:childTnLst>
                              <p:par>
                                <p:cTn id="15" presetID="2" presetClass="entr" presetSubtype="2" fill="hold" grpId="0" nodeType="afterEffect">
                                  <p:stCondLst>
                                    <p:cond delay="0"/>
                                  </p:stCondLst>
                                  <p:childTnLst>
                                    <p:set>
                                      <p:cBhvr>
                                        <p:cTn id="16" dur="1" fill="hold">
                                          <p:stCondLst>
                                            <p:cond delay="0"/>
                                          </p:stCondLst>
                                        </p:cTn>
                                        <p:tgtEl>
                                          <p:spTgt spid="20"/>
                                        </p:tgtEl>
                                        <p:attrNameLst>
                                          <p:attrName>style.visibility</p:attrName>
                                        </p:attrNameLst>
                                      </p:cBhvr>
                                      <p:to>
                                        <p:strVal val="visible"/>
                                      </p:to>
                                    </p:set>
                                    <p:anim calcmode="lin" valueType="num">
                                      <p:cBhvr additive="base">
                                        <p:cTn id="17" dur="100" fill="hold"/>
                                        <p:tgtEl>
                                          <p:spTgt spid="20"/>
                                        </p:tgtEl>
                                        <p:attrNameLst>
                                          <p:attrName>ppt_x</p:attrName>
                                        </p:attrNameLst>
                                      </p:cBhvr>
                                      <p:tavLst>
                                        <p:tav tm="0">
                                          <p:val>
                                            <p:strVal val="1+#ppt_w/2"/>
                                          </p:val>
                                        </p:tav>
                                        <p:tav tm="100000">
                                          <p:val>
                                            <p:strVal val="#ppt_x"/>
                                          </p:val>
                                        </p:tav>
                                      </p:tavLst>
                                    </p:anim>
                                    <p:anim calcmode="lin" valueType="num">
                                      <p:cBhvr additive="base">
                                        <p:cTn id="18" dur="100" fill="hold"/>
                                        <p:tgtEl>
                                          <p:spTgt spid="20"/>
                                        </p:tgtEl>
                                        <p:attrNameLst>
                                          <p:attrName>ppt_y</p:attrName>
                                        </p:attrNameLst>
                                      </p:cBhvr>
                                      <p:tavLst>
                                        <p:tav tm="0">
                                          <p:val>
                                            <p:strVal val="#ppt_y"/>
                                          </p:val>
                                        </p:tav>
                                        <p:tav tm="100000">
                                          <p:val>
                                            <p:strVal val="#ppt_y"/>
                                          </p:val>
                                        </p:tav>
                                      </p:tavLst>
                                    </p:anim>
                                  </p:childTnLst>
                                </p:cTn>
                              </p:par>
                            </p:childTnLst>
                          </p:cTn>
                        </p:par>
                        <p:par>
                          <p:cTn id="19" fill="hold">
                            <p:stCondLst>
                              <p:cond delay="300"/>
                            </p:stCondLst>
                            <p:childTnLst>
                              <p:par>
                                <p:cTn id="20" presetID="2" presetClass="entr" presetSubtype="2" fill="hold" grpId="0" nodeType="after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00" fill="hold"/>
                                        <p:tgtEl>
                                          <p:spTgt spid="5"/>
                                        </p:tgtEl>
                                        <p:attrNameLst>
                                          <p:attrName>ppt_x</p:attrName>
                                        </p:attrNameLst>
                                      </p:cBhvr>
                                      <p:tavLst>
                                        <p:tav tm="0">
                                          <p:val>
                                            <p:strVal val="1+#ppt_w/2"/>
                                          </p:val>
                                        </p:tav>
                                        <p:tav tm="100000">
                                          <p:val>
                                            <p:strVal val="#ppt_x"/>
                                          </p:val>
                                        </p:tav>
                                      </p:tavLst>
                                    </p:anim>
                                    <p:anim calcmode="lin" valueType="num">
                                      <p:cBhvr additive="base">
                                        <p:cTn id="23" dur="100" fill="hold"/>
                                        <p:tgtEl>
                                          <p:spTgt spid="5"/>
                                        </p:tgtEl>
                                        <p:attrNameLst>
                                          <p:attrName>ppt_y</p:attrName>
                                        </p:attrNameLst>
                                      </p:cBhvr>
                                      <p:tavLst>
                                        <p:tav tm="0">
                                          <p:val>
                                            <p:strVal val="#ppt_y"/>
                                          </p:val>
                                        </p:tav>
                                        <p:tav tm="100000">
                                          <p:val>
                                            <p:strVal val="#ppt_y"/>
                                          </p:val>
                                        </p:tav>
                                      </p:tavLst>
                                    </p:anim>
                                  </p:childTnLst>
                                </p:cTn>
                              </p:par>
                            </p:childTnLst>
                          </p:cTn>
                        </p:par>
                        <p:par>
                          <p:cTn id="24" fill="hold">
                            <p:stCondLst>
                              <p:cond delay="400"/>
                            </p:stCondLst>
                            <p:childTnLst>
                              <p:par>
                                <p:cTn id="25" presetID="2" presetClass="entr" presetSubtype="8" fill="hold" grpId="0" nodeType="afterEffect">
                                  <p:stCondLst>
                                    <p:cond delay="100"/>
                                  </p:stCondLst>
                                  <p:childTnLst>
                                    <p:set>
                                      <p:cBhvr>
                                        <p:cTn id="26" dur="1" fill="hold">
                                          <p:stCondLst>
                                            <p:cond delay="0"/>
                                          </p:stCondLst>
                                        </p:cTn>
                                        <p:tgtEl>
                                          <p:spTgt spid="26"/>
                                        </p:tgtEl>
                                        <p:attrNameLst>
                                          <p:attrName>style.visibility</p:attrName>
                                        </p:attrNameLst>
                                      </p:cBhvr>
                                      <p:to>
                                        <p:strVal val="visible"/>
                                      </p:to>
                                    </p:set>
                                    <p:anim calcmode="lin" valueType="num">
                                      <p:cBhvr additive="base">
                                        <p:cTn id="27" dur="100" fill="hold"/>
                                        <p:tgtEl>
                                          <p:spTgt spid="26"/>
                                        </p:tgtEl>
                                        <p:attrNameLst>
                                          <p:attrName>ppt_x</p:attrName>
                                        </p:attrNameLst>
                                      </p:cBhvr>
                                      <p:tavLst>
                                        <p:tav tm="0">
                                          <p:val>
                                            <p:strVal val="0-#ppt_w/2"/>
                                          </p:val>
                                        </p:tav>
                                        <p:tav tm="100000">
                                          <p:val>
                                            <p:strVal val="#ppt_x"/>
                                          </p:val>
                                        </p:tav>
                                      </p:tavLst>
                                    </p:anim>
                                    <p:anim calcmode="lin" valueType="num">
                                      <p:cBhvr additive="base">
                                        <p:cTn id="28" dur="100" fill="hold"/>
                                        <p:tgtEl>
                                          <p:spTgt spid="26"/>
                                        </p:tgtEl>
                                        <p:attrNameLst>
                                          <p:attrName>ppt_y</p:attrName>
                                        </p:attrNameLst>
                                      </p:cBhvr>
                                      <p:tavLst>
                                        <p:tav tm="0">
                                          <p:val>
                                            <p:strVal val="#ppt_y"/>
                                          </p:val>
                                        </p:tav>
                                        <p:tav tm="100000">
                                          <p:val>
                                            <p:strVal val="#ppt_y"/>
                                          </p:val>
                                        </p:tav>
                                      </p:tavLst>
                                    </p:anim>
                                  </p:childTnLst>
                                </p:cTn>
                              </p:par>
                            </p:childTnLst>
                          </p:cTn>
                        </p:par>
                        <p:par>
                          <p:cTn id="29" fill="hold">
                            <p:stCondLst>
                              <p:cond delay="600"/>
                            </p:stCondLst>
                            <p:childTnLst>
                              <p:par>
                                <p:cTn id="30" presetID="2" presetClass="entr" presetSubtype="8" fill="hold" grpId="0" nodeType="afterEffect">
                                  <p:stCondLst>
                                    <p:cond delay="0"/>
                                  </p:stCondLst>
                                  <p:childTnLst>
                                    <p:set>
                                      <p:cBhvr>
                                        <p:cTn id="31" dur="1" fill="hold">
                                          <p:stCondLst>
                                            <p:cond delay="0"/>
                                          </p:stCondLst>
                                        </p:cTn>
                                        <p:tgtEl>
                                          <p:spTgt spid="25"/>
                                        </p:tgtEl>
                                        <p:attrNameLst>
                                          <p:attrName>style.visibility</p:attrName>
                                        </p:attrNameLst>
                                      </p:cBhvr>
                                      <p:to>
                                        <p:strVal val="visible"/>
                                      </p:to>
                                    </p:set>
                                    <p:anim calcmode="lin" valueType="num">
                                      <p:cBhvr additive="base">
                                        <p:cTn id="32" dur="100" fill="hold"/>
                                        <p:tgtEl>
                                          <p:spTgt spid="25"/>
                                        </p:tgtEl>
                                        <p:attrNameLst>
                                          <p:attrName>ppt_x</p:attrName>
                                        </p:attrNameLst>
                                      </p:cBhvr>
                                      <p:tavLst>
                                        <p:tav tm="0">
                                          <p:val>
                                            <p:strVal val="0-#ppt_w/2"/>
                                          </p:val>
                                        </p:tav>
                                        <p:tav tm="100000">
                                          <p:val>
                                            <p:strVal val="#ppt_x"/>
                                          </p:val>
                                        </p:tav>
                                      </p:tavLst>
                                    </p:anim>
                                    <p:anim calcmode="lin" valueType="num">
                                      <p:cBhvr additive="base">
                                        <p:cTn id="33" dur="100" fill="hold"/>
                                        <p:tgtEl>
                                          <p:spTgt spid="25"/>
                                        </p:tgtEl>
                                        <p:attrNameLst>
                                          <p:attrName>ppt_y</p:attrName>
                                        </p:attrNameLst>
                                      </p:cBhvr>
                                      <p:tavLst>
                                        <p:tav tm="0">
                                          <p:val>
                                            <p:strVal val="#ppt_y"/>
                                          </p:val>
                                        </p:tav>
                                        <p:tav tm="100000">
                                          <p:val>
                                            <p:strVal val="#ppt_y"/>
                                          </p:val>
                                        </p:tav>
                                      </p:tavLst>
                                    </p:anim>
                                  </p:childTnLst>
                                </p:cTn>
                              </p:par>
                            </p:childTnLst>
                          </p:cTn>
                        </p:par>
                        <p:par>
                          <p:cTn id="34" fill="hold">
                            <p:stCondLst>
                              <p:cond delay="700"/>
                            </p:stCondLst>
                            <p:childTnLst>
                              <p:par>
                                <p:cTn id="35" presetID="2" presetClass="entr" presetSubtype="8" fill="hold" grpId="0" nodeType="afterEffect">
                                  <p:stCondLst>
                                    <p:cond delay="0"/>
                                  </p:stCondLst>
                                  <p:childTnLst>
                                    <p:set>
                                      <p:cBhvr>
                                        <p:cTn id="36" dur="1" fill="hold">
                                          <p:stCondLst>
                                            <p:cond delay="0"/>
                                          </p:stCondLst>
                                        </p:cTn>
                                        <p:tgtEl>
                                          <p:spTgt spid="24"/>
                                        </p:tgtEl>
                                        <p:attrNameLst>
                                          <p:attrName>style.visibility</p:attrName>
                                        </p:attrNameLst>
                                      </p:cBhvr>
                                      <p:to>
                                        <p:strVal val="visible"/>
                                      </p:to>
                                    </p:set>
                                    <p:anim calcmode="lin" valueType="num">
                                      <p:cBhvr additive="base">
                                        <p:cTn id="37" dur="100" fill="hold"/>
                                        <p:tgtEl>
                                          <p:spTgt spid="24"/>
                                        </p:tgtEl>
                                        <p:attrNameLst>
                                          <p:attrName>ppt_x</p:attrName>
                                        </p:attrNameLst>
                                      </p:cBhvr>
                                      <p:tavLst>
                                        <p:tav tm="0">
                                          <p:val>
                                            <p:strVal val="0-#ppt_w/2"/>
                                          </p:val>
                                        </p:tav>
                                        <p:tav tm="100000">
                                          <p:val>
                                            <p:strVal val="#ppt_x"/>
                                          </p:val>
                                        </p:tav>
                                      </p:tavLst>
                                    </p:anim>
                                    <p:anim calcmode="lin" valueType="num">
                                      <p:cBhvr additive="base">
                                        <p:cTn id="38" dur="100" fill="hold"/>
                                        <p:tgtEl>
                                          <p:spTgt spid="24"/>
                                        </p:tgtEl>
                                        <p:attrNameLst>
                                          <p:attrName>ppt_y</p:attrName>
                                        </p:attrNameLst>
                                      </p:cBhvr>
                                      <p:tavLst>
                                        <p:tav tm="0">
                                          <p:val>
                                            <p:strVal val="#ppt_y"/>
                                          </p:val>
                                        </p:tav>
                                        <p:tav tm="100000">
                                          <p:val>
                                            <p:strVal val="#ppt_y"/>
                                          </p:val>
                                        </p:tav>
                                      </p:tavLst>
                                    </p:anim>
                                  </p:childTnLst>
                                </p:cTn>
                              </p:par>
                            </p:childTnLst>
                          </p:cTn>
                        </p:par>
                        <p:par>
                          <p:cTn id="39" fill="hold">
                            <p:stCondLst>
                              <p:cond delay="800"/>
                            </p:stCondLst>
                            <p:childTnLst>
                              <p:par>
                                <p:cTn id="40" presetID="2" presetClass="entr" presetSubtype="8" fill="hold" grpId="0" nodeType="afterEffect">
                                  <p:stCondLst>
                                    <p:cond delay="0"/>
                                  </p:stCondLst>
                                  <p:childTnLst>
                                    <p:set>
                                      <p:cBhvr>
                                        <p:cTn id="41" dur="1" fill="hold">
                                          <p:stCondLst>
                                            <p:cond delay="0"/>
                                          </p:stCondLst>
                                        </p:cTn>
                                        <p:tgtEl>
                                          <p:spTgt spid="23"/>
                                        </p:tgtEl>
                                        <p:attrNameLst>
                                          <p:attrName>style.visibility</p:attrName>
                                        </p:attrNameLst>
                                      </p:cBhvr>
                                      <p:to>
                                        <p:strVal val="visible"/>
                                      </p:to>
                                    </p:set>
                                    <p:anim calcmode="lin" valueType="num">
                                      <p:cBhvr additive="base">
                                        <p:cTn id="42" dur="100" fill="hold"/>
                                        <p:tgtEl>
                                          <p:spTgt spid="23"/>
                                        </p:tgtEl>
                                        <p:attrNameLst>
                                          <p:attrName>ppt_x</p:attrName>
                                        </p:attrNameLst>
                                      </p:cBhvr>
                                      <p:tavLst>
                                        <p:tav tm="0">
                                          <p:val>
                                            <p:strVal val="0-#ppt_w/2"/>
                                          </p:val>
                                        </p:tav>
                                        <p:tav tm="100000">
                                          <p:val>
                                            <p:strVal val="#ppt_x"/>
                                          </p:val>
                                        </p:tav>
                                      </p:tavLst>
                                    </p:anim>
                                    <p:anim calcmode="lin" valueType="num">
                                      <p:cBhvr additive="base">
                                        <p:cTn id="43" dur="100" fill="hold"/>
                                        <p:tgtEl>
                                          <p:spTgt spid="23"/>
                                        </p:tgtEl>
                                        <p:attrNameLst>
                                          <p:attrName>ppt_y</p:attrName>
                                        </p:attrNameLst>
                                      </p:cBhvr>
                                      <p:tavLst>
                                        <p:tav tm="0">
                                          <p:val>
                                            <p:strVal val="#ppt_y"/>
                                          </p:val>
                                        </p:tav>
                                        <p:tav tm="100000">
                                          <p:val>
                                            <p:strVal val="#ppt_y"/>
                                          </p:val>
                                        </p:tav>
                                      </p:tavLst>
                                    </p:anim>
                                  </p:childTnLst>
                                </p:cTn>
                              </p:par>
                            </p:childTnLst>
                          </p:cTn>
                        </p:par>
                        <p:par>
                          <p:cTn id="44" fill="hold">
                            <p:stCondLst>
                              <p:cond delay="900"/>
                            </p:stCondLst>
                            <p:childTnLst>
                              <p:par>
                                <p:cTn id="45" presetID="2" presetClass="entr" presetSubtype="4" fill="hold" grpId="0" nodeType="afterEffect">
                                  <p:stCondLst>
                                    <p:cond delay="100"/>
                                  </p:stCondLst>
                                  <p:childTnLst>
                                    <p:set>
                                      <p:cBhvr>
                                        <p:cTn id="46" dur="1" fill="hold">
                                          <p:stCondLst>
                                            <p:cond delay="0"/>
                                          </p:stCondLst>
                                        </p:cTn>
                                        <p:tgtEl>
                                          <p:spTgt spid="27"/>
                                        </p:tgtEl>
                                        <p:attrNameLst>
                                          <p:attrName>style.visibility</p:attrName>
                                        </p:attrNameLst>
                                      </p:cBhvr>
                                      <p:to>
                                        <p:strVal val="visible"/>
                                      </p:to>
                                    </p:set>
                                    <p:anim calcmode="lin" valueType="num">
                                      <p:cBhvr additive="base">
                                        <p:cTn id="47" dur="100" fill="hold"/>
                                        <p:tgtEl>
                                          <p:spTgt spid="27"/>
                                        </p:tgtEl>
                                        <p:attrNameLst>
                                          <p:attrName>ppt_x</p:attrName>
                                        </p:attrNameLst>
                                      </p:cBhvr>
                                      <p:tavLst>
                                        <p:tav tm="0">
                                          <p:val>
                                            <p:strVal val="#ppt_x"/>
                                          </p:val>
                                        </p:tav>
                                        <p:tav tm="100000">
                                          <p:val>
                                            <p:strVal val="#ppt_x"/>
                                          </p:val>
                                        </p:tav>
                                      </p:tavLst>
                                    </p:anim>
                                    <p:anim calcmode="lin" valueType="num">
                                      <p:cBhvr additive="base">
                                        <p:cTn id="48" dur="100" fill="hold"/>
                                        <p:tgtEl>
                                          <p:spTgt spid="27"/>
                                        </p:tgtEl>
                                        <p:attrNameLst>
                                          <p:attrName>ppt_y</p:attrName>
                                        </p:attrNameLst>
                                      </p:cBhvr>
                                      <p:tavLst>
                                        <p:tav tm="0">
                                          <p:val>
                                            <p:strVal val="1+#ppt_h/2"/>
                                          </p:val>
                                        </p:tav>
                                        <p:tav tm="100000">
                                          <p:val>
                                            <p:strVal val="#ppt_y"/>
                                          </p:val>
                                        </p:tav>
                                      </p:tavLst>
                                    </p:anim>
                                  </p:childTnLst>
                                </p:cTn>
                              </p:par>
                            </p:childTnLst>
                          </p:cTn>
                        </p:par>
                        <p:par>
                          <p:cTn id="49" fill="hold">
                            <p:stCondLst>
                              <p:cond delay="1100"/>
                            </p:stCondLst>
                            <p:childTnLst>
                              <p:par>
                                <p:cTn id="50" presetID="2" presetClass="entr" presetSubtype="4" fill="hold" grpId="0" nodeType="afterEffect">
                                  <p:stCondLst>
                                    <p:cond delay="0"/>
                                  </p:stCondLst>
                                  <p:childTnLst>
                                    <p:set>
                                      <p:cBhvr>
                                        <p:cTn id="51" dur="1" fill="hold">
                                          <p:stCondLst>
                                            <p:cond delay="0"/>
                                          </p:stCondLst>
                                        </p:cTn>
                                        <p:tgtEl>
                                          <p:spTgt spid="28"/>
                                        </p:tgtEl>
                                        <p:attrNameLst>
                                          <p:attrName>style.visibility</p:attrName>
                                        </p:attrNameLst>
                                      </p:cBhvr>
                                      <p:to>
                                        <p:strVal val="visible"/>
                                      </p:to>
                                    </p:set>
                                    <p:anim calcmode="lin" valueType="num">
                                      <p:cBhvr additive="base">
                                        <p:cTn id="52" dur="100" fill="hold"/>
                                        <p:tgtEl>
                                          <p:spTgt spid="28"/>
                                        </p:tgtEl>
                                        <p:attrNameLst>
                                          <p:attrName>ppt_x</p:attrName>
                                        </p:attrNameLst>
                                      </p:cBhvr>
                                      <p:tavLst>
                                        <p:tav tm="0">
                                          <p:val>
                                            <p:strVal val="#ppt_x"/>
                                          </p:val>
                                        </p:tav>
                                        <p:tav tm="100000">
                                          <p:val>
                                            <p:strVal val="#ppt_x"/>
                                          </p:val>
                                        </p:tav>
                                      </p:tavLst>
                                    </p:anim>
                                    <p:anim calcmode="lin" valueType="num">
                                      <p:cBhvr additive="base">
                                        <p:cTn id="53" dur="100" fill="hold"/>
                                        <p:tgtEl>
                                          <p:spTgt spid="28"/>
                                        </p:tgtEl>
                                        <p:attrNameLst>
                                          <p:attrName>ppt_y</p:attrName>
                                        </p:attrNameLst>
                                      </p:cBhvr>
                                      <p:tavLst>
                                        <p:tav tm="0">
                                          <p:val>
                                            <p:strVal val="1+#ppt_h/2"/>
                                          </p:val>
                                        </p:tav>
                                        <p:tav tm="100000">
                                          <p:val>
                                            <p:strVal val="#ppt_y"/>
                                          </p:val>
                                        </p:tav>
                                      </p:tavLst>
                                    </p:anim>
                                  </p:childTnLst>
                                </p:cTn>
                              </p:par>
                            </p:childTnLst>
                          </p:cTn>
                        </p:par>
                        <p:par>
                          <p:cTn id="54" fill="hold">
                            <p:stCondLst>
                              <p:cond delay="1200"/>
                            </p:stCondLst>
                            <p:childTnLst>
                              <p:par>
                                <p:cTn id="55" presetID="2" presetClass="entr" presetSubtype="4" fill="hold" grpId="0" nodeType="afterEffect">
                                  <p:stCondLst>
                                    <p:cond delay="0"/>
                                  </p:stCondLst>
                                  <p:childTnLst>
                                    <p:set>
                                      <p:cBhvr>
                                        <p:cTn id="56" dur="1" fill="hold">
                                          <p:stCondLst>
                                            <p:cond delay="0"/>
                                          </p:stCondLst>
                                        </p:cTn>
                                        <p:tgtEl>
                                          <p:spTgt spid="29"/>
                                        </p:tgtEl>
                                        <p:attrNameLst>
                                          <p:attrName>style.visibility</p:attrName>
                                        </p:attrNameLst>
                                      </p:cBhvr>
                                      <p:to>
                                        <p:strVal val="visible"/>
                                      </p:to>
                                    </p:set>
                                    <p:anim calcmode="lin" valueType="num">
                                      <p:cBhvr additive="base">
                                        <p:cTn id="57" dur="100" fill="hold"/>
                                        <p:tgtEl>
                                          <p:spTgt spid="29"/>
                                        </p:tgtEl>
                                        <p:attrNameLst>
                                          <p:attrName>ppt_x</p:attrName>
                                        </p:attrNameLst>
                                      </p:cBhvr>
                                      <p:tavLst>
                                        <p:tav tm="0">
                                          <p:val>
                                            <p:strVal val="#ppt_x"/>
                                          </p:val>
                                        </p:tav>
                                        <p:tav tm="100000">
                                          <p:val>
                                            <p:strVal val="#ppt_x"/>
                                          </p:val>
                                        </p:tav>
                                      </p:tavLst>
                                    </p:anim>
                                    <p:anim calcmode="lin" valueType="num">
                                      <p:cBhvr additive="base">
                                        <p:cTn id="58" dur="100" fill="hold"/>
                                        <p:tgtEl>
                                          <p:spTgt spid="29"/>
                                        </p:tgtEl>
                                        <p:attrNameLst>
                                          <p:attrName>ppt_y</p:attrName>
                                        </p:attrNameLst>
                                      </p:cBhvr>
                                      <p:tavLst>
                                        <p:tav tm="0">
                                          <p:val>
                                            <p:strVal val="1+#ppt_h/2"/>
                                          </p:val>
                                        </p:tav>
                                        <p:tav tm="100000">
                                          <p:val>
                                            <p:strVal val="#ppt_y"/>
                                          </p:val>
                                        </p:tav>
                                      </p:tavLst>
                                    </p:anim>
                                  </p:childTnLst>
                                </p:cTn>
                              </p:par>
                            </p:childTnLst>
                          </p:cTn>
                        </p:par>
                        <p:par>
                          <p:cTn id="59" fill="hold">
                            <p:stCondLst>
                              <p:cond delay="1300"/>
                            </p:stCondLst>
                            <p:childTnLst>
                              <p:par>
                                <p:cTn id="60" presetID="2" presetClass="entr" presetSubtype="4" fill="hold" grpId="0" nodeType="afterEffect">
                                  <p:stCondLst>
                                    <p:cond delay="0"/>
                                  </p:stCondLst>
                                  <p:childTnLst>
                                    <p:set>
                                      <p:cBhvr>
                                        <p:cTn id="61" dur="1" fill="hold">
                                          <p:stCondLst>
                                            <p:cond delay="0"/>
                                          </p:stCondLst>
                                        </p:cTn>
                                        <p:tgtEl>
                                          <p:spTgt spid="30"/>
                                        </p:tgtEl>
                                        <p:attrNameLst>
                                          <p:attrName>style.visibility</p:attrName>
                                        </p:attrNameLst>
                                      </p:cBhvr>
                                      <p:to>
                                        <p:strVal val="visible"/>
                                      </p:to>
                                    </p:set>
                                    <p:anim calcmode="lin" valueType="num">
                                      <p:cBhvr additive="base">
                                        <p:cTn id="62" dur="100" fill="hold"/>
                                        <p:tgtEl>
                                          <p:spTgt spid="30"/>
                                        </p:tgtEl>
                                        <p:attrNameLst>
                                          <p:attrName>ppt_x</p:attrName>
                                        </p:attrNameLst>
                                      </p:cBhvr>
                                      <p:tavLst>
                                        <p:tav tm="0">
                                          <p:val>
                                            <p:strVal val="#ppt_x"/>
                                          </p:val>
                                        </p:tav>
                                        <p:tav tm="100000">
                                          <p:val>
                                            <p:strVal val="#ppt_x"/>
                                          </p:val>
                                        </p:tav>
                                      </p:tavLst>
                                    </p:anim>
                                    <p:anim calcmode="lin" valueType="num">
                                      <p:cBhvr additive="base">
                                        <p:cTn id="63" dur="100" fill="hold"/>
                                        <p:tgtEl>
                                          <p:spTgt spid="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27" name="Bar Down 4">
            <a:extLst>
              <a:ext uri="{FF2B5EF4-FFF2-40B4-BE49-F238E27FC236}">
                <a16:creationId xmlns:a16="http://schemas.microsoft.com/office/drawing/2014/main" id="{12C431EC-04DB-3385-BCB8-57911A2DCA53}"/>
              </a:ext>
            </a:extLst>
          </p:cNvPr>
          <p:cNvSpPr/>
          <p:nvPr/>
        </p:nvSpPr>
        <p:spPr>
          <a:xfrm>
            <a:off x="9144000" y="0"/>
            <a:ext cx="3048000" cy="6858000"/>
          </a:xfrm>
          <a:prstGeom prst="rect">
            <a:avLst/>
          </a:prstGeom>
          <a:solidFill>
            <a:schemeClr val="accent5"/>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6" name="Bar Down 3">
            <a:extLst>
              <a:ext uri="{FF2B5EF4-FFF2-40B4-BE49-F238E27FC236}">
                <a16:creationId xmlns:a16="http://schemas.microsoft.com/office/drawing/2014/main" id="{808413C4-AEDB-38F6-DBEF-D7624B584CE1}"/>
              </a:ext>
            </a:extLst>
          </p:cNvPr>
          <p:cNvSpPr/>
          <p:nvPr/>
        </p:nvSpPr>
        <p:spPr>
          <a:xfrm>
            <a:off x="6096000" y="0"/>
            <a:ext cx="3048000" cy="6858000"/>
          </a:xfrm>
          <a:prstGeom prst="rect">
            <a:avLst/>
          </a:prstGeom>
          <a:solidFill>
            <a:schemeClr val="accent5"/>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4" name="Bar Down 2">
            <a:extLst>
              <a:ext uri="{FF2B5EF4-FFF2-40B4-BE49-F238E27FC236}">
                <a16:creationId xmlns:a16="http://schemas.microsoft.com/office/drawing/2014/main" id="{9C8144D4-A3D6-15D0-A703-1B519B9A4EF6}"/>
              </a:ext>
            </a:extLst>
          </p:cNvPr>
          <p:cNvSpPr/>
          <p:nvPr/>
        </p:nvSpPr>
        <p:spPr>
          <a:xfrm>
            <a:off x="3048000" y="0"/>
            <a:ext cx="3048000" cy="6858000"/>
          </a:xfrm>
          <a:prstGeom prst="rect">
            <a:avLst/>
          </a:prstGeom>
          <a:solidFill>
            <a:schemeClr val="accent5"/>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 name="Bar Down 1">
            <a:extLst>
              <a:ext uri="{FF2B5EF4-FFF2-40B4-BE49-F238E27FC236}">
                <a16:creationId xmlns:a16="http://schemas.microsoft.com/office/drawing/2014/main" id="{D5DAB85E-9C71-7178-F94E-F200FBCFB84C}"/>
              </a:ext>
            </a:extLst>
          </p:cNvPr>
          <p:cNvSpPr/>
          <p:nvPr/>
        </p:nvSpPr>
        <p:spPr>
          <a:xfrm>
            <a:off x="0" y="0"/>
            <a:ext cx="3048000" cy="6858000"/>
          </a:xfrm>
          <a:prstGeom prst="rect">
            <a:avLst/>
          </a:prstGeom>
          <a:solidFill>
            <a:schemeClr val="accent5"/>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9" name="Bar Up 4">
            <a:extLst>
              <a:ext uri="{FF2B5EF4-FFF2-40B4-BE49-F238E27FC236}">
                <a16:creationId xmlns:a16="http://schemas.microsoft.com/office/drawing/2014/main" id="{7A963F87-5ECD-A31C-A97C-517A64406989}"/>
              </a:ext>
            </a:extLst>
          </p:cNvPr>
          <p:cNvSpPr/>
          <p:nvPr/>
        </p:nvSpPr>
        <p:spPr>
          <a:xfrm>
            <a:off x="9144000" y="0"/>
            <a:ext cx="3048000" cy="6858000"/>
          </a:xfrm>
          <a:prstGeom prst="rect">
            <a:avLst/>
          </a:prstGeom>
          <a:solidFill>
            <a:schemeClr val="tx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0" name="Bar Up 3">
            <a:extLst>
              <a:ext uri="{FF2B5EF4-FFF2-40B4-BE49-F238E27FC236}">
                <a16:creationId xmlns:a16="http://schemas.microsoft.com/office/drawing/2014/main" id="{68864956-2135-2850-CFA3-EB8A8F05B3A2}"/>
              </a:ext>
            </a:extLst>
          </p:cNvPr>
          <p:cNvSpPr/>
          <p:nvPr/>
        </p:nvSpPr>
        <p:spPr>
          <a:xfrm>
            <a:off x="6096000" y="0"/>
            <a:ext cx="3048000" cy="6858000"/>
          </a:xfrm>
          <a:prstGeom prst="rect">
            <a:avLst/>
          </a:prstGeom>
          <a:solidFill>
            <a:schemeClr val="tx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1" name="Bar Up 2">
            <a:extLst>
              <a:ext uri="{FF2B5EF4-FFF2-40B4-BE49-F238E27FC236}">
                <a16:creationId xmlns:a16="http://schemas.microsoft.com/office/drawing/2014/main" id="{62F3E5C5-A0C4-C9DE-9E64-1E68C7F9D7B6}"/>
              </a:ext>
            </a:extLst>
          </p:cNvPr>
          <p:cNvSpPr/>
          <p:nvPr/>
        </p:nvSpPr>
        <p:spPr>
          <a:xfrm>
            <a:off x="3048000" y="0"/>
            <a:ext cx="3048000" cy="6858000"/>
          </a:xfrm>
          <a:prstGeom prst="rect">
            <a:avLst/>
          </a:prstGeom>
          <a:solidFill>
            <a:schemeClr val="tx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 name="Bar Up 1">
            <a:extLst>
              <a:ext uri="{FF2B5EF4-FFF2-40B4-BE49-F238E27FC236}">
                <a16:creationId xmlns:a16="http://schemas.microsoft.com/office/drawing/2014/main" id="{E5022011-A9ED-DD47-1933-55DD88A1EC7C}"/>
              </a:ext>
            </a:extLst>
          </p:cNvPr>
          <p:cNvSpPr/>
          <p:nvPr/>
        </p:nvSpPr>
        <p:spPr>
          <a:xfrm>
            <a:off x="0" y="0"/>
            <a:ext cx="3048000" cy="6858000"/>
          </a:xfrm>
          <a:prstGeom prst="rect">
            <a:avLst/>
          </a:prstGeom>
          <a:solidFill>
            <a:schemeClr val="tx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1" name="Bar L/R">
            <a:extLst>
              <a:ext uri="{FF2B5EF4-FFF2-40B4-BE49-F238E27FC236}">
                <a16:creationId xmlns:a16="http://schemas.microsoft.com/office/drawing/2014/main" id="{3D404F9E-A8BF-D405-2C5D-AFA3F6BA2686}"/>
              </a:ext>
            </a:extLst>
          </p:cNvPr>
          <p:cNvSpPr/>
          <p:nvPr/>
        </p:nvSpPr>
        <p:spPr>
          <a:xfrm rot="5400000">
            <a:off x="5238750" y="-5238750"/>
            <a:ext cx="1714500" cy="12192000"/>
          </a:xfrm>
          <a:prstGeom prst="rect">
            <a:avLst/>
          </a:prstGeom>
          <a:solidFill>
            <a:schemeClr val="bg1">
              <a:lumMod val="85000"/>
              <a:lumOff val="1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2" name="Bar L/R">
            <a:extLst>
              <a:ext uri="{FF2B5EF4-FFF2-40B4-BE49-F238E27FC236}">
                <a16:creationId xmlns:a16="http://schemas.microsoft.com/office/drawing/2014/main" id="{DB36621A-84C1-9A21-D575-7CF7349A8A30}"/>
              </a:ext>
            </a:extLst>
          </p:cNvPr>
          <p:cNvSpPr/>
          <p:nvPr/>
        </p:nvSpPr>
        <p:spPr>
          <a:xfrm rot="5400000">
            <a:off x="5238750" y="-3524250"/>
            <a:ext cx="1714500" cy="12192000"/>
          </a:xfrm>
          <a:prstGeom prst="rect">
            <a:avLst/>
          </a:prstGeom>
          <a:solidFill>
            <a:schemeClr val="bg1">
              <a:lumMod val="85000"/>
              <a:lumOff val="1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3" name="Bar L/R">
            <a:extLst>
              <a:ext uri="{FF2B5EF4-FFF2-40B4-BE49-F238E27FC236}">
                <a16:creationId xmlns:a16="http://schemas.microsoft.com/office/drawing/2014/main" id="{4E56F37B-0807-67B8-9750-8E336CC7F6F7}"/>
              </a:ext>
            </a:extLst>
          </p:cNvPr>
          <p:cNvSpPr/>
          <p:nvPr/>
        </p:nvSpPr>
        <p:spPr>
          <a:xfrm rot="5400000">
            <a:off x="5238750" y="-1809750"/>
            <a:ext cx="1714500" cy="12192000"/>
          </a:xfrm>
          <a:prstGeom prst="rect">
            <a:avLst/>
          </a:prstGeom>
          <a:solidFill>
            <a:schemeClr val="bg1">
              <a:lumMod val="85000"/>
              <a:lumOff val="1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4" name="Bar L/R">
            <a:extLst>
              <a:ext uri="{FF2B5EF4-FFF2-40B4-BE49-F238E27FC236}">
                <a16:creationId xmlns:a16="http://schemas.microsoft.com/office/drawing/2014/main" id="{5FF50242-44CD-07B6-F0DE-5E35EAE3D1C9}"/>
              </a:ext>
            </a:extLst>
          </p:cNvPr>
          <p:cNvSpPr/>
          <p:nvPr/>
        </p:nvSpPr>
        <p:spPr>
          <a:xfrm rot="5400000">
            <a:off x="5238750" y="-95249"/>
            <a:ext cx="1714500" cy="12192000"/>
          </a:xfrm>
          <a:prstGeom prst="rect">
            <a:avLst/>
          </a:prstGeom>
          <a:solidFill>
            <a:schemeClr val="bg1">
              <a:lumMod val="85000"/>
              <a:lumOff val="1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 name="Bar Down 4">
            <a:extLst>
              <a:ext uri="{FF2B5EF4-FFF2-40B4-BE49-F238E27FC236}">
                <a16:creationId xmlns:a16="http://schemas.microsoft.com/office/drawing/2014/main" id="{A6FA0DFB-FE66-3249-8B72-6D6045616D38}"/>
              </a:ext>
            </a:extLst>
          </p:cNvPr>
          <p:cNvSpPr/>
          <p:nvPr/>
        </p:nvSpPr>
        <p:spPr>
          <a:xfrm>
            <a:off x="13599886" y="-8220870"/>
            <a:ext cx="3048000" cy="6858000"/>
          </a:xfrm>
          <a:prstGeom prst="rect">
            <a:avLst/>
          </a:prstGeom>
          <a:solidFill>
            <a:schemeClr val="accent1">
              <a:lumMod val="7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 name="Bar Down 3">
            <a:extLst>
              <a:ext uri="{FF2B5EF4-FFF2-40B4-BE49-F238E27FC236}">
                <a16:creationId xmlns:a16="http://schemas.microsoft.com/office/drawing/2014/main" id="{E95A15C4-47C7-1317-4552-E46D6930030F}"/>
              </a:ext>
            </a:extLst>
          </p:cNvPr>
          <p:cNvSpPr/>
          <p:nvPr/>
        </p:nvSpPr>
        <p:spPr>
          <a:xfrm>
            <a:off x="-10145485" y="14071940"/>
            <a:ext cx="3048000" cy="6858000"/>
          </a:xfrm>
          <a:prstGeom prst="rect">
            <a:avLst/>
          </a:prstGeom>
          <a:solidFill>
            <a:schemeClr val="accent1">
              <a:lumMod val="60000"/>
              <a:lumOff val="40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 name="Bar Down 2">
            <a:extLst>
              <a:ext uri="{FF2B5EF4-FFF2-40B4-BE49-F238E27FC236}">
                <a16:creationId xmlns:a16="http://schemas.microsoft.com/office/drawing/2014/main" id="{9DE5FCAB-253D-1BB1-BDE0-9B3F1B9DA568}"/>
              </a:ext>
            </a:extLst>
          </p:cNvPr>
          <p:cNvSpPr/>
          <p:nvPr/>
        </p:nvSpPr>
        <p:spPr>
          <a:xfrm>
            <a:off x="16764000" y="7973104"/>
            <a:ext cx="3048000" cy="6858000"/>
          </a:xfrm>
          <a:prstGeom prst="rect">
            <a:avLst/>
          </a:prstGeom>
          <a:solidFill>
            <a:schemeClr val="accent1">
              <a:lumMod val="7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 name="Bar Down 1">
            <a:extLst>
              <a:ext uri="{FF2B5EF4-FFF2-40B4-BE49-F238E27FC236}">
                <a16:creationId xmlns:a16="http://schemas.microsoft.com/office/drawing/2014/main" id="{A30EAAB2-5633-573F-AECE-2E8400BB358E}"/>
              </a:ext>
            </a:extLst>
          </p:cNvPr>
          <p:cNvSpPr/>
          <p:nvPr/>
        </p:nvSpPr>
        <p:spPr>
          <a:xfrm>
            <a:off x="6981371" y="-9460705"/>
            <a:ext cx="3048000" cy="6858000"/>
          </a:xfrm>
          <a:prstGeom prst="rect">
            <a:avLst/>
          </a:prstGeom>
          <a:solidFill>
            <a:schemeClr val="accent1">
              <a:lumMod val="60000"/>
              <a:lumOff val="40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 name="Bar Up 4">
            <a:extLst>
              <a:ext uri="{FF2B5EF4-FFF2-40B4-BE49-F238E27FC236}">
                <a16:creationId xmlns:a16="http://schemas.microsoft.com/office/drawing/2014/main" id="{2254890D-DA81-1683-7152-3C8CF5939E36}"/>
              </a:ext>
            </a:extLst>
          </p:cNvPr>
          <p:cNvSpPr/>
          <p:nvPr/>
        </p:nvSpPr>
        <p:spPr>
          <a:xfrm>
            <a:off x="-4049485" y="-4942001"/>
            <a:ext cx="3048000" cy="6858000"/>
          </a:xfrm>
          <a:prstGeom prst="rect">
            <a:avLst/>
          </a:prstGeom>
          <a:solidFill>
            <a:schemeClr val="accent4">
              <a:lumMod val="60000"/>
              <a:lumOff val="40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 name="Bar Up 3">
            <a:extLst>
              <a:ext uri="{FF2B5EF4-FFF2-40B4-BE49-F238E27FC236}">
                <a16:creationId xmlns:a16="http://schemas.microsoft.com/office/drawing/2014/main" id="{3EC00A2C-B455-9674-E977-EFDE207920A0}"/>
              </a:ext>
            </a:extLst>
          </p:cNvPr>
          <p:cNvSpPr/>
          <p:nvPr/>
        </p:nvSpPr>
        <p:spPr>
          <a:xfrm>
            <a:off x="-3048000" y="11402104"/>
            <a:ext cx="3048000" cy="6858000"/>
          </a:xfrm>
          <a:prstGeom prst="rect">
            <a:avLst/>
          </a:prstGeom>
          <a:solidFill>
            <a:schemeClr val="accent4">
              <a:lumMod val="7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 name="Bar Up 2">
            <a:extLst>
              <a:ext uri="{FF2B5EF4-FFF2-40B4-BE49-F238E27FC236}">
                <a16:creationId xmlns:a16="http://schemas.microsoft.com/office/drawing/2014/main" id="{52479D78-DC07-1AA9-7C4E-7177EF207653}"/>
              </a:ext>
            </a:extLst>
          </p:cNvPr>
          <p:cNvSpPr/>
          <p:nvPr/>
        </p:nvSpPr>
        <p:spPr>
          <a:xfrm>
            <a:off x="15798800" y="177970"/>
            <a:ext cx="3048000" cy="6858000"/>
          </a:xfrm>
          <a:prstGeom prst="rect">
            <a:avLst/>
          </a:prstGeom>
          <a:solidFill>
            <a:schemeClr val="accent4">
              <a:lumMod val="60000"/>
              <a:lumOff val="40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 name="Bar Up 1">
            <a:extLst>
              <a:ext uri="{FF2B5EF4-FFF2-40B4-BE49-F238E27FC236}">
                <a16:creationId xmlns:a16="http://schemas.microsoft.com/office/drawing/2014/main" id="{6A66CB06-5199-E625-57CF-35D466A2030C}"/>
              </a:ext>
            </a:extLst>
          </p:cNvPr>
          <p:cNvSpPr/>
          <p:nvPr/>
        </p:nvSpPr>
        <p:spPr>
          <a:xfrm>
            <a:off x="-11669485" y="-2190128"/>
            <a:ext cx="3048000" cy="6858000"/>
          </a:xfrm>
          <a:prstGeom prst="rect">
            <a:avLst/>
          </a:prstGeom>
          <a:solidFill>
            <a:schemeClr val="accent4">
              <a:lumMod val="7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 name="Bar L/R">
            <a:extLst>
              <a:ext uri="{FF2B5EF4-FFF2-40B4-BE49-F238E27FC236}">
                <a16:creationId xmlns:a16="http://schemas.microsoft.com/office/drawing/2014/main" id="{A13224AC-C479-E90D-ABF0-00B9D5A1F717}"/>
              </a:ext>
            </a:extLst>
          </p:cNvPr>
          <p:cNvSpPr/>
          <p:nvPr/>
        </p:nvSpPr>
        <p:spPr>
          <a:xfrm rot="5400000">
            <a:off x="-5429250" y="-13123070"/>
            <a:ext cx="1714500" cy="12192000"/>
          </a:xfrm>
          <a:prstGeom prst="rect">
            <a:avLst/>
          </a:prstGeom>
          <a:solidFill>
            <a:schemeClr val="bg1">
              <a:lumMod val="85000"/>
              <a:lumOff val="1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8" name="Bar L/R">
            <a:extLst>
              <a:ext uri="{FF2B5EF4-FFF2-40B4-BE49-F238E27FC236}">
                <a16:creationId xmlns:a16="http://schemas.microsoft.com/office/drawing/2014/main" id="{17F8A746-BBCF-72F0-E8F8-4122AC0E9A97}"/>
              </a:ext>
            </a:extLst>
          </p:cNvPr>
          <p:cNvSpPr/>
          <p:nvPr/>
        </p:nvSpPr>
        <p:spPr>
          <a:xfrm rot="5400000">
            <a:off x="26458636" y="-6866733"/>
            <a:ext cx="1714500" cy="12192000"/>
          </a:xfrm>
          <a:prstGeom prst="rect">
            <a:avLst/>
          </a:prstGeom>
          <a:solidFill>
            <a:schemeClr val="bg1">
              <a:lumMod val="85000"/>
              <a:lumOff val="1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9" name="Bar L/R">
            <a:extLst>
              <a:ext uri="{FF2B5EF4-FFF2-40B4-BE49-F238E27FC236}">
                <a16:creationId xmlns:a16="http://schemas.microsoft.com/office/drawing/2014/main" id="{329FA75A-8DF9-EC60-CC11-4FF7A8AA6030}"/>
              </a:ext>
            </a:extLst>
          </p:cNvPr>
          <p:cNvSpPr/>
          <p:nvPr/>
        </p:nvSpPr>
        <p:spPr>
          <a:xfrm rot="5400000">
            <a:off x="-12526735" y="4195874"/>
            <a:ext cx="1714500" cy="12192000"/>
          </a:xfrm>
          <a:prstGeom prst="rect">
            <a:avLst/>
          </a:prstGeom>
          <a:solidFill>
            <a:schemeClr val="bg1">
              <a:lumMod val="85000"/>
              <a:lumOff val="1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0" name="Bar L/R">
            <a:extLst>
              <a:ext uri="{FF2B5EF4-FFF2-40B4-BE49-F238E27FC236}">
                <a16:creationId xmlns:a16="http://schemas.microsoft.com/office/drawing/2014/main" id="{5E8710DD-9554-A825-7100-D77B8B0DC606}"/>
              </a:ext>
            </a:extLst>
          </p:cNvPr>
          <p:cNvSpPr/>
          <p:nvPr/>
        </p:nvSpPr>
        <p:spPr>
          <a:xfrm rot="5400000">
            <a:off x="9810750" y="10547690"/>
            <a:ext cx="1714500" cy="12192000"/>
          </a:xfrm>
          <a:prstGeom prst="rect">
            <a:avLst/>
          </a:prstGeom>
          <a:solidFill>
            <a:schemeClr val="bg1">
              <a:lumMod val="85000"/>
              <a:lumOff val="1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19557349"/>
      </p:ext>
    </p:extLst>
  </p:cSld>
  <p:clrMapOvr>
    <a:masterClrMapping/>
  </p:clrMapOvr>
  <mc:AlternateContent xmlns:mc="http://schemas.openxmlformats.org/markup-compatibility/2006" xmlns:p159="http://schemas.microsoft.com/office/powerpoint/2015/09/main">
    <mc:Choice Requires="p159">
      <p:transition advTm="1300">
        <p159:morph option="byObject"/>
      </p:transition>
    </mc:Choice>
    <mc:Fallback xmlns="">
      <p:transition advTm="13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100" fill="hold"/>
                                        <p:tgtEl>
                                          <p:spTgt spid="17"/>
                                        </p:tgtEl>
                                        <p:attrNameLst>
                                          <p:attrName>ppt_x</p:attrName>
                                        </p:attrNameLst>
                                      </p:cBhvr>
                                      <p:tavLst>
                                        <p:tav tm="0">
                                          <p:val>
                                            <p:strVal val="#ppt_x"/>
                                          </p:val>
                                        </p:tav>
                                        <p:tav tm="100000">
                                          <p:val>
                                            <p:strVal val="#ppt_x"/>
                                          </p:val>
                                        </p:tav>
                                      </p:tavLst>
                                    </p:anim>
                                    <p:anim calcmode="lin" valueType="num">
                                      <p:cBhvr additive="base">
                                        <p:cTn id="8" dur="100" fill="hold"/>
                                        <p:tgtEl>
                                          <p:spTgt spid="17"/>
                                        </p:tgtEl>
                                        <p:attrNameLst>
                                          <p:attrName>ppt_y</p:attrName>
                                        </p:attrNameLst>
                                      </p:cBhvr>
                                      <p:tavLst>
                                        <p:tav tm="0">
                                          <p:val>
                                            <p:strVal val="1+#ppt_h/2"/>
                                          </p:val>
                                        </p:tav>
                                        <p:tav tm="100000">
                                          <p:val>
                                            <p:strVal val="#ppt_y"/>
                                          </p:val>
                                        </p:tav>
                                      </p:tavLst>
                                    </p:anim>
                                  </p:childTnLst>
                                </p:cTn>
                              </p:par>
                            </p:childTnLst>
                          </p:cTn>
                        </p:par>
                        <p:par>
                          <p:cTn id="9" fill="hold">
                            <p:stCondLst>
                              <p:cond delay="100"/>
                            </p:stCondLst>
                            <p:childTnLst>
                              <p:par>
                                <p:cTn id="10" presetID="2" presetClass="entr" presetSubtype="4" fill="hold" grpId="0" nodeType="afterEffect">
                                  <p:stCondLst>
                                    <p:cond delay="0"/>
                                  </p:stCondLst>
                                  <p:childTnLst>
                                    <p:set>
                                      <p:cBhvr>
                                        <p:cTn id="11" dur="1" fill="hold">
                                          <p:stCondLst>
                                            <p:cond delay="0"/>
                                          </p:stCondLst>
                                        </p:cTn>
                                        <p:tgtEl>
                                          <p:spTgt spid="24"/>
                                        </p:tgtEl>
                                        <p:attrNameLst>
                                          <p:attrName>style.visibility</p:attrName>
                                        </p:attrNameLst>
                                      </p:cBhvr>
                                      <p:to>
                                        <p:strVal val="visible"/>
                                      </p:to>
                                    </p:set>
                                    <p:anim calcmode="lin" valueType="num">
                                      <p:cBhvr additive="base">
                                        <p:cTn id="12" dur="100" fill="hold"/>
                                        <p:tgtEl>
                                          <p:spTgt spid="24"/>
                                        </p:tgtEl>
                                        <p:attrNameLst>
                                          <p:attrName>ppt_x</p:attrName>
                                        </p:attrNameLst>
                                      </p:cBhvr>
                                      <p:tavLst>
                                        <p:tav tm="0">
                                          <p:val>
                                            <p:strVal val="#ppt_x"/>
                                          </p:val>
                                        </p:tav>
                                        <p:tav tm="100000">
                                          <p:val>
                                            <p:strVal val="#ppt_x"/>
                                          </p:val>
                                        </p:tav>
                                      </p:tavLst>
                                    </p:anim>
                                    <p:anim calcmode="lin" valueType="num">
                                      <p:cBhvr additive="base">
                                        <p:cTn id="13" dur="100" fill="hold"/>
                                        <p:tgtEl>
                                          <p:spTgt spid="24"/>
                                        </p:tgtEl>
                                        <p:attrNameLst>
                                          <p:attrName>ppt_y</p:attrName>
                                        </p:attrNameLst>
                                      </p:cBhvr>
                                      <p:tavLst>
                                        <p:tav tm="0">
                                          <p:val>
                                            <p:strVal val="1+#ppt_h/2"/>
                                          </p:val>
                                        </p:tav>
                                        <p:tav tm="100000">
                                          <p:val>
                                            <p:strVal val="#ppt_y"/>
                                          </p:val>
                                        </p:tav>
                                      </p:tavLst>
                                    </p:anim>
                                  </p:childTnLst>
                                </p:cTn>
                              </p:par>
                            </p:childTnLst>
                          </p:cTn>
                        </p:par>
                        <p:par>
                          <p:cTn id="14" fill="hold">
                            <p:stCondLst>
                              <p:cond delay="200"/>
                            </p:stCondLst>
                            <p:childTnLst>
                              <p:par>
                                <p:cTn id="15" presetID="2" presetClass="entr" presetSubtype="4" fill="hold" grpId="0" nodeType="afterEffect">
                                  <p:stCondLst>
                                    <p:cond delay="0"/>
                                  </p:stCondLst>
                                  <p:childTnLst>
                                    <p:set>
                                      <p:cBhvr>
                                        <p:cTn id="16" dur="1" fill="hold">
                                          <p:stCondLst>
                                            <p:cond delay="0"/>
                                          </p:stCondLst>
                                        </p:cTn>
                                        <p:tgtEl>
                                          <p:spTgt spid="26"/>
                                        </p:tgtEl>
                                        <p:attrNameLst>
                                          <p:attrName>style.visibility</p:attrName>
                                        </p:attrNameLst>
                                      </p:cBhvr>
                                      <p:to>
                                        <p:strVal val="visible"/>
                                      </p:to>
                                    </p:set>
                                    <p:anim calcmode="lin" valueType="num">
                                      <p:cBhvr additive="base">
                                        <p:cTn id="17" dur="100" fill="hold"/>
                                        <p:tgtEl>
                                          <p:spTgt spid="26"/>
                                        </p:tgtEl>
                                        <p:attrNameLst>
                                          <p:attrName>ppt_x</p:attrName>
                                        </p:attrNameLst>
                                      </p:cBhvr>
                                      <p:tavLst>
                                        <p:tav tm="0">
                                          <p:val>
                                            <p:strVal val="#ppt_x"/>
                                          </p:val>
                                        </p:tav>
                                        <p:tav tm="100000">
                                          <p:val>
                                            <p:strVal val="#ppt_x"/>
                                          </p:val>
                                        </p:tav>
                                      </p:tavLst>
                                    </p:anim>
                                    <p:anim calcmode="lin" valueType="num">
                                      <p:cBhvr additive="base">
                                        <p:cTn id="18" dur="100" fill="hold"/>
                                        <p:tgtEl>
                                          <p:spTgt spid="26"/>
                                        </p:tgtEl>
                                        <p:attrNameLst>
                                          <p:attrName>ppt_y</p:attrName>
                                        </p:attrNameLst>
                                      </p:cBhvr>
                                      <p:tavLst>
                                        <p:tav tm="0">
                                          <p:val>
                                            <p:strVal val="1+#ppt_h/2"/>
                                          </p:val>
                                        </p:tav>
                                        <p:tav tm="100000">
                                          <p:val>
                                            <p:strVal val="#ppt_y"/>
                                          </p:val>
                                        </p:tav>
                                      </p:tavLst>
                                    </p:anim>
                                  </p:childTnLst>
                                </p:cTn>
                              </p:par>
                            </p:childTnLst>
                          </p:cTn>
                        </p:par>
                        <p:par>
                          <p:cTn id="19" fill="hold">
                            <p:stCondLst>
                              <p:cond delay="300"/>
                            </p:stCondLst>
                            <p:childTnLst>
                              <p:par>
                                <p:cTn id="20" presetID="2" presetClass="entr" presetSubtype="4" fill="hold" grpId="0" nodeType="afterEffect">
                                  <p:stCondLst>
                                    <p:cond delay="0"/>
                                  </p:stCondLst>
                                  <p:childTnLst>
                                    <p:set>
                                      <p:cBhvr>
                                        <p:cTn id="21" dur="1" fill="hold">
                                          <p:stCondLst>
                                            <p:cond delay="0"/>
                                          </p:stCondLst>
                                        </p:cTn>
                                        <p:tgtEl>
                                          <p:spTgt spid="27"/>
                                        </p:tgtEl>
                                        <p:attrNameLst>
                                          <p:attrName>style.visibility</p:attrName>
                                        </p:attrNameLst>
                                      </p:cBhvr>
                                      <p:to>
                                        <p:strVal val="visible"/>
                                      </p:to>
                                    </p:set>
                                    <p:anim calcmode="lin" valueType="num">
                                      <p:cBhvr additive="base">
                                        <p:cTn id="22" dur="100" fill="hold"/>
                                        <p:tgtEl>
                                          <p:spTgt spid="27"/>
                                        </p:tgtEl>
                                        <p:attrNameLst>
                                          <p:attrName>ppt_x</p:attrName>
                                        </p:attrNameLst>
                                      </p:cBhvr>
                                      <p:tavLst>
                                        <p:tav tm="0">
                                          <p:val>
                                            <p:strVal val="#ppt_x"/>
                                          </p:val>
                                        </p:tav>
                                        <p:tav tm="100000">
                                          <p:val>
                                            <p:strVal val="#ppt_x"/>
                                          </p:val>
                                        </p:tav>
                                      </p:tavLst>
                                    </p:anim>
                                    <p:anim calcmode="lin" valueType="num">
                                      <p:cBhvr additive="base">
                                        <p:cTn id="23" dur="100" fill="hold"/>
                                        <p:tgtEl>
                                          <p:spTgt spid="27"/>
                                        </p:tgtEl>
                                        <p:attrNameLst>
                                          <p:attrName>ppt_y</p:attrName>
                                        </p:attrNameLst>
                                      </p:cBhvr>
                                      <p:tavLst>
                                        <p:tav tm="0">
                                          <p:val>
                                            <p:strVal val="1+#ppt_h/2"/>
                                          </p:val>
                                        </p:tav>
                                        <p:tav tm="100000">
                                          <p:val>
                                            <p:strVal val="#ppt_y"/>
                                          </p:val>
                                        </p:tav>
                                      </p:tavLst>
                                    </p:anim>
                                  </p:childTnLst>
                                </p:cTn>
                              </p:par>
                            </p:childTnLst>
                          </p:cTn>
                        </p:par>
                        <p:par>
                          <p:cTn id="24" fill="hold">
                            <p:stCondLst>
                              <p:cond delay="400"/>
                            </p:stCondLst>
                            <p:childTnLst>
                              <p:par>
                                <p:cTn id="25" presetID="2" presetClass="entr" presetSubtype="4" fill="hold" grpId="0" nodeType="afterEffect">
                                  <p:stCondLst>
                                    <p:cond delay="100"/>
                                  </p:stCondLst>
                                  <p:childTnLst>
                                    <p:set>
                                      <p:cBhvr>
                                        <p:cTn id="26" dur="1" fill="hold">
                                          <p:stCondLst>
                                            <p:cond delay="0"/>
                                          </p:stCondLst>
                                        </p:cTn>
                                        <p:tgtEl>
                                          <p:spTgt spid="32"/>
                                        </p:tgtEl>
                                        <p:attrNameLst>
                                          <p:attrName>style.visibility</p:attrName>
                                        </p:attrNameLst>
                                      </p:cBhvr>
                                      <p:to>
                                        <p:strVal val="visible"/>
                                      </p:to>
                                    </p:set>
                                    <p:anim calcmode="lin" valueType="num">
                                      <p:cBhvr additive="base">
                                        <p:cTn id="27" dur="100" fill="hold"/>
                                        <p:tgtEl>
                                          <p:spTgt spid="32"/>
                                        </p:tgtEl>
                                        <p:attrNameLst>
                                          <p:attrName>ppt_x</p:attrName>
                                        </p:attrNameLst>
                                      </p:cBhvr>
                                      <p:tavLst>
                                        <p:tav tm="0">
                                          <p:val>
                                            <p:strVal val="#ppt_x"/>
                                          </p:val>
                                        </p:tav>
                                        <p:tav tm="100000">
                                          <p:val>
                                            <p:strVal val="#ppt_x"/>
                                          </p:val>
                                        </p:tav>
                                      </p:tavLst>
                                    </p:anim>
                                    <p:anim calcmode="lin" valueType="num">
                                      <p:cBhvr additive="base">
                                        <p:cTn id="28" dur="100" fill="hold"/>
                                        <p:tgtEl>
                                          <p:spTgt spid="32"/>
                                        </p:tgtEl>
                                        <p:attrNameLst>
                                          <p:attrName>ppt_y</p:attrName>
                                        </p:attrNameLst>
                                      </p:cBhvr>
                                      <p:tavLst>
                                        <p:tav tm="0">
                                          <p:val>
                                            <p:strVal val="1+#ppt_h/2"/>
                                          </p:val>
                                        </p:tav>
                                        <p:tav tm="100000">
                                          <p:val>
                                            <p:strVal val="#ppt_y"/>
                                          </p:val>
                                        </p:tav>
                                      </p:tavLst>
                                    </p:anim>
                                  </p:childTnLst>
                                </p:cTn>
                              </p:par>
                            </p:childTnLst>
                          </p:cTn>
                        </p:par>
                        <p:par>
                          <p:cTn id="29" fill="hold">
                            <p:stCondLst>
                              <p:cond delay="600"/>
                            </p:stCondLst>
                            <p:childTnLst>
                              <p:par>
                                <p:cTn id="30" presetID="2" presetClass="entr" presetSubtype="4" fill="hold" grpId="0" nodeType="afterEffect">
                                  <p:stCondLst>
                                    <p:cond delay="0"/>
                                  </p:stCondLst>
                                  <p:childTnLst>
                                    <p:set>
                                      <p:cBhvr>
                                        <p:cTn id="31" dur="1" fill="hold">
                                          <p:stCondLst>
                                            <p:cond delay="0"/>
                                          </p:stCondLst>
                                        </p:cTn>
                                        <p:tgtEl>
                                          <p:spTgt spid="31"/>
                                        </p:tgtEl>
                                        <p:attrNameLst>
                                          <p:attrName>style.visibility</p:attrName>
                                        </p:attrNameLst>
                                      </p:cBhvr>
                                      <p:to>
                                        <p:strVal val="visible"/>
                                      </p:to>
                                    </p:set>
                                    <p:anim calcmode="lin" valueType="num">
                                      <p:cBhvr additive="base">
                                        <p:cTn id="32" dur="100" fill="hold"/>
                                        <p:tgtEl>
                                          <p:spTgt spid="31"/>
                                        </p:tgtEl>
                                        <p:attrNameLst>
                                          <p:attrName>ppt_x</p:attrName>
                                        </p:attrNameLst>
                                      </p:cBhvr>
                                      <p:tavLst>
                                        <p:tav tm="0">
                                          <p:val>
                                            <p:strVal val="#ppt_x"/>
                                          </p:val>
                                        </p:tav>
                                        <p:tav tm="100000">
                                          <p:val>
                                            <p:strVal val="#ppt_x"/>
                                          </p:val>
                                        </p:tav>
                                      </p:tavLst>
                                    </p:anim>
                                    <p:anim calcmode="lin" valueType="num">
                                      <p:cBhvr additive="base">
                                        <p:cTn id="33" dur="100" fill="hold"/>
                                        <p:tgtEl>
                                          <p:spTgt spid="31"/>
                                        </p:tgtEl>
                                        <p:attrNameLst>
                                          <p:attrName>ppt_y</p:attrName>
                                        </p:attrNameLst>
                                      </p:cBhvr>
                                      <p:tavLst>
                                        <p:tav tm="0">
                                          <p:val>
                                            <p:strVal val="1+#ppt_h/2"/>
                                          </p:val>
                                        </p:tav>
                                        <p:tav tm="100000">
                                          <p:val>
                                            <p:strVal val="#ppt_y"/>
                                          </p:val>
                                        </p:tav>
                                      </p:tavLst>
                                    </p:anim>
                                  </p:childTnLst>
                                </p:cTn>
                              </p:par>
                            </p:childTnLst>
                          </p:cTn>
                        </p:par>
                        <p:par>
                          <p:cTn id="34" fill="hold">
                            <p:stCondLst>
                              <p:cond delay="700"/>
                            </p:stCondLst>
                            <p:childTnLst>
                              <p:par>
                                <p:cTn id="35" presetID="2" presetClass="entr" presetSubtype="4" fill="hold" grpId="0" nodeType="afterEffect">
                                  <p:stCondLst>
                                    <p:cond delay="0"/>
                                  </p:stCondLst>
                                  <p:childTnLst>
                                    <p:set>
                                      <p:cBhvr>
                                        <p:cTn id="36" dur="1" fill="hold">
                                          <p:stCondLst>
                                            <p:cond delay="0"/>
                                          </p:stCondLst>
                                        </p:cTn>
                                        <p:tgtEl>
                                          <p:spTgt spid="30"/>
                                        </p:tgtEl>
                                        <p:attrNameLst>
                                          <p:attrName>style.visibility</p:attrName>
                                        </p:attrNameLst>
                                      </p:cBhvr>
                                      <p:to>
                                        <p:strVal val="visible"/>
                                      </p:to>
                                    </p:set>
                                    <p:anim calcmode="lin" valueType="num">
                                      <p:cBhvr additive="base">
                                        <p:cTn id="37" dur="100" fill="hold"/>
                                        <p:tgtEl>
                                          <p:spTgt spid="30"/>
                                        </p:tgtEl>
                                        <p:attrNameLst>
                                          <p:attrName>ppt_x</p:attrName>
                                        </p:attrNameLst>
                                      </p:cBhvr>
                                      <p:tavLst>
                                        <p:tav tm="0">
                                          <p:val>
                                            <p:strVal val="#ppt_x"/>
                                          </p:val>
                                        </p:tav>
                                        <p:tav tm="100000">
                                          <p:val>
                                            <p:strVal val="#ppt_x"/>
                                          </p:val>
                                        </p:tav>
                                      </p:tavLst>
                                    </p:anim>
                                    <p:anim calcmode="lin" valueType="num">
                                      <p:cBhvr additive="base">
                                        <p:cTn id="38" dur="100" fill="hold"/>
                                        <p:tgtEl>
                                          <p:spTgt spid="30"/>
                                        </p:tgtEl>
                                        <p:attrNameLst>
                                          <p:attrName>ppt_y</p:attrName>
                                        </p:attrNameLst>
                                      </p:cBhvr>
                                      <p:tavLst>
                                        <p:tav tm="0">
                                          <p:val>
                                            <p:strVal val="1+#ppt_h/2"/>
                                          </p:val>
                                        </p:tav>
                                        <p:tav tm="100000">
                                          <p:val>
                                            <p:strVal val="#ppt_y"/>
                                          </p:val>
                                        </p:tav>
                                      </p:tavLst>
                                    </p:anim>
                                  </p:childTnLst>
                                </p:cTn>
                              </p:par>
                            </p:childTnLst>
                          </p:cTn>
                        </p:par>
                        <p:par>
                          <p:cTn id="39" fill="hold">
                            <p:stCondLst>
                              <p:cond delay="800"/>
                            </p:stCondLst>
                            <p:childTnLst>
                              <p:par>
                                <p:cTn id="40" presetID="2" presetClass="entr" presetSubtype="4" fill="hold" grpId="0" nodeType="afterEffect">
                                  <p:stCondLst>
                                    <p:cond delay="0"/>
                                  </p:stCondLst>
                                  <p:childTnLst>
                                    <p:set>
                                      <p:cBhvr>
                                        <p:cTn id="41" dur="1" fill="hold">
                                          <p:stCondLst>
                                            <p:cond delay="0"/>
                                          </p:stCondLst>
                                        </p:cTn>
                                        <p:tgtEl>
                                          <p:spTgt spid="29"/>
                                        </p:tgtEl>
                                        <p:attrNameLst>
                                          <p:attrName>style.visibility</p:attrName>
                                        </p:attrNameLst>
                                      </p:cBhvr>
                                      <p:to>
                                        <p:strVal val="visible"/>
                                      </p:to>
                                    </p:set>
                                    <p:anim calcmode="lin" valueType="num">
                                      <p:cBhvr additive="base">
                                        <p:cTn id="42" dur="100" fill="hold"/>
                                        <p:tgtEl>
                                          <p:spTgt spid="29"/>
                                        </p:tgtEl>
                                        <p:attrNameLst>
                                          <p:attrName>ppt_x</p:attrName>
                                        </p:attrNameLst>
                                      </p:cBhvr>
                                      <p:tavLst>
                                        <p:tav tm="0">
                                          <p:val>
                                            <p:strVal val="#ppt_x"/>
                                          </p:val>
                                        </p:tav>
                                        <p:tav tm="100000">
                                          <p:val>
                                            <p:strVal val="#ppt_x"/>
                                          </p:val>
                                        </p:tav>
                                      </p:tavLst>
                                    </p:anim>
                                    <p:anim calcmode="lin" valueType="num">
                                      <p:cBhvr additive="base">
                                        <p:cTn id="43" dur="100" fill="hold"/>
                                        <p:tgtEl>
                                          <p:spTgt spid="29"/>
                                        </p:tgtEl>
                                        <p:attrNameLst>
                                          <p:attrName>ppt_y</p:attrName>
                                        </p:attrNameLst>
                                      </p:cBhvr>
                                      <p:tavLst>
                                        <p:tav tm="0">
                                          <p:val>
                                            <p:strVal val="1+#ppt_h/2"/>
                                          </p:val>
                                        </p:tav>
                                        <p:tav tm="100000">
                                          <p:val>
                                            <p:strVal val="#ppt_y"/>
                                          </p:val>
                                        </p:tav>
                                      </p:tavLst>
                                    </p:anim>
                                  </p:childTnLst>
                                </p:cTn>
                              </p:par>
                            </p:childTnLst>
                          </p:cTn>
                        </p:par>
                        <p:par>
                          <p:cTn id="44" fill="hold">
                            <p:stCondLst>
                              <p:cond delay="900"/>
                            </p:stCondLst>
                            <p:childTnLst>
                              <p:par>
                                <p:cTn id="45" presetID="2" presetClass="entr" presetSubtype="8" fill="hold" grpId="0" nodeType="afterEffect">
                                  <p:stCondLst>
                                    <p:cond delay="100"/>
                                  </p:stCondLst>
                                  <p:childTnLst>
                                    <p:set>
                                      <p:cBhvr>
                                        <p:cTn id="46" dur="1" fill="hold">
                                          <p:stCondLst>
                                            <p:cond delay="0"/>
                                          </p:stCondLst>
                                        </p:cTn>
                                        <p:tgtEl>
                                          <p:spTgt spid="41"/>
                                        </p:tgtEl>
                                        <p:attrNameLst>
                                          <p:attrName>style.visibility</p:attrName>
                                        </p:attrNameLst>
                                      </p:cBhvr>
                                      <p:to>
                                        <p:strVal val="visible"/>
                                      </p:to>
                                    </p:set>
                                    <p:anim calcmode="lin" valueType="num">
                                      <p:cBhvr additive="base">
                                        <p:cTn id="47" dur="100" fill="hold"/>
                                        <p:tgtEl>
                                          <p:spTgt spid="41"/>
                                        </p:tgtEl>
                                        <p:attrNameLst>
                                          <p:attrName>ppt_x</p:attrName>
                                        </p:attrNameLst>
                                      </p:cBhvr>
                                      <p:tavLst>
                                        <p:tav tm="0">
                                          <p:val>
                                            <p:strVal val="0-#ppt_w/2"/>
                                          </p:val>
                                        </p:tav>
                                        <p:tav tm="100000">
                                          <p:val>
                                            <p:strVal val="#ppt_x"/>
                                          </p:val>
                                        </p:tav>
                                      </p:tavLst>
                                    </p:anim>
                                    <p:anim calcmode="lin" valueType="num">
                                      <p:cBhvr additive="base">
                                        <p:cTn id="48" dur="100" fill="hold"/>
                                        <p:tgtEl>
                                          <p:spTgt spid="41"/>
                                        </p:tgtEl>
                                        <p:attrNameLst>
                                          <p:attrName>ppt_y</p:attrName>
                                        </p:attrNameLst>
                                      </p:cBhvr>
                                      <p:tavLst>
                                        <p:tav tm="0">
                                          <p:val>
                                            <p:strVal val="#ppt_y"/>
                                          </p:val>
                                        </p:tav>
                                        <p:tav tm="100000">
                                          <p:val>
                                            <p:strVal val="#ppt_y"/>
                                          </p:val>
                                        </p:tav>
                                      </p:tavLst>
                                    </p:anim>
                                  </p:childTnLst>
                                </p:cTn>
                              </p:par>
                            </p:childTnLst>
                          </p:cTn>
                        </p:par>
                        <p:par>
                          <p:cTn id="49" fill="hold">
                            <p:stCondLst>
                              <p:cond delay="1100"/>
                            </p:stCondLst>
                            <p:childTnLst>
                              <p:par>
                                <p:cTn id="50" presetID="2" presetClass="entr" presetSubtype="8" fill="hold" grpId="0" nodeType="afterEffect">
                                  <p:stCondLst>
                                    <p:cond delay="0"/>
                                  </p:stCondLst>
                                  <p:childTnLst>
                                    <p:set>
                                      <p:cBhvr>
                                        <p:cTn id="51" dur="1" fill="hold">
                                          <p:stCondLst>
                                            <p:cond delay="0"/>
                                          </p:stCondLst>
                                        </p:cTn>
                                        <p:tgtEl>
                                          <p:spTgt spid="42"/>
                                        </p:tgtEl>
                                        <p:attrNameLst>
                                          <p:attrName>style.visibility</p:attrName>
                                        </p:attrNameLst>
                                      </p:cBhvr>
                                      <p:to>
                                        <p:strVal val="visible"/>
                                      </p:to>
                                    </p:set>
                                    <p:anim calcmode="lin" valueType="num">
                                      <p:cBhvr additive="base">
                                        <p:cTn id="52" dur="100" fill="hold"/>
                                        <p:tgtEl>
                                          <p:spTgt spid="42"/>
                                        </p:tgtEl>
                                        <p:attrNameLst>
                                          <p:attrName>ppt_x</p:attrName>
                                        </p:attrNameLst>
                                      </p:cBhvr>
                                      <p:tavLst>
                                        <p:tav tm="0">
                                          <p:val>
                                            <p:strVal val="0-#ppt_w/2"/>
                                          </p:val>
                                        </p:tav>
                                        <p:tav tm="100000">
                                          <p:val>
                                            <p:strVal val="#ppt_x"/>
                                          </p:val>
                                        </p:tav>
                                      </p:tavLst>
                                    </p:anim>
                                    <p:anim calcmode="lin" valueType="num">
                                      <p:cBhvr additive="base">
                                        <p:cTn id="53" dur="100" fill="hold"/>
                                        <p:tgtEl>
                                          <p:spTgt spid="42"/>
                                        </p:tgtEl>
                                        <p:attrNameLst>
                                          <p:attrName>ppt_y</p:attrName>
                                        </p:attrNameLst>
                                      </p:cBhvr>
                                      <p:tavLst>
                                        <p:tav tm="0">
                                          <p:val>
                                            <p:strVal val="#ppt_y"/>
                                          </p:val>
                                        </p:tav>
                                        <p:tav tm="100000">
                                          <p:val>
                                            <p:strVal val="#ppt_y"/>
                                          </p:val>
                                        </p:tav>
                                      </p:tavLst>
                                    </p:anim>
                                  </p:childTnLst>
                                </p:cTn>
                              </p:par>
                            </p:childTnLst>
                          </p:cTn>
                        </p:par>
                        <p:par>
                          <p:cTn id="54" fill="hold">
                            <p:stCondLst>
                              <p:cond delay="1200"/>
                            </p:stCondLst>
                            <p:childTnLst>
                              <p:par>
                                <p:cTn id="55" presetID="2" presetClass="entr" presetSubtype="8" fill="hold" grpId="0" nodeType="afterEffect">
                                  <p:stCondLst>
                                    <p:cond delay="0"/>
                                  </p:stCondLst>
                                  <p:childTnLst>
                                    <p:set>
                                      <p:cBhvr>
                                        <p:cTn id="56" dur="1" fill="hold">
                                          <p:stCondLst>
                                            <p:cond delay="0"/>
                                          </p:stCondLst>
                                        </p:cTn>
                                        <p:tgtEl>
                                          <p:spTgt spid="43"/>
                                        </p:tgtEl>
                                        <p:attrNameLst>
                                          <p:attrName>style.visibility</p:attrName>
                                        </p:attrNameLst>
                                      </p:cBhvr>
                                      <p:to>
                                        <p:strVal val="visible"/>
                                      </p:to>
                                    </p:set>
                                    <p:anim calcmode="lin" valueType="num">
                                      <p:cBhvr additive="base">
                                        <p:cTn id="57" dur="100" fill="hold"/>
                                        <p:tgtEl>
                                          <p:spTgt spid="43"/>
                                        </p:tgtEl>
                                        <p:attrNameLst>
                                          <p:attrName>ppt_x</p:attrName>
                                        </p:attrNameLst>
                                      </p:cBhvr>
                                      <p:tavLst>
                                        <p:tav tm="0">
                                          <p:val>
                                            <p:strVal val="0-#ppt_w/2"/>
                                          </p:val>
                                        </p:tav>
                                        <p:tav tm="100000">
                                          <p:val>
                                            <p:strVal val="#ppt_x"/>
                                          </p:val>
                                        </p:tav>
                                      </p:tavLst>
                                    </p:anim>
                                    <p:anim calcmode="lin" valueType="num">
                                      <p:cBhvr additive="base">
                                        <p:cTn id="58" dur="100" fill="hold"/>
                                        <p:tgtEl>
                                          <p:spTgt spid="43"/>
                                        </p:tgtEl>
                                        <p:attrNameLst>
                                          <p:attrName>ppt_y</p:attrName>
                                        </p:attrNameLst>
                                      </p:cBhvr>
                                      <p:tavLst>
                                        <p:tav tm="0">
                                          <p:val>
                                            <p:strVal val="#ppt_y"/>
                                          </p:val>
                                        </p:tav>
                                        <p:tav tm="100000">
                                          <p:val>
                                            <p:strVal val="#ppt_y"/>
                                          </p:val>
                                        </p:tav>
                                      </p:tavLst>
                                    </p:anim>
                                  </p:childTnLst>
                                </p:cTn>
                              </p:par>
                            </p:childTnLst>
                          </p:cTn>
                        </p:par>
                        <p:par>
                          <p:cTn id="59" fill="hold">
                            <p:stCondLst>
                              <p:cond delay="1300"/>
                            </p:stCondLst>
                            <p:childTnLst>
                              <p:par>
                                <p:cTn id="60" presetID="2" presetClass="entr" presetSubtype="8" fill="hold" grpId="0" nodeType="afterEffect">
                                  <p:stCondLst>
                                    <p:cond delay="0"/>
                                  </p:stCondLst>
                                  <p:childTnLst>
                                    <p:set>
                                      <p:cBhvr>
                                        <p:cTn id="61" dur="1" fill="hold">
                                          <p:stCondLst>
                                            <p:cond delay="0"/>
                                          </p:stCondLst>
                                        </p:cTn>
                                        <p:tgtEl>
                                          <p:spTgt spid="44"/>
                                        </p:tgtEl>
                                        <p:attrNameLst>
                                          <p:attrName>style.visibility</p:attrName>
                                        </p:attrNameLst>
                                      </p:cBhvr>
                                      <p:to>
                                        <p:strVal val="visible"/>
                                      </p:to>
                                    </p:set>
                                    <p:anim calcmode="lin" valueType="num">
                                      <p:cBhvr additive="base">
                                        <p:cTn id="62" dur="100" fill="hold"/>
                                        <p:tgtEl>
                                          <p:spTgt spid="44"/>
                                        </p:tgtEl>
                                        <p:attrNameLst>
                                          <p:attrName>ppt_x</p:attrName>
                                        </p:attrNameLst>
                                      </p:cBhvr>
                                      <p:tavLst>
                                        <p:tav tm="0">
                                          <p:val>
                                            <p:strVal val="0-#ppt_w/2"/>
                                          </p:val>
                                        </p:tav>
                                        <p:tav tm="100000">
                                          <p:val>
                                            <p:strVal val="#ppt_x"/>
                                          </p:val>
                                        </p:tav>
                                      </p:tavLst>
                                    </p:anim>
                                    <p:anim calcmode="lin" valueType="num">
                                      <p:cBhvr additive="base">
                                        <p:cTn id="63" dur="100" fill="hold"/>
                                        <p:tgtEl>
                                          <p:spTgt spid="4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6" grpId="0" animBg="1"/>
      <p:bldP spid="24" grpId="0" animBg="1"/>
      <p:bldP spid="17" grpId="0" animBg="1"/>
      <p:bldP spid="29" grpId="0" animBg="1"/>
      <p:bldP spid="30" grpId="0" animBg="1"/>
      <p:bldP spid="31" grpId="0" animBg="1"/>
      <p:bldP spid="32" grpId="0" animBg="1"/>
      <p:bldP spid="41" grpId="0" animBg="1"/>
      <p:bldP spid="42" grpId="0" animBg="1"/>
      <p:bldP spid="43" grpId="0" animBg="1"/>
      <p:bldP spid="44"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6" name="Bar Down 4">
            <a:extLst>
              <a:ext uri="{FF2B5EF4-FFF2-40B4-BE49-F238E27FC236}">
                <a16:creationId xmlns:a16="http://schemas.microsoft.com/office/drawing/2014/main" id="{76BC04CF-5735-5AE9-2DB7-1D5AB2B21C6A}"/>
              </a:ext>
            </a:extLst>
          </p:cNvPr>
          <p:cNvSpPr/>
          <p:nvPr/>
        </p:nvSpPr>
        <p:spPr>
          <a:xfrm>
            <a:off x="14452600" y="735806"/>
            <a:ext cx="3048000" cy="6858000"/>
          </a:xfrm>
          <a:prstGeom prst="rect">
            <a:avLst/>
          </a:prstGeom>
          <a:solidFill>
            <a:schemeClr val="accent5"/>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 name="Bar Down 3">
            <a:extLst>
              <a:ext uri="{FF2B5EF4-FFF2-40B4-BE49-F238E27FC236}">
                <a16:creationId xmlns:a16="http://schemas.microsoft.com/office/drawing/2014/main" id="{A1B6A17A-BD0C-7F5F-D948-051CBF7293C7}"/>
              </a:ext>
            </a:extLst>
          </p:cNvPr>
          <p:cNvSpPr/>
          <p:nvPr/>
        </p:nvSpPr>
        <p:spPr>
          <a:xfrm>
            <a:off x="-4572000" y="0"/>
            <a:ext cx="3048000" cy="6858000"/>
          </a:xfrm>
          <a:prstGeom prst="rect">
            <a:avLst/>
          </a:prstGeom>
          <a:solidFill>
            <a:schemeClr val="accent5"/>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 name="Bar Down 2">
            <a:extLst>
              <a:ext uri="{FF2B5EF4-FFF2-40B4-BE49-F238E27FC236}">
                <a16:creationId xmlns:a16="http://schemas.microsoft.com/office/drawing/2014/main" id="{49E7B0B0-5F60-F226-12E5-839C488DED44}"/>
              </a:ext>
            </a:extLst>
          </p:cNvPr>
          <p:cNvSpPr/>
          <p:nvPr/>
        </p:nvSpPr>
        <p:spPr>
          <a:xfrm>
            <a:off x="2413000" y="9372600"/>
            <a:ext cx="3048000" cy="6858000"/>
          </a:xfrm>
          <a:prstGeom prst="rect">
            <a:avLst/>
          </a:prstGeom>
          <a:solidFill>
            <a:schemeClr val="accent5"/>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 name="Bar Down 1">
            <a:extLst>
              <a:ext uri="{FF2B5EF4-FFF2-40B4-BE49-F238E27FC236}">
                <a16:creationId xmlns:a16="http://schemas.microsoft.com/office/drawing/2014/main" id="{23AFC5DC-4AE1-72A6-9A64-297C32A25F33}"/>
              </a:ext>
            </a:extLst>
          </p:cNvPr>
          <p:cNvSpPr/>
          <p:nvPr/>
        </p:nvSpPr>
        <p:spPr>
          <a:xfrm>
            <a:off x="7747000" y="-8172450"/>
            <a:ext cx="3048000" cy="6858000"/>
          </a:xfrm>
          <a:prstGeom prst="rect">
            <a:avLst/>
          </a:prstGeom>
          <a:solidFill>
            <a:schemeClr val="accent5"/>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 name="Bar Up 4">
            <a:extLst>
              <a:ext uri="{FF2B5EF4-FFF2-40B4-BE49-F238E27FC236}">
                <a16:creationId xmlns:a16="http://schemas.microsoft.com/office/drawing/2014/main" id="{6FBB27F4-DA7B-5F74-5B12-8637444167CF}"/>
              </a:ext>
            </a:extLst>
          </p:cNvPr>
          <p:cNvSpPr/>
          <p:nvPr/>
        </p:nvSpPr>
        <p:spPr>
          <a:xfrm>
            <a:off x="-7061200" y="3716337"/>
            <a:ext cx="3048000" cy="6858000"/>
          </a:xfrm>
          <a:prstGeom prst="rect">
            <a:avLst/>
          </a:prstGeom>
          <a:solidFill>
            <a:schemeClr val="tx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 name="Bar Up 3">
            <a:extLst>
              <a:ext uri="{FF2B5EF4-FFF2-40B4-BE49-F238E27FC236}">
                <a16:creationId xmlns:a16="http://schemas.microsoft.com/office/drawing/2014/main" id="{0B36CCC0-8F08-0C29-E903-0C7EDF285D28}"/>
              </a:ext>
            </a:extLst>
          </p:cNvPr>
          <p:cNvSpPr/>
          <p:nvPr/>
        </p:nvSpPr>
        <p:spPr>
          <a:xfrm>
            <a:off x="7874000" y="8002587"/>
            <a:ext cx="3048000" cy="6858000"/>
          </a:xfrm>
          <a:prstGeom prst="rect">
            <a:avLst/>
          </a:prstGeom>
          <a:solidFill>
            <a:schemeClr val="tx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 name="Bar Up 2">
            <a:extLst>
              <a:ext uri="{FF2B5EF4-FFF2-40B4-BE49-F238E27FC236}">
                <a16:creationId xmlns:a16="http://schemas.microsoft.com/office/drawing/2014/main" id="{4C3DD5A6-683C-42A4-FD65-F5C187078BEA}"/>
              </a:ext>
            </a:extLst>
          </p:cNvPr>
          <p:cNvSpPr/>
          <p:nvPr/>
        </p:nvSpPr>
        <p:spPr>
          <a:xfrm>
            <a:off x="15240000" y="-2306637"/>
            <a:ext cx="3048000" cy="6858000"/>
          </a:xfrm>
          <a:prstGeom prst="rect">
            <a:avLst/>
          </a:prstGeom>
          <a:solidFill>
            <a:schemeClr val="tx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 name="Bar Up 1">
            <a:extLst>
              <a:ext uri="{FF2B5EF4-FFF2-40B4-BE49-F238E27FC236}">
                <a16:creationId xmlns:a16="http://schemas.microsoft.com/office/drawing/2014/main" id="{B798C017-1705-4C1B-98B9-18DD375F76ED}"/>
              </a:ext>
            </a:extLst>
          </p:cNvPr>
          <p:cNvSpPr/>
          <p:nvPr/>
        </p:nvSpPr>
        <p:spPr>
          <a:xfrm>
            <a:off x="-2514600" y="-7297736"/>
            <a:ext cx="3048000" cy="6858000"/>
          </a:xfrm>
          <a:prstGeom prst="rect">
            <a:avLst/>
          </a:prstGeom>
          <a:solidFill>
            <a:schemeClr val="tx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 name="Bar L/R">
            <a:extLst>
              <a:ext uri="{FF2B5EF4-FFF2-40B4-BE49-F238E27FC236}">
                <a16:creationId xmlns:a16="http://schemas.microsoft.com/office/drawing/2014/main" id="{56870D32-C04E-4BC5-1625-B97FDEBE0384}"/>
              </a:ext>
            </a:extLst>
          </p:cNvPr>
          <p:cNvSpPr/>
          <p:nvPr/>
        </p:nvSpPr>
        <p:spPr>
          <a:xfrm rot="5400000">
            <a:off x="9404350" y="-8586787"/>
            <a:ext cx="1714500" cy="12192000"/>
          </a:xfrm>
          <a:prstGeom prst="rect">
            <a:avLst/>
          </a:prstGeom>
          <a:solidFill>
            <a:schemeClr val="bg1">
              <a:lumMod val="85000"/>
              <a:lumOff val="1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 name="Bar L/R">
            <a:extLst>
              <a:ext uri="{FF2B5EF4-FFF2-40B4-BE49-F238E27FC236}">
                <a16:creationId xmlns:a16="http://schemas.microsoft.com/office/drawing/2014/main" id="{EE88BEEC-435A-641F-8E84-80B4CACA9047}"/>
              </a:ext>
            </a:extLst>
          </p:cNvPr>
          <p:cNvSpPr/>
          <p:nvPr/>
        </p:nvSpPr>
        <p:spPr>
          <a:xfrm rot="5400000">
            <a:off x="-8223250" y="-4116387"/>
            <a:ext cx="1714500" cy="12192000"/>
          </a:xfrm>
          <a:prstGeom prst="rect">
            <a:avLst/>
          </a:prstGeom>
          <a:solidFill>
            <a:schemeClr val="bg1">
              <a:lumMod val="85000"/>
              <a:lumOff val="1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8" name="Bar L/R">
            <a:extLst>
              <a:ext uri="{FF2B5EF4-FFF2-40B4-BE49-F238E27FC236}">
                <a16:creationId xmlns:a16="http://schemas.microsoft.com/office/drawing/2014/main" id="{4CD72918-8FDC-BF18-40CE-44333D7EAC7F}"/>
              </a:ext>
            </a:extLst>
          </p:cNvPr>
          <p:cNvSpPr/>
          <p:nvPr/>
        </p:nvSpPr>
        <p:spPr>
          <a:xfrm rot="5400000">
            <a:off x="13595350" y="2674143"/>
            <a:ext cx="1714500" cy="12192000"/>
          </a:xfrm>
          <a:prstGeom prst="rect">
            <a:avLst/>
          </a:prstGeom>
          <a:solidFill>
            <a:schemeClr val="bg1">
              <a:lumMod val="85000"/>
              <a:lumOff val="1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9" name="Bar L/R">
            <a:extLst>
              <a:ext uri="{FF2B5EF4-FFF2-40B4-BE49-F238E27FC236}">
                <a16:creationId xmlns:a16="http://schemas.microsoft.com/office/drawing/2014/main" id="{E257D30E-F287-9F07-1447-7B07ECEDA65A}"/>
              </a:ext>
            </a:extLst>
          </p:cNvPr>
          <p:cNvSpPr/>
          <p:nvPr/>
        </p:nvSpPr>
        <p:spPr>
          <a:xfrm rot="5400000">
            <a:off x="666750" y="5335587"/>
            <a:ext cx="1714500" cy="12192000"/>
          </a:xfrm>
          <a:prstGeom prst="rect">
            <a:avLst/>
          </a:prstGeom>
          <a:solidFill>
            <a:schemeClr val="bg1">
              <a:lumMod val="85000"/>
              <a:lumOff val="1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400302858"/>
      </p:ext>
    </p:extLst>
  </p:cSld>
  <p:clrMapOvr>
    <a:masterClrMapping/>
  </p:clrMapOvr>
  <mc:AlternateContent xmlns:mc="http://schemas.openxmlformats.org/markup-compatibility/2006" xmlns:p159="http://schemas.microsoft.com/office/powerpoint/2015/09/main">
    <mc:Choice Requires="p159">
      <p:transition advTm="1300">
        <p159:morph option="byObject"/>
      </p:transition>
    </mc:Choice>
    <mc:Fallback xmlns="">
      <p:transition advTm="1300">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CB6AF2E3-B1C6-36F8-9605-2B4B3D34E08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6F7E3D0-7AA5-E377-E25B-6FDA6E065AC7}"/>
              </a:ext>
            </a:extLst>
          </p:cNvPr>
          <p:cNvSpPr txBox="1"/>
          <p:nvPr/>
        </p:nvSpPr>
        <p:spPr>
          <a:xfrm>
            <a:off x="1130710" y="2875002"/>
            <a:ext cx="9930580" cy="2123658"/>
          </a:xfrm>
          <a:prstGeom prst="rect">
            <a:avLst/>
          </a:prstGeom>
          <a:noFill/>
        </p:spPr>
        <p:txBody>
          <a:bodyPr wrap="square" rtlCol="0">
            <a:spAutoFit/>
          </a:bodyPr>
          <a:lstStyle/>
          <a:p>
            <a:pPr algn="ctr"/>
            <a:r>
              <a:rPr lang="en-US" sz="6600">
                <a:solidFill>
                  <a:schemeClr val="accent1">
                    <a:lumMod val="50000"/>
                  </a:schemeClr>
                </a:solidFill>
              </a:rPr>
              <a:t>XXXXXX XXX XXXXXXXXX</a:t>
            </a:r>
          </a:p>
        </p:txBody>
      </p:sp>
    </p:spTree>
    <p:extLst>
      <p:ext uri="{BB962C8B-B14F-4D97-AF65-F5344CB8AC3E}">
        <p14:creationId xmlns:p14="http://schemas.microsoft.com/office/powerpoint/2010/main" val="3804875070"/>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97802A8B-B57F-BC43-C677-8D0630C8A5A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50CDA3D-6D97-9BA5-FD5C-50E593E292C7}"/>
              </a:ext>
            </a:extLst>
          </p:cNvPr>
          <p:cNvSpPr txBox="1"/>
          <p:nvPr/>
        </p:nvSpPr>
        <p:spPr>
          <a:xfrm>
            <a:off x="1130710" y="2321004"/>
            <a:ext cx="9930580" cy="2123658"/>
          </a:xfrm>
          <a:prstGeom prst="rect">
            <a:avLst/>
          </a:prstGeom>
          <a:noFill/>
        </p:spPr>
        <p:txBody>
          <a:bodyPr wrap="square" rtlCol="0">
            <a:spAutoFit/>
          </a:bodyPr>
          <a:lstStyle/>
          <a:p>
            <a:pPr algn="ctr"/>
            <a:r>
              <a:rPr lang="en-US" sz="6600">
                <a:solidFill>
                  <a:schemeClr val="accent1">
                    <a:lumMod val="50000"/>
                  </a:schemeClr>
                </a:solidFill>
              </a:rPr>
              <a:t>XXXXXX XXX XXXXXXXXX</a:t>
            </a:r>
          </a:p>
        </p:txBody>
      </p:sp>
    </p:spTree>
    <p:extLst>
      <p:ext uri="{BB962C8B-B14F-4D97-AF65-F5344CB8AC3E}">
        <p14:creationId xmlns:p14="http://schemas.microsoft.com/office/powerpoint/2010/main" val="4224675887"/>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2"/>
                                        </p:tgtEl>
                                      </p:cBhvr>
                                    </p:animEffect>
                                    <p:set>
                                      <p:cBhvr>
                                        <p:cTn id="7"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Custom 1">
      <a:dk1>
        <a:sysClr val="windowText" lastClr="000000"/>
      </a:dk1>
      <a:lt1>
        <a:sysClr val="window" lastClr="FFFFFF"/>
      </a:lt1>
      <a:dk2>
        <a:srgbClr val="0E2841"/>
      </a:dk2>
      <a:lt2>
        <a:srgbClr val="E8E8E8"/>
      </a:lt2>
      <a:accent1>
        <a:srgbClr val="450693"/>
      </a:accent1>
      <a:accent2>
        <a:srgbClr val="8C00FF"/>
      </a:accent2>
      <a:accent3>
        <a:srgbClr val="FF3F7F"/>
      </a:accent3>
      <a:accent4>
        <a:srgbClr val="FFC400"/>
      </a:accent4>
      <a:accent5>
        <a:srgbClr val="FF913F"/>
      </a:accent5>
      <a:accent6>
        <a:srgbClr val="2C009A"/>
      </a:accent6>
      <a:hlink>
        <a:srgbClr val="467886"/>
      </a:hlink>
      <a:folHlink>
        <a:srgbClr val="96607D"/>
      </a:folHlink>
    </a:clrScheme>
    <a:fontScheme name="Custom 3">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13</TotalTime>
  <Words>1820</Words>
  <Application>Microsoft Office PowerPoint</Application>
  <PresentationFormat>Widescreen</PresentationFormat>
  <Paragraphs>456</Paragraphs>
  <Slides>44</Slides>
  <Notes>25</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44</vt:i4>
      </vt:variant>
    </vt:vector>
  </HeadingPairs>
  <TitlesOfParts>
    <vt:vector size="49" baseType="lpstr">
      <vt:lpstr>Aptos</vt:lpstr>
      <vt:lpstr>Arial</vt:lpstr>
      <vt:lpstr>Avenir Next LT Pro</vt:lpstr>
      <vt:lpstr>Consolas</vt:lpstr>
      <vt:lpstr>Office Theme</vt:lpstr>
      <vt:lpstr>PowerPoint Presentation</vt:lpstr>
      <vt:lpstr>PowerPoint Presentation</vt:lpstr>
      <vt:lpstr>PowerPoint Presentation</vt:lpstr>
      <vt:lpstr>XXX XXXXX XXX XXXXXXXXXXXX</vt:lpstr>
      <vt:lpstr>XXX XXXXX XXX XXXXXXXXXXXX</vt:lpstr>
      <vt:lpstr>PowerPoint Presentation</vt:lpstr>
      <vt:lpstr>XXX XXXXXXXXXX</vt:lpstr>
      <vt:lpstr>XXXXXXXX XXXXXXX XXXXXXXXXX</vt:lpstr>
      <vt:lpstr>XXX XXXXXXX</vt:lpstr>
      <vt:lpstr>XXX XXXXXXX</vt:lpstr>
      <vt:lpstr>XXX XXXXXXX</vt:lpstr>
      <vt:lpstr>XXX XXXXXXXXXXX</vt:lpstr>
      <vt:lpstr>XXXXX XXXXXXXXXX</vt:lpstr>
      <vt:lpstr>PowerPoint Presentation</vt:lpstr>
      <vt:lpstr>XXXXXXXX XXX XXXXXXXXXX XXX XXXXX</vt:lpstr>
      <vt:lpstr>PowerPoint Presentation</vt:lpstr>
      <vt:lpstr>XXXXXXXX X XXXXX XXXXXXXXXX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XXXXX XX</vt:lpstr>
      <vt:lpstr>XXXXX XX</vt:lpstr>
      <vt:lpstr>XXXXXXXXX</vt:lpstr>
      <vt:lpstr>XXX XXXXXXX</vt:lpstr>
      <vt:lpstr>XXXX XX XXXX XXX XXXXX</vt:lpstr>
      <vt:lpstr>XXXXXXXXXXXXX</vt:lpstr>
      <vt:lpstr>XXXXXXXXXXX</vt:lpstr>
      <vt:lpstr>XXXXXX</vt:lpstr>
      <vt:lpstr>XXXXXXXXXXXXX</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Ryan</dc:creator>
  <cp:lastModifiedBy>Ryan</cp:lastModifiedBy>
  <cp:revision>1</cp:revision>
  <dcterms:created xsi:type="dcterms:W3CDTF">2026-04-01T06:58:19Z</dcterms:created>
  <dcterms:modified xsi:type="dcterms:W3CDTF">2026-09-27T09:12:53Z</dcterms:modified>
</cp:coreProperties>
</file>